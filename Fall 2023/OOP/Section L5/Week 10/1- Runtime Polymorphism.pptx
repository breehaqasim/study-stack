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392" r:id="rId2"/>
    <p:sldId id="383" r:id="rId3"/>
    <p:sldId id="384" r:id="rId4"/>
    <p:sldId id="385" r:id="rId5"/>
    <p:sldId id="386" r:id="rId6"/>
    <p:sldId id="388" r:id="rId7"/>
    <p:sldId id="387" r:id="rId8"/>
    <p:sldId id="389" r:id="rId9"/>
    <p:sldId id="390" r:id="rId10"/>
    <p:sldId id="394" r:id="rId11"/>
    <p:sldId id="395" r:id="rId12"/>
    <p:sldId id="371" r:id="rId13"/>
    <p:sldId id="396" r:id="rId14"/>
    <p:sldId id="397" r:id="rId15"/>
    <p:sldId id="398" r:id="rId16"/>
    <p:sldId id="411" r:id="rId17"/>
    <p:sldId id="401" r:id="rId18"/>
    <p:sldId id="403" r:id="rId19"/>
    <p:sldId id="402" r:id="rId20"/>
    <p:sldId id="406" r:id="rId21"/>
    <p:sldId id="407" r:id="rId22"/>
    <p:sldId id="418" r:id="rId23"/>
    <p:sldId id="400" r:id="rId24"/>
    <p:sldId id="404" r:id="rId25"/>
    <p:sldId id="408" r:id="rId26"/>
    <p:sldId id="410" r:id="rId27"/>
    <p:sldId id="409" r:id="rId28"/>
    <p:sldId id="412" r:id="rId29"/>
    <p:sldId id="405" r:id="rId30"/>
    <p:sldId id="414" r:id="rId31"/>
    <p:sldId id="413" r:id="rId32"/>
    <p:sldId id="415" r:id="rId33"/>
    <p:sldId id="416" r:id="rId34"/>
    <p:sldId id="417" r:id="rId35"/>
    <p:sldId id="420" r:id="rId36"/>
    <p:sldId id="424" r:id="rId37"/>
    <p:sldId id="422" r:id="rId38"/>
    <p:sldId id="423" r:id="rId39"/>
    <p:sldId id="425" r:id="rId40"/>
    <p:sldId id="426" r:id="rId41"/>
    <p:sldId id="421" r:id="rId42"/>
    <p:sldId id="41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18" autoAdjust="0"/>
    <p:restoredTop sz="83439" autoAdjust="0"/>
  </p:normalViewPr>
  <p:slideViewPr>
    <p:cSldViewPr snapToGrid="0">
      <p:cViewPr varScale="1">
        <p:scale>
          <a:sx n="71" d="100"/>
          <a:sy n="71" d="100"/>
        </p:scale>
        <p:origin x="374" y="53"/>
      </p:cViewPr>
      <p:guideLst/>
    </p:cSldViewPr>
  </p:slideViewPr>
  <p:outlineViewPr>
    <p:cViewPr>
      <p:scale>
        <a:sx n="33" d="100"/>
        <a:sy n="33" d="100"/>
      </p:scale>
      <p:origin x="0" y="-271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Salman" userId="cfd6754c-e613-4f6f-bb98-36aef69d8c31" providerId="ADAL" clId="{47888F1A-D2CB-439D-AEA9-A9A830EB661C}"/>
    <pc:docChg chg="undo redo custSel addSld delSld modSld sldOrd modMainMaster">
      <pc:chgData name="Mohammad Salman" userId="cfd6754c-e613-4f6f-bb98-36aef69d8c31" providerId="ADAL" clId="{47888F1A-D2CB-439D-AEA9-A9A830EB661C}" dt="2023-10-29T11:33:42.268" v="14669"/>
      <pc:docMkLst>
        <pc:docMk/>
      </pc:docMkLst>
      <pc:sldChg chg="modSp new del mod">
        <pc:chgData name="Mohammad Salman" userId="cfd6754c-e613-4f6f-bb98-36aef69d8c31" providerId="ADAL" clId="{47888F1A-D2CB-439D-AEA9-A9A830EB661C}" dt="2023-10-23T14:14:13.361" v="24" actId="47"/>
        <pc:sldMkLst>
          <pc:docMk/>
          <pc:sldMk cId="1745928657" sldId="256"/>
        </pc:sldMkLst>
        <pc:spChg chg="mod">
          <ac:chgData name="Mohammad Salman" userId="cfd6754c-e613-4f6f-bb98-36aef69d8c31" providerId="ADAL" clId="{47888F1A-D2CB-439D-AEA9-A9A830EB661C}" dt="2023-10-23T14:13:25.489" v="22" actId="20577"/>
          <ac:spMkLst>
            <pc:docMk/>
            <pc:sldMk cId="1745928657" sldId="256"/>
            <ac:spMk id="2" creationId="{2B2C9DD6-C48E-86A8-10B9-6E577CE4C6C6}"/>
          </ac:spMkLst>
        </pc:spChg>
      </pc:sldChg>
      <pc:sldChg chg="modSp add del mod setBg">
        <pc:chgData name="Mohammad Salman" userId="cfd6754c-e613-4f6f-bb98-36aef69d8c31" providerId="ADAL" clId="{47888F1A-D2CB-439D-AEA9-A9A830EB661C}" dt="2023-10-29T11:32:38.724" v="14651" actId="47"/>
        <pc:sldMkLst>
          <pc:docMk/>
          <pc:sldMk cId="3933528284" sldId="305"/>
        </pc:sldMkLst>
        <pc:spChg chg="mod">
          <ac:chgData name="Mohammad Salman" userId="cfd6754c-e613-4f6f-bb98-36aef69d8c31" providerId="ADAL" clId="{47888F1A-D2CB-439D-AEA9-A9A830EB661C}" dt="2023-10-25T09:52:05.687" v="6345" actId="20577"/>
          <ac:spMkLst>
            <pc:docMk/>
            <pc:sldMk cId="3933528284" sldId="305"/>
            <ac:spMk id="3" creationId="{D4B8A66B-193C-2EFE-0582-812D77A0A07E}"/>
          </ac:spMkLst>
        </pc:spChg>
      </pc:sldChg>
      <pc:sldChg chg="modSp add mod setBg">
        <pc:chgData name="Mohammad Salman" userId="cfd6754c-e613-4f6f-bb98-36aef69d8c31" providerId="ADAL" clId="{47888F1A-D2CB-439D-AEA9-A9A830EB661C}" dt="2023-10-24T11:04:55.539" v="2331" actId="1076"/>
        <pc:sldMkLst>
          <pc:docMk/>
          <pc:sldMk cId="686131797" sldId="371"/>
        </pc:sldMkLst>
        <pc:spChg chg="mod">
          <ac:chgData name="Mohammad Salman" userId="cfd6754c-e613-4f6f-bb98-36aef69d8c31" providerId="ADAL" clId="{47888F1A-D2CB-439D-AEA9-A9A830EB661C}" dt="2023-10-24T11:04:55.539" v="2331" actId="1076"/>
          <ac:spMkLst>
            <pc:docMk/>
            <pc:sldMk cId="686131797" sldId="371"/>
            <ac:spMk id="2" creationId="{EBA68310-78E7-8EAE-EA13-F3733F89E32D}"/>
          </ac:spMkLst>
        </pc:spChg>
        <pc:spChg chg="mod">
          <ac:chgData name="Mohammad Salman" userId="cfd6754c-e613-4f6f-bb98-36aef69d8c31" providerId="ADAL" clId="{47888F1A-D2CB-439D-AEA9-A9A830EB661C}" dt="2023-10-23T14:23:28.680" v="115" actId="14100"/>
          <ac:spMkLst>
            <pc:docMk/>
            <pc:sldMk cId="686131797" sldId="371"/>
            <ac:spMk id="14" creationId="{ABFD9A3D-1459-50DE-4DC8-6ACD0B9D598F}"/>
          </ac:spMkLst>
        </pc:spChg>
        <pc:cxnChg chg="mod">
          <ac:chgData name="Mohammad Salman" userId="cfd6754c-e613-4f6f-bb98-36aef69d8c31" providerId="ADAL" clId="{47888F1A-D2CB-439D-AEA9-A9A830EB661C}" dt="2023-10-23T14:23:28.680" v="115" actId="14100"/>
          <ac:cxnSpMkLst>
            <pc:docMk/>
            <pc:sldMk cId="686131797" sldId="371"/>
            <ac:cxnSpMk id="16" creationId="{2678CF7E-03DD-A0A6-1017-B6C68CBCD47C}"/>
          </ac:cxnSpMkLst>
        </pc:cxnChg>
      </pc:sldChg>
      <pc:sldChg chg="add setBg">
        <pc:chgData name="Mohammad Salman" userId="cfd6754c-e613-4f6f-bb98-36aef69d8c31" providerId="ADAL" clId="{47888F1A-D2CB-439D-AEA9-A9A830EB661C}" dt="2023-10-23T14:14:05.157" v="23"/>
        <pc:sldMkLst>
          <pc:docMk/>
          <pc:sldMk cId="20745782" sldId="383"/>
        </pc:sldMkLst>
      </pc:sldChg>
      <pc:sldChg chg="addSp delSp modSp add mod modAnim">
        <pc:chgData name="Mohammad Salman" userId="cfd6754c-e613-4f6f-bb98-36aef69d8c31" providerId="ADAL" clId="{47888F1A-D2CB-439D-AEA9-A9A830EB661C}" dt="2023-10-29T10:07:37.150" v="13736" actId="113"/>
        <pc:sldMkLst>
          <pc:docMk/>
          <pc:sldMk cId="340886458" sldId="384"/>
        </pc:sldMkLst>
        <pc:spChg chg="add del mod">
          <ac:chgData name="Mohammad Salman" userId="cfd6754c-e613-4f6f-bb98-36aef69d8c31" providerId="ADAL" clId="{47888F1A-D2CB-439D-AEA9-A9A830EB661C}" dt="2023-10-29T10:07:37.150" v="13736" actId="113"/>
          <ac:spMkLst>
            <pc:docMk/>
            <pc:sldMk cId="340886458" sldId="384"/>
            <ac:spMk id="2" creationId="{269DA554-B6E3-D044-5DFD-873F44F84BBB}"/>
          </ac:spMkLst>
        </pc:spChg>
        <pc:spChg chg="add mod ord">
          <ac:chgData name="Mohammad Salman" userId="cfd6754c-e613-4f6f-bb98-36aef69d8c31" providerId="ADAL" clId="{47888F1A-D2CB-439D-AEA9-A9A830EB661C}" dt="2023-10-24T11:30:32.204" v="3438" actId="167"/>
          <ac:spMkLst>
            <pc:docMk/>
            <pc:sldMk cId="340886458" sldId="384"/>
            <ac:spMk id="3" creationId="{934FF110-8357-9EF5-9868-57AF55E3A1F1}"/>
          </ac:spMkLst>
        </pc:spChg>
        <pc:spChg chg="mod">
          <ac:chgData name="Mohammad Salman" userId="cfd6754c-e613-4f6f-bb98-36aef69d8c31" providerId="ADAL" clId="{47888F1A-D2CB-439D-AEA9-A9A830EB661C}" dt="2023-10-24T10:30:40.082" v="766" actId="14100"/>
          <ac:spMkLst>
            <pc:docMk/>
            <pc:sldMk cId="340886458" sldId="384"/>
            <ac:spMk id="4" creationId="{EFB3BA88-ADB8-C7AE-5D47-1897D01EF978}"/>
          </ac:spMkLst>
        </pc:spChg>
        <pc:spChg chg="del mod">
          <ac:chgData name="Mohammad Salman" userId="cfd6754c-e613-4f6f-bb98-36aef69d8c31" providerId="ADAL" clId="{47888F1A-D2CB-439D-AEA9-A9A830EB661C}" dt="2023-10-24T11:30:23.620" v="3436" actId="478"/>
          <ac:spMkLst>
            <pc:docMk/>
            <pc:sldMk cId="340886458" sldId="384"/>
            <ac:spMk id="6" creationId="{19F8C814-D37B-1928-7A08-F777244AD61E}"/>
          </ac:spMkLst>
        </pc:spChg>
        <pc:spChg chg="mod">
          <ac:chgData name="Mohammad Salman" userId="cfd6754c-e613-4f6f-bb98-36aef69d8c31" providerId="ADAL" clId="{47888F1A-D2CB-439D-AEA9-A9A830EB661C}" dt="2023-10-24T11:30:39.292" v="3439" actId="14100"/>
          <ac:spMkLst>
            <pc:docMk/>
            <pc:sldMk cId="340886458" sldId="384"/>
            <ac:spMk id="16" creationId="{4D5ACBDD-5EBD-5CD4-4813-109D89475C97}"/>
          </ac:spMkLst>
        </pc:spChg>
        <pc:spChg chg="mod">
          <ac:chgData name="Mohammad Salman" userId="cfd6754c-e613-4f6f-bb98-36aef69d8c31" providerId="ADAL" clId="{47888F1A-D2CB-439D-AEA9-A9A830EB661C}" dt="2023-10-24T11:30:39.292" v="3439" actId="14100"/>
          <ac:spMkLst>
            <pc:docMk/>
            <pc:sldMk cId="340886458" sldId="384"/>
            <ac:spMk id="17" creationId="{ACD25CE4-0651-623D-20DA-C4D0EE452C41}"/>
          </ac:spMkLst>
        </pc:spChg>
      </pc:sldChg>
      <pc:sldChg chg="addSp delSp modSp add mod">
        <pc:chgData name="Mohammad Salman" userId="cfd6754c-e613-4f6f-bb98-36aef69d8c31" providerId="ADAL" clId="{47888F1A-D2CB-439D-AEA9-A9A830EB661C}" dt="2023-10-24T11:30:21.464" v="3435"/>
        <pc:sldMkLst>
          <pc:docMk/>
          <pc:sldMk cId="575302663" sldId="385"/>
        </pc:sldMkLst>
        <pc:spChg chg="add del mod">
          <ac:chgData name="Mohammad Salman" userId="cfd6754c-e613-4f6f-bb98-36aef69d8c31" providerId="ADAL" clId="{47888F1A-D2CB-439D-AEA9-A9A830EB661C}" dt="2023-10-24T10:35:25.408" v="1038" actId="478"/>
          <ac:spMkLst>
            <pc:docMk/>
            <pc:sldMk cId="575302663" sldId="385"/>
            <ac:spMk id="2" creationId="{7C11687E-9215-7ABB-65A9-5133962F444B}"/>
          </ac:spMkLst>
        </pc:spChg>
        <pc:spChg chg="add del mod">
          <ac:chgData name="Mohammad Salman" userId="cfd6754c-e613-4f6f-bb98-36aef69d8c31" providerId="ADAL" clId="{47888F1A-D2CB-439D-AEA9-A9A830EB661C}" dt="2023-10-24T10:35:22.522" v="1036"/>
          <ac:spMkLst>
            <pc:docMk/>
            <pc:sldMk cId="575302663" sldId="385"/>
            <ac:spMk id="3" creationId="{0BCE0D72-6257-399D-4368-FCB695873176}"/>
          </ac:spMkLst>
        </pc:spChg>
        <pc:spChg chg="mod">
          <ac:chgData name="Mohammad Salman" userId="cfd6754c-e613-4f6f-bb98-36aef69d8c31" providerId="ADAL" clId="{47888F1A-D2CB-439D-AEA9-A9A830EB661C}" dt="2023-10-24T10:36:38.097" v="1115" actId="113"/>
          <ac:spMkLst>
            <pc:docMk/>
            <pc:sldMk cId="575302663" sldId="385"/>
            <ac:spMk id="4" creationId="{EFB3BA88-ADB8-C7AE-5D47-1897D01EF978}"/>
          </ac:spMkLst>
        </pc:spChg>
        <pc:spChg chg="add del mod">
          <ac:chgData name="Mohammad Salman" userId="cfd6754c-e613-4f6f-bb98-36aef69d8c31" providerId="ADAL" clId="{47888F1A-D2CB-439D-AEA9-A9A830EB661C}" dt="2023-10-24T11:30:21.023" v="3434" actId="478"/>
          <ac:spMkLst>
            <pc:docMk/>
            <pc:sldMk cId="575302663" sldId="385"/>
            <ac:spMk id="6" creationId="{8EBBF3DA-591D-9DD0-10EF-0F0FE0BBFB0C}"/>
          </ac:spMkLst>
        </pc:spChg>
        <pc:spChg chg="add mod">
          <ac:chgData name="Mohammad Salman" userId="cfd6754c-e613-4f6f-bb98-36aef69d8c31" providerId="ADAL" clId="{47888F1A-D2CB-439D-AEA9-A9A830EB661C}" dt="2023-10-24T11:30:21.464" v="3435"/>
          <ac:spMkLst>
            <pc:docMk/>
            <pc:sldMk cId="575302663" sldId="385"/>
            <ac:spMk id="7" creationId="{048C61C5-DC3E-55A1-39AD-17CAF9543652}"/>
          </ac:spMkLst>
        </pc:spChg>
        <pc:spChg chg="mod">
          <ac:chgData name="Mohammad Salman" userId="cfd6754c-e613-4f6f-bb98-36aef69d8c31" providerId="ADAL" clId="{47888F1A-D2CB-439D-AEA9-A9A830EB661C}" dt="2023-10-23T14:17:04.049" v="36" actId="14100"/>
          <ac:spMkLst>
            <pc:docMk/>
            <pc:sldMk cId="575302663" sldId="385"/>
            <ac:spMk id="12" creationId="{3994AF92-C164-C31B-CB37-8DDC3C89743B}"/>
          </ac:spMkLst>
        </pc:spChg>
        <pc:spChg chg="mod">
          <ac:chgData name="Mohammad Salman" userId="cfd6754c-e613-4f6f-bb98-36aef69d8c31" providerId="ADAL" clId="{47888F1A-D2CB-439D-AEA9-A9A830EB661C}" dt="2023-10-23T14:17:28.574" v="53" actId="1038"/>
          <ac:spMkLst>
            <pc:docMk/>
            <pc:sldMk cId="575302663" sldId="385"/>
            <ac:spMk id="13" creationId="{58690A1D-B179-D59E-FD79-4D2054D37081}"/>
          </ac:spMkLst>
        </pc:spChg>
        <pc:spChg chg="mod">
          <ac:chgData name="Mohammad Salman" userId="cfd6754c-e613-4f6f-bb98-36aef69d8c31" providerId="ADAL" clId="{47888F1A-D2CB-439D-AEA9-A9A830EB661C}" dt="2023-10-23T14:17:28.574" v="53" actId="1038"/>
          <ac:spMkLst>
            <pc:docMk/>
            <pc:sldMk cId="575302663" sldId="385"/>
            <ac:spMk id="14" creationId="{98E94D9E-5E08-51D2-BF03-19CE7926C549}"/>
          </ac:spMkLst>
        </pc:spChg>
        <pc:spChg chg="mod">
          <ac:chgData name="Mohammad Salman" userId="cfd6754c-e613-4f6f-bb98-36aef69d8c31" providerId="ADAL" clId="{47888F1A-D2CB-439D-AEA9-A9A830EB661C}" dt="2023-10-23T14:17:28.574" v="53" actId="1038"/>
          <ac:spMkLst>
            <pc:docMk/>
            <pc:sldMk cId="575302663" sldId="385"/>
            <ac:spMk id="15" creationId="{0310A349-C9CF-5EE3-7448-F3155B6FF86A}"/>
          </ac:spMkLst>
        </pc:spChg>
      </pc:sldChg>
      <pc:sldChg chg="addSp delSp modSp add mod">
        <pc:chgData name="Mohammad Salman" userId="cfd6754c-e613-4f6f-bb98-36aef69d8c31" providerId="ADAL" clId="{47888F1A-D2CB-439D-AEA9-A9A830EB661C}" dt="2023-10-24T11:30:19.105" v="3433"/>
        <pc:sldMkLst>
          <pc:docMk/>
          <pc:sldMk cId="2752182537" sldId="386"/>
        </pc:sldMkLst>
        <pc:spChg chg="del">
          <ac:chgData name="Mohammad Salman" userId="cfd6754c-e613-4f6f-bb98-36aef69d8c31" providerId="ADAL" clId="{47888F1A-D2CB-439D-AEA9-A9A830EB661C}" dt="2023-10-23T14:18:27.045" v="58" actId="478"/>
          <ac:spMkLst>
            <pc:docMk/>
            <pc:sldMk cId="2752182537" sldId="386"/>
            <ac:spMk id="2" creationId="{7C11687E-9215-7ABB-65A9-5133962F444B}"/>
          </ac:spMkLst>
        </pc:spChg>
        <pc:spChg chg="add del mod">
          <ac:chgData name="Mohammad Salman" userId="cfd6754c-e613-4f6f-bb98-36aef69d8c31" providerId="ADAL" clId="{47888F1A-D2CB-439D-AEA9-A9A830EB661C}" dt="2023-10-24T11:30:18.878" v="3432" actId="478"/>
          <ac:spMkLst>
            <pc:docMk/>
            <pc:sldMk cId="2752182537" sldId="386"/>
            <ac:spMk id="2" creationId="{D89A2162-42BB-95C7-A64F-6CEC1BF27420}"/>
          </ac:spMkLst>
        </pc:spChg>
        <pc:spChg chg="add del mod">
          <ac:chgData name="Mohammad Salman" userId="cfd6754c-e613-4f6f-bb98-36aef69d8c31" providerId="ADAL" clId="{47888F1A-D2CB-439D-AEA9-A9A830EB661C}" dt="2023-10-24T10:35:33.823" v="1040" actId="478"/>
          <ac:spMkLst>
            <pc:docMk/>
            <pc:sldMk cId="2752182537" sldId="386"/>
            <ac:spMk id="3" creationId="{15FB4EAD-C36D-A725-69BB-8EC11F2D6907}"/>
          </ac:spMkLst>
        </pc:spChg>
        <pc:spChg chg="mod">
          <ac:chgData name="Mohammad Salman" userId="cfd6754c-e613-4f6f-bb98-36aef69d8c31" providerId="ADAL" clId="{47888F1A-D2CB-439D-AEA9-A9A830EB661C}" dt="2023-10-24T10:36:58.689" v="1160" actId="6549"/>
          <ac:spMkLst>
            <pc:docMk/>
            <pc:sldMk cId="2752182537" sldId="386"/>
            <ac:spMk id="4" creationId="{EFB3BA88-ADB8-C7AE-5D47-1897D01EF978}"/>
          </ac:spMkLst>
        </pc:spChg>
        <pc:spChg chg="add mod">
          <ac:chgData name="Mohammad Salman" userId="cfd6754c-e613-4f6f-bb98-36aef69d8c31" providerId="ADAL" clId="{47888F1A-D2CB-439D-AEA9-A9A830EB661C}" dt="2023-10-24T11:30:19.105" v="3433"/>
          <ac:spMkLst>
            <pc:docMk/>
            <pc:sldMk cId="2752182537" sldId="386"/>
            <ac:spMk id="5" creationId="{B2EEACB1-6621-7738-FAC3-411C5EA698AC}"/>
          </ac:spMkLst>
        </pc:spChg>
        <pc:spChg chg="mod">
          <ac:chgData name="Mohammad Salman" userId="cfd6754c-e613-4f6f-bb98-36aef69d8c31" providerId="ADAL" clId="{47888F1A-D2CB-439D-AEA9-A9A830EB661C}" dt="2023-10-23T14:18:10.438" v="57" actId="14100"/>
          <ac:spMkLst>
            <pc:docMk/>
            <pc:sldMk cId="2752182537" sldId="386"/>
            <ac:spMk id="8" creationId="{F0A83717-1169-1FF1-ECE2-FD2422D4E444}"/>
          </ac:spMkLst>
        </pc:spChg>
        <pc:spChg chg="mod">
          <ac:chgData name="Mohammad Salman" userId="cfd6754c-e613-4f6f-bb98-36aef69d8c31" providerId="ADAL" clId="{47888F1A-D2CB-439D-AEA9-A9A830EB661C}" dt="2023-10-23T14:17:51.041" v="55" actId="14100"/>
          <ac:spMkLst>
            <pc:docMk/>
            <pc:sldMk cId="2752182537" sldId="386"/>
            <ac:spMk id="9" creationId="{C696A066-3E3F-B100-F260-D7540944BA88}"/>
          </ac:spMkLst>
        </pc:spChg>
        <pc:spChg chg="mod">
          <ac:chgData name="Mohammad Salman" userId="cfd6754c-e613-4f6f-bb98-36aef69d8c31" providerId="ADAL" clId="{47888F1A-D2CB-439D-AEA9-A9A830EB661C}" dt="2023-10-23T14:19:14.856" v="65" actId="1076"/>
          <ac:spMkLst>
            <pc:docMk/>
            <pc:sldMk cId="2752182537" sldId="386"/>
            <ac:spMk id="12" creationId="{3994AF92-C164-C31B-CB37-8DDC3C89743B}"/>
          </ac:spMkLst>
        </pc:spChg>
      </pc:sldChg>
      <pc:sldChg chg="addSp delSp modSp add mod modAnim">
        <pc:chgData name="Mohammad Salman" userId="cfd6754c-e613-4f6f-bb98-36aef69d8c31" providerId="ADAL" clId="{47888F1A-D2CB-439D-AEA9-A9A830EB661C}" dt="2023-10-29T10:09:50.776" v="13752" actId="692"/>
        <pc:sldMkLst>
          <pc:docMk/>
          <pc:sldMk cId="1607687354" sldId="387"/>
        </pc:sldMkLst>
        <pc:spChg chg="add del mod">
          <ac:chgData name="Mohammad Salman" userId="cfd6754c-e613-4f6f-bb98-36aef69d8c31" providerId="ADAL" clId="{47888F1A-D2CB-439D-AEA9-A9A830EB661C}" dt="2023-10-23T14:19:42.841" v="70"/>
          <ac:spMkLst>
            <pc:docMk/>
            <pc:sldMk cId="1607687354" sldId="387"/>
            <ac:spMk id="2" creationId="{3448828A-0DDD-E8E4-F2EE-90381304D7C2}"/>
          </ac:spMkLst>
        </pc:spChg>
        <pc:spChg chg="mod">
          <ac:chgData name="Mohammad Salman" userId="cfd6754c-e613-4f6f-bb98-36aef69d8c31" providerId="ADAL" clId="{47888F1A-D2CB-439D-AEA9-A9A830EB661C}" dt="2023-10-23T14:22:22.457" v="105" actId="108"/>
          <ac:spMkLst>
            <pc:docMk/>
            <pc:sldMk cId="1607687354" sldId="387"/>
            <ac:spMk id="4" creationId="{EFB3BA88-ADB8-C7AE-5D47-1897D01EF978}"/>
          </ac:spMkLst>
        </pc:spChg>
        <pc:spChg chg="mod">
          <ac:chgData name="Mohammad Salman" userId="cfd6754c-e613-4f6f-bb98-36aef69d8c31" providerId="ADAL" clId="{47888F1A-D2CB-439D-AEA9-A9A830EB661C}" dt="2023-10-29T10:09:39.395" v="13751" actId="692"/>
          <ac:spMkLst>
            <pc:docMk/>
            <pc:sldMk cId="1607687354" sldId="387"/>
            <ac:spMk id="5" creationId="{06FE5193-54E2-D29B-9D78-37C3A07EC53E}"/>
          </ac:spMkLst>
        </pc:spChg>
        <pc:spChg chg="del mod">
          <ac:chgData name="Mohammad Salman" userId="cfd6754c-e613-4f6f-bb98-36aef69d8c31" providerId="ADAL" clId="{47888F1A-D2CB-439D-AEA9-A9A830EB661C}" dt="2023-10-23T14:20:58.666" v="84" actId="478"/>
          <ac:spMkLst>
            <pc:docMk/>
            <pc:sldMk cId="1607687354" sldId="387"/>
            <ac:spMk id="7" creationId="{4013BCD7-24ED-8CB1-864B-547FA6935FBE}"/>
          </ac:spMkLst>
        </pc:spChg>
        <pc:spChg chg="del">
          <ac:chgData name="Mohammad Salman" userId="cfd6754c-e613-4f6f-bb98-36aef69d8c31" providerId="ADAL" clId="{47888F1A-D2CB-439D-AEA9-A9A830EB661C}" dt="2023-10-23T14:20:09.286" v="76" actId="478"/>
          <ac:spMkLst>
            <pc:docMk/>
            <pc:sldMk cId="1607687354" sldId="387"/>
            <ac:spMk id="8" creationId="{F0A83717-1169-1FF1-ECE2-FD2422D4E444}"/>
          </ac:spMkLst>
        </pc:spChg>
        <pc:spChg chg="del">
          <ac:chgData name="Mohammad Salman" userId="cfd6754c-e613-4f6f-bb98-36aef69d8c31" providerId="ADAL" clId="{47888F1A-D2CB-439D-AEA9-A9A830EB661C}" dt="2023-10-23T14:20:09.286" v="76" actId="478"/>
          <ac:spMkLst>
            <pc:docMk/>
            <pc:sldMk cId="1607687354" sldId="387"/>
            <ac:spMk id="9" creationId="{C696A066-3E3F-B100-F260-D7540944BA88}"/>
          </ac:spMkLst>
        </pc:spChg>
        <pc:spChg chg="add mod ord">
          <ac:chgData name="Mohammad Salman" userId="cfd6754c-e613-4f6f-bb98-36aef69d8c31" providerId="ADAL" clId="{47888F1A-D2CB-439D-AEA9-A9A830EB661C}" dt="2023-10-23T14:20:02.258" v="74" actId="167"/>
          <ac:spMkLst>
            <pc:docMk/>
            <pc:sldMk cId="1607687354" sldId="387"/>
            <ac:spMk id="10" creationId="{F2804C72-3330-8F21-A83A-6BD6BC0FD54D}"/>
          </ac:spMkLst>
        </pc:spChg>
        <pc:spChg chg="add del mod">
          <ac:chgData name="Mohammad Salman" userId="cfd6754c-e613-4f6f-bb98-36aef69d8c31" providerId="ADAL" clId="{47888F1A-D2CB-439D-AEA9-A9A830EB661C}" dt="2023-10-23T14:20:37.142" v="80"/>
          <ac:spMkLst>
            <pc:docMk/>
            <pc:sldMk cId="1607687354" sldId="387"/>
            <ac:spMk id="11" creationId="{DBDAEBDA-DC5A-9D52-2D1F-F74AF7E45EF7}"/>
          </ac:spMkLst>
        </pc:spChg>
        <pc:spChg chg="add del">
          <ac:chgData name="Mohammad Salman" userId="cfd6754c-e613-4f6f-bb98-36aef69d8c31" providerId="ADAL" clId="{47888F1A-D2CB-439D-AEA9-A9A830EB661C}" dt="2023-10-23T14:19:53.547" v="72" actId="478"/>
          <ac:spMkLst>
            <pc:docMk/>
            <pc:sldMk cId="1607687354" sldId="387"/>
            <ac:spMk id="12" creationId="{3994AF92-C164-C31B-CB37-8DDC3C89743B}"/>
          </ac:spMkLst>
        </pc:spChg>
        <pc:spChg chg="add del mod">
          <ac:chgData name="Mohammad Salman" userId="cfd6754c-e613-4f6f-bb98-36aef69d8c31" providerId="ADAL" clId="{47888F1A-D2CB-439D-AEA9-A9A830EB661C}" dt="2023-10-23T14:20:37.142" v="80"/>
          <ac:spMkLst>
            <pc:docMk/>
            <pc:sldMk cId="1607687354" sldId="387"/>
            <ac:spMk id="13" creationId="{5A513BC3-1B24-490F-8208-38D25D368455}"/>
          </ac:spMkLst>
        </pc:spChg>
        <pc:spChg chg="add mod">
          <ac:chgData name="Mohammad Salman" userId="cfd6754c-e613-4f6f-bb98-36aef69d8c31" providerId="ADAL" clId="{47888F1A-D2CB-439D-AEA9-A9A830EB661C}" dt="2023-10-29T10:09:50.776" v="13752" actId="692"/>
          <ac:spMkLst>
            <pc:docMk/>
            <pc:sldMk cId="1607687354" sldId="387"/>
            <ac:spMk id="14" creationId="{890931F7-91B0-25AC-5AFE-1E05B0485318}"/>
          </ac:spMkLst>
        </pc:spChg>
        <pc:spChg chg="add mod">
          <ac:chgData name="Mohammad Salman" userId="cfd6754c-e613-4f6f-bb98-36aef69d8c31" providerId="ADAL" clId="{47888F1A-D2CB-439D-AEA9-A9A830EB661C}" dt="2023-10-23T14:21:30.694" v="92"/>
          <ac:spMkLst>
            <pc:docMk/>
            <pc:sldMk cId="1607687354" sldId="387"/>
            <ac:spMk id="15" creationId="{EF151EFA-5FF9-FD83-8B48-95C260DB2DFD}"/>
          </ac:spMkLst>
        </pc:spChg>
        <pc:spChg chg="add mod">
          <ac:chgData name="Mohammad Salman" userId="cfd6754c-e613-4f6f-bb98-36aef69d8c31" providerId="ADAL" clId="{47888F1A-D2CB-439D-AEA9-A9A830EB661C}" dt="2023-10-23T14:21:30.694" v="92"/>
          <ac:spMkLst>
            <pc:docMk/>
            <pc:sldMk cId="1607687354" sldId="387"/>
            <ac:spMk id="16" creationId="{3C5AF8DB-D804-9BC0-D377-9271288B36C1}"/>
          </ac:spMkLst>
        </pc:spChg>
      </pc:sldChg>
      <pc:sldChg chg="addSp delSp modSp add mod modAnim">
        <pc:chgData name="Mohammad Salman" userId="cfd6754c-e613-4f6f-bb98-36aef69d8c31" providerId="ADAL" clId="{47888F1A-D2CB-439D-AEA9-A9A830EB661C}" dt="2023-10-29T10:09:08.010" v="13750" actId="20577"/>
        <pc:sldMkLst>
          <pc:docMk/>
          <pc:sldMk cId="2528761307" sldId="388"/>
        </pc:sldMkLst>
        <pc:spChg chg="add mod">
          <ac:chgData name="Mohammad Salman" userId="cfd6754c-e613-4f6f-bb98-36aef69d8c31" providerId="ADAL" clId="{47888F1A-D2CB-439D-AEA9-A9A830EB661C}" dt="2023-10-23T14:19:07.061" v="63"/>
          <ac:spMkLst>
            <pc:docMk/>
            <pc:sldMk cId="2528761307" sldId="388"/>
            <ac:spMk id="2" creationId="{2A296931-7A77-CEAA-0973-01B629C530B1}"/>
          </ac:spMkLst>
        </pc:spChg>
        <pc:spChg chg="add mod">
          <ac:chgData name="Mohammad Salman" userId="cfd6754c-e613-4f6f-bb98-36aef69d8c31" providerId="ADAL" clId="{47888F1A-D2CB-439D-AEA9-A9A830EB661C}" dt="2023-10-23T14:19:07.061" v="63"/>
          <ac:spMkLst>
            <pc:docMk/>
            <pc:sldMk cId="2528761307" sldId="388"/>
            <ac:spMk id="3" creationId="{83BB07E9-37D7-B6D4-DAB5-1E971BF44419}"/>
          </ac:spMkLst>
        </pc:spChg>
        <pc:spChg chg="mod">
          <ac:chgData name="Mohammad Salman" userId="cfd6754c-e613-4f6f-bb98-36aef69d8c31" providerId="ADAL" clId="{47888F1A-D2CB-439D-AEA9-A9A830EB661C}" dt="2023-10-29T10:09:04.783" v="13749" actId="20577"/>
          <ac:spMkLst>
            <pc:docMk/>
            <pc:sldMk cId="2528761307" sldId="388"/>
            <ac:spMk id="4" creationId="{EFB3BA88-ADB8-C7AE-5D47-1897D01EF978}"/>
          </ac:spMkLst>
        </pc:spChg>
        <pc:spChg chg="add mod ord">
          <ac:chgData name="Mohammad Salman" userId="cfd6754c-e613-4f6f-bb98-36aef69d8c31" providerId="ADAL" clId="{47888F1A-D2CB-439D-AEA9-A9A830EB661C}" dt="2023-10-23T14:20:50.915" v="81" actId="167"/>
          <ac:spMkLst>
            <pc:docMk/>
            <pc:sldMk cId="2528761307" sldId="388"/>
            <ac:spMk id="5" creationId="{EF3691B5-DA44-5FF2-287A-DB665A5C40AE}"/>
          </ac:spMkLst>
        </pc:spChg>
        <pc:spChg chg="mod">
          <ac:chgData name="Mohammad Salman" userId="cfd6754c-e613-4f6f-bb98-36aef69d8c31" providerId="ADAL" clId="{47888F1A-D2CB-439D-AEA9-A9A830EB661C}" dt="2023-10-23T14:20:55.591" v="83" actId="1076"/>
          <ac:spMkLst>
            <pc:docMk/>
            <pc:sldMk cId="2528761307" sldId="388"/>
            <ac:spMk id="7" creationId="{4013BCD7-24ED-8CB1-864B-547FA6935FBE}"/>
          </ac:spMkLst>
        </pc:spChg>
        <pc:spChg chg="del">
          <ac:chgData name="Mohammad Salman" userId="cfd6754c-e613-4f6f-bb98-36aef69d8c31" providerId="ADAL" clId="{47888F1A-D2CB-439D-AEA9-A9A830EB661C}" dt="2023-10-23T14:19:06.819" v="62" actId="478"/>
          <ac:spMkLst>
            <pc:docMk/>
            <pc:sldMk cId="2528761307" sldId="388"/>
            <ac:spMk id="8" creationId="{F0A83717-1169-1FF1-ECE2-FD2422D4E444}"/>
          </ac:spMkLst>
        </pc:spChg>
        <pc:spChg chg="del">
          <ac:chgData name="Mohammad Salman" userId="cfd6754c-e613-4f6f-bb98-36aef69d8c31" providerId="ADAL" clId="{47888F1A-D2CB-439D-AEA9-A9A830EB661C}" dt="2023-10-23T14:19:06.819" v="62" actId="478"/>
          <ac:spMkLst>
            <pc:docMk/>
            <pc:sldMk cId="2528761307" sldId="388"/>
            <ac:spMk id="9" creationId="{C696A066-3E3F-B100-F260-D7540944BA88}"/>
          </ac:spMkLst>
        </pc:spChg>
        <pc:spChg chg="del">
          <ac:chgData name="Mohammad Salman" userId="cfd6754c-e613-4f6f-bb98-36aef69d8c31" providerId="ADAL" clId="{47888F1A-D2CB-439D-AEA9-A9A830EB661C}" dt="2023-10-23T14:19:19.043" v="66" actId="478"/>
          <ac:spMkLst>
            <pc:docMk/>
            <pc:sldMk cId="2528761307" sldId="388"/>
            <ac:spMk id="12" creationId="{3994AF92-C164-C31B-CB37-8DDC3C89743B}"/>
          </ac:spMkLst>
        </pc:spChg>
      </pc:sldChg>
      <pc:sldChg chg="addSp delSp modSp add mod modAnim">
        <pc:chgData name="Mohammad Salman" userId="cfd6754c-e613-4f6f-bb98-36aef69d8c31" providerId="ADAL" clId="{47888F1A-D2CB-439D-AEA9-A9A830EB661C}" dt="2023-10-24T11:42:43.283" v="4165"/>
        <pc:sldMkLst>
          <pc:docMk/>
          <pc:sldMk cId="1975234992" sldId="389"/>
        </pc:sldMkLst>
        <pc:spChg chg="add del">
          <ac:chgData name="Mohammad Salman" userId="cfd6754c-e613-4f6f-bb98-36aef69d8c31" providerId="ADAL" clId="{47888F1A-D2CB-439D-AEA9-A9A830EB661C}" dt="2023-10-23T14:24:01.318" v="121" actId="478"/>
          <ac:spMkLst>
            <pc:docMk/>
            <pc:sldMk cId="1975234992" sldId="389"/>
            <ac:spMk id="2" creationId="{8294AF97-3A4F-BA4D-2651-FD1564447E15}"/>
          </ac:spMkLst>
        </pc:spChg>
        <pc:spChg chg="add del mod">
          <ac:chgData name="Mohammad Salman" userId="cfd6754c-e613-4f6f-bb98-36aef69d8c31" providerId="ADAL" clId="{47888F1A-D2CB-439D-AEA9-A9A830EB661C}" dt="2023-10-24T11:30:12.884" v="3430" actId="478"/>
          <ac:spMkLst>
            <pc:docMk/>
            <pc:sldMk cId="1975234992" sldId="389"/>
            <ac:spMk id="2" creationId="{A8E7F2CF-725C-0EED-4935-C06A37239DE1}"/>
          </ac:spMkLst>
        </pc:spChg>
        <pc:spChg chg="add mod">
          <ac:chgData name="Mohammad Salman" userId="cfd6754c-e613-4f6f-bb98-36aef69d8c31" providerId="ADAL" clId="{47888F1A-D2CB-439D-AEA9-A9A830EB661C}" dt="2023-10-24T10:44:15.767" v="1493" actId="692"/>
          <ac:spMkLst>
            <pc:docMk/>
            <pc:sldMk cId="1975234992" sldId="389"/>
            <ac:spMk id="3" creationId="{7B09B651-7561-2EEA-B79D-E125D64CE61F}"/>
          </ac:spMkLst>
        </pc:spChg>
        <pc:spChg chg="add del mod">
          <ac:chgData name="Mohammad Salman" userId="cfd6754c-e613-4f6f-bb98-36aef69d8c31" providerId="ADAL" clId="{47888F1A-D2CB-439D-AEA9-A9A830EB661C}" dt="2023-10-23T14:21:13.693" v="88"/>
          <ac:spMkLst>
            <pc:docMk/>
            <pc:sldMk cId="1975234992" sldId="389"/>
            <ac:spMk id="3" creationId="{BFAEABB9-E82F-BA57-0F18-1AFEF83DBBD3}"/>
          </ac:spMkLst>
        </pc:spChg>
        <pc:spChg chg="mod">
          <ac:chgData name="Mohammad Salman" userId="cfd6754c-e613-4f6f-bb98-36aef69d8c31" providerId="ADAL" clId="{47888F1A-D2CB-439D-AEA9-A9A830EB661C}" dt="2023-10-24T10:44:01.400" v="1492" actId="207"/>
          <ac:spMkLst>
            <pc:docMk/>
            <pc:sldMk cId="1975234992" sldId="389"/>
            <ac:spMk id="4" creationId="{EFB3BA88-ADB8-C7AE-5D47-1897D01EF978}"/>
          </ac:spMkLst>
        </pc:spChg>
        <pc:spChg chg="add mod">
          <ac:chgData name="Mohammad Salman" userId="cfd6754c-e613-4f6f-bb98-36aef69d8c31" providerId="ADAL" clId="{47888F1A-D2CB-439D-AEA9-A9A830EB661C}" dt="2023-10-23T14:21:15.477" v="90"/>
          <ac:spMkLst>
            <pc:docMk/>
            <pc:sldMk cId="1975234992" sldId="389"/>
            <ac:spMk id="5" creationId="{50CAB1BB-CAE7-C7CC-0696-5C5272305E21}"/>
          </ac:spMkLst>
        </pc:spChg>
        <pc:spChg chg="add mod">
          <ac:chgData name="Mohammad Salman" userId="cfd6754c-e613-4f6f-bb98-36aef69d8c31" providerId="ADAL" clId="{47888F1A-D2CB-439D-AEA9-A9A830EB661C}" dt="2023-10-23T14:21:20.372" v="91"/>
          <ac:spMkLst>
            <pc:docMk/>
            <pc:sldMk cId="1975234992" sldId="389"/>
            <ac:spMk id="6" creationId="{F12B238C-DDF5-8C7C-DD54-F050BBA20743}"/>
          </ac:spMkLst>
        </pc:spChg>
        <pc:spChg chg="del">
          <ac:chgData name="Mohammad Salman" userId="cfd6754c-e613-4f6f-bb98-36aef69d8c31" providerId="ADAL" clId="{47888F1A-D2CB-439D-AEA9-A9A830EB661C}" dt="2023-10-23T14:21:15.176" v="89" actId="478"/>
          <ac:spMkLst>
            <pc:docMk/>
            <pc:sldMk cId="1975234992" sldId="389"/>
            <ac:spMk id="7" creationId="{4013BCD7-24ED-8CB1-864B-547FA6935FBE}"/>
          </ac:spMkLst>
        </pc:spChg>
        <pc:spChg chg="add mod">
          <ac:chgData name="Mohammad Salman" userId="cfd6754c-e613-4f6f-bb98-36aef69d8c31" providerId="ADAL" clId="{47888F1A-D2CB-439D-AEA9-A9A830EB661C}" dt="2023-10-24T11:30:13.173" v="3431"/>
          <ac:spMkLst>
            <pc:docMk/>
            <pc:sldMk cId="1975234992" sldId="389"/>
            <ac:spMk id="7" creationId="{FDF6BAC8-986B-B7F1-3DEE-BC31520A21B1}"/>
          </ac:spMkLst>
        </pc:spChg>
        <pc:spChg chg="del">
          <ac:chgData name="Mohammad Salman" userId="cfd6754c-e613-4f6f-bb98-36aef69d8c31" providerId="ADAL" clId="{47888F1A-D2CB-439D-AEA9-A9A830EB661C}" dt="2023-10-23T14:21:37.781" v="93" actId="478"/>
          <ac:spMkLst>
            <pc:docMk/>
            <pc:sldMk cId="1975234992" sldId="389"/>
            <ac:spMk id="8" creationId="{F0A83717-1169-1FF1-ECE2-FD2422D4E444}"/>
          </ac:spMkLst>
        </pc:spChg>
        <pc:spChg chg="del">
          <ac:chgData name="Mohammad Salman" userId="cfd6754c-e613-4f6f-bb98-36aef69d8c31" providerId="ADAL" clId="{47888F1A-D2CB-439D-AEA9-A9A830EB661C}" dt="2023-10-23T14:21:37.781" v="93" actId="478"/>
          <ac:spMkLst>
            <pc:docMk/>
            <pc:sldMk cId="1975234992" sldId="389"/>
            <ac:spMk id="9" creationId="{C696A066-3E3F-B100-F260-D7540944BA88}"/>
          </ac:spMkLst>
        </pc:spChg>
        <pc:spChg chg="add mod">
          <ac:chgData name="Mohammad Salman" userId="cfd6754c-e613-4f6f-bb98-36aef69d8c31" providerId="ADAL" clId="{47888F1A-D2CB-439D-AEA9-A9A830EB661C}" dt="2023-10-23T14:21:38.328" v="94"/>
          <ac:spMkLst>
            <pc:docMk/>
            <pc:sldMk cId="1975234992" sldId="389"/>
            <ac:spMk id="10" creationId="{AD72E6B5-66EC-6930-95F3-741BF5C980D2}"/>
          </ac:spMkLst>
        </pc:spChg>
        <pc:spChg chg="add mod">
          <ac:chgData name="Mohammad Salman" userId="cfd6754c-e613-4f6f-bb98-36aef69d8c31" providerId="ADAL" clId="{47888F1A-D2CB-439D-AEA9-A9A830EB661C}" dt="2023-10-23T14:21:38.328" v="94"/>
          <ac:spMkLst>
            <pc:docMk/>
            <pc:sldMk cId="1975234992" sldId="389"/>
            <ac:spMk id="11" creationId="{27C7A703-3043-4576-EE14-D7DB343532ED}"/>
          </ac:spMkLst>
        </pc:spChg>
        <pc:spChg chg="del">
          <ac:chgData name="Mohammad Salman" userId="cfd6754c-e613-4f6f-bb98-36aef69d8c31" providerId="ADAL" clId="{47888F1A-D2CB-439D-AEA9-A9A830EB661C}" dt="2023-10-23T14:21:09.539" v="86" actId="478"/>
          <ac:spMkLst>
            <pc:docMk/>
            <pc:sldMk cId="1975234992" sldId="389"/>
            <ac:spMk id="12" creationId="{3994AF92-C164-C31B-CB37-8DDC3C89743B}"/>
          </ac:spMkLst>
        </pc:spChg>
        <pc:spChg chg="add del mod">
          <ac:chgData name="Mohammad Salman" userId="cfd6754c-e613-4f6f-bb98-36aef69d8c31" providerId="ADAL" clId="{47888F1A-D2CB-439D-AEA9-A9A830EB661C}" dt="2023-10-23T14:23:58.685" v="119"/>
          <ac:spMkLst>
            <pc:docMk/>
            <pc:sldMk cId="1975234992" sldId="389"/>
            <ac:spMk id="13" creationId="{D91BEDBA-A784-2956-BE0E-634B30408270}"/>
          </ac:spMkLst>
        </pc:spChg>
        <pc:spChg chg="add del mod">
          <ac:chgData name="Mohammad Salman" userId="cfd6754c-e613-4f6f-bb98-36aef69d8c31" providerId="ADAL" clId="{47888F1A-D2CB-439D-AEA9-A9A830EB661C}" dt="2023-10-24T10:35:40.847" v="1042" actId="478"/>
          <ac:spMkLst>
            <pc:docMk/>
            <pc:sldMk cId="1975234992" sldId="389"/>
            <ac:spMk id="14" creationId="{DCAE3F4D-D0C6-2895-4F79-416574389C2A}"/>
          </ac:spMkLst>
        </pc:spChg>
      </pc:sldChg>
      <pc:sldChg chg="addSp delSp modSp add mod modAnim">
        <pc:chgData name="Mohammad Salman" userId="cfd6754c-e613-4f6f-bb98-36aef69d8c31" providerId="ADAL" clId="{47888F1A-D2CB-439D-AEA9-A9A830EB661C}" dt="2023-10-24T11:42:53.948" v="4166"/>
        <pc:sldMkLst>
          <pc:docMk/>
          <pc:sldMk cId="1464161672" sldId="390"/>
        </pc:sldMkLst>
        <pc:spChg chg="add del mod">
          <ac:chgData name="Mohammad Salman" userId="cfd6754c-e613-4f6f-bb98-36aef69d8c31" providerId="ADAL" clId="{47888F1A-D2CB-439D-AEA9-A9A830EB661C}" dt="2023-10-24T10:35:47.877" v="1045" actId="478"/>
          <ac:spMkLst>
            <pc:docMk/>
            <pc:sldMk cId="1464161672" sldId="390"/>
            <ac:spMk id="2" creationId="{78FECA12-F178-B396-6421-F4DEBC3A3291}"/>
          </ac:spMkLst>
        </pc:spChg>
        <pc:spChg chg="del">
          <ac:chgData name="Mohammad Salman" userId="cfd6754c-e613-4f6f-bb98-36aef69d8c31" providerId="ADAL" clId="{47888F1A-D2CB-439D-AEA9-A9A830EB661C}" dt="2023-10-23T14:24:12.628" v="123" actId="478"/>
          <ac:spMkLst>
            <pc:docMk/>
            <pc:sldMk cId="1464161672" sldId="390"/>
            <ac:spMk id="2" creationId="{8294AF97-3A4F-BA4D-2651-FD1564447E15}"/>
          </ac:spMkLst>
        </pc:spChg>
        <pc:spChg chg="add mod">
          <ac:chgData name="Mohammad Salman" userId="cfd6754c-e613-4f6f-bb98-36aef69d8c31" providerId="ADAL" clId="{47888F1A-D2CB-439D-AEA9-A9A830EB661C}" dt="2023-10-23T14:21:44.483" v="98" actId="1035"/>
          <ac:spMkLst>
            <pc:docMk/>
            <pc:sldMk cId="1464161672" sldId="390"/>
            <ac:spMk id="3" creationId="{64EE80ED-20A9-2D21-FC1E-760E26B36E44}"/>
          </ac:spMkLst>
        </pc:spChg>
        <pc:spChg chg="mod">
          <ac:chgData name="Mohammad Salman" userId="cfd6754c-e613-4f6f-bb98-36aef69d8c31" providerId="ADAL" clId="{47888F1A-D2CB-439D-AEA9-A9A830EB661C}" dt="2023-10-23T14:22:49.900" v="109" actId="14100"/>
          <ac:spMkLst>
            <pc:docMk/>
            <pc:sldMk cId="1464161672" sldId="390"/>
            <ac:spMk id="4" creationId="{EFB3BA88-ADB8-C7AE-5D47-1897D01EF978}"/>
          </ac:spMkLst>
        </pc:spChg>
        <pc:spChg chg="add mod">
          <ac:chgData name="Mohammad Salman" userId="cfd6754c-e613-4f6f-bb98-36aef69d8c31" providerId="ADAL" clId="{47888F1A-D2CB-439D-AEA9-A9A830EB661C}" dt="2023-10-23T14:21:44.483" v="98" actId="1035"/>
          <ac:spMkLst>
            <pc:docMk/>
            <pc:sldMk cId="1464161672" sldId="390"/>
            <ac:spMk id="5" creationId="{165952D7-5C48-EB0B-2EC1-D7F2A1394817}"/>
          </ac:spMkLst>
        </pc:spChg>
        <pc:spChg chg="add mod">
          <ac:chgData name="Mohammad Salman" userId="cfd6754c-e613-4f6f-bb98-36aef69d8c31" providerId="ADAL" clId="{47888F1A-D2CB-439D-AEA9-A9A830EB661C}" dt="2023-10-23T14:21:54.323" v="100"/>
          <ac:spMkLst>
            <pc:docMk/>
            <pc:sldMk cId="1464161672" sldId="390"/>
            <ac:spMk id="6" creationId="{B212A7CF-F96D-3110-4C3F-06CA6CF9B25F}"/>
          </ac:spMkLst>
        </pc:spChg>
        <pc:spChg chg="del">
          <ac:chgData name="Mohammad Salman" userId="cfd6754c-e613-4f6f-bb98-36aef69d8c31" providerId="ADAL" clId="{47888F1A-D2CB-439D-AEA9-A9A830EB661C}" dt="2023-10-23T14:21:54.024" v="99" actId="478"/>
          <ac:spMkLst>
            <pc:docMk/>
            <pc:sldMk cId="1464161672" sldId="390"/>
            <ac:spMk id="7" creationId="{4013BCD7-24ED-8CB1-864B-547FA6935FBE}"/>
          </ac:spMkLst>
        </pc:spChg>
        <pc:spChg chg="add mod">
          <ac:chgData name="Mohammad Salman" userId="cfd6754c-e613-4f6f-bb98-36aef69d8c31" providerId="ADAL" clId="{47888F1A-D2CB-439D-AEA9-A9A830EB661C}" dt="2023-10-24T11:30:03.340" v="3429" actId="6549"/>
          <ac:spMkLst>
            <pc:docMk/>
            <pc:sldMk cId="1464161672" sldId="390"/>
            <ac:spMk id="7" creationId="{A5CEC5EF-3AE8-45FB-0CB7-FF4C8EFA6B61}"/>
          </ac:spMkLst>
        </pc:spChg>
        <pc:spChg chg="del">
          <ac:chgData name="Mohammad Salman" userId="cfd6754c-e613-4f6f-bb98-36aef69d8c31" providerId="ADAL" clId="{47888F1A-D2CB-439D-AEA9-A9A830EB661C}" dt="2023-10-23T14:21:42.592" v="95" actId="478"/>
          <ac:spMkLst>
            <pc:docMk/>
            <pc:sldMk cId="1464161672" sldId="390"/>
            <ac:spMk id="8" creationId="{F0A83717-1169-1FF1-ECE2-FD2422D4E444}"/>
          </ac:spMkLst>
        </pc:spChg>
        <pc:spChg chg="del">
          <ac:chgData name="Mohammad Salman" userId="cfd6754c-e613-4f6f-bb98-36aef69d8c31" providerId="ADAL" clId="{47888F1A-D2CB-439D-AEA9-A9A830EB661C}" dt="2023-10-23T14:21:42.592" v="95" actId="478"/>
          <ac:spMkLst>
            <pc:docMk/>
            <pc:sldMk cId="1464161672" sldId="390"/>
            <ac:spMk id="9" creationId="{C696A066-3E3F-B100-F260-D7540944BA88}"/>
          </ac:spMkLst>
        </pc:spChg>
        <pc:spChg chg="add mod">
          <ac:chgData name="Mohammad Salman" userId="cfd6754c-e613-4f6f-bb98-36aef69d8c31" providerId="ADAL" clId="{47888F1A-D2CB-439D-AEA9-A9A830EB661C}" dt="2023-10-23T14:21:54.323" v="100"/>
          <ac:spMkLst>
            <pc:docMk/>
            <pc:sldMk cId="1464161672" sldId="390"/>
            <ac:spMk id="10" creationId="{BFFEF817-B73F-7CDE-B1CF-562F1E0CD05E}"/>
          </ac:spMkLst>
        </pc:spChg>
        <pc:spChg chg="add del mod">
          <ac:chgData name="Mohammad Salman" userId="cfd6754c-e613-4f6f-bb98-36aef69d8c31" providerId="ADAL" clId="{47888F1A-D2CB-439D-AEA9-A9A830EB661C}" dt="2023-10-24T10:35:49.436" v="1046" actId="478"/>
          <ac:spMkLst>
            <pc:docMk/>
            <pc:sldMk cId="1464161672" sldId="390"/>
            <ac:spMk id="11" creationId="{026E9ED1-BD61-52A7-F80B-8BE1D3656E64}"/>
          </ac:spMkLst>
        </pc:spChg>
        <pc:spChg chg="del">
          <ac:chgData name="Mohammad Salman" userId="cfd6754c-e613-4f6f-bb98-36aef69d8c31" providerId="ADAL" clId="{47888F1A-D2CB-439D-AEA9-A9A830EB661C}" dt="2023-10-23T14:21:54.024" v="99" actId="478"/>
          <ac:spMkLst>
            <pc:docMk/>
            <pc:sldMk cId="1464161672" sldId="390"/>
            <ac:spMk id="12" creationId="{3994AF92-C164-C31B-CB37-8DDC3C89743B}"/>
          </ac:spMkLst>
        </pc:spChg>
      </pc:sldChg>
      <pc:sldChg chg="addSp delSp modSp new del mod setBg">
        <pc:chgData name="Mohammad Salman" userId="cfd6754c-e613-4f6f-bb98-36aef69d8c31" providerId="ADAL" clId="{47888F1A-D2CB-439D-AEA9-A9A830EB661C}" dt="2023-10-29T11:32:37.108" v="14650" actId="47"/>
        <pc:sldMkLst>
          <pc:docMk/>
          <pc:sldMk cId="355796980" sldId="391"/>
        </pc:sldMkLst>
        <pc:spChg chg="del mod">
          <ac:chgData name="Mohammad Salman" userId="cfd6754c-e613-4f6f-bb98-36aef69d8c31" providerId="ADAL" clId="{47888F1A-D2CB-439D-AEA9-A9A830EB661C}" dt="2023-10-23T14:40:12.733" v="393" actId="478"/>
          <ac:spMkLst>
            <pc:docMk/>
            <pc:sldMk cId="355796980" sldId="391"/>
            <ac:spMk id="2" creationId="{35B41CE7-D2DE-CFFC-D080-6A8A4B9BB023}"/>
          </ac:spMkLst>
        </pc:spChg>
        <pc:spChg chg="mod">
          <ac:chgData name="Mohammad Salman" userId="cfd6754c-e613-4f6f-bb98-36aef69d8c31" providerId="ADAL" clId="{47888F1A-D2CB-439D-AEA9-A9A830EB661C}" dt="2023-10-23T15:09:09.135" v="539" actId="20577"/>
          <ac:spMkLst>
            <pc:docMk/>
            <pc:sldMk cId="355796980" sldId="391"/>
            <ac:spMk id="3" creationId="{D799B123-880A-0ADD-22F7-11183AE2CF80}"/>
          </ac:spMkLst>
        </pc:spChg>
        <pc:spChg chg="add mod">
          <ac:chgData name="Mohammad Salman" userId="cfd6754c-e613-4f6f-bb98-36aef69d8c31" providerId="ADAL" clId="{47888F1A-D2CB-439D-AEA9-A9A830EB661C}" dt="2023-10-23T14:40:12.733" v="393" actId="478"/>
          <ac:spMkLst>
            <pc:docMk/>
            <pc:sldMk cId="355796980" sldId="391"/>
            <ac:spMk id="5" creationId="{2B32DBDF-24F3-38F3-FE9F-D46D90A77196}"/>
          </ac:spMkLst>
        </pc:spChg>
      </pc:sldChg>
      <pc:sldChg chg="addSp delSp modSp new mod ord modClrScheme chgLayout">
        <pc:chgData name="Mohammad Salman" userId="cfd6754c-e613-4f6f-bb98-36aef69d8c31" providerId="ADAL" clId="{47888F1A-D2CB-439D-AEA9-A9A830EB661C}" dt="2023-10-23T15:23:29.691" v="648"/>
        <pc:sldMkLst>
          <pc:docMk/>
          <pc:sldMk cId="3305175104" sldId="392"/>
        </pc:sldMkLst>
        <pc:spChg chg="del mod ord">
          <ac:chgData name="Mohammad Salman" userId="cfd6754c-e613-4f6f-bb98-36aef69d8c31" providerId="ADAL" clId="{47888F1A-D2CB-439D-AEA9-A9A830EB661C}" dt="2023-10-23T15:21:27.484" v="545" actId="700"/>
          <ac:spMkLst>
            <pc:docMk/>
            <pc:sldMk cId="3305175104" sldId="392"/>
            <ac:spMk id="2" creationId="{685D6B4E-A0CA-CDC3-84DC-85D33F924144}"/>
          </ac:spMkLst>
        </pc:spChg>
        <pc:spChg chg="del mod ord">
          <ac:chgData name="Mohammad Salman" userId="cfd6754c-e613-4f6f-bb98-36aef69d8c31" providerId="ADAL" clId="{47888F1A-D2CB-439D-AEA9-A9A830EB661C}" dt="2023-10-23T15:21:27.484" v="545" actId="700"/>
          <ac:spMkLst>
            <pc:docMk/>
            <pc:sldMk cId="3305175104" sldId="392"/>
            <ac:spMk id="3" creationId="{7820D05D-C216-8EFC-A637-DF910CB60BBE}"/>
          </ac:spMkLst>
        </pc:spChg>
        <pc:spChg chg="add mod ord">
          <ac:chgData name="Mohammad Salman" userId="cfd6754c-e613-4f6f-bb98-36aef69d8c31" providerId="ADAL" clId="{47888F1A-D2CB-439D-AEA9-A9A830EB661C}" dt="2023-10-23T15:23:29.691" v="648"/>
          <ac:spMkLst>
            <pc:docMk/>
            <pc:sldMk cId="3305175104" sldId="392"/>
            <ac:spMk id="4" creationId="{4F357972-D3D8-D235-4F4C-25729BB19A6B}"/>
          </ac:spMkLst>
        </pc:spChg>
        <pc:spChg chg="add mod ord">
          <ac:chgData name="Mohammad Salman" userId="cfd6754c-e613-4f6f-bb98-36aef69d8c31" providerId="ADAL" clId="{47888F1A-D2CB-439D-AEA9-A9A830EB661C}" dt="2023-10-23T15:21:54.230" v="647" actId="20577"/>
          <ac:spMkLst>
            <pc:docMk/>
            <pc:sldMk cId="3305175104" sldId="392"/>
            <ac:spMk id="5" creationId="{B2472AEE-859A-7E22-1254-ADCF5FB4C627}"/>
          </ac:spMkLst>
        </pc:spChg>
      </pc:sldChg>
      <pc:sldChg chg="addSp delSp modSp new del mod">
        <pc:chgData name="Mohammad Salman" userId="cfd6754c-e613-4f6f-bb98-36aef69d8c31" providerId="ADAL" clId="{47888F1A-D2CB-439D-AEA9-A9A830EB661C}" dt="2023-10-29T11:32:40.030" v="14652" actId="47"/>
        <pc:sldMkLst>
          <pc:docMk/>
          <pc:sldMk cId="3064046369" sldId="393"/>
        </pc:sldMkLst>
        <pc:spChg chg="mod">
          <ac:chgData name="Mohammad Salman" userId="cfd6754c-e613-4f6f-bb98-36aef69d8c31" providerId="ADAL" clId="{47888F1A-D2CB-439D-AEA9-A9A830EB661C}" dt="2023-10-24T07:13:26.815" v="693" actId="5793"/>
          <ac:spMkLst>
            <pc:docMk/>
            <pc:sldMk cId="3064046369" sldId="393"/>
            <ac:spMk id="2" creationId="{E5AC084E-88FC-8A6F-DA25-DE984D7CA133}"/>
          </ac:spMkLst>
        </pc:spChg>
        <pc:spChg chg="del">
          <ac:chgData name="Mohammad Salman" userId="cfd6754c-e613-4f6f-bb98-36aef69d8c31" providerId="ADAL" clId="{47888F1A-D2CB-439D-AEA9-A9A830EB661C}" dt="2023-10-24T07:13:28.978" v="694" actId="478"/>
          <ac:spMkLst>
            <pc:docMk/>
            <pc:sldMk cId="3064046369" sldId="393"/>
            <ac:spMk id="3" creationId="{822E8D8B-8102-4C76-0A78-6FEAA375AC21}"/>
          </ac:spMkLst>
        </pc:spChg>
        <pc:spChg chg="add mod">
          <ac:chgData name="Mohammad Salman" userId="cfd6754c-e613-4f6f-bb98-36aef69d8c31" providerId="ADAL" clId="{47888F1A-D2CB-439D-AEA9-A9A830EB661C}" dt="2023-10-24T07:15:25.788" v="748" actId="164"/>
          <ac:spMkLst>
            <pc:docMk/>
            <pc:sldMk cId="3064046369" sldId="393"/>
            <ac:spMk id="7" creationId="{27502B80-B09E-1C9D-D47D-9D3F0DD9BDE2}"/>
          </ac:spMkLst>
        </pc:spChg>
        <pc:grpChg chg="add mod">
          <ac:chgData name="Mohammad Salman" userId="cfd6754c-e613-4f6f-bb98-36aef69d8c31" providerId="ADAL" clId="{47888F1A-D2CB-439D-AEA9-A9A830EB661C}" dt="2023-10-24T07:15:25.788" v="748" actId="164"/>
          <ac:grpSpMkLst>
            <pc:docMk/>
            <pc:sldMk cId="3064046369" sldId="393"/>
            <ac:grpSpMk id="8" creationId="{02F929AE-7A67-F807-8C8D-03B42B8C73E9}"/>
          </ac:grpSpMkLst>
        </pc:grpChg>
        <pc:graphicFrameChg chg="add mod modGraphic">
          <ac:chgData name="Mohammad Salman" userId="cfd6754c-e613-4f6f-bb98-36aef69d8c31" providerId="ADAL" clId="{47888F1A-D2CB-439D-AEA9-A9A830EB661C}" dt="2023-10-24T07:14:16.254" v="733" actId="1076"/>
          <ac:graphicFrameMkLst>
            <pc:docMk/>
            <pc:sldMk cId="3064046369" sldId="393"/>
            <ac:graphicFrameMk id="4" creationId="{E4E22199-DBD8-6555-C451-EC97BB381C8F}"/>
          </ac:graphicFrameMkLst>
        </pc:graphicFrameChg>
        <pc:cxnChg chg="add mod">
          <ac:chgData name="Mohammad Salman" userId="cfd6754c-e613-4f6f-bb98-36aef69d8c31" providerId="ADAL" clId="{47888F1A-D2CB-439D-AEA9-A9A830EB661C}" dt="2023-10-24T07:15:25.788" v="748" actId="164"/>
          <ac:cxnSpMkLst>
            <pc:docMk/>
            <pc:sldMk cId="3064046369" sldId="393"/>
            <ac:cxnSpMk id="6" creationId="{4899AC1D-1C53-E600-38DF-A06DDF3DAC08}"/>
          </ac:cxnSpMkLst>
        </pc:cxnChg>
      </pc:sldChg>
      <pc:sldChg chg="addSp delSp modSp new mod modAnim">
        <pc:chgData name="Mohammad Salman" userId="cfd6754c-e613-4f6f-bb98-36aef69d8c31" providerId="ADAL" clId="{47888F1A-D2CB-439D-AEA9-A9A830EB661C}" dt="2023-10-25T07:07:57.405" v="4544" actId="20577"/>
        <pc:sldMkLst>
          <pc:docMk/>
          <pc:sldMk cId="255067434" sldId="394"/>
        </pc:sldMkLst>
        <pc:spChg chg="del">
          <ac:chgData name="Mohammad Salman" userId="cfd6754c-e613-4f6f-bb98-36aef69d8c31" providerId="ADAL" clId="{47888F1A-D2CB-439D-AEA9-A9A830EB661C}" dt="2023-10-24T10:46:19.556" v="1495" actId="478"/>
          <ac:spMkLst>
            <pc:docMk/>
            <pc:sldMk cId="255067434" sldId="394"/>
            <ac:spMk id="2" creationId="{C6EED808-F6D5-08A9-D9BC-46837329E6B6}"/>
          </ac:spMkLst>
        </pc:spChg>
        <pc:spChg chg="del">
          <ac:chgData name="Mohammad Salman" userId="cfd6754c-e613-4f6f-bb98-36aef69d8c31" providerId="ADAL" clId="{47888F1A-D2CB-439D-AEA9-A9A830EB661C}" dt="2023-10-24T10:46:19.556" v="1495" actId="478"/>
          <ac:spMkLst>
            <pc:docMk/>
            <pc:sldMk cId="255067434" sldId="394"/>
            <ac:spMk id="3" creationId="{ABAF0B6F-5401-3317-93F2-AC00CAC29547}"/>
          </ac:spMkLst>
        </pc:spChg>
        <pc:spChg chg="add mod">
          <ac:chgData name="Mohammad Salman" userId="cfd6754c-e613-4f6f-bb98-36aef69d8c31" providerId="ADAL" clId="{47888F1A-D2CB-439D-AEA9-A9A830EB661C}" dt="2023-10-25T07:07:57.405" v="4544" actId="20577"/>
          <ac:spMkLst>
            <pc:docMk/>
            <pc:sldMk cId="255067434" sldId="394"/>
            <ac:spMk id="4" creationId="{38E5C968-312D-E2C9-FF83-0E3A514172DD}"/>
          </ac:spMkLst>
        </pc:spChg>
        <pc:spChg chg="add del mod">
          <ac:chgData name="Mohammad Salman" userId="cfd6754c-e613-4f6f-bb98-36aef69d8c31" providerId="ADAL" clId="{47888F1A-D2CB-439D-AEA9-A9A830EB661C}" dt="2023-10-24T11:04:24.825" v="2329" actId="1076"/>
          <ac:spMkLst>
            <pc:docMk/>
            <pc:sldMk cId="255067434" sldId="394"/>
            <ac:spMk id="5" creationId="{C6B60727-AB50-E615-C3D7-A0F3A260E1DC}"/>
          </ac:spMkLst>
        </pc:spChg>
        <pc:graphicFrameChg chg="add del mod modGraphic">
          <ac:chgData name="Mohammad Salman" userId="cfd6754c-e613-4f6f-bb98-36aef69d8c31" providerId="ADAL" clId="{47888F1A-D2CB-439D-AEA9-A9A830EB661C}" dt="2023-10-24T10:55:25.363" v="2168" actId="478"/>
          <ac:graphicFrameMkLst>
            <pc:docMk/>
            <pc:sldMk cId="255067434" sldId="394"/>
            <ac:graphicFrameMk id="6" creationId="{C7BE7E6C-C863-289A-C7AA-DB3A3F379B00}"/>
          </ac:graphicFrameMkLst>
        </pc:graphicFrameChg>
      </pc:sldChg>
      <pc:sldChg chg="addSp delSp modSp new mod modAnim">
        <pc:chgData name="Mohammad Salman" userId="cfd6754c-e613-4f6f-bb98-36aef69d8c31" providerId="ADAL" clId="{47888F1A-D2CB-439D-AEA9-A9A830EB661C}" dt="2023-10-24T11:46:05.181" v="4249" actId="20577"/>
        <pc:sldMkLst>
          <pc:docMk/>
          <pc:sldMk cId="2496285838" sldId="395"/>
        </pc:sldMkLst>
        <pc:spChg chg="del">
          <ac:chgData name="Mohammad Salman" userId="cfd6754c-e613-4f6f-bb98-36aef69d8c31" providerId="ADAL" clId="{47888F1A-D2CB-439D-AEA9-A9A830EB661C}" dt="2023-10-24T10:55:01.421" v="2162" actId="478"/>
          <ac:spMkLst>
            <pc:docMk/>
            <pc:sldMk cId="2496285838" sldId="395"/>
            <ac:spMk id="2" creationId="{E7A963FE-1037-BFA3-4C76-247999B2EB63}"/>
          </ac:spMkLst>
        </pc:spChg>
        <pc:spChg chg="del">
          <ac:chgData name="Mohammad Salman" userId="cfd6754c-e613-4f6f-bb98-36aef69d8c31" providerId="ADAL" clId="{47888F1A-D2CB-439D-AEA9-A9A830EB661C}" dt="2023-10-24T10:55:01.421" v="2162" actId="478"/>
          <ac:spMkLst>
            <pc:docMk/>
            <pc:sldMk cId="2496285838" sldId="395"/>
            <ac:spMk id="3" creationId="{6B5A6F6D-275B-B0E5-A893-4743330E7207}"/>
          </ac:spMkLst>
        </pc:spChg>
        <pc:spChg chg="add mod">
          <ac:chgData name="Mohammad Salman" userId="cfd6754c-e613-4f6f-bb98-36aef69d8c31" providerId="ADAL" clId="{47888F1A-D2CB-439D-AEA9-A9A830EB661C}" dt="2023-10-24T10:55:37.956" v="2174" actId="1035"/>
          <ac:spMkLst>
            <pc:docMk/>
            <pc:sldMk cId="2496285838" sldId="395"/>
            <ac:spMk id="4" creationId="{8D845DD0-8B6B-3BAF-3E3F-97E346005F74}"/>
          </ac:spMkLst>
        </pc:spChg>
        <pc:spChg chg="add mod">
          <ac:chgData name="Mohammad Salman" userId="cfd6754c-e613-4f6f-bb98-36aef69d8c31" providerId="ADAL" clId="{47888F1A-D2CB-439D-AEA9-A9A830EB661C}" dt="2023-10-24T11:46:05.181" v="4249" actId="20577"/>
          <ac:spMkLst>
            <pc:docMk/>
            <pc:sldMk cId="2496285838" sldId="395"/>
            <ac:spMk id="27" creationId="{18B03781-6DC4-3811-27F5-43D97422C0A2}"/>
          </ac:spMkLst>
        </pc:spChg>
        <pc:spChg chg="add mod">
          <ac:chgData name="Mohammad Salman" userId="cfd6754c-e613-4f6f-bb98-36aef69d8c31" providerId="ADAL" clId="{47888F1A-D2CB-439D-AEA9-A9A830EB661C}" dt="2023-10-24T11:07:10.480" v="2466" actId="692"/>
          <ac:spMkLst>
            <pc:docMk/>
            <pc:sldMk cId="2496285838" sldId="395"/>
            <ac:spMk id="28" creationId="{DD58FA44-7EE6-B32A-7AE4-ECA9ED4398AE}"/>
          </ac:spMkLst>
        </pc:spChg>
        <pc:graphicFrameChg chg="add mod modGraphic">
          <ac:chgData name="Mohammad Salman" userId="cfd6754c-e613-4f6f-bb98-36aef69d8c31" providerId="ADAL" clId="{47888F1A-D2CB-439D-AEA9-A9A830EB661C}" dt="2023-10-24T11:03:30.475" v="2326" actId="207"/>
          <ac:graphicFrameMkLst>
            <pc:docMk/>
            <pc:sldMk cId="2496285838" sldId="395"/>
            <ac:graphicFrameMk id="5" creationId="{56B7343F-4409-2C9E-41AB-2D182721E4F6}"/>
          </ac:graphicFrameMkLst>
        </pc:graphicFrameChg>
        <pc:graphicFrameChg chg="add mod modGraphic">
          <ac:chgData name="Mohammad Salman" userId="cfd6754c-e613-4f6f-bb98-36aef69d8c31" providerId="ADAL" clId="{47888F1A-D2CB-439D-AEA9-A9A830EB661C}" dt="2023-10-24T11:03:07.909" v="2321" actId="207"/>
          <ac:graphicFrameMkLst>
            <pc:docMk/>
            <pc:sldMk cId="2496285838" sldId="395"/>
            <ac:graphicFrameMk id="6" creationId="{DB89E3FD-E5AE-088B-A1EE-CCEF927C48D9}"/>
          </ac:graphicFrameMkLst>
        </pc:graphicFrameChg>
        <pc:graphicFrameChg chg="add mod modGraphic">
          <ac:chgData name="Mohammad Salman" userId="cfd6754c-e613-4f6f-bb98-36aef69d8c31" providerId="ADAL" clId="{47888F1A-D2CB-439D-AEA9-A9A830EB661C}" dt="2023-10-24T11:03:11.495" v="2322" actId="207"/>
          <ac:graphicFrameMkLst>
            <pc:docMk/>
            <pc:sldMk cId="2496285838" sldId="395"/>
            <ac:graphicFrameMk id="7" creationId="{670E00B0-610B-CB97-6530-34CF1BA2AF54}"/>
          </ac:graphicFrameMkLst>
        </pc:graphicFrameChg>
        <pc:graphicFrameChg chg="add mod modGraphic">
          <ac:chgData name="Mohammad Salman" userId="cfd6754c-e613-4f6f-bb98-36aef69d8c31" providerId="ADAL" clId="{47888F1A-D2CB-439D-AEA9-A9A830EB661C}" dt="2023-10-24T11:03:14.890" v="2323" actId="207"/>
          <ac:graphicFrameMkLst>
            <pc:docMk/>
            <pc:sldMk cId="2496285838" sldId="395"/>
            <ac:graphicFrameMk id="8" creationId="{596A816F-E316-F031-8488-AB36E110AFD8}"/>
          </ac:graphicFrameMkLst>
        </pc:graphicFrameChg>
        <pc:graphicFrameChg chg="add mod modGraphic">
          <ac:chgData name="Mohammad Salman" userId="cfd6754c-e613-4f6f-bb98-36aef69d8c31" providerId="ADAL" clId="{47888F1A-D2CB-439D-AEA9-A9A830EB661C}" dt="2023-10-24T11:03:23.406" v="2324" actId="207"/>
          <ac:graphicFrameMkLst>
            <pc:docMk/>
            <pc:sldMk cId="2496285838" sldId="395"/>
            <ac:graphicFrameMk id="9" creationId="{62854DDC-840A-452E-8703-AFBCD199A5BE}"/>
          </ac:graphicFrameMkLst>
        </pc:graphicFrameChg>
        <pc:graphicFrameChg chg="add del mod">
          <ac:chgData name="Mohammad Salman" userId="cfd6754c-e613-4f6f-bb98-36aef69d8c31" providerId="ADAL" clId="{47888F1A-D2CB-439D-AEA9-A9A830EB661C}" dt="2023-10-24T10:59:56.998" v="2273"/>
          <ac:graphicFrameMkLst>
            <pc:docMk/>
            <pc:sldMk cId="2496285838" sldId="395"/>
            <ac:graphicFrameMk id="10" creationId="{ADDC59BC-FBE5-F983-8BCC-83E72E1C4731}"/>
          </ac:graphicFrameMkLst>
        </pc:graphicFrameChg>
        <pc:graphicFrameChg chg="add mod modGraphic">
          <ac:chgData name="Mohammad Salman" userId="cfd6754c-e613-4f6f-bb98-36aef69d8c31" providerId="ADAL" clId="{47888F1A-D2CB-439D-AEA9-A9A830EB661C}" dt="2023-10-24T11:03:26.624" v="2325" actId="207"/>
          <ac:graphicFrameMkLst>
            <pc:docMk/>
            <pc:sldMk cId="2496285838" sldId="395"/>
            <ac:graphicFrameMk id="11" creationId="{2BED638D-8936-2BF8-6D90-454C71CD8B2F}"/>
          </ac:graphicFrameMkLst>
        </pc:graphicFrameChg>
        <pc:cxnChg chg="add mod">
          <ac:chgData name="Mohammad Salman" userId="cfd6754c-e613-4f6f-bb98-36aef69d8c31" providerId="ADAL" clId="{47888F1A-D2CB-439D-AEA9-A9A830EB661C}" dt="2023-10-24T11:03:40.105" v="2327" actId="692"/>
          <ac:cxnSpMkLst>
            <pc:docMk/>
            <pc:sldMk cId="2496285838" sldId="395"/>
            <ac:cxnSpMk id="13" creationId="{86B9D1AC-E673-30F0-9AB2-485557527332}"/>
          </ac:cxnSpMkLst>
        </pc:cxnChg>
        <pc:cxnChg chg="add mod">
          <ac:chgData name="Mohammad Salman" userId="cfd6754c-e613-4f6f-bb98-36aef69d8c31" providerId="ADAL" clId="{47888F1A-D2CB-439D-AEA9-A9A830EB661C}" dt="2023-10-24T11:03:40.105" v="2327" actId="692"/>
          <ac:cxnSpMkLst>
            <pc:docMk/>
            <pc:sldMk cId="2496285838" sldId="395"/>
            <ac:cxnSpMk id="15" creationId="{47A70203-0654-8751-9DB7-ECB5119282BD}"/>
          </ac:cxnSpMkLst>
        </pc:cxnChg>
        <pc:cxnChg chg="add mod">
          <ac:chgData name="Mohammad Salman" userId="cfd6754c-e613-4f6f-bb98-36aef69d8c31" providerId="ADAL" clId="{47888F1A-D2CB-439D-AEA9-A9A830EB661C}" dt="2023-10-24T11:03:40.105" v="2327" actId="692"/>
          <ac:cxnSpMkLst>
            <pc:docMk/>
            <pc:sldMk cId="2496285838" sldId="395"/>
            <ac:cxnSpMk id="18" creationId="{A1EE73F4-E5F0-F1D7-CE1A-CB5A59F89FB9}"/>
          </ac:cxnSpMkLst>
        </pc:cxnChg>
        <pc:cxnChg chg="add mod">
          <ac:chgData name="Mohammad Salman" userId="cfd6754c-e613-4f6f-bb98-36aef69d8c31" providerId="ADAL" clId="{47888F1A-D2CB-439D-AEA9-A9A830EB661C}" dt="2023-10-24T11:03:40.105" v="2327" actId="692"/>
          <ac:cxnSpMkLst>
            <pc:docMk/>
            <pc:sldMk cId="2496285838" sldId="395"/>
            <ac:cxnSpMk id="21" creationId="{A1660001-4D79-CBA7-9F7E-6BF5F72FC2FB}"/>
          </ac:cxnSpMkLst>
        </pc:cxnChg>
        <pc:cxnChg chg="add mod">
          <ac:chgData name="Mohammad Salman" userId="cfd6754c-e613-4f6f-bb98-36aef69d8c31" providerId="ADAL" clId="{47888F1A-D2CB-439D-AEA9-A9A830EB661C}" dt="2023-10-24T11:03:40.105" v="2327" actId="692"/>
          <ac:cxnSpMkLst>
            <pc:docMk/>
            <pc:sldMk cId="2496285838" sldId="395"/>
            <ac:cxnSpMk id="24" creationId="{9802DE43-18FE-0E4E-AEBC-B165561D8AE3}"/>
          </ac:cxnSpMkLst>
        </pc:cxnChg>
        <pc:cxnChg chg="add mod">
          <ac:chgData name="Mohammad Salman" userId="cfd6754c-e613-4f6f-bb98-36aef69d8c31" providerId="ADAL" clId="{47888F1A-D2CB-439D-AEA9-A9A830EB661C}" dt="2023-10-24T11:07:10.480" v="2466" actId="692"/>
          <ac:cxnSpMkLst>
            <pc:docMk/>
            <pc:sldMk cId="2496285838" sldId="395"/>
            <ac:cxnSpMk id="30" creationId="{0C432579-8E27-B890-F47C-3A1974096C1E}"/>
          </ac:cxnSpMkLst>
        </pc:cxnChg>
      </pc:sldChg>
      <pc:sldChg chg="add del">
        <pc:chgData name="Mohammad Salman" userId="cfd6754c-e613-4f6f-bb98-36aef69d8c31" providerId="ADAL" clId="{47888F1A-D2CB-439D-AEA9-A9A830EB661C}" dt="2023-10-24T11:20:27.895" v="2798" actId="2890"/>
        <pc:sldMkLst>
          <pc:docMk/>
          <pc:sldMk cId="3229995329" sldId="396"/>
        </pc:sldMkLst>
      </pc:sldChg>
      <pc:sldChg chg="addSp delSp modSp add mod modAnim modNotesTx">
        <pc:chgData name="Mohammad Salman" userId="cfd6754c-e613-4f6f-bb98-36aef69d8c31" providerId="ADAL" clId="{47888F1A-D2CB-439D-AEA9-A9A830EB661C}" dt="2023-10-29T10:11:53.655" v="13861" actId="20577"/>
        <pc:sldMkLst>
          <pc:docMk/>
          <pc:sldMk cId="3951310953" sldId="396"/>
        </pc:sldMkLst>
        <pc:spChg chg="add mod">
          <ac:chgData name="Mohammad Salman" userId="cfd6754c-e613-4f6f-bb98-36aef69d8c31" providerId="ADAL" clId="{47888F1A-D2CB-439D-AEA9-A9A830EB661C}" dt="2023-10-24T11:31:30.310" v="3442" actId="14100"/>
          <ac:spMkLst>
            <pc:docMk/>
            <pc:sldMk cId="3951310953" sldId="396"/>
            <ac:spMk id="3" creationId="{34EB817E-A59B-4E5F-AC0F-69CEE2592D8C}"/>
          </ac:spMkLst>
        </pc:spChg>
        <pc:spChg chg="mod">
          <ac:chgData name="Mohammad Salman" userId="cfd6754c-e613-4f6f-bb98-36aef69d8c31" providerId="ADAL" clId="{47888F1A-D2CB-439D-AEA9-A9A830EB661C}" dt="2023-10-24T11:50:03.998" v="4250" actId="113"/>
          <ac:spMkLst>
            <pc:docMk/>
            <pc:sldMk cId="3951310953" sldId="396"/>
            <ac:spMk id="4" creationId="{38E5C968-312D-E2C9-FF83-0E3A514172DD}"/>
          </ac:spMkLst>
        </pc:spChg>
        <pc:spChg chg="del mod">
          <ac:chgData name="Mohammad Salman" userId="cfd6754c-e613-4f6f-bb98-36aef69d8c31" providerId="ADAL" clId="{47888F1A-D2CB-439D-AEA9-A9A830EB661C}" dt="2023-10-24T11:25:23.087" v="3164" actId="478"/>
          <ac:spMkLst>
            <pc:docMk/>
            <pc:sldMk cId="3951310953" sldId="396"/>
            <ac:spMk id="5" creationId="{C6B60727-AB50-E615-C3D7-A0F3A260E1DC}"/>
          </ac:spMkLst>
        </pc:spChg>
        <pc:spChg chg="add del mod">
          <ac:chgData name="Mohammad Salman" userId="cfd6754c-e613-4f6f-bb98-36aef69d8c31" providerId="ADAL" clId="{47888F1A-D2CB-439D-AEA9-A9A830EB661C}" dt="2023-10-24T11:26:31.815" v="3253" actId="478"/>
          <ac:spMkLst>
            <pc:docMk/>
            <pc:sldMk cId="3951310953" sldId="396"/>
            <ac:spMk id="7" creationId="{4E9E5D9F-FB6C-A9BA-BC23-6734ADD726AF}"/>
          </ac:spMkLst>
        </pc:spChg>
        <pc:spChg chg="add mod">
          <ac:chgData name="Mohammad Salman" userId="cfd6754c-e613-4f6f-bb98-36aef69d8c31" providerId="ADAL" clId="{47888F1A-D2CB-439D-AEA9-A9A830EB661C}" dt="2023-10-24T11:54:51.198" v="4330" actId="1076"/>
          <ac:spMkLst>
            <pc:docMk/>
            <pc:sldMk cId="3951310953" sldId="396"/>
            <ac:spMk id="8" creationId="{403CF8E1-BDF7-AED2-5F23-0B150119CAB9}"/>
          </ac:spMkLst>
        </pc:spChg>
      </pc:sldChg>
      <pc:sldChg chg="addSp delSp modSp add mod">
        <pc:chgData name="Mohammad Salman" userId="cfd6754c-e613-4f6f-bb98-36aef69d8c31" providerId="ADAL" clId="{47888F1A-D2CB-439D-AEA9-A9A830EB661C}" dt="2023-10-24T11:40:58.515" v="4157" actId="478"/>
        <pc:sldMkLst>
          <pc:docMk/>
          <pc:sldMk cId="3647819435" sldId="397"/>
        </pc:sldMkLst>
        <pc:spChg chg="add del mod">
          <ac:chgData name="Mohammad Salman" userId="cfd6754c-e613-4f6f-bb98-36aef69d8c31" providerId="ADAL" clId="{47888F1A-D2CB-439D-AEA9-A9A830EB661C}" dt="2023-10-24T11:40:58.515" v="4157" actId="478"/>
          <ac:spMkLst>
            <pc:docMk/>
            <pc:sldMk cId="3647819435" sldId="397"/>
            <ac:spMk id="3" creationId="{34EB817E-A59B-4E5F-AC0F-69CEE2592D8C}"/>
          </ac:spMkLst>
        </pc:spChg>
        <pc:spChg chg="mod">
          <ac:chgData name="Mohammad Salman" userId="cfd6754c-e613-4f6f-bb98-36aef69d8c31" providerId="ADAL" clId="{47888F1A-D2CB-439D-AEA9-A9A830EB661C}" dt="2023-10-24T11:32:46.382" v="3486" actId="20577"/>
          <ac:spMkLst>
            <pc:docMk/>
            <pc:sldMk cId="3647819435" sldId="397"/>
            <ac:spMk id="4" creationId="{38E5C968-312D-E2C9-FF83-0E3A514172DD}"/>
          </ac:spMkLst>
        </pc:spChg>
        <pc:spChg chg="add del mod">
          <ac:chgData name="Mohammad Salman" userId="cfd6754c-e613-4f6f-bb98-36aef69d8c31" providerId="ADAL" clId="{47888F1A-D2CB-439D-AEA9-A9A830EB661C}" dt="2023-10-24T11:40:58.185" v="4156"/>
          <ac:spMkLst>
            <pc:docMk/>
            <pc:sldMk cId="3647819435" sldId="397"/>
            <ac:spMk id="6" creationId="{966F5DBA-9449-258E-1272-F4CF9345BC10}"/>
          </ac:spMkLst>
        </pc:spChg>
        <pc:spChg chg="del">
          <ac:chgData name="Mohammad Salman" userId="cfd6754c-e613-4f6f-bb98-36aef69d8c31" providerId="ADAL" clId="{47888F1A-D2CB-439D-AEA9-A9A830EB661C}" dt="2023-10-24T11:32:02.501" v="3446" actId="478"/>
          <ac:spMkLst>
            <pc:docMk/>
            <pc:sldMk cId="3647819435" sldId="397"/>
            <ac:spMk id="8" creationId="{403CF8E1-BDF7-AED2-5F23-0B150119CAB9}"/>
          </ac:spMkLst>
        </pc:spChg>
        <pc:picChg chg="add mod">
          <ac:chgData name="Mohammad Salman" userId="cfd6754c-e613-4f6f-bb98-36aef69d8c31" providerId="ADAL" clId="{47888F1A-D2CB-439D-AEA9-A9A830EB661C}" dt="2023-10-24T11:32:24.303" v="3450" actId="1076"/>
          <ac:picMkLst>
            <pc:docMk/>
            <pc:sldMk cId="3647819435" sldId="397"/>
            <ac:picMk id="5" creationId="{BD37EB18-4B9F-0B07-6B50-D4D9BADECC27}"/>
          </ac:picMkLst>
        </pc:picChg>
      </pc:sldChg>
      <pc:sldChg chg="addSp delSp modSp add mod modAnim">
        <pc:chgData name="Mohammad Salman" userId="cfd6754c-e613-4f6f-bb98-36aef69d8c31" providerId="ADAL" clId="{47888F1A-D2CB-439D-AEA9-A9A830EB661C}" dt="2023-10-24T11:56:20.497" v="4334"/>
        <pc:sldMkLst>
          <pc:docMk/>
          <pc:sldMk cId="3991796666" sldId="398"/>
        </pc:sldMkLst>
        <pc:spChg chg="mod">
          <ac:chgData name="Mohammad Salman" userId="cfd6754c-e613-4f6f-bb98-36aef69d8c31" providerId="ADAL" clId="{47888F1A-D2CB-439D-AEA9-A9A830EB661C}" dt="2023-10-24T11:41:02.874" v="4158" actId="1076"/>
          <ac:spMkLst>
            <pc:docMk/>
            <pc:sldMk cId="3991796666" sldId="398"/>
            <ac:spMk id="3" creationId="{34EB817E-A59B-4E5F-AC0F-69CEE2592D8C}"/>
          </ac:spMkLst>
        </pc:spChg>
        <pc:spChg chg="mod">
          <ac:chgData name="Mohammad Salman" userId="cfd6754c-e613-4f6f-bb98-36aef69d8c31" providerId="ADAL" clId="{47888F1A-D2CB-439D-AEA9-A9A830EB661C}" dt="2023-10-24T11:38:02.701" v="3924" actId="20577"/>
          <ac:spMkLst>
            <pc:docMk/>
            <pc:sldMk cId="3991796666" sldId="398"/>
            <ac:spMk id="4" creationId="{38E5C968-312D-E2C9-FF83-0E3A514172DD}"/>
          </ac:spMkLst>
        </pc:spChg>
        <pc:spChg chg="add mod">
          <ac:chgData name="Mohammad Salman" userId="cfd6754c-e613-4f6f-bb98-36aef69d8c31" providerId="ADAL" clId="{47888F1A-D2CB-439D-AEA9-A9A830EB661C}" dt="2023-10-24T11:41:05.491" v="4160" actId="14100"/>
          <ac:spMkLst>
            <pc:docMk/>
            <pc:sldMk cId="3991796666" sldId="398"/>
            <ac:spMk id="7" creationId="{1EFAC955-8092-1548-6049-8EB1B8C7E766}"/>
          </ac:spMkLst>
        </pc:spChg>
        <pc:picChg chg="del">
          <ac:chgData name="Mohammad Salman" userId="cfd6754c-e613-4f6f-bb98-36aef69d8c31" providerId="ADAL" clId="{47888F1A-D2CB-439D-AEA9-A9A830EB661C}" dt="2023-10-24T11:34:00.424" v="3522" actId="478"/>
          <ac:picMkLst>
            <pc:docMk/>
            <pc:sldMk cId="3991796666" sldId="398"/>
            <ac:picMk id="5" creationId="{BD37EB18-4B9F-0B07-6B50-D4D9BADECC27}"/>
          </ac:picMkLst>
        </pc:picChg>
        <pc:picChg chg="add mod">
          <ac:chgData name="Mohammad Salman" userId="cfd6754c-e613-4f6f-bb98-36aef69d8c31" providerId="ADAL" clId="{47888F1A-D2CB-439D-AEA9-A9A830EB661C}" dt="2023-10-24T11:34:08.460" v="3525" actId="1076"/>
          <ac:picMkLst>
            <pc:docMk/>
            <pc:sldMk cId="3991796666" sldId="398"/>
            <ac:picMk id="6" creationId="{1F8B5BB3-3DCC-CC86-D0D9-F580BF063C5E}"/>
          </ac:picMkLst>
        </pc:picChg>
      </pc:sldChg>
      <pc:sldChg chg="modSp new del mod setBg">
        <pc:chgData name="Mohammad Salman" userId="cfd6754c-e613-4f6f-bb98-36aef69d8c31" providerId="ADAL" clId="{47888F1A-D2CB-439D-AEA9-A9A830EB661C}" dt="2023-10-29T11:32:42.614" v="14653" actId="47"/>
        <pc:sldMkLst>
          <pc:docMk/>
          <pc:sldMk cId="1587996045" sldId="399"/>
        </pc:sldMkLst>
        <pc:spChg chg="mod">
          <ac:chgData name="Mohammad Salman" userId="cfd6754c-e613-4f6f-bb98-36aef69d8c31" providerId="ADAL" clId="{47888F1A-D2CB-439D-AEA9-A9A830EB661C}" dt="2023-10-27T06:50:33.379" v="12510" actId="20577"/>
          <ac:spMkLst>
            <pc:docMk/>
            <pc:sldMk cId="1587996045" sldId="399"/>
            <ac:spMk id="3" creationId="{54FFA278-942B-DCD2-7BEF-76506E5156CE}"/>
          </ac:spMkLst>
        </pc:spChg>
      </pc:sldChg>
      <pc:sldChg chg="modSp new mod">
        <pc:chgData name="Mohammad Salman" userId="cfd6754c-e613-4f6f-bb98-36aef69d8c31" providerId="ADAL" clId="{47888F1A-D2CB-439D-AEA9-A9A830EB661C}" dt="2023-10-29T10:15:54.692" v="13952" actId="20577"/>
        <pc:sldMkLst>
          <pc:docMk/>
          <pc:sldMk cId="303717296" sldId="400"/>
        </pc:sldMkLst>
        <pc:spChg chg="mod">
          <ac:chgData name="Mohammad Salman" userId="cfd6754c-e613-4f6f-bb98-36aef69d8c31" providerId="ADAL" clId="{47888F1A-D2CB-439D-AEA9-A9A830EB661C}" dt="2023-10-24T12:14:57.760" v="4352" actId="20577"/>
          <ac:spMkLst>
            <pc:docMk/>
            <pc:sldMk cId="303717296" sldId="400"/>
            <ac:spMk id="2" creationId="{88E7121C-7166-1A0C-8341-6DEBE79A54F6}"/>
          </ac:spMkLst>
        </pc:spChg>
        <pc:spChg chg="mod">
          <ac:chgData name="Mohammad Salman" userId="cfd6754c-e613-4f6f-bb98-36aef69d8c31" providerId="ADAL" clId="{47888F1A-D2CB-439D-AEA9-A9A830EB661C}" dt="2023-10-29T10:15:54.692" v="13952" actId="20577"/>
          <ac:spMkLst>
            <pc:docMk/>
            <pc:sldMk cId="303717296" sldId="400"/>
            <ac:spMk id="3" creationId="{31DA7A75-6EF1-CF1E-D8D3-32764EBC8FB9}"/>
          </ac:spMkLst>
        </pc:spChg>
      </pc:sldChg>
      <pc:sldChg chg="modSp add mod ord">
        <pc:chgData name="Mohammad Salman" userId="cfd6754c-e613-4f6f-bb98-36aef69d8c31" providerId="ADAL" clId="{47888F1A-D2CB-439D-AEA9-A9A830EB661C}" dt="2023-10-27T06:33:46.708" v="12285" actId="404"/>
        <pc:sldMkLst>
          <pc:docMk/>
          <pc:sldMk cId="3522452793" sldId="401"/>
        </pc:sldMkLst>
        <pc:spChg chg="mod">
          <ac:chgData name="Mohammad Salman" userId="cfd6754c-e613-4f6f-bb98-36aef69d8c31" providerId="ADAL" clId="{47888F1A-D2CB-439D-AEA9-A9A830EB661C}" dt="2023-10-27T06:33:46.708" v="12285" actId="404"/>
          <ac:spMkLst>
            <pc:docMk/>
            <pc:sldMk cId="3522452793" sldId="401"/>
            <ac:spMk id="3" creationId="{31DA7A75-6EF1-CF1E-D8D3-32764EBC8FB9}"/>
          </ac:spMkLst>
        </pc:spChg>
      </pc:sldChg>
      <pc:sldChg chg="modSp add mod">
        <pc:chgData name="Mohammad Salman" userId="cfd6754c-e613-4f6f-bb98-36aef69d8c31" providerId="ADAL" clId="{47888F1A-D2CB-439D-AEA9-A9A830EB661C}" dt="2023-10-27T06:32:45.846" v="12268" actId="403"/>
        <pc:sldMkLst>
          <pc:docMk/>
          <pc:sldMk cId="1355020484" sldId="402"/>
        </pc:sldMkLst>
        <pc:spChg chg="mod">
          <ac:chgData name="Mohammad Salman" userId="cfd6754c-e613-4f6f-bb98-36aef69d8c31" providerId="ADAL" clId="{47888F1A-D2CB-439D-AEA9-A9A830EB661C}" dt="2023-10-27T06:32:45.846" v="12268" actId="403"/>
          <ac:spMkLst>
            <pc:docMk/>
            <pc:sldMk cId="1355020484" sldId="402"/>
            <ac:spMk id="3" creationId="{31DA7A75-6EF1-CF1E-D8D3-32764EBC8FB9}"/>
          </ac:spMkLst>
        </pc:spChg>
      </pc:sldChg>
      <pc:sldChg chg="addSp delSp modSp new mod modAnim">
        <pc:chgData name="Mohammad Salman" userId="cfd6754c-e613-4f6f-bb98-36aef69d8c31" providerId="ADAL" clId="{47888F1A-D2CB-439D-AEA9-A9A830EB661C}" dt="2023-10-29T10:13:37.848" v="13922" actId="14100"/>
        <pc:sldMkLst>
          <pc:docMk/>
          <pc:sldMk cId="3990032729" sldId="403"/>
        </pc:sldMkLst>
        <pc:spChg chg="del">
          <ac:chgData name="Mohammad Salman" userId="cfd6754c-e613-4f6f-bb98-36aef69d8c31" providerId="ADAL" clId="{47888F1A-D2CB-439D-AEA9-A9A830EB661C}" dt="2023-10-24T12:20:58.153" v="4539" actId="478"/>
          <ac:spMkLst>
            <pc:docMk/>
            <pc:sldMk cId="3990032729" sldId="403"/>
            <ac:spMk id="2" creationId="{EC8F005C-E91A-FD79-9D45-B2346761EBCD}"/>
          </ac:spMkLst>
        </pc:spChg>
        <pc:spChg chg="del">
          <ac:chgData name="Mohammad Salman" userId="cfd6754c-e613-4f6f-bb98-36aef69d8c31" providerId="ADAL" clId="{47888F1A-D2CB-439D-AEA9-A9A830EB661C}" dt="2023-10-24T12:20:58.153" v="4539" actId="478"/>
          <ac:spMkLst>
            <pc:docMk/>
            <pc:sldMk cId="3990032729" sldId="403"/>
            <ac:spMk id="3" creationId="{02C8E97D-DDCF-1790-178E-D492AE0EE45A}"/>
          </ac:spMkLst>
        </pc:spChg>
        <pc:spChg chg="add mod">
          <ac:chgData name="Mohammad Salman" userId="cfd6754c-e613-4f6f-bb98-36aef69d8c31" providerId="ADAL" clId="{47888F1A-D2CB-439D-AEA9-A9A830EB661C}" dt="2023-10-25T09:38:49.069" v="5052" actId="20577"/>
          <ac:spMkLst>
            <pc:docMk/>
            <pc:sldMk cId="3990032729" sldId="403"/>
            <ac:spMk id="5" creationId="{B8449F26-DE57-E8D7-93F3-1F6C60F9F3BD}"/>
          </ac:spMkLst>
        </pc:spChg>
        <pc:spChg chg="add mod">
          <ac:chgData name="Mohammad Salman" userId="cfd6754c-e613-4f6f-bb98-36aef69d8c31" providerId="ADAL" clId="{47888F1A-D2CB-439D-AEA9-A9A830EB661C}" dt="2023-10-25T09:11:18.084" v="4573" actId="692"/>
          <ac:spMkLst>
            <pc:docMk/>
            <pc:sldMk cId="3990032729" sldId="403"/>
            <ac:spMk id="6" creationId="{BFFD66FD-D598-AF0C-2BAA-0A1CB20B3E8F}"/>
          </ac:spMkLst>
        </pc:spChg>
        <pc:spChg chg="add mod">
          <ac:chgData name="Mohammad Salman" userId="cfd6754c-e613-4f6f-bb98-36aef69d8c31" providerId="ADAL" clId="{47888F1A-D2CB-439D-AEA9-A9A830EB661C}" dt="2023-10-27T10:02:59.351" v="12676" actId="20577"/>
          <ac:spMkLst>
            <pc:docMk/>
            <pc:sldMk cId="3990032729" sldId="403"/>
            <ac:spMk id="7" creationId="{05BA5703-9205-EBC5-775D-3A7495F367C8}"/>
          </ac:spMkLst>
        </pc:spChg>
        <pc:spChg chg="add mod">
          <ac:chgData name="Mohammad Salman" userId="cfd6754c-e613-4f6f-bb98-36aef69d8c31" providerId="ADAL" clId="{47888F1A-D2CB-439D-AEA9-A9A830EB661C}" dt="2023-10-25T09:31:04.712" v="4989" actId="1076"/>
          <ac:spMkLst>
            <pc:docMk/>
            <pc:sldMk cId="3990032729" sldId="403"/>
            <ac:spMk id="9" creationId="{E74F89FD-30E9-73AF-B2D8-7857A103F206}"/>
          </ac:spMkLst>
        </pc:spChg>
        <pc:spChg chg="add mod">
          <ac:chgData name="Mohammad Salman" userId="cfd6754c-e613-4f6f-bb98-36aef69d8c31" providerId="ADAL" clId="{47888F1A-D2CB-439D-AEA9-A9A830EB661C}" dt="2023-10-25T11:44:06.659" v="7179" actId="14100"/>
          <ac:spMkLst>
            <pc:docMk/>
            <pc:sldMk cId="3990032729" sldId="403"/>
            <ac:spMk id="17" creationId="{88F1FD81-D352-112F-AB4B-84D263BFC7A4}"/>
          </ac:spMkLst>
        </pc:spChg>
        <pc:cxnChg chg="add mod">
          <ac:chgData name="Mohammad Salman" userId="cfd6754c-e613-4f6f-bb98-36aef69d8c31" providerId="ADAL" clId="{47888F1A-D2CB-439D-AEA9-A9A830EB661C}" dt="2023-10-29T10:13:37.848" v="13922" actId="14100"/>
          <ac:cxnSpMkLst>
            <pc:docMk/>
            <pc:sldMk cId="3990032729" sldId="403"/>
            <ac:cxnSpMk id="11" creationId="{3AC1E12F-3BC1-3EE2-EF4C-DB8DC00BF632}"/>
          </ac:cxnSpMkLst>
        </pc:cxnChg>
      </pc:sldChg>
      <pc:sldChg chg="addSp delSp modSp new mod ord delAnim modAnim">
        <pc:chgData name="Mohammad Salman" userId="cfd6754c-e613-4f6f-bb98-36aef69d8c31" providerId="ADAL" clId="{47888F1A-D2CB-439D-AEA9-A9A830EB661C}" dt="2023-10-27T10:06:02.550" v="12764" actId="20577"/>
        <pc:sldMkLst>
          <pc:docMk/>
          <pc:sldMk cId="1233830190" sldId="404"/>
        </pc:sldMkLst>
        <pc:spChg chg="del">
          <ac:chgData name="Mohammad Salman" userId="cfd6754c-e613-4f6f-bb98-36aef69d8c31" providerId="ADAL" clId="{47888F1A-D2CB-439D-AEA9-A9A830EB661C}" dt="2023-10-24T12:21:00.619" v="4541" actId="478"/>
          <ac:spMkLst>
            <pc:docMk/>
            <pc:sldMk cId="1233830190" sldId="404"/>
            <ac:spMk id="2" creationId="{66BD3BBF-55B1-48F7-4A63-0F4871E0C1EE}"/>
          </ac:spMkLst>
        </pc:spChg>
        <pc:spChg chg="del">
          <ac:chgData name="Mohammad Salman" userId="cfd6754c-e613-4f6f-bb98-36aef69d8c31" providerId="ADAL" clId="{47888F1A-D2CB-439D-AEA9-A9A830EB661C}" dt="2023-10-24T12:21:00.619" v="4541" actId="478"/>
          <ac:spMkLst>
            <pc:docMk/>
            <pc:sldMk cId="1233830190" sldId="404"/>
            <ac:spMk id="3" creationId="{968310C9-85FF-0A63-602A-85D7EC590621}"/>
          </ac:spMkLst>
        </pc:spChg>
        <pc:spChg chg="add del mod">
          <ac:chgData name="Mohammad Salman" userId="cfd6754c-e613-4f6f-bb98-36aef69d8c31" providerId="ADAL" clId="{47888F1A-D2CB-439D-AEA9-A9A830EB661C}" dt="2023-10-25T09:46:03.364" v="5700" actId="478"/>
          <ac:spMkLst>
            <pc:docMk/>
            <pc:sldMk cId="1233830190" sldId="404"/>
            <ac:spMk id="4" creationId="{4010C5D7-CFF9-0091-6B42-30B0712B103D}"/>
          </ac:spMkLst>
        </pc:spChg>
        <pc:spChg chg="add mod">
          <ac:chgData name="Mohammad Salman" userId="cfd6754c-e613-4f6f-bb98-36aef69d8c31" providerId="ADAL" clId="{47888F1A-D2CB-439D-AEA9-A9A830EB661C}" dt="2023-10-25T09:45:54.430" v="5698"/>
          <ac:spMkLst>
            <pc:docMk/>
            <pc:sldMk cId="1233830190" sldId="404"/>
            <ac:spMk id="5" creationId="{0FE99493-CCBD-EDBE-1C6F-5816E29ECC8D}"/>
          </ac:spMkLst>
        </pc:spChg>
        <pc:spChg chg="add del mod">
          <ac:chgData name="Mohammad Salman" userId="cfd6754c-e613-4f6f-bb98-36aef69d8c31" providerId="ADAL" clId="{47888F1A-D2CB-439D-AEA9-A9A830EB661C}" dt="2023-10-25T09:46:27.921" v="5710" actId="478"/>
          <ac:spMkLst>
            <pc:docMk/>
            <pc:sldMk cId="1233830190" sldId="404"/>
            <ac:spMk id="6" creationId="{FEAA76A6-44E4-1FBC-A1E9-E63B3010B211}"/>
          </ac:spMkLst>
        </pc:spChg>
        <pc:spChg chg="add mod">
          <ac:chgData name="Mohammad Salman" userId="cfd6754c-e613-4f6f-bb98-36aef69d8c31" providerId="ADAL" clId="{47888F1A-D2CB-439D-AEA9-A9A830EB661C}" dt="2023-10-27T10:06:02.550" v="12764" actId="20577"/>
          <ac:spMkLst>
            <pc:docMk/>
            <pc:sldMk cId="1233830190" sldId="404"/>
            <ac:spMk id="7" creationId="{31C1D23A-A599-E009-DB84-22CB1826CD5B}"/>
          </ac:spMkLst>
        </pc:spChg>
        <pc:spChg chg="add mod">
          <ac:chgData name="Mohammad Salman" userId="cfd6754c-e613-4f6f-bb98-36aef69d8c31" providerId="ADAL" clId="{47888F1A-D2CB-439D-AEA9-A9A830EB661C}" dt="2023-10-25T09:45:54.430" v="5698"/>
          <ac:spMkLst>
            <pc:docMk/>
            <pc:sldMk cId="1233830190" sldId="404"/>
            <ac:spMk id="8" creationId="{FA96165B-5612-4B56-425A-8AD2A58DA102}"/>
          </ac:spMkLst>
        </pc:spChg>
        <pc:spChg chg="add del mod">
          <ac:chgData name="Mohammad Salman" userId="cfd6754c-e613-4f6f-bb98-36aef69d8c31" providerId="ADAL" clId="{47888F1A-D2CB-439D-AEA9-A9A830EB661C}" dt="2023-10-25T09:46:32.306" v="5712" actId="478"/>
          <ac:spMkLst>
            <pc:docMk/>
            <pc:sldMk cId="1233830190" sldId="404"/>
            <ac:spMk id="10" creationId="{F21482EE-9265-4127-3314-2163978F4F5D}"/>
          </ac:spMkLst>
        </pc:spChg>
        <pc:spChg chg="add del mod">
          <ac:chgData name="Mohammad Salman" userId="cfd6754c-e613-4f6f-bb98-36aef69d8c31" providerId="ADAL" clId="{47888F1A-D2CB-439D-AEA9-A9A830EB661C}" dt="2023-10-25T09:46:27.921" v="5710" actId="478"/>
          <ac:spMkLst>
            <pc:docMk/>
            <pc:sldMk cId="1233830190" sldId="404"/>
            <ac:spMk id="12" creationId="{BBED87F3-676F-1A22-2AC9-A8B8F88BB409}"/>
          </ac:spMkLst>
        </pc:spChg>
        <pc:spChg chg="add mod">
          <ac:chgData name="Mohammad Salman" userId="cfd6754c-e613-4f6f-bb98-36aef69d8c31" providerId="ADAL" clId="{47888F1A-D2CB-439D-AEA9-A9A830EB661C}" dt="2023-10-25T09:46:38.916" v="5713"/>
          <ac:spMkLst>
            <pc:docMk/>
            <pc:sldMk cId="1233830190" sldId="404"/>
            <ac:spMk id="13" creationId="{C1182487-CAEC-8DE9-663A-EA79A59FDDB2}"/>
          </ac:spMkLst>
        </pc:spChg>
        <pc:spChg chg="add mod">
          <ac:chgData name="Mohammad Salman" userId="cfd6754c-e613-4f6f-bb98-36aef69d8c31" providerId="ADAL" clId="{47888F1A-D2CB-439D-AEA9-A9A830EB661C}" dt="2023-10-25T09:46:46.469" v="5714"/>
          <ac:spMkLst>
            <pc:docMk/>
            <pc:sldMk cId="1233830190" sldId="404"/>
            <ac:spMk id="14" creationId="{796F5663-E805-0804-B0A8-E1773924079D}"/>
          </ac:spMkLst>
        </pc:spChg>
        <pc:spChg chg="add mod">
          <ac:chgData name="Mohammad Salman" userId="cfd6754c-e613-4f6f-bb98-36aef69d8c31" providerId="ADAL" clId="{47888F1A-D2CB-439D-AEA9-A9A830EB661C}" dt="2023-10-25T11:59:33.582" v="7218" actId="207"/>
          <ac:spMkLst>
            <pc:docMk/>
            <pc:sldMk cId="1233830190" sldId="404"/>
            <ac:spMk id="15" creationId="{02371E34-D853-4CDA-8EAE-BE8403988F8C}"/>
          </ac:spMkLst>
        </pc:spChg>
        <pc:spChg chg="add mod">
          <ac:chgData name="Mohammad Salman" userId="cfd6754c-e613-4f6f-bb98-36aef69d8c31" providerId="ADAL" clId="{47888F1A-D2CB-439D-AEA9-A9A830EB661C}" dt="2023-10-25T11:59:33.582" v="7218" actId="207"/>
          <ac:spMkLst>
            <pc:docMk/>
            <pc:sldMk cId="1233830190" sldId="404"/>
            <ac:spMk id="16" creationId="{9BD857A9-9712-2EF0-4B01-3CB75BAD1209}"/>
          </ac:spMkLst>
        </pc:spChg>
        <pc:cxnChg chg="add del mod">
          <ac:chgData name="Mohammad Salman" userId="cfd6754c-e613-4f6f-bb98-36aef69d8c31" providerId="ADAL" clId="{47888F1A-D2CB-439D-AEA9-A9A830EB661C}" dt="2023-10-25T09:46:29.062" v="5711" actId="478"/>
          <ac:cxnSpMkLst>
            <pc:docMk/>
            <pc:sldMk cId="1233830190" sldId="404"/>
            <ac:cxnSpMk id="9" creationId="{8F554B30-1475-2CB2-E986-DA0D5161EEF8}"/>
          </ac:cxnSpMkLst>
        </pc:cxnChg>
        <pc:cxnChg chg="add del mod">
          <ac:chgData name="Mohammad Salman" userId="cfd6754c-e613-4f6f-bb98-36aef69d8c31" providerId="ADAL" clId="{47888F1A-D2CB-439D-AEA9-A9A830EB661C}" dt="2023-10-25T09:46:27.921" v="5710" actId="478"/>
          <ac:cxnSpMkLst>
            <pc:docMk/>
            <pc:sldMk cId="1233830190" sldId="404"/>
            <ac:cxnSpMk id="11" creationId="{02966347-8626-7EF6-983E-F08F66770C7B}"/>
          </ac:cxnSpMkLst>
        </pc:cxnChg>
      </pc:sldChg>
      <pc:sldChg chg="addSp delSp modSp new mod addAnim delAnim modAnim">
        <pc:chgData name="Mohammad Salman" userId="cfd6754c-e613-4f6f-bb98-36aef69d8c31" providerId="ADAL" clId="{47888F1A-D2CB-439D-AEA9-A9A830EB661C}" dt="2023-10-27T10:10:23.292" v="12815"/>
        <pc:sldMkLst>
          <pc:docMk/>
          <pc:sldMk cId="3587708136" sldId="405"/>
        </pc:sldMkLst>
        <pc:spChg chg="del">
          <ac:chgData name="Mohammad Salman" userId="cfd6754c-e613-4f6f-bb98-36aef69d8c31" providerId="ADAL" clId="{47888F1A-D2CB-439D-AEA9-A9A830EB661C}" dt="2023-10-24T12:21:03.181" v="4543" actId="478"/>
          <ac:spMkLst>
            <pc:docMk/>
            <pc:sldMk cId="3587708136" sldId="405"/>
            <ac:spMk id="2" creationId="{B5FD9CB5-18DA-160A-D155-ED641C8F7D25}"/>
          </ac:spMkLst>
        </pc:spChg>
        <pc:spChg chg="del">
          <ac:chgData name="Mohammad Salman" userId="cfd6754c-e613-4f6f-bb98-36aef69d8c31" providerId="ADAL" clId="{47888F1A-D2CB-439D-AEA9-A9A830EB661C}" dt="2023-10-24T12:21:03.181" v="4543" actId="478"/>
          <ac:spMkLst>
            <pc:docMk/>
            <pc:sldMk cId="3587708136" sldId="405"/>
            <ac:spMk id="3" creationId="{B0CBC22E-63A1-21B4-4D90-6E4DD9C2EAA3}"/>
          </ac:spMkLst>
        </pc:spChg>
        <pc:spChg chg="add mod">
          <ac:chgData name="Mohammad Salman" userId="cfd6754c-e613-4f6f-bb98-36aef69d8c31" providerId="ADAL" clId="{47888F1A-D2CB-439D-AEA9-A9A830EB661C}" dt="2023-10-25T13:03:45.638" v="7293" actId="1076"/>
          <ac:spMkLst>
            <pc:docMk/>
            <pc:sldMk cId="3587708136" sldId="405"/>
            <ac:spMk id="7" creationId="{B06315D0-3CD3-031F-0940-DFA67388881A}"/>
          </ac:spMkLst>
        </pc:spChg>
        <pc:spChg chg="add mod">
          <ac:chgData name="Mohammad Salman" userId="cfd6754c-e613-4f6f-bb98-36aef69d8c31" providerId="ADAL" clId="{47888F1A-D2CB-439D-AEA9-A9A830EB661C}" dt="2023-10-25T13:14:41.326" v="7541"/>
          <ac:spMkLst>
            <pc:docMk/>
            <pc:sldMk cId="3587708136" sldId="405"/>
            <ac:spMk id="9" creationId="{C25E4789-7F4B-2347-F783-4870B979DCCA}"/>
          </ac:spMkLst>
        </pc:spChg>
        <pc:spChg chg="add mod">
          <ac:chgData name="Mohammad Salman" userId="cfd6754c-e613-4f6f-bb98-36aef69d8c31" providerId="ADAL" clId="{47888F1A-D2CB-439D-AEA9-A9A830EB661C}" dt="2023-10-25T13:12:12.802" v="7517"/>
          <ac:spMkLst>
            <pc:docMk/>
            <pc:sldMk cId="3587708136" sldId="405"/>
            <ac:spMk id="10" creationId="{19E402EE-CD31-6E5C-D6E4-F9DCFAFB1F34}"/>
          </ac:spMkLst>
        </pc:spChg>
        <pc:spChg chg="add mod">
          <ac:chgData name="Mohammad Salman" userId="cfd6754c-e613-4f6f-bb98-36aef69d8c31" providerId="ADAL" clId="{47888F1A-D2CB-439D-AEA9-A9A830EB661C}" dt="2023-10-25T13:07:15.668" v="7370" actId="14100"/>
          <ac:spMkLst>
            <pc:docMk/>
            <pc:sldMk cId="3587708136" sldId="405"/>
            <ac:spMk id="11" creationId="{137C64A8-AB3A-278C-A420-150917F810A2}"/>
          </ac:spMkLst>
        </pc:spChg>
        <pc:spChg chg="add del mod">
          <ac:chgData name="Mohammad Salman" userId="cfd6754c-e613-4f6f-bb98-36aef69d8c31" providerId="ADAL" clId="{47888F1A-D2CB-439D-AEA9-A9A830EB661C}" dt="2023-10-27T10:06:35.335" v="12767" actId="692"/>
          <ac:spMkLst>
            <pc:docMk/>
            <pc:sldMk cId="3587708136" sldId="405"/>
            <ac:spMk id="13" creationId="{E8870A58-0748-3447-E5FE-F4C2C82103ED}"/>
          </ac:spMkLst>
        </pc:spChg>
        <pc:spChg chg="add mod">
          <ac:chgData name="Mohammad Salman" userId="cfd6754c-e613-4f6f-bb98-36aef69d8c31" providerId="ADAL" clId="{47888F1A-D2CB-439D-AEA9-A9A830EB661C}" dt="2023-10-25T13:09:06.284" v="7396" actId="14100"/>
          <ac:spMkLst>
            <pc:docMk/>
            <pc:sldMk cId="3587708136" sldId="405"/>
            <ac:spMk id="19" creationId="{05B44437-10F1-52BC-BFFA-2669B5287565}"/>
          </ac:spMkLst>
        </pc:spChg>
        <pc:spChg chg="add mod">
          <ac:chgData name="Mohammad Salman" userId="cfd6754c-e613-4f6f-bb98-36aef69d8c31" providerId="ADAL" clId="{47888F1A-D2CB-439D-AEA9-A9A830EB661C}" dt="2023-10-25T13:10:16.018" v="7502" actId="692"/>
          <ac:spMkLst>
            <pc:docMk/>
            <pc:sldMk cId="3587708136" sldId="405"/>
            <ac:spMk id="28" creationId="{56CCD231-34A3-40C1-6752-09D3B540800C}"/>
          </ac:spMkLst>
        </pc:spChg>
        <pc:spChg chg="add del">
          <ac:chgData name="Mohammad Salman" userId="cfd6754c-e613-4f6f-bb98-36aef69d8c31" providerId="ADAL" clId="{47888F1A-D2CB-439D-AEA9-A9A830EB661C}" dt="2023-10-25T13:11:14.193" v="7509"/>
          <ac:spMkLst>
            <pc:docMk/>
            <pc:sldMk cId="3587708136" sldId="405"/>
            <ac:spMk id="29" creationId="{6DF5849F-7B73-69C8-6064-DFAB3556C6D8}"/>
          </ac:spMkLst>
        </pc:spChg>
        <pc:spChg chg="add del">
          <ac:chgData name="Mohammad Salman" userId="cfd6754c-e613-4f6f-bb98-36aef69d8c31" providerId="ADAL" clId="{47888F1A-D2CB-439D-AEA9-A9A830EB661C}" dt="2023-10-25T13:11:19.464" v="7515"/>
          <ac:spMkLst>
            <pc:docMk/>
            <pc:sldMk cId="3587708136" sldId="405"/>
            <ac:spMk id="30" creationId="{67CC9507-95DB-1FF7-3957-8EAC821BA421}"/>
          </ac:spMkLst>
        </pc:spChg>
        <pc:spChg chg="add mod">
          <ac:chgData name="Mohammad Salman" userId="cfd6754c-e613-4f6f-bb98-36aef69d8c31" providerId="ADAL" clId="{47888F1A-D2CB-439D-AEA9-A9A830EB661C}" dt="2023-10-27T10:07:07.720" v="12771" actId="1076"/>
          <ac:spMkLst>
            <pc:docMk/>
            <pc:sldMk cId="3587708136" sldId="405"/>
            <ac:spMk id="33" creationId="{16466C0F-170B-096D-A824-80B0AF0C0DA8}"/>
          </ac:spMkLst>
        </pc:spChg>
        <pc:spChg chg="add del">
          <ac:chgData name="Mohammad Salman" userId="cfd6754c-e613-4f6f-bb98-36aef69d8c31" providerId="ADAL" clId="{47888F1A-D2CB-439D-AEA9-A9A830EB661C}" dt="2023-10-27T10:08:01.946" v="12775" actId="22"/>
          <ac:spMkLst>
            <pc:docMk/>
            <pc:sldMk cId="3587708136" sldId="405"/>
            <ac:spMk id="38" creationId="{9A4ACD8F-098A-F356-E6DE-3A82D61916C0}"/>
          </ac:spMkLst>
        </pc:spChg>
        <pc:spChg chg="add mod">
          <ac:chgData name="Mohammad Salman" userId="cfd6754c-e613-4f6f-bb98-36aef69d8c31" providerId="ADAL" clId="{47888F1A-D2CB-439D-AEA9-A9A830EB661C}" dt="2023-10-27T10:09:35.017" v="12812" actId="207"/>
          <ac:spMkLst>
            <pc:docMk/>
            <pc:sldMk cId="3587708136" sldId="405"/>
            <ac:spMk id="40" creationId="{814C5540-E13F-48CC-0B18-7817EEC5678E}"/>
          </ac:spMkLst>
        </pc:spChg>
        <pc:graphicFrameChg chg="add mod modGraphic">
          <ac:chgData name="Mohammad Salman" userId="cfd6754c-e613-4f6f-bb98-36aef69d8c31" providerId="ADAL" clId="{47888F1A-D2CB-439D-AEA9-A9A830EB661C}" dt="2023-10-27T10:07:07.720" v="12771" actId="1076"/>
          <ac:graphicFrameMkLst>
            <pc:docMk/>
            <pc:sldMk cId="3587708136" sldId="405"/>
            <ac:graphicFrameMk id="31" creationId="{84B664F9-429C-2E6B-89BD-9BA64A920E1B}"/>
          </ac:graphicFrameMkLst>
        </pc:graphicFrameChg>
        <pc:picChg chg="add del mod">
          <ac:chgData name="Mohammad Salman" userId="cfd6754c-e613-4f6f-bb98-36aef69d8c31" providerId="ADAL" clId="{47888F1A-D2CB-439D-AEA9-A9A830EB661C}" dt="2023-10-25T13:01:36.137" v="7283" actId="478"/>
          <ac:picMkLst>
            <pc:docMk/>
            <pc:sldMk cId="3587708136" sldId="405"/>
            <ac:picMk id="5" creationId="{27FBAB61-C1AE-F44A-983E-2E4CB1FD9659}"/>
          </ac:picMkLst>
        </pc:picChg>
        <pc:cxnChg chg="add del mod">
          <ac:chgData name="Mohammad Salman" userId="cfd6754c-e613-4f6f-bb98-36aef69d8c31" providerId="ADAL" clId="{47888F1A-D2CB-439D-AEA9-A9A830EB661C}" dt="2023-10-27T10:06:39.575" v="12768" actId="478"/>
          <ac:cxnSpMkLst>
            <pc:docMk/>
            <pc:sldMk cId="3587708136" sldId="405"/>
            <ac:cxnSpMk id="12" creationId="{684F82FD-605A-2FD8-13FC-1025D6BE86CA}"/>
          </ac:cxnSpMkLst>
        </pc:cxnChg>
        <pc:cxnChg chg="add mod">
          <ac:chgData name="Mohammad Salman" userId="cfd6754c-e613-4f6f-bb98-36aef69d8c31" providerId="ADAL" clId="{47888F1A-D2CB-439D-AEA9-A9A830EB661C}" dt="2023-10-27T10:06:45.209" v="12769" actId="14100"/>
          <ac:cxnSpMkLst>
            <pc:docMk/>
            <pc:sldMk cId="3587708136" sldId="405"/>
            <ac:cxnSpMk id="20" creationId="{CAD573CA-525F-A11B-90B0-3A035C6851F2}"/>
          </ac:cxnSpMkLst>
        </pc:cxnChg>
      </pc:sldChg>
      <pc:sldChg chg="addSp delSp modSp add mod ord modAnim">
        <pc:chgData name="Mohammad Salman" userId="cfd6754c-e613-4f6f-bb98-36aef69d8c31" providerId="ADAL" clId="{47888F1A-D2CB-439D-AEA9-A9A830EB661C}" dt="2023-10-29T10:14:04.304" v="13924" actId="1035"/>
        <pc:sldMkLst>
          <pc:docMk/>
          <pc:sldMk cId="3108461458" sldId="406"/>
        </pc:sldMkLst>
        <pc:spChg chg="add mod">
          <ac:chgData name="Mohammad Salman" userId="cfd6754c-e613-4f6f-bb98-36aef69d8c31" providerId="ADAL" clId="{47888F1A-D2CB-439D-AEA9-A9A830EB661C}" dt="2023-10-29T10:14:04.304" v="13924" actId="1035"/>
          <ac:spMkLst>
            <pc:docMk/>
            <pc:sldMk cId="3108461458" sldId="406"/>
            <ac:spMk id="4" creationId="{A55968CD-FEF3-099E-CA21-73C5525669EE}"/>
          </ac:spMkLst>
        </pc:spChg>
        <pc:spChg chg="mod">
          <ac:chgData name="Mohammad Salman" userId="cfd6754c-e613-4f6f-bb98-36aef69d8c31" providerId="ADAL" clId="{47888F1A-D2CB-439D-AEA9-A9A830EB661C}" dt="2023-10-25T09:39:09.506" v="5054" actId="20577"/>
          <ac:spMkLst>
            <pc:docMk/>
            <pc:sldMk cId="3108461458" sldId="406"/>
            <ac:spMk id="5" creationId="{B8449F26-DE57-E8D7-93F3-1F6C60F9F3BD}"/>
          </ac:spMkLst>
        </pc:spChg>
        <pc:spChg chg="mod">
          <ac:chgData name="Mohammad Salman" userId="cfd6754c-e613-4f6f-bb98-36aef69d8c31" providerId="ADAL" clId="{47888F1A-D2CB-439D-AEA9-A9A830EB661C}" dt="2023-10-27T10:03:56.870" v="12721" actId="692"/>
          <ac:spMkLst>
            <pc:docMk/>
            <pc:sldMk cId="3108461458" sldId="406"/>
            <ac:spMk id="6" creationId="{BFFD66FD-D598-AF0C-2BAA-0A1CB20B3E8F}"/>
          </ac:spMkLst>
        </pc:spChg>
        <pc:spChg chg="mod">
          <ac:chgData name="Mohammad Salman" userId="cfd6754c-e613-4f6f-bb98-36aef69d8c31" providerId="ADAL" clId="{47888F1A-D2CB-439D-AEA9-A9A830EB661C}" dt="2023-10-27T10:03:42.774" v="12719" actId="6549"/>
          <ac:spMkLst>
            <pc:docMk/>
            <pc:sldMk cId="3108461458" sldId="406"/>
            <ac:spMk id="7" creationId="{05BA5703-9205-EBC5-775D-3A7495F367C8}"/>
          </ac:spMkLst>
        </pc:spChg>
        <pc:cxnChg chg="del mod">
          <ac:chgData name="Mohammad Salman" userId="cfd6754c-e613-4f6f-bb98-36aef69d8c31" providerId="ADAL" clId="{47888F1A-D2CB-439D-AEA9-A9A830EB661C}" dt="2023-10-27T10:04:11.318" v="12722" actId="478"/>
          <ac:cxnSpMkLst>
            <pc:docMk/>
            <pc:sldMk cId="3108461458" sldId="406"/>
            <ac:cxnSpMk id="11" creationId="{3AC1E12F-3BC1-3EE2-EF4C-DB8DC00BF632}"/>
          </ac:cxnSpMkLst>
        </pc:cxnChg>
      </pc:sldChg>
      <pc:sldChg chg="addSp delSp modSp add mod delAnim modAnim">
        <pc:chgData name="Mohammad Salman" userId="cfd6754c-e613-4f6f-bb98-36aef69d8c31" providerId="ADAL" clId="{47888F1A-D2CB-439D-AEA9-A9A830EB661C}" dt="2023-10-29T10:14:38.132" v="13927" actId="14100"/>
        <pc:sldMkLst>
          <pc:docMk/>
          <pc:sldMk cId="486116469" sldId="407"/>
        </pc:sldMkLst>
        <pc:spChg chg="add mod">
          <ac:chgData name="Mohammad Salman" userId="cfd6754c-e613-4f6f-bb98-36aef69d8c31" providerId="ADAL" clId="{47888F1A-D2CB-439D-AEA9-A9A830EB661C}" dt="2023-10-25T09:39:46.546" v="5058" actId="14100"/>
          <ac:spMkLst>
            <pc:docMk/>
            <pc:sldMk cId="486116469" sldId="407"/>
            <ac:spMk id="3" creationId="{6955817C-4F41-8D6B-2E8A-F4FAC727920E}"/>
          </ac:spMkLst>
        </pc:spChg>
        <pc:spChg chg="mod">
          <ac:chgData name="Mohammad Salman" userId="cfd6754c-e613-4f6f-bb98-36aef69d8c31" providerId="ADAL" clId="{47888F1A-D2CB-439D-AEA9-A9A830EB661C}" dt="2023-10-25T11:51:15.862" v="7187" actId="692"/>
          <ac:spMkLst>
            <pc:docMk/>
            <pc:sldMk cId="486116469" sldId="407"/>
            <ac:spMk id="4" creationId="{A55968CD-FEF3-099E-CA21-73C5525669EE}"/>
          </ac:spMkLst>
        </pc:spChg>
        <pc:spChg chg="mod">
          <ac:chgData name="Mohammad Salman" userId="cfd6754c-e613-4f6f-bb98-36aef69d8c31" providerId="ADAL" clId="{47888F1A-D2CB-439D-AEA9-A9A830EB661C}" dt="2023-10-25T09:39:19.599" v="5056" actId="20577"/>
          <ac:spMkLst>
            <pc:docMk/>
            <pc:sldMk cId="486116469" sldId="407"/>
            <ac:spMk id="5" creationId="{B8449F26-DE57-E8D7-93F3-1F6C60F9F3BD}"/>
          </ac:spMkLst>
        </pc:spChg>
        <pc:spChg chg="del">
          <ac:chgData name="Mohammad Salman" userId="cfd6754c-e613-4f6f-bb98-36aef69d8c31" providerId="ADAL" clId="{47888F1A-D2CB-439D-AEA9-A9A830EB661C}" dt="2023-10-27T10:04:55.479" v="12752" actId="478"/>
          <ac:spMkLst>
            <pc:docMk/>
            <pc:sldMk cId="486116469" sldId="407"/>
            <ac:spMk id="6" creationId="{BFFD66FD-D598-AF0C-2BAA-0A1CB20B3E8F}"/>
          </ac:spMkLst>
        </pc:spChg>
        <pc:spChg chg="mod">
          <ac:chgData name="Mohammad Salman" userId="cfd6754c-e613-4f6f-bb98-36aef69d8c31" providerId="ADAL" clId="{47888F1A-D2CB-439D-AEA9-A9A830EB661C}" dt="2023-10-29T10:14:38.132" v="13927" actId="14100"/>
          <ac:spMkLst>
            <pc:docMk/>
            <pc:sldMk cId="486116469" sldId="407"/>
            <ac:spMk id="7" creationId="{05BA5703-9205-EBC5-775D-3A7495F367C8}"/>
          </ac:spMkLst>
        </pc:spChg>
        <pc:spChg chg="add del mod">
          <ac:chgData name="Mohammad Salman" userId="cfd6754c-e613-4f6f-bb98-36aef69d8c31" providerId="ADAL" clId="{47888F1A-D2CB-439D-AEA9-A9A830EB661C}" dt="2023-10-25T09:45:12.660" v="5695" actId="478"/>
          <ac:spMkLst>
            <pc:docMk/>
            <pc:sldMk cId="486116469" sldId="407"/>
            <ac:spMk id="13" creationId="{9712A6FE-9F44-7DD4-273F-68D5D6A7812D}"/>
          </ac:spMkLst>
        </pc:spChg>
        <pc:spChg chg="add del mod">
          <ac:chgData name="Mohammad Salman" userId="cfd6754c-e613-4f6f-bb98-36aef69d8c31" providerId="ADAL" clId="{47888F1A-D2CB-439D-AEA9-A9A830EB661C}" dt="2023-10-25T09:44:33.235" v="5688"/>
          <ac:spMkLst>
            <pc:docMk/>
            <pc:sldMk cId="486116469" sldId="407"/>
            <ac:spMk id="14" creationId="{B449BE5F-768D-C307-88A8-D45D5E943AB3}"/>
          </ac:spMkLst>
        </pc:spChg>
        <pc:cxnChg chg="add del mod">
          <ac:chgData name="Mohammad Salman" userId="cfd6754c-e613-4f6f-bb98-36aef69d8c31" providerId="ADAL" clId="{47888F1A-D2CB-439D-AEA9-A9A830EB661C}" dt="2023-10-27T10:04:31.383" v="12747" actId="478"/>
          <ac:cxnSpMkLst>
            <pc:docMk/>
            <pc:sldMk cId="486116469" sldId="407"/>
            <ac:cxnSpMk id="2" creationId="{09B75D40-CB01-A0DD-C011-4156ECC84C9A}"/>
          </ac:cxnSpMkLst>
        </pc:cxnChg>
        <pc:cxnChg chg="mod">
          <ac:chgData name="Mohammad Salman" userId="cfd6754c-e613-4f6f-bb98-36aef69d8c31" providerId="ADAL" clId="{47888F1A-D2CB-439D-AEA9-A9A830EB661C}" dt="2023-10-27T10:04:43.743" v="12751" actId="14100"/>
          <ac:cxnSpMkLst>
            <pc:docMk/>
            <pc:sldMk cId="486116469" sldId="407"/>
            <ac:cxnSpMk id="11" creationId="{3AC1E12F-3BC1-3EE2-EF4C-DB8DC00BF632}"/>
          </ac:cxnSpMkLst>
        </pc:cxnChg>
        <pc:cxnChg chg="add del mod">
          <ac:chgData name="Mohammad Salman" userId="cfd6754c-e613-4f6f-bb98-36aef69d8c31" providerId="ADAL" clId="{47888F1A-D2CB-439D-AEA9-A9A830EB661C}" dt="2023-10-25T09:45:12.660" v="5695" actId="478"/>
          <ac:cxnSpMkLst>
            <pc:docMk/>
            <pc:sldMk cId="486116469" sldId="407"/>
            <ac:cxnSpMk id="15" creationId="{34CB4BCD-1586-3C39-5887-6E4D433DA456}"/>
          </ac:cxnSpMkLst>
        </pc:cxnChg>
      </pc:sldChg>
      <pc:sldChg chg="addSp delSp modSp add mod modAnim">
        <pc:chgData name="Mohammad Salman" userId="cfd6754c-e613-4f6f-bb98-36aef69d8c31" providerId="ADAL" clId="{47888F1A-D2CB-439D-AEA9-A9A830EB661C}" dt="2023-10-25T12:03:28.841" v="7228" actId="20577"/>
        <pc:sldMkLst>
          <pc:docMk/>
          <pc:sldMk cId="4138494254" sldId="408"/>
        </pc:sldMkLst>
        <pc:spChg chg="add mod">
          <ac:chgData name="Mohammad Salman" userId="cfd6754c-e613-4f6f-bb98-36aef69d8c31" providerId="ADAL" clId="{47888F1A-D2CB-439D-AEA9-A9A830EB661C}" dt="2023-10-25T09:56:50.068" v="6559" actId="692"/>
          <ac:spMkLst>
            <pc:docMk/>
            <pc:sldMk cId="4138494254" sldId="408"/>
            <ac:spMk id="4" creationId="{684D9C93-7B62-7EB5-2CC3-6DD4A5D305E2}"/>
          </ac:spMkLst>
        </pc:spChg>
        <pc:spChg chg="mod">
          <ac:chgData name="Mohammad Salman" userId="cfd6754c-e613-4f6f-bb98-36aef69d8c31" providerId="ADAL" clId="{47888F1A-D2CB-439D-AEA9-A9A830EB661C}" dt="2023-10-25T09:56:17.312" v="6555" actId="207"/>
          <ac:spMkLst>
            <pc:docMk/>
            <pc:sldMk cId="4138494254" sldId="408"/>
            <ac:spMk id="5" creationId="{0FE99493-CCBD-EDBE-1C6F-5816E29ECC8D}"/>
          </ac:spMkLst>
        </pc:spChg>
        <pc:spChg chg="mod">
          <ac:chgData name="Mohammad Salman" userId="cfd6754c-e613-4f6f-bb98-36aef69d8c31" providerId="ADAL" clId="{47888F1A-D2CB-439D-AEA9-A9A830EB661C}" dt="2023-10-25T12:03:28.841" v="7228" actId="20577"/>
          <ac:spMkLst>
            <pc:docMk/>
            <pc:sldMk cId="4138494254" sldId="408"/>
            <ac:spMk id="7" creationId="{31C1D23A-A599-E009-DB84-22CB1826CD5B}"/>
          </ac:spMkLst>
        </pc:spChg>
        <pc:spChg chg="del">
          <ac:chgData name="Mohammad Salman" userId="cfd6754c-e613-4f6f-bb98-36aef69d8c31" providerId="ADAL" clId="{47888F1A-D2CB-439D-AEA9-A9A830EB661C}" dt="2023-10-25T09:54:33.035" v="6462" actId="478"/>
          <ac:spMkLst>
            <pc:docMk/>
            <pc:sldMk cId="4138494254" sldId="408"/>
            <ac:spMk id="8" creationId="{FA96165B-5612-4B56-425A-8AD2A58DA102}"/>
          </ac:spMkLst>
        </pc:spChg>
        <pc:picChg chg="add mod">
          <ac:chgData name="Mohammad Salman" userId="cfd6754c-e613-4f6f-bb98-36aef69d8c31" providerId="ADAL" clId="{47888F1A-D2CB-439D-AEA9-A9A830EB661C}" dt="2023-10-25T09:56:43.290" v="6558" actId="692"/>
          <ac:picMkLst>
            <pc:docMk/>
            <pc:sldMk cId="4138494254" sldId="408"/>
            <ac:picMk id="3" creationId="{3D7F0315-C9F9-81A4-6492-A87578D44A06}"/>
          </ac:picMkLst>
        </pc:picChg>
      </pc:sldChg>
      <pc:sldChg chg="modSp new mod setBg modNotesTx">
        <pc:chgData name="Mohammad Salman" userId="cfd6754c-e613-4f6f-bb98-36aef69d8c31" providerId="ADAL" clId="{47888F1A-D2CB-439D-AEA9-A9A830EB661C}" dt="2023-10-29T11:28:40.730" v="14523" actId="207"/>
        <pc:sldMkLst>
          <pc:docMk/>
          <pc:sldMk cId="3319531215" sldId="409"/>
        </pc:sldMkLst>
        <pc:spChg chg="mod">
          <ac:chgData name="Mohammad Salman" userId="cfd6754c-e613-4f6f-bb98-36aef69d8c31" providerId="ADAL" clId="{47888F1A-D2CB-439D-AEA9-A9A830EB661C}" dt="2023-10-25T10:07:05.125" v="7085" actId="20577"/>
          <ac:spMkLst>
            <pc:docMk/>
            <pc:sldMk cId="3319531215" sldId="409"/>
            <ac:spMk id="2" creationId="{D331AD36-CE6E-9AB4-823A-B9A5F09563FE}"/>
          </ac:spMkLst>
        </pc:spChg>
        <pc:spChg chg="mod">
          <ac:chgData name="Mohammad Salman" userId="cfd6754c-e613-4f6f-bb98-36aef69d8c31" providerId="ADAL" clId="{47888F1A-D2CB-439D-AEA9-A9A830EB661C}" dt="2023-10-29T11:28:40.730" v="14523" actId="207"/>
          <ac:spMkLst>
            <pc:docMk/>
            <pc:sldMk cId="3319531215" sldId="409"/>
            <ac:spMk id="3" creationId="{62F1CF96-02E7-A850-E385-4B881D05A6C9}"/>
          </ac:spMkLst>
        </pc:spChg>
      </pc:sldChg>
      <pc:sldChg chg="addSp delSp modSp add mod modAnim">
        <pc:chgData name="Mohammad Salman" userId="cfd6754c-e613-4f6f-bb98-36aef69d8c31" providerId="ADAL" clId="{47888F1A-D2CB-439D-AEA9-A9A830EB661C}" dt="2023-10-27T06:43:56.616" v="12351"/>
        <pc:sldMkLst>
          <pc:docMk/>
          <pc:sldMk cId="4157028095" sldId="410"/>
        </pc:sldMkLst>
        <pc:spChg chg="mod">
          <ac:chgData name="Mohammad Salman" userId="cfd6754c-e613-4f6f-bb98-36aef69d8c31" providerId="ADAL" clId="{47888F1A-D2CB-439D-AEA9-A9A830EB661C}" dt="2023-10-25T10:04:45.996" v="6924" actId="14100"/>
          <ac:spMkLst>
            <pc:docMk/>
            <pc:sldMk cId="4157028095" sldId="410"/>
            <ac:spMk id="4" creationId="{684D9C93-7B62-7EB5-2CC3-6DD4A5D305E2}"/>
          </ac:spMkLst>
        </pc:spChg>
        <pc:spChg chg="mod">
          <ac:chgData name="Mohammad Salman" userId="cfd6754c-e613-4f6f-bb98-36aef69d8c31" providerId="ADAL" clId="{47888F1A-D2CB-439D-AEA9-A9A830EB661C}" dt="2023-10-25T12:06:26.276" v="7235" actId="20577"/>
          <ac:spMkLst>
            <pc:docMk/>
            <pc:sldMk cId="4157028095" sldId="410"/>
            <ac:spMk id="5" creationId="{0FE99493-CCBD-EDBE-1C6F-5816E29ECC8D}"/>
          </ac:spMkLst>
        </pc:spChg>
        <pc:spChg chg="mod">
          <ac:chgData name="Mohammad Salman" userId="cfd6754c-e613-4f6f-bb98-36aef69d8c31" providerId="ADAL" clId="{47888F1A-D2CB-439D-AEA9-A9A830EB661C}" dt="2023-10-25T13:06:12.836" v="7309" actId="20577"/>
          <ac:spMkLst>
            <pc:docMk/>
            <pc:sldMk cId="4157028095" sldId="410"/>
            <ac:spMk id="7" creationId="{31C1D23A-A599-E009-DB84-22CB1826CD5B}"/>
          </ac:spMkLst>
        </pc:spChg>
        <pc:picChg chg="del">
          <ac:chgData name="Mohammad Salman" userId="cfd6754c-e613-4f6f-bb98-36aef69d8c31" providerId="ADAL" clId="{47888F1A-D2CB-439D-AEA9-A9A830EB661C}" dt="2023-10-25T10:04:22.911" v="6918" actId="478"/>
          <ac:picMkLst>
            <pc:docMk/>
            <pc:sldMk cId="4157028095" sldId="410"/>
            <ac:picMk id="3" creationId="{3D7F0315-C9F9-81A4-6492-A87578D44A06}"/>
          </ac:picMkLst>
        </pc:picChg>
        <pc:picChg chg="add mod ord">
          <ac:chgData name="Mohammad Salman" userId="cfd6754c-e613-4f6f-bb98-36aef69d8c31" providerId="ADAL" clId="{47888F1A-D2CB-439D-AEA9-A9A830EB661C}" dt="2023-10-25T10:04:41.490" v="6923" actId="1076"/>
          <ac:picMkLst>
            <pc:docMk/>
            <pc:sldMk cId="4157028095" sldId="410"/>
            <ac:picMk id="6" creationId="{4F6ED4B2-0242-3199-05DD-BBF6F73826E3}"/>
          </ac:picMkLst>
        </pc:picChg>
      </pc:sldChg>
      <pc:sldChg chg="addSp delSp modSp new mod modClrScheme chgLayout">
        <pc:chgData name="Mohammad Salman" userId="cfd6754c-e613-4f6f-bb98-36aef69d8c31" providerId="ADAL" clId="{47888F1A-D2CB-439D-AEA9-A9A830EB661C}" dt="2023-10-29T10:13:09.375" v="13921" actId="20577"/>
        <pc:sldMkLst>
          <pc:docMk/>
          <pc:sldMk cId="3465123403" sldId="411"/>
        </pc:sldMkLst>
        <pc:spChg chg="del mod ord">
          <ac:chgData name="Mohammad Salman" userId="cfd6754c-e613-4f6f-bb98-36aef69d8c31" providerId="ADAL" clId="{47888F1A-D2CB-439D-AEA9-A9A830EB661C}" dt="2023-10-25T11:41:38.377" v="7120" actId="700"/>
          <ac:spMkLst>
            <pc:docMk/>
            <pc:sldMk cId="3465123403" sldId="411"/>
            <ac:spMk id="2" creationId="{68655C3D-C32B-E326-9AB3-72F40AC0ED60}"/>
          </ac:spMkLst>
        </pc:spChg>
        <pc:spChg chg="del mod ord">
          <ac:chgData name="Mohammad Salman" userId="cfd6754c-e613-4f6f-bb98-36aef69d8c31" providerId="ADAL" clId="{47888F1A-D2CB-439D-AEA9-A9A830EB661C}" dt="2023-10-25T11:41:38.377" v="7120" actId="700"/>
          <ac:spMkLst>
            <pc:docMk/>
            <pc:sldMk cId="3465123403" sldId="411"/>
            <ac:spMk id="3" creationId="{655D42AB-FC08-62E3-EEA8-C4DA040EF719}"/>
          </ac:spMkLst>
        </pc:spChg>
        <pc:spChg chg="add mod ord">
          <ac:chgData name="Mohammad Salman" userId="cfd6754c-e613-4f6f-bb98-36aef69d8c31" providerId="ADAL" clId="{47888F1A-D2CB-439D-AEA9-A9A830EB661C}" dt="2023-10-25T11:41:41.711" v="7137" actId="20577"/>
          <ac:spMkLst>
            <pc:docMk/>
            <pc:sldMk cId="3465123403" sldId="411"/>
            <ac:spMk id="4" creationId="{1193EF78-1190-3475-63C8-11D0C6AED569}"/>
          </ac:spMkLst>
        </pc:spChg>
        <pc:spChg chg="add mod ord">
          <ac:chgData name="Mohammad Salman" userId="cfd6754c-e613-4f6f-bb98-36aef69d8c31" providerId="ADAL" clId="{47888F1A-D2CB-439D-AEA9-A9A830EB661C}" dt="2023-10-29T10:13:09.375" v="13921" actId="20577"/>
          <ac:spMkLst>
            <pc:docMk/>
            <pc:sldMk cId="3465123403" sldId="411"/>
            <ac:spMk id="5" creationId="{89D15FB2-636E-7C16-AC18-989BF33368A4}"/>
          </ac:spMkLst>
        </pc:spChg>
        <pc:spChg chg="add del">
          <ac:chgData name="Mohammad Salman" userId="cfd6754c-e613-4f6f-bb98-36aef69d8c31" providerId="ADAL" clId="{47888F1A-D2CB-439D-AEA9-A9A830EB661C}" dt="2023-10-25T14:18:30.853" v="9327" actId="22"/>
          <ac:spMkLst>
            <pc:docMk/>
            <pc:sldMk cId="3465123403" sldId="411"/>
            <ac:spMk id="7" creationId="{5E8C8263-C3BD-FE7E-FF89-F2124D97A786}"/>
          </ac:spMkLst>
        </pc:spChg>
        <pc:spChg chg="add mod">
          <ac:chgData name="Mohammad Salman" userId="cfd6754c-e613-4f6f-bb98-36aef69d8c31" providerId="ADAL" clId="{47888F1A-D2CB-439D-AEA9-A9A830EB661C}" dt="2023-10-25T14:18:44.993" v="9334" actId="1076"/>
          <ac:spMkLst>
            <pc:docMk/>
            <pc:sldMk cId="3465123403" sldId="411"/>
            <ac:spMk id="9" creationId="{9CD23370-DB9C-1D1F-EFB6-1968DF4B713D}"/>
          </ac:spMkLst>
        </pc:spChg>
      </pc:sldChg>
      <pc:sldChg chg="addSp delSp modSp new mod setBg">
        <pc:chgData name="Mohammad Salman" userId="cfd6754c-e613-4f6f-bb98-36aef69d8c31" providerId="ADAL" clId="{47888F1A-D2CB-439D-AEA9-A9A830EB661C}" dt="2023-10-25T13:00:56.630" v="7282" actId="164"/>
        <pc:sldMkLst>
          <pc:docMk/>
          <pc:sldMk cId="292357403" sldId="412"/>
        </pc:sldMkLst>
        <pc:spChg chg="mod">
          <ac:chgData name="Mohammad Salman" userId="cfd6754c-e613-4f6f-bb98-36aef69d8c31" providerId="ADAL" clId="{47888F1A-D2CB-439D-AEA9-A9A830EB661C}" dt="2023-10-25T12:58:47.435" v="7263" actId="113"/>
          <ac:spMkLst>
            <pc:docMk/>
            <pc:sldMk cId="292357403" sldId="412"/>
            <ac:spMk id="2" creationId="{FD55A5F2-5A96-24EC-C1DC-FC8725EF60C0}"/>
          </ac:spMkLst>
        </pc:spChg>
        <pc:spChg chg="del">
          <ac:chgData name="Mohammad Salman" userId="cfd6754c-e613-4f6f-bb98-36aef69d8c31" providerId="ADAL" clId="{47888F1A-D2CB-439D-AEA9-A9A830EB661C}" dt="2023-10-25T12:58:20.913" v="7245" actId="478"/>
          <ac:spMkLst>
            <pc:docMk/>
            <pc:sldMk cId="292357403" sldId="412"/>
            <ac:spMk id="3" creationId="{F8C0A135-B32B-558F-0904-366E34AE6F0C}"/>
          </ac:spMkLst>
        </pc:spChg>
        <pc:spChg chg="add del">
          <ac:chgData name="Mohammad Salman" userId="cfd6754c-e613-4f6f-bb98-36aef69d8c31" providerId="ADAL" clId="{47888F1A-D2CB-439D-AEA9-A9A830EB661C}" dt="2023-10-25T12:58:56.627" v="7269" actId="22"/>
          <ac:spMkLst>
            <pc:docMk/>
            <pc:sldMk cId="292357403" sldId="412"/>
            <ac:spMk id="7" creationId="{08A7504E-47D6-0FBE-7D0A-C349375D0EA5}"/>
          </ac:spMkLst>
        </pc:spChg>
        <pc:spChg chg="add mod">
          <ac:chgData name="Mohammad Salman" userId="cfd6754c-e613-4f6f-bb98-36aef69d8c31" providerId="ADAL" clId="{47888F1A-D2CB-439D-AEA9-A9A830EB661C}" dt="2023-10-25T12:59:11.126" v="7274" actId="1076"/>
          <ac:spMkLst>
            <pc:docMk/>
            <pc:sldMk cId="292357403" sldId="412"/>
            <ac:spMk id="9" creationId="{8531D410-B7F0-F3E7-65E9-9D3E5151FA6C}"/>
          </ac:spMkLst>
        </pc:spChg>
        <pc:spChg chg="add mod">
          <ac:chgData name="Mohammad Salman" userId="cfd6754c-e613-4f6f-bb98-36aef69d8c31" providerId="ADAL" clId="{47888F1A-D2CB-439D-AEA9-A9A830EB661C}" dt="2023-10-25T13:00:56.630" v="7282" actId="164"/>
          <ac:spMkLst>
            <pc:docMk/>
            <pc:sldMk cId="292357403" sldId="412"/>
            <ac:spMk id="10" creationId="{8A7A3A4A-90C9-356F-8223-7F1D8D897E26}"/>
          </ac:spMkLst>
        </pc:spChg>
        <pc:spChg chg="add mod">
          <ac:chgData name="Mohammad Salman" userId="cfd6754c-e613-4f6f-bb98-36aef69d8c31" providerId="ADAL" clId="{47888F1A-D2CB-439D-AEA9-A9A830EB661C}" dt="2023-10-25T13:00:56.630" v="7282" actId="164"/>
          <ac:spMkLst>
            <pc:docMk/>
            <pc:sldMk cId="292357403" sldId="412"/>
            <ac:spMk id="11" creationId="{5964242D-7144-8D17-FBA2-8A09E7D63A62}"/>
          </ac:spMkLst>
        </pc:spChg>
        <pc:grpChg chg="add mod">
          <ac:chgData name="Mohammad Salman" userId="cfd6754c-e613-4f6f-bb98-36aef69d8c31" providerId="ADAL" clId="{47888F1A-D2CB-439D-AEA9-A9A830EB661C}" dt="2023-10-25T13:00:56.630" v="7282" actId="164"/>
          <ac:grpSpMkLst>
            <pc:docMk/>
            <pc:sldMk cId="292357403" sldId="412"/>
            <ac:grpSpMk id="12" creationId="{61855D2B-F5EF-0D56-E638-998936F8600D}"/>
          </ac:grpSpMkLst>
        </pc:grpChg>
        <pc:picChg chg="add mod">
          <ac:chgData name="Mohammad Salman" userId="cfd6754c-e613-4f6f-bb98-36aef69d8c31" providerId="ADAL" clId="{47888F1A-D2CB-439D-AEA9-A9A830EB661C}" dt="2023-10-25T13:00:56.630" v="7282" actId="164"/>
          <ac:picMkLst>
            <pc:docMk/>
            <pc:sldMk cId="292357403" sldId="412"/>
            <ac:picMk id="5" creationId="{0CB2B609-8AF6-8886-3E3D-60E388209985}"/>
          </ac:picMkLst>
        </pc:picChg>
      </pc:sldChg>
      <pc:sldChg chg="addSp delSp modSp add mod delAnim modAnim">
        <pc:chgData name="Mohammad Salman" userId="cfd6754c-e613-4f6f-bb98-36aef69d8c31" providerId="ADAL" clId="{47888F1A-D2CB-439D-AEA9-A9A830EB661C}" dt="2023-10-27T10:11:49.491" v="12821"/>
        <pc:sldMkLst>
          <pc:docMk/>
          <pc:sldMk cId="3814152516" sldId="413"/>
        </pc:sldMkLst>
        <pc:spChg chg="mod">
          <ac:chgData name="Mohammad Salman" userId="cfd6754c-e613-4f6f-bb98-36aef69d8c31" providerId="ADAL" clId="{47888F1A-D2CB-439D-AEA9-A9A830EB661C}" dt="2023-10-25T13:17:57.115" v="7558"/>
          <ac:spMkLst>
            <pc:docMk/>
            <pc:sldMk cId="3814152516" sldId="413"/>
            <ac:spMk id="9" creationId="{C25E4789-7F4B-2347-F783-4870B979DCCA}"/>
          </ac:spMkLst>
        </pc:spChg>
        <pc:spChg chg="mod">
          <ac:chgData name="Mohammad Salman" userId="cfd6754c-e613-4f6f-bb98-36aef69d8c31" providerId="ADAL" clId="{47888F1A-D2CB-439D-AEA9-A9A830EB661C}" dt="2023-10-25T13:19:40.546" v="7568"/>
          <ac:spMkLst>
            <pc:docMk/>
            <pc:sldMk cId="3814152516" sldId="413"/>
            <ac:spMk id="10" creationId="{19E402EE-CD31-6E5C-D6E4-F9DCFAFB1F34}"/>
          </ac:spMkLst>
        </pc:spChg>
        <pc:spChg chg="mod">
          <ac:chgData name="Mohammad Salman" userId="cfd6754c-e613-4f6f-bb98-36aef69d8c31" providerId="ADAL" clId="{47888F1A-D2CB-439D-AEA9-A9A830EB661C}" dt="2023-10-27T10:11:04.438" v="12817" actId="692"/>
          <ac:spMkLst>
            <pc:docMk/>
            <pc:sldMk cId="3814152516" sldId="413"/>
            <ac:spMk id="13" creationId="{E8870A58-0748-3447-E5FE-F4C2C82103ED}"/>
          </ac:spMkLst>
        </pc:spChg>
        <pc:spChg chg="add mod">
          <ac:chgData name="Mohammad Salman" userId="cfd6754c-e613-4f6f-bb98-36aef69d8c31" providerId="ADAL" clId="{47888F1A-D2CB-439D-AEA9-A9A830EB661C}" dt="2023-10-25T13:21:06.260" v="7595" actId="14100"/>
          <ac:spMkLst>
            <pc:docMk/>
            <pc:sldMk cId="3814152516" sldId="413"/>
            <ac:spMk id="16" creationId="{C787DA96-2D62-28D5-4E9A-5FB8AE1D1D4A}"/>
          </ac:spMkLst>
        </pc:spChg>
        <pc:spChg chg="add mod">
          <ac:chgData name="Mohammad Salman" userId="cfd6754c-e613-4f6f-bb98-36aef69d8c31" providerId="ADAL" clId="{47888F1A-D2CB-439D-AEA9-A9A830EB661C}" dt="2023-10-27T10:11:19.478" v="12820"/>
          <ac:spMkLst>
            <pc:docMk/>
            <pc:sldMk cId="3814152516" sldId="413"/>
            <ac:spMk id="25" creationId="{16E72DBE-AD5A-6100-168F-510455922415}"/>
          </ac:spMkLst>
        </pc:spChg>
        <pc:spChg chg="del">
          <ac:chgData name="Mohammad Salman" userId="cfd6754c-e613-4f6f-bb98-36aef69d8c31" providerId="ADAL" clId="{47888F1A-D2CB-439D-AEA9-A9A830EB661C}" dt="2023-10-27T10:11:14.030" v="12819" actId="478"/>
          <ac:spMkLst>
            <pc:docMk/>
            <pc:sldMk cId="3814152516" sldId="413"/>
            <ac:spMk id="33" creationId="{16466C0F-170B-096D-A824-80B0AF0C0DA8}"/>
          </ac:spMkLst>
        </pc:spChg>
        <pc:graphicFrameChg chg="add mod">
          <ac:chgData name="Mohammad Salman" userId="cfd6754c-e613-4f6f-bb98-36aef69d8c31" providerId="ADAL" clId="{47888F1A-D2CB-439D-AEA9-A9A830EB661C}" dt="2023-10-27T10:11:19.478" v="12820"/>
          <ac:graphicFrameMkLst>
            <pc:docMk/>
            <pc:sldMk cId="3814152516" sldId="413"/>
            <ac:graphicFrameMk id="24" creationId="{372D53FD-5232-A55A-50E2-320B35219963}"/>
          </ac:graphicFrameMkLst>
        </pc:graphicFrameChg>
        <pc:graphicFrameChg chg="del">
          <ac:chgData name="Mohammad Salman" userId="cfd6754c-e613-4f6f-bb98-36aef69d8c31" providerId="ADAL" clId="{47888F1A-D2CB-439D-AEA9-A9A830EB661C}" dt="2023-10-27T10:11:14.030" v="12819" actId="478"/>
          <ac:graphicFrameMkLst>
            <pc:docMk/>
            <pc:sldMk cId="3814152516" sldId="413"/>
            <ac:graphicFrameMk id="31" creationId="{84B664F9-429C-2E6B-89BD-9BA64A920E1B}"/>
          </ac:graphicFrameMkLst>
        </pc:graphicFrameChg>
        <pc:cxnChg chg="del mod">
          <ac:chgData name="Mohammad Salman" userId="cfd6754c-e613-4f6f-bb98-36aef69d8c31" providerId="ADAL" clId="{47888F1A-D2CB-439D-AEA9-A9A830EB661C}" dt="2023-10-27T10:10:58.370" v="12816" actId="478"/>
          <ac:cxnSpMkLst>
            <pc:docMk/>
            <pc:sldMk cId="3814152516" sldId="413"/>
            <ac:cxnSpMk id="12" creationId="{684F82FD-605A-2FD8-13FC-1025D6BE86CA}"/>
          </ac:cxnSpMkLst>
        </pc:cxnChg>
        <pc:cxnChg chg="mod">
          <ac:chgData name="Mohammad Salman" userId="cfd6754c-e613-4f6f-bb98-36aef69d8c31" providerId="ADAL" clId="{47888F1A-D2CB-439D-AEA9-A9A830EB661C}" dt="2023-10-27T10:11:10.630" v="12818" actId="14100"/>
          <ac:cxnSpMkLst>
            <pc:docMk/>
            <pc:sldMk cId="3814152516" sldId="413"/>
            <ac:cxnSpMk id="20" creationId="{CAD573CA-525F-A11B-90B0-3A035C6851F2}"/>
          </ac:cxnSpMkLst>
        </pc:cxnChg>
      </pc:sldChg>
      <pc:sldChg chg="addSp delSp modSp new mod setBg">
        <pc:chgData name="Mohammad Salman" userId="cfd6754c-e613-4f6f-bb98-36aef69d8c31" providerId="ADAL" clId="{47888F1A-D2CB-439D-AEA9-A9A830EB661C}" dt="2023-10-25T15:51:47.122" v="12194" actId="114"/>
        <pc:sldMkLst>
          <pc:docMk/>
          <pc:sldMk cId="329519408" sldId="414"/>
        </pc:sldMkLst>
        <pc:spChg chg="mod">
          <ac:chgData name="Mohammad Salman" userId="cfd6754c-e613-4f6f-bb98-36aef69d8c31" providerId="ADAL" clId="{47888F1A-D2CB-439D-AEA9-A9A830EB661C}" dt="2023-10-25T15:51:47.122" v="12194" actId="114"/>
          <ac:spMkLst>
            <pc:docMk/>
            <pc:sldMk cId="329519408" sldId="414"/>
            <ac:spMk id="2" creationId="{DA46A017-0245-A3E1-141B-52488B866A28}"/>
          </ac:spMkLst>
        </pc:spChg>
        <pc:spChg chg="del">
          <ac:chgData name="Mohammad Salman" userId="cfd6754c-e613-4f6f-bb98-36aef69d8c31" providerId="ADAL" clId="{47888F1A-D2CB-439D-AEA9-A9A830EB661C}" dt="2023-10-25T13:23:20.700" v="7648" actId="478"/>
          <ac:spMkLst>
            <pc:docMk/>
            <pc:sldMk cId="329519408" sldId="414"/>
            <ac:spMk id="3" creationId="{A7C0072A-57BF-0B42-D9A2-E062F7FFF225}"/>
          </ac:spMkLst>
        </pc:spChg>
        <pc:spChg chg="add mod">
          <ac:chgData name="Mohammad Salman" userId="cfd6754c-e613-4f6f-bb98-36aef69d8c31" providerId="ADAL" clId="{47888F1A-D2CB-439D-AEA9-A9A830EB661C}" dt="2023-10-25T13:24:08.732" v="7687" actId="14100"/>
          <ac:spMkLst>
            <pc:docMk/>
            <pc:sldMk cId="329519408" sldId="414"/>
            <ac:spMk id="6" creationId="{394AB2A9-85BF-A683-A043-A06976BC2AC4}"/>
          </ac:spMkLst>
        </pc:spChg>
        <pc:spChg chg="add mod">
          <ac:chgData name="Mohammad Salman" userId="cfd6754c-e613-4f6f-bb98-36aef69d8c31" providerId="ADAL" clId="{47888F1A-D2CB-439D-AEA9-A9A830EB661C}" dt="2023-10-25T13:24:43.560" v="7692" actId="1076"/>
          <ac:spMkLst>
            <pc:docMk/>
            <pc:sldMk cId="329519408" sldId="414"/>
            <ac:spMk id="7" creationId="{65249EEC-735E-C877-E2AE-A4847C2F2157}"/>
          </ac:spMkLst>
        </pc:spChg>
        <pc:picChg chg="add mod">
          <ac:chgData name="Mohammad Salman" userId="cfd6754c-e613-4f6f-bb98-36aef69d8c31" providerId="ADAL" clId="{47888F1A-D2CB-439D-AEA9-A9A830EB661C}" dt="2023-10-25T13:23:42.783" v="7683" actId="1076"/>
          <ac:picMkLst>
            <pc:docMk/>
            <pc:sldMk cId="329519408" sldId="414"/>
            <ac:picMk id="5" creationId="{ED294FDF-4513-5701-65FD-0F13EAF2FDF8}"/>
          </ac:picMkLst>
        </pc:picChg>
      </pc:sldChg>
      <pc:sldChg chg="addSp modSp new mod modAnim">
        <pc:chgData name="Mohammad Salman" userId="cfd6754c-e613-4f6f-bb98-36aef69d8c31" providerId="ADAL" clId="{47888F1A-D2CB-439D-AEA9-A9A830EB661C}" dt="2023-10-29T10:32:17.114" v="13964" actId="20577"/>
        <pc:sldMkLst>
          <pc:docMk/>
          <pc:sldMk cId="3708857408" sldId="415"/>
        </pc:sldMkLst>
        <pc:spChg chg="mod">
          <ac:chgData name="Mohammad Salman" userId="cfd6754c-e613-4f6f-bb98-36aef69d8c31" providerId="ADAL" clId="{47888F1A-D2CB-439D-AEA9-A9A830EB661C}" dt="2023-10-25T13:33:34.847" v="8533" actId="20577"/>
          <ac:spMkLst>
            <pc:docMk/>
            <pc:sldMk cId="3708857408" sldId="415"/>
            <ac:spMk id="2" creationId="{BD1CAB0C-2DCE-DCF0-325A-A1C3DFAB7175}"/>
          </ac:spMkLst>
        </pc:spChg>
        <pc:spChg chg="mod">
          <ac:chgData name="Mohammad Salman" userId="cfd6754c-e613-4f6f-bb98-36aef69d8c31" providerId="ADAL" clId="{47888F1A-D2CB-439D-AEA9-A9A830EB661C}" dt="2023-10-29T10:32:17.114" v="13964" actId="20577"/>
          <ac:spMkLst>
            <pc:docMk/>
            <pc:sldMk cId="3708857408" sldId="415"/>
            <ac:spMk id="3" creationId="{437D5336-7C61-C0D3-4949-85EB9F7826E1}"/>
          </ac:spMkLst>
        </pc:spChg>
        <pc:spChg chg="add mod">
          <ac:chgData name="Mohammad Salman" userId="cfd6754c-e613-4f6f-bb98-36aef69d8c31" providerId="ADAL" clId="{47888F1A-D2CB-439D-AEA9-A9A830EB661C}" dt="2023-10-25T13:30:14.839" v="8148" actId="1076"/>
          <ac:spMkLst>
            <pc:docMk/>
            <pc:sldMk cId="3708857408" sldId="415"/>
            <ac:spMk id="4" creationId="{E726BEB7-44D7-4FCA-50EA-DC0DF03B11BB}"/>
          </ac:spMkLst>
        </pc:spChg>
      </pc:sldChg>
      <pc:sldChg chg="addSp delSp modSp add mod modAnim">
        <pc:chgData name="Mohammad Salman" userId="cfd6754c-e613-4f6f-bb98-36aef69d8c31" providerId="ADAL" clId="{47888F1A-D2CB-439D-AEA9-A9A830EB661C}" dt="2023-10-25T13:35:08.793" v="8635" actId="1076"/>
        <pc:sldMkLst>
          <pc:docMk/>
          <pc:sldMk cId="713310617" sldId="416"/>
        </pc:sldMkLst>
        <pc:spChg chg="mod">
          <ac:chgData name="Mohammad Salman" userId="cfd6754c-e613-4f6f-bb98-36aef69d8c31" providerId="ADAL" clId="{47888F1A-D2CB-439D-AEA9-A9A830EB661C}" dt="2023-10-25T13:33:42.059" v="8547" actId="20577"/>
          <ac:spMkLst>
            <pc:docMk/>
            <pc:sldMk cId="713310617" sldId="416"/>
            <ac:spMk id="2" creationId="{BD1CAB0C-2DCE-DCF0-325A-A1C3DFAB7175}"/>
          </ac:spMkLst>
        </pc:spChg>
        <pc:spChg chg="mod">
          <ac:chgData name="Mohammad Salman" userId="cfd6754c-e613-4f6f-bb98-36aef69d8c31" providerId="ADAL" clId="{47888F1A-D2CB-439D-AEA9-A9A830EB661C}" dt="2023-10-25T13:34:59.904" v="8634" actId="113"/>
          <ac:spMkLst>
            <pc:docMk/>
            <pc:sldMk cId="713310617" sldId="416"/>
            <ac:spMk id="3" creationId="{437D5336-7C61-C0D3-4949-85EB9F7826E1}"/>
          </ac:spMkLst>
        </pc:spChg>
        <pc:spChg chg="del">
          <ac:chgData name="Mohammad Salman" userId="cfd6754c-e613-4f6f-bb98-36aef69d8c31" providerId="ADAL" clId="{47888F1A-D2CB-439D-AEA9-A9A830EB661C}" dt="2023-10-25T13:33:24.492" v="8529" actId="478"/>
          <ac:spMkLst>
            <pc:docMk/>
            <pc:sldMk cId="713310617" sldId="416"/>
            <ac:spMk id="4" creationId="{E726BEB7-44D7-4FCA-50EA-DC0DF03B11BB}"/>
          </ac:spMkLst>
        </pc:spChg>
        <pc:picChg chg="add mod">
          <ac:chgData name="Mohammad Salman" userId="cfd6754c-e613-4f6f-bb98-36aef69d8c31" providerId="ADAL" clId="{47888F1A-D2CB-439D-AEA9-A9A830EB661C}" dt="2023-10-25T13:35:08.793" v="8635" actId="1076"/>
          <ac:picMkLst>
            <pc:docMk/>
            <pc:sldMk cId="713310617" sldId="416"/>
            <ac:picMk id="6" creationId="{FA8F723A-A1A0-F053-135A-02FD0878D54F}"/>
          </ac:picMkLst>
        </pc:picChg>
      </pc:sldChg>
      <pc:sldChg chg="addSp delSp modSp new mod setBg">
        <pc:chgData name="Mohammad Salman" userId="cfd6754c-e613-4f6f-bb98-36aef69d8c31" providerId="ADAL" clId="{47888F1A-D2CB-439D-AEA9-A9A830EB661C}" dt="2023-10-25T15:52:13.620" v="12195" actId="20577"/>
        <pc:sldMkLst>
          <pc:docMk/>
          <pc:sldMk cId="1608232614" sldId="417"/>
        </pc:sldMkLst>
        <pc:spChg chg="mod">
          <ac:chgData name="Mohammad Salman" userId="cfd6754c-e613-4f6f-bb98-36aef69d8c31" providerId="ADAL" clId="{47888F1A-D2CB-439D-AEA9-A9A830EB661C}" dt="2023-10-25T13:37:40.422" v="8687" actId="5793"/>
          <ac:spMkLst>
            <pc:docMk/>
            <pc:sldMk cId="1608232614" sldId="417"/>
            <ac:spMk id="2" creationId="{E0AF65F4-39E8-3D74-C226-69752198012C}"/>
          </ac:spMkLst>
        </pc:spChg>
        <pc:spChg chg="mod">
          <ac:chgData name="Mohammad Salman" userId="cfd6754c-e613-4f6f-bb98-36aef69d8c31" providerId="ADAL" clId="{47888F1A-D2CB-439D-AEA9-A9A830EB661C}" dt="2023-10-25T15:52:13.620" v="12195" actId="20577"/>
          <ac:spMkLst>
            <pc:docMk/>
            <pc:sldMk cId="1608232614" sldId="417"/>
            <ac:spMk id="3" creationId="{9453972B-AF3F-F8C7-A088-B6614A22C10D}"/>
          </ac:spMkLst>
        </pc:spChg>
        <pc:spChg chg="add del">
          <ac:chgData name="Mohammad Salman" userId="cfd6754c-e613-4f6f-bb98-36aef69d8c31" providerId="ADAL" clId="{47888F1A-D2CB-439D-AEA9-A9A830EB661C}" dt="2023-10-25T13:46:02.031" v="9012"/>
          <ac:spMkLst>
            <pc:docMk/>
            <pc:sldMk cId="1608232614" sldId="417"/>
            <ac:spMk id="4" creationId="{E395E3D1-3B92-1E5F-2159-FDCB3478D8B7}"/>
          </ac:spMkLst>
        </pc:spChg>
      </pc:sldChg>
      <pc:sldChg chg="addSp delSp modSp add mod addAnim delAnim modAnim">
        <pc:chgData name="Mohammad Salman" userId="cfd6754c-e613-4f6f-bb98-36aef69d8c31" providerId="ADAL" clId="{47888F1A-D2CB-439D-AEA9-A9A830EB661C}" dt="2023-10-27T10:05:36.692" v="12758" actId="1035"/>
        <pc:sldMkLst>
          <pc:docMk/>
          <pc:sldMk cId="706575632" sldId="418"/>
        </pc:sldMkLst>
        <pc:spChg chg="mod">
          <ac:chgData name="Mohammad Salman" userId="cfd6754c-e613-4f6f-bb98-36aef69d8c31" providerId="ADAL" clId="{47888F1A-D2CB-439D-AEA9-A9A830EB661C}" dt="2023-10-27T10:05:36.692" v="12758" actId="1035"/>
          <ac:spMkLst>
            <pc:docMk/>
            <pc:sldMk cId="706575632" sldId="418"/>
            <ac:spMk id="3" creationId="{6955817C-4F41-8D6B-2E8A-F4FAC727920E}"/>
          </ac:spMkLst>
        </pc:spChg>
        <pc:spChg chg="add del">
          <ac:chgData name="Mohammad Salman" userId="cfd6754c-e613-4f6f-bb98-36aef69d8c31" providerId="ADAL" clId="{47888F1A-D2CB-439D-AEA9-A9A830EB661C}" dt="2023-10-25T13:41:45.395" v="8968" actId="478"/>
          <ac:spMkLst>
            <pc:docMk/>
            <pc:sldMk cId="706575632" sldId="418"/>
            <ac:spMk id="4" creationId="{A55968CD-FEF3-099E-CA21-73C5525669EE}"/>
          </ac:spMkLst>
        </pc:spChg>
        <pc:spChg chg="add del">
          <ac:chgData name="Mohammad Salman" userId="cfd6754c-e613-4f6f-bb98-36aef69d8c31" providerId="ADAL" clId="{47888F1A-D2CB-439D-AEA9-A9A830EB661C}" dt="2023-10-25T13:41:45.395" v="8968" actId="478"/>
          <ac:spMkLst>
            <pc:docMk/>
            <pc:sldMk cId="706575632" sldId="418"/>
            <ac:spMk id="6" creationId="{BFFD66FD-D598-AF0C-2BAA-0A1CB20B3E8F}"/>
          </ac:spMkLst>
        </pc:spChg>
        <pc:spChg chg="mod">
          <ac:chgData name="Mohammad Salman" userId="cfd6754c-e613-4f6f-bb98-36aef69d8c31" providerId="ADAL" clId="{47888F1A-D2CB-439D-AEA9-A9A830EB661C}" dt="2023-10-25T13:41:24.942" v="8965" actId="20577"/>
          <ac:spMkLst>
            <pc:docMk/>
            <pc:sldMk cId="706575632" sldId="418"/>
            <ac:spMk id="7" creationId="{05BA5703-9205-EBC5-775D-3A7495F367C8}"/>
          </ac:spMkLst>
        </pc:spChg>
        <pc:cxnChg chg="del mod">
          <ac:chgData name="Mohammad Salman" userId="cfd6754c-e613-4f6f-bb98-36aef69d8c31" providerId="ADAL" clId="{47888F1A-D2CB-439D-AEA9-A9A830EB661C}" dt="2023-10-25T13:41:46.846" v="8969" actId="478"/>
          <ac:cxnSpMkLst>
            <pc:docMk/>
            <pc:sldMk cId="706575632" sldId="418"/>
            <ac:cxnSpMk id="2" creationId="{09B75D40-CB01-A0DD-C011-4156ECC84C9A}"/>
          </ac:cxnSpMkLst>
        </pc:cxnChg>
        <pc:cxnChg chg="add mod">
          <ac:chgData name="Mohammad Salman" userId="cfd6754c-e613-4f6f-bb98-36aef69d8c31" providerId="ADAL" clId="{47888F1A-D2CB-439D-AEA9-A9A830EB661C}" dt="2023-10-27T10:05:36.692" v="12758" actId="1035"/>
          <ac:cxnSpMkLst>
            <pc:docMk/>
            <pc:sldMk cId="706575632" sldId="418"/>
            <ac:cxnSpMk id="8" creationId="{C86EBF29-B36A-42C3-552C-9F29C01ED315}"/>
          </ac:cxnSpMkLst>
        </pc:cxnChg>
        <pc:cxnChg chg="add del mod">
          <ac:chgData name="Mohammad Salman" userId="cfd6754c-e613-4f6f-bb98-36aef69d8c31" providerId="ADAL" clId="{47888F1A-D2CB-439D-AEA9-A9A830EB661C}" dt="2023-10-25T13:41:45.395" v="8968" actId="478"/>
          <ac:cxnSpMkLst>
            <pc:docMk/>
            <pc:sldMk cId="706575632" sldId="418"/>
            <ac:cxnSpMk id="11" creationId="{3AC1E12F-3BC1-3EE2-EF4C-DB8DC00BF632}"/>
          </ac:cxnSpMkLst>
        </pc:cxnChg>
      </pc:sldChg>
      <pc:sldChg chg="addSp delSp modSp new mod setBg modAnim modNotesTx">
        <pc:chgData name="Mohammad Salman" userId="cfd6754c-e613-4f6f-bb98-36aef69d8c31" providerId="ADAL" clId="{47888F1A-D2CB-439D-AEA9-A9A830EB661C}" dt="2023-10-28T18:24:29.497" v="13471" actId="20577"/>
        <pc:sldMkLst>
          <pc:docMk/>
          <pc:sldMk cId="701063534" sldId="419"/>
        </pc:sldMkLst>
        <pc:spChg chg="del">
          <ac:chgData name="Mohammad Salman" userId="cfd6754c-e613-4f6f-bb98-36aef69d8c31" providerId="ADAL" clId="{47888F1A-D2CB-439D-AEA9-A9A830EB661C}" dt="2023-10-25T14:05:50.609" v="9103" actId="478"/>
          <ac:spMkLst>
            <pc:docMk/>
            <pc:sldMk cId="701063534" sldId="419"/>
            <ac:spMk id="2" creationId="{045FF149-0151-7031-7993-7FC5052BE037}"/>
          </ac:spMkLst>
        </pc:spChg>
        <pc:spChg chg="del">
          <ac:chgData name="Mohammad Salman" userId="cfd6754c-e613-4f6f-bb98-36aef69d8c31" providerId="ADAL" clId="{47888F1A-D2CB-439D-AEA9-A9A830EB661C}" dt="2023-10-25T14:05:50.609" v="9103" actId="478"/>
          <ac:spMkLst>
            <pc:docMk/>
            <pc:sldMk cId="701063534" sldId="419"/>
            <ac:spMk id="3" creationId="{7C9E589D-93A5-5B17-32D2-D089B5D5EBFF}"/>
          </ac:spMkLst>
        </pc:spChg>
        <pc:spChg chg="add mod">
          <ac:chgData name="Mohammad Salman" userId="cfd6754c-e613-4f6f-bb98-36aef69d8c31" providerId="ADAL" clId="{47888F1A-D2CB-439D-AEA9-A9A830EB661C}" dt="2023-10-25T15:53:30.220" v="12229" actId="1036"/>
          <ac:spMkLst>
            <pc:docMk/>
            <pc:sldMk cId="701063534" sldId="419"/>
            <ac:spMk id="5" creationId="{5864A736-E128-9911-28FD-F1746D228D2B}"/>
          </ac:spMkLst>
        </pc:spChg>
        <pc:spChg chg="add mod">
          <ac:chgData name="Mohammad Salman" userId="cfd6754c-e613-4f6f-bb98-36aef69d8c31" providerId="ADAL" clId="{47888F1A-D2CB-439D-AEA9-A9A830EB661C}" dt="2023-10-25T15:53:30.220" v="12229" actId="1036"/>
          <ac:spMkLst>
            <pc:docMk/>
            <pc:sldMk cId="701063534" sldId="419"/>
            <ac:spMk id="7" creationId="{F270DB71-D141-4151-F80A-C2BF6C0649F4}"/>
          </ac:spMkLst>
        </pc:spChg>
        <pc:spChg chg="add mod">
          <ac:chgData name="Mohammad Salman" userId="cfd6754c-e613-4f6f-bb98-36aef69d8c31" providerId="ADAL" clId="{47888F1A-D2CB-439D-AEA9-A9A830EB661C}" dt="2023-10-25T15:53:30.220" v="12229" actId="1036"/>
          <ac:spMkLst>
            <pc:docMk/>
            <pc:sldMk cId="701063534" sldId="419"/>
            <ac:spMk id="9" creationId="{B7A8D4E4-32E0-B75E-402D-D0615B6D43D6}"/>
          </ac:spMkLst>
        </pc:spChg>
        <pc:spChg chg="add mod">
          <ac:chgData name="Mohammad Salman" userId="cfd6754c-e613-4f6f-bb98-36aef69d8c31" providerId="ADAL" clId="{47888F1A-D2CB-439D-AEA9-A9A830EB661C}" dt="2023-10-25T15:53:30.220" v="12229" actId="1036"/>
          <ac:spMkLst>
            <pc:docMk/>
            <pc:sldMk cId="701063534" sldId="419"/>
            <ac:spMk id="10" creationId="{18F95FE1-40EE-2729-B54A-F0F269C4C348}"/>
          </ac:spMkLst>
        </pc:spChg>
        <pc:spChg chg="add mod">
          <ac:chgData name="Mohammad Salman" userId="cfd6754c-e613-4f6f-bb98-36aef69d8c31" providerId="ADAL" clId="{47888F1A-D2CB-439D-AEA9-A9A830EB661C}" dt="2023-10-28T18:24:29.497" v="13471" actId="20577"/>
          <ac:spMkLst>
            <pc:docMk/>
            <pc:sldMk cId="701063534" sldId="419"/>
            <ac:spMk id="14" creationId="{EFF2A995-D4C9-9DB9-4940-90A420B96EC3}"/>
          </ac:spMkLst>
        </pc:spChg>
        <pc:spChg chg="add mod">
          <ac:chgData name="Mohammad Salman" userId="cfd6754c-e613-4f6f-bb98-36aef69d8c31" providerId="ADAL" clId="{47888F1A-D2CB-439D-AEA9-A9A830EB661C}" dt="2023-10-25T15:53:30.220" v="12229" actId="1036"/>
          <ac:spMkLst>
            <pc:docMk/>
            <pc:sldMk cId="701063534" sldId="419"/>
            <ac:spMk id="15" creationId="{BEC561E5-634D-4E0B-E4D5-FCF147BC937B}"/>
          </ac:spMkLst>
        </pc:spChg>
        <pc:spChg chg="add mod">
          <ac:chgData name="Mohammad Salman" userId="cfd6754c-e613-4f6f-bb98-36aef69d8c31" providerId="ADAL" clId="{47888F1A-D2CB-439D-AEA9-A9A830EB661C}" dt="2023-10-28T18:16:08.179" v="13098" actId="1035"/>
          <ac:spMkLst>
            <pc:docMk/>
            <pc:sldMk cId="701063534" sldId="419"/>
            <ac:spMk id="16" creationId="{A314A6E1-2DB6-C798-87BB-BF78C58D1463}"/>
          </ac:spMkLst>
        </pc:spChg>
        <pc:picChg chg="add mod">
          <ac:chgData name="Mohammad Salman" userId="cfd6754c-e613-4f6f-bb98-36aef69d8c31" providerId="ADAL" clId="{47888F1A-D2CB-439D-AEA9-A9A830EB661C}" dt="2023-10-25T15:53:30.220" v="12229" actId="1036"/>
          <ac:picMkLst>
            <pc:docMk/>
            <pc:sldMk cId="701063534" sldId="419"/>
            <ac:picMk id="12" creationId="{D36CF8B6-5242-E2CB-4A90-CBB0046D00A8}"/>
          </ac:picMkLst>
        </pc:picChg>
      </pc:sldChg>
      <pc:sldChg chg="addSp delSp modSp new mod modClrScheme chgLayout">
        <pc:chgData name="Mohammad Salman" userId="cfd6754c-e613-4f6f-bb98-36aef69d8c31" providerId="ADAL" clId="{47888F1A-D2CB-439D-AEA9-A9A830EB661C}" dt="2023-10-25T14:23:51.949" v="9367" actId="1076"/>
        <pc:sldMkLst>
          <pc:docMk/>
          <pc:sldMk cId="2309326489" sldId="420"/>
        </pc:sldMkLst>
        <pc:spChg chg="del mod ord">
          <ac:chgData name="Mohammad Salman" userId="cfd6754c-e613-4f6f-bb98-36aef69d8c31" providerId="ADAL" clId="{47888F1A-D2CB-439D-AEA9-A9A830EB661C}" dt="2023-10-25T14:23:20.026" v="9336" actId="700"/>
          <ac:spMkLst>
            <pc:docMk/>
            <pc:sldMk cId="2309326489" sldId="420"/>
            <ac:spMk id="2" creationId="{C3589F4E-0DCA-7D5F-7C1F-0C3E1F46EA6D}"/>
          </ac:spMkLst>
        </pc:spChg>
        <pc:spChg chg="del mod ord">
          <ac:chgData name="Mohammad Salman" userId="cfd6754c-e613-4f6f-bb98-36aef69d8c31" providerId="ADAL" clId="{47888F1A-D2CB-439D-AEA9-A9A830EB661C}" dt="2023-10-25T14:23:20.026" v="9336" actId="700"/>
          <ac:spMkLst>
            <pc:docMk/>
            <pc:sldMk cId="2309326489" sldId="420"/>
            <ac:spMk id="3" creationId="{023E2057-9A96-AB63-952F-9C2267D0BC78}"/>
          </ac:spMkLst>
        </pc:spChg>
        <pc:spChg chg="add mod ord">
          <ac:chgData name="Mohammad Salman" userId="cfd6754c-e613-4f6f-bb98-36aef69d8c31" providerId="ADAL" clId="{47888F1A-D2CB-439D-AEA9-A9A830EB661C}" dt="2023-10-25T14:23:23.613" v="9355" actId="20577"/>
          <ac:spMkLst>
            <pc:docMk/>
            <pc:sldMk cId="2309326489" sldId="420"/>
            <ac:spMk id="4" creationId="{D69DD892-C9EA-1BBD-73D2-8CDF21B64DC9}"/>
          </ac:spMkLst>
        </pc:spChg>
        <pc:spChg chg="add mod ord">
          <ac:chgData name="Mohammad Salman" userId="cfd6754c-e613-4f6f-bb98-36aef69d8c31" providerId="ADAL" clId="{47888F1A-D2CB-439D-AEA9-A9A830EB661C}" dt="2023-10-25T14:23:33.147" v="9357"/>
          <ac:spMkLst>
            <pc:docMk/>
            <pc:sldMk cId="2309326489" sldId="420"/>
            <ac:spMk id="5" creationId="{66E82526-701D-4472-F057-829CA641657C}"/>
          </ac:spMkLst>
        </pc:spChg>
        <pc:spChg chg="add del">
          <ac:chgData name="Mohammad Salman" userId="cfd6754c-e613-4f6f-bb98-36aef69d8c31" providerId="ADAL" clId="{47888F1A-D2CB-439D-AEA9-A9A830EB661C}" dt="2023-10-25T14:23:38.038" v="9361" actId="22"/>
          <ac:spMkLst>
            <pc:docMk/>
            <pc:sldMk cId="2309326489" sldId="420"/>
            <ac:spMk id="7" creationId="{95AA487F-27CA-EADF-E82E-029712F0B944}"/>
          </ac:spMkLst>
        </pc:spChg>
        <pc:spChg chg="add mod">
          <ac:chgData name="Mohammad Salman" userId="cfd6754c-e613-4f6f-bb98-36aef69d8c31" providerId="ADAL" clId="{47888F1A-D2CB-439D-AEA9-A9A830EB661C}" dt="2023-10-25T14:23:51.949" v="9367" actId="1076"/>
          <ac:spMkLst>
            <pc:docMk/>
            <pc:sldMk cId="2309326489" sldId="420"/>
            <ac:spMk id="9" creationId="{55CBB8D6-1348-95E2-68F0-CE8D262574F7}"/>
          </ac:spMkLst>
        </pc:spChg>
      </pc:sldChg>
      <pc:sldChg chg="modSp new mod setBg modNotesTx">
        <pc:chgData name="Mohammad Salman" userId="cfd6754c-e613-4f6f-bb98-36aef69d8c31" providerId="ADAL" clId="{47888F1A-D2CB-439D-AEA9-A9A830EB661C}" dt="2023-10-29T11:33:25.092" v="14667" actId="20577"/>
        <pc:sldMkLst>
          <pc:docMk/>
          <pc:sldMk cId="4024422916" sldId="421"/>
        </pc:sldMkLst>
        <pc:spChg chg="mod">
          <ac:chgData name="Mohammad Salman" userId="cfd6754c-e613-4f6f-bb98-36aef69d8c31" providerId="ADAL" clId="{47888F1A-D2CB-439D-AEA9-A9A830EB661C}" dt="2023-10-25T15:48:12.885" v="12177" actId="20577"/>
          <ac:spMkLst>
            <pc:docMk/>
            <pc:sldMk cId="4024422916" sldId="421"/>
            <ac:spMk id="2" creationId="{E92D063F-5F3C-18E1-3DDC-2AE5B8782C20}"/>
          </ac:spMkLst>
        </pc:spChg>
        <pc:spChg chg="mod">
          <ac:chgData name="Mohammad Salman" userId="cfd6754c-e613-4f6f-bb98-36aef69d8c31" providerId="ADAL" clId="{47888F1A-D2CB-439D-AEA9-A9A830EB661C}" dt="2023-10-29T11:33:25.092" v="14667" actId="20577"/>
          <ac:spMkLst>
            <pc:docMk/>
            <pc:sldMk cId="4024422916" sldId="421"/>
            <ac:spMk id="3" creationId="{6782AA19-5C2B-58C4-3CD2-203DA8D21C3B}"/>
          </ac:spMkLst>
        </pc:spChg>
      </pc:sldChg>
      <pc:sldChg chg="addSp delSp modSp new mod setBg modAnim modNotesTx">
        <pc:chgData name="Mohammad Salman" userId="cfd6754c-e613-4f6f-bb98-36aef69d8c31" providerId="ADAL" clId="{47888F1A-D2CB-439D-AEA9-A9A830EB661C}" dt="2023-10-29T11:33:42.268" v="14669"/>
        <pc:sldMkLst>
          <pc:docMk/>
          <pc:sldMk cId="1053843779" sldId="422"/>
        </pc:sldMkLst>
        <pc:spChg chg="del">
          <ac:chgData name="Mohammad Salman" userId="cfd6754c-e613-4f6f-bb98-36aef69d8c31" providerId="ADAL" clId="{47888F1A-D2CB-439D-AEA9-A9A830EB661C}" dt="2023-10-25T15:04:03.256" v="9888" actId="478"/>
          <ac:spMkLst>
            <pc:docMk/>
            <pc:sldMk cId="1053843779" sldId="422"/>
            <ac:spMk id="2" creationId="{9E278CEB-8652-258F-429E-581E66E06AB4}"/>
          </ac:spMkLst>
        </pc:spChg>
        <pc:spChg chg="del mod">
          <ac:chgData name="Mohammad Salman" userId="cfd6754c-e613-4f6f-bb98-36aef69d8c31" providerId="ADAL" clId="{47888F1A-D2CB-439D-AEA9-A9A830EB661C}" dt="2023-10-25T15:04:03.256" v="9888" actId="478"/>
          <ac:spMkLst>
            <pc:docMk/>
            <pc:sldMk cId="1053843779" sldId="422"/>
            <ac:spMk id="3" creationId="{4F9AF711-16CE-4CD2-FB7F-D485F1598D19}"/>
          </ac:spMkLst>
        </pc:spChg>
        <pc:spChg chg="add mod">
          <ac:chgData name="Mohammad Salman" userId="cfd6754c-e613-4f6f-bb98-36aef69d8c31" providerId="ADAL" clId="{47888F1A-D2CB-439D-AEA9-A9A830EB661C}" dt="2023-10-25T15:10:07.932" v="10107" actId="20577"/>
          <ac:spMkLst>
            <pc:docMk/>
            <pc:sldMk cId="1053843779" sldId="422"/>
            <ac:spMk id="6" creationId="{7C09B77A-D941-B96B-45D8-1DDE62B59404}"/>
          </ac:spMkLst>
        </pc:spChg>
        <pc:spChg chg="add mod">
          <ac:chgData name="Mohammad Salman" userId="cfd6754c-e613-4f6f-bb98-36aef69d8c31" providerId="ADAL" clId="{47888F1A-D2CB-439D-AEA9-A9A830EB661C}" dt="2023-10-25T15:24:40.822" v="10771" actId="20577"/>
          <ac:spMkLst>
            <pc:docMk/>
            <pc:sldMk cId="1053843779" sldId="422"/>
            <ac:spMk id="7" creationId="{F2C5D7AC-00F7-2F8C-88B3-23F2E256A80C}"/>
          </ac:spMkLst>
        </pc:spChg>
        <pc:spChg chg="add del mod">
          <ac:chgData name="Mohammad Salman" userId="cfd6754c-e613-4f6f-bb98-36aef69d8c31" providerId="ADAL" clId="{47888F1A-D2CB-439D-AEA9-A9A830EB661C}" dt="2023-10-25T15:11:51.285" v="10123" actId="478"/>
          <ac:spMkLst>
            <pc:docMk/>
            <pc:sldMk cId="1053843779" sldId="422"/>
            <ac:spMk id="8" creationId="{24482530-B097-7DFB-4CC7-20F68B1B1547}"/>
          </ac:spMkLst>
        </pc:spChg>
        <pc:spChg chg="add">
          <ac:chgData name="Mohammad Salman" userId="cfd6754c-e613-4f6f-bb98-36aef69d8c31" providerId="ADAL" clId="{47888F1A-D2CB-439D-AEA9-A9A830EB661C}" dt="2023-10-25T15:15:26.543" v="10277" actId="11529"/>
          <ac:spMkLst>
            <pc:docMk/>
            <pc:sldMk cId="1053843779" sldId="422"/>
            <ac:spMk id="13" creationId="{7FC128FB-9585-116E-6E97-B516DADC843B}"/>
          </ac:spMkLst>
        </pc:spChg>
        <pc:spChg chg="add mod">
          <ac:chgData name="Mohammad Salman" userId="cfd6754c-e613-4f6f-bb98-36aef69d8c31" providerId="ADAL" clId="{47888F1A-D2CB-439D-AEA9-A9A830EB661C}" dt="2023-10-25T15:15:47.409" v="10293" actId="14100"/>
          <ac:spMkLst>
            <pc:docMk/>
            <pc:sldMk cId="1053843779" sldId="422"/>
            <ac:spMk id="14" creationId="{EDBA09CC-F297-6541-5DBC-2F311F412047}"/>
          </ac:spMkLst>
        </pc:spChg>
        <pc:spChg chg="add">
          <ac:chgData name="Mohammad Salman" userId="cfd6754c-e613-4f6f-bb98-36aef69d8c31" providerId="ADAL" clId="{47888F1A-D2CB-439D-AEA9-A9A830EB661C}" dt="2023-10-27T10:15:03.090" v="12822" actId="11529"/>
          <ac:spMkLst>
            <pc:docMk/>
            <pc:sldMk cId="1053843779" sldId="422"/>
            <ac:spMk id="15" creationId="{4EEF7E6B-62B2-22CA-8A1C-94EE34FCE982}"/>
          </ac:spMkLst>
        </pc:spChg>
        <pc:spChg chg="add mod">
          <ac:chgData name="Mohammad Salman" userId="cfd6754c-e613-4f6f-bb98-36aef69d8c31" providerId="ADAL" clId="{47888F1A-D2CB-439D-AEA9-A9A830EB661C}" dt="2023-10-27T10:15:30.753" v="12827" actId="1076"/>
          <ac:spMkLst>
            <pc:docMk/>
            <pc:sldMk cId="1053843779" sldId="422"/>
            <ac:spMk id="16" creationId="{18C61E2F-C4AE-B410-DECE-447AABE3BB2F}"/>
          </ac:spMkLst>
        </pc:spChg>
        <pc:picChg chg="add mod">
          <ac:chgData name="Mohammad Salman" userId="cfd6754c-e613-4f6f-bb98-36aef69d8c31" providerId="ADAL" clId="{47888F1A-D2CB-439D-AEA9-A9A830EB661C}" dt="2023-10-25T15:05:06.675" v="9891" actId="1076"/>
          <ac:picMkLst>
            <pc:docMk/>
            <pc:sldMk cId="1053843779" sldId="422"/>
            <ac:picMk id="5" creationId="{DAC4E3EE-0B99-83C5-737D-80443F645DB6}"/>
          </ac:picMkLst>
        </pc:picChg>
        <pc:picChg chg="add mod">
          <ac:chgData name="Mohammad Salman" userId="cfd6754c-e613-4f6f-bb98-36aef69d8c31" providerId="ADAL" clId="{47888F1A-D2CB-439D-AEA9-A9A830EB661C}" dt="2023-10-25T15:11:18.242" v="10120" actId="14100"/>
          <ac:picMkLst>
            <pc:docMk/>
            <pc:sldMk cId="1053843779" sldId="422"/>
            <ac:picMk id="12" creationId="{2B952BE0-EA61-96D9-4A2E-ACE344B15D5A}"/>
          </ac:picMkLst>
        </pc:picChg>
        <pc:cxnChg chg="add del mod">
          <ac:chgData name="Mohammad Salman" userId="cfd6754c-e613-4f6f-bb98-36aef69d8c31" providerId="ADAL" clId="{47888F1A-D2CB-439D-AEA9-A9A830EB661C}" dt="2023-10-25T15:11:48.554" v="10121" actId="478"/>
          <ac:cxnSpMkLst>
            <pc:docMk/>
            <pc:sldMk cId="1053843779" sldId="422"/>
            <ac:cxnSpMk id="10" creationId="{0BCC7EA5-9648-E593-9AE6-4B6159CA2737}"/>
          </ac:cxnSpMkLst>
        </pc:cxnChg>
      </pc:sldChg>
      <pc:sldChg chg="addSp modSp add mod setBg modAnim modNotesTx">
        <pc:chgData name="Mohammad Salman" userId="cfd6754c-e613-4f6f-bb98-36aef69d8c31" providerId="ADAL" clId="{47888F1A-D2CB-439D-AEA9-A9A830EB661C}" dt="2023-10-25T15:34:02.691" v="11489"/>
        <pc:sldMkLst>
          <pc:docMk/>
          <pc:sldMk cId="1064096526" sldId="423"/>
        </pc:sldMkLst>
        <pc:spChg chg="mod">
          <ac:chgData name="Mohammad Salman" userId="cfd6754c-e613-4f6f-bb98-36aef69d8c31" providerId="ADAL" clId="{47888F1A-D2CB-439D-AEA9-A9A830EB661C}" dt="2023-10-25T15:25:07.689" v="10784" actId="20577"/>
          <ac:spMkLst>
            <pc:docMk/>
            <pc:sldMk cId="1064096526" sldId="423"/>
            <ac:spMk id="6" creationId="{7C09B77A-D941-B96B-45D8-1DDE62B59404}"/>
          </ac:spMkLst>
        </pc:spChg>
        <pc:spChg chg="mod">
          <ac:chgData name="Mohammad Salman" userId="cfd6754c-e613-4f6f-bb98-36aef69d8c31" providerId="ADAL" clId="{47888F1A-D2CB-439D-AEA9-A9A830EB661C}" dt="2023-10-25T15:30:59.337" v="11476" actId="20577"/>
          <ac:spMkLst>
            <pc:docMk/>
            <pc:sldMk cId="1064096526" sldId="423"/>
            <ac:spMk id="7" creationId="{F2C5D7AC-00F7-2F8C-88B3-23F2E256A80C}"/>
          </ac:spMkLst>
        </pc:spChg>
        <pc:picChg chg="add mod">
          <ac:chgData name="Mohammad Salman" userId="cfd6754c-e613-4f6f-bb98-36aef69d8c31" providerId="ADAL" clId="{47888F1A-D2CB-439D-AEA9-A9A830EB661C}" dt="2023-10-25T15:33:54.073" v="11488" actId="692"/>
          <ac:picMkLst>
            <pc:docMk/>
            <pc:sldMk cId="1064096526" sldId="423"/>
            <ac:picMk id="3" creationId="{ABA55642-B90B-DC91-E9C5-57F1174C9D60}"/>
          </ac:picMkLst>
        </pc:picChg>
      </pc:sldChg>
      <pc:sldChg chg="modSp new mod setBg">
        <pc:chgData name="Mohammad Salman" userId="cfd6754c-e613-4f6f-bb98-36aef69d8c31" providerId="ADAL" clId="{47888F1A-D2CB-439D-AEA9-A9A830EB661C}" dt="2023-10-29T11:29:29.533" v="14636" actId="20577"/>
        <pc:sldMkLst>
          <pc:docMk/>
          <pc:sldMk cId="3021255862" sldId="424"/>
        </pc:sldMkLst>
        <pc:spChg chg="mod">
          <ac:chgData name="Mohammad Salman" userId="cfd6754c-e613-4f6f-bb98-36aef69d8c31" providerId="ADAL" clId="{47888F1A-D2CB-439D-AEA9-A9A830EB661C}" dt="2023-10-29T11:25:51.379" v="14058" actId="20577"/>
          <ac:spMkLst>
            <pc:docMk/>
            <pc:sldMk cId="3021255862" sldId="424"/>
            <ac:spMk id="2" creationId="{F5EF0BFB-C5CD-64F2-1FD8-2089B2DECC5A}"/>
          </ac:spMkLst>
        </pc:spChg>
        <pc:spChg chg="mod">
          <ac:chgData name="Mohammad Salman" userId="cfd6754c-e613-4f6f-bb98-36aef69d8c31" providerId="ADAL" clId="{47888F1A-D2CB-439D-AEA9-A9A830EB661C}" dt="2023-10-29T11:29:29.533" v="14636" actId="20577"/>
          <ac:spMkLst>
            <pc:docMk/>
            <pc:sldMk cId="3021255862" sldId="424"/>
            <ac:spMk id="3" creationId="{D0D018D3-F94D-F89A-0FE4-F97C9C699D67}"/>
          </ac:spMkLst>
        </pc:spChg>
      </pc:sldChg>
      <pc:sldChg chg="addSp modSp add mod modAnim">
        <pc:chgData name="Mohammad Salman" userId="cfd6754c-e613-4f6f-bb98-36aef69d8c31" providerId="ADAL" clId="{47888F1A-D2CB-439D-AEA9-A9A830EB661C}" dt="2023-10-28T18:19:00.564" v="13342" actId="207"/>
        <pc:sldMkLst>
          <pc:docMk/>
          <pc:sldMk cId="3292400407" sldId="425"/>
        </pc:sldMkLst>
        <pc:spChg chg="add mod">
          <ac:chgData name="Mohammad Salman" userId="cfd6754c-e613-4f6f-bb98-36aef69d8c31" providerId="ADAL" clId="{47888F1A-D2CB-439D-AEA9-A9A830EB661C}" dt="2023-10-28T18:19:00.564" v="13342" actId="207"/>
          <ac:spMkLst>
            <pc:docMk/>
            <pc:sldMk cId="3292400407" sldId="425"/>
            <ac:spMk id="2" creationId="{80EF1210-DD12-0894-A9C3-E67860866E79}"/>
          </ac:spMkLst>
        </pc:spChg>
        <pc:spChg chg="add mod">
          <ac:chgData name="Mohammad Salman" userId="cfd6754c-e613-4f6f-bb98-36aef69d8c31" providerId="ADAL" clId="{47888F1A-D2CB-439D-AEA9-A9A830EB661C}" dt="2023-10-25T15:38:31.603" v="11706" actId="1076"/>
          <ac:spMkLst>
            <pc:docMk/>
            <pc:sldMk cId="3292400407" sldId="425"/>
            <ac:spMk id="4" creationId="{A96D8FAE-F74E-A764-5059-726EE821858B}"/>
          </ac:spMkLst>
        </pc:spChg>
      </pc:sldChg>
      <pc:sldChg chg="addSp delSp modSp add mod delAnim modAnim">
        <pc:chgData name="Mohammad Salman" userId="cfd6754c-e613-4f6f-bb98-36aef69d8c31" providerId="ADAL" clId="{47888F1A-D2CB-439D-AEA9-A9A830EB661C}" dt="2023-10-29T11:31:06.923" v="14647" actId="20577"/>
        <pc:sldMkLst>
          <pc:docMk/>
          <pc:sldMk cId="2378726352" sldId="426"/>
        </pc:sldMkLst>
        <pc:spChg chg="mod">
          <ac:chgData name="Mohammad Salman" userId="cfd6754c-e613-4f6f-bb98-36aef69d8c31" providerId="ADAL" clId="{47888F1A-D2CB-439D-AEA9-A9A830EB661C}" dt="2023-10-25T15:47:46.243" v="12158" actId="404"/>
          <ac:spMkLst>
            <pc:docMk/>
            <pc:sldMk cId="2378726352" sldId="426"/>
            <ac:spMk id="6" creationId="{7C09B77A-D941-B96B-45D8-1DDE62B59404}"/>
          </ac:spMkLst>
        </pc:spChg>
        <pc:spChg chg="mod">
          <ac:chgData name="Mohammad Salman" userId="cfd6754c-e613-4f6f-bb98-36aef69d8c31" providerId="ADAL" clId="{47888F1A-D2CB-439D-AEA9-A9A830EB661C}" dt="2023-10-29T11:31:06.923" v="14647" actId="20577"/>
          <ac:spMkLst>
            <pc:docMk/>
            <pc:sldMk cId="2378726352" sldId="426"/>
            <ac:spMk id="7" creationId="{F2C5D7AC-00F7-2F8C-88B3-23F2E256A80C}"/>
          </ac:spMkLst>
        </pc:spChg>
        <pc:spChg chg="add mod">
          <ac:chgData name="Mohammad Salman" userId="cfd6754c-e613-4f6f-bb98-36aef69d8c31" providerId="ADAL" clId="{47888F1A-D2CB-439D-AEA9-A9A830EB661C}" dt="2023-10-25T15:41:05.173" v="11726" actId="1035"/>
          <ac:spMkLst>
            <pc:docMk/>
            <pc:sldMk cId="2378726352" sldId="426"/>
            <ac:spMk id="10" creationId="{135ACFEE-6C73-51FF-BA27-48FCAD99BEE6}"/>
          </ac:spMkLst>
        </pc:spChg>
        <pc:spChg chg="add mod">
          <ac:chgData name="Mohammad Salman" userId="cfd6754c-e613-4f6f-bb98-36aef69d8c31" providerId="ADAL" clId="{47888F1A-D2CB-439D-AEA9-A9A830EB661C}" dt="2023-10-25T15:41:14.027" v="11730" actId="1036"/>
          <ac:spMkLst>
            <pc:docMk/>
            <pc:sldMk cId="2378726352" sldId="426"/>
            <ac:spMk id="11" creationId="{D6A54888-CC19-774C-A463-73976BB0CD23}"/>
          </ac:spMkLst>
        </pc:spChg>
        <pc:spChg chg="del">
          <ac:chgData name="Mohammad Salman" userId="cfd6754c-e613-4f6f-bb98-36aef69d8c31" providerId="ADAL" clId="{47888F1A-D2CB-439D-AEA9-A9A830EB661C}" dt="2023-10-25T15:39:41.146" v="11712" actId="478"/>
          <ac:spMkLst>
            <pc:docMk/>
            <pc:sldMk cId="2378726352" sldId="426"/>
            <ac:spMk id="13" creationId="{7FC128FB-9585-116E-6E97-B516DADC843B}"/>
          </ac:spMkLst>
        </pc:spChg>
        <pc:spChg chg="del">
          <ac:chgData name="Mohammad Salman" userId="cfd6754c-e613-4f6f-bb98-36aef69d8c31" providerId="ADAL" clId="{47888F1A-D2CB-439D-AEA9-A9A830EB661C}" dt="2023-10-25T15:39:42.044" v="11713" actId="478"/>
          <ac:spMkLst>
            <pc:docMk/>
            <pc:sldMk cId="2378726352" sldId="426"/>
            <ac:spMk id="14" creationId="{EDBA09CC-F297-6541-5DBC-2F311F412047}"/>
          </ac:spMkLst>
        </pc:spChg>
        <pc:picChg chg="del">
          <ac:chgData name="Mohammad Salman" userId="cfd6754c-e613-4f6f-bb98-36aef69d8c31" providerId="ADAL" clId="{47888F1A-D2CB-439D-AEA9-A9A830EB661C}" dt="2023-10-25T15:39:43.397" v="11714" actId="478"/>
          <ac:picMkLst>
            <pc:docMk/>
            <pc:sldMk cId="2378726352" sldId="426"/>
            <ac:picMk id="3" creationId="{ABA55642-B90B-DC91-E9C5-57F1174C9D60}"/>
          </ac:picMkLst>
        </pc:picChg>
        <pc:picChg chg="add mod">
          <ac:chgData name="Mohammad Salman" userId="cfd6754c-e613-4f6f-bb98-36aef69d8c31" providerId="ADAL" clId="{47888F1A-D2CB-439D-AEA9-A9A830EB661C}" dt="2023-10-25T15:40:02.281" v="11716" actId="14100"/>
          <ac:picMkLst>
            <pc:docMk/>
            <pc:sldMk cId="2378726352" sldId="426"/>
            <ac:picMk id="4" creationId="{32BF795C-C300-8AE9-5894-07F0B86BC6A3}"/>
          </ac:picMkLst>
        </pc:picChg>
        <pc:picChg chg="del">
          <ac:chgData name="Mohammad Salman" userId="cfd6754c-e613-4f6f-bb98-36aef69d8c31" providerId="ADAL" clId="{47888F1A-D2CB-439D-AEA9-A9A830EB661C}" dt="2023-10-25T15:39:39.984" v="11711" actId="478"/>
          <ac:picMkLst>
            <pc:docMk/>
            <pc:sldMk cId="2378726352" sldId="426"/>
            <ac:picMk id="5" creationId="{DAC4E3EE-0B99-83C5-737D-80443F645DB6}"/>
          </ac:picMkLst>
        </pc:picChg>
        <pc:picChg chg="add mod">
          <ac:chgData name="Mohammad Salman" userId="cfd6754c-e613-4f6f-bb98-36aef69d8c31" providerId="ADAL" clId="{47888F1A-D2CB-439D-AEA9-A9A830EB661C}" dt="2023-10-25T15:40:27.241" v="11720" actId="14100"/>
          <ac:picMkLst>
            <pc:docMk/>
            <pc:sldMk cId="2378726352" sldId="426"/>
            <ac:picMk id="9" creationId="{7313D98D-6CDB-78F8-4667-B12EDBE3785B}"/>
          </ac:picMkLst>
        </pc:picChg>
        <pc:picChg chg="del">
          <ac:chgData name="Mohammad Salman" userId="cfd6754c-e613-4f6f-bb98-36aef69d8c31" providerId="ADAL" clId="{47888F1A-D2CB-439D-AEA9-A9A830EB661C}" dt="2023-10-25T15:40:17.908" v="11717" actId="478"/>
          <ac:picMkLst>
            <pc:docMk/>
            <pc:sldMk cId="2378726352" sldId="426"/>
            <ac:picMk id="12" creationId="{2B952BE0-EA61-96D9-4A2E-ACE344B15D5A}"/>
          </ac:picMkLst>
        </pc:picChg>
        <pc:picChg chg="add mod">
          <ac:chgData name="Mohammad Salman" userId="cfd6754c-e613-4f6f-bb98-36aef69d8c31" providerId="ADAL" clId="{47888F1A-D2CB-439D-AEA9-A9A830EB661C}" dt="2023-10-25T15:44:50.688" v="12093" actId="692"/>
          <ac:picMkLst>
            <pc:docMk/>
            <pc:sldMk cId="2378726352" sldId="426"/>
            <ac:picMk id="16" creationId="{9AF64308-5C6C-C9E2-3A34-411D92524327}"/>
          </ac:picMkLst>
        </pc:picChg>
      </pc:sldChg>
      <pc:sldChg chg="new del">
        <pc:chgData name="Mohammad Salman" userId="cfd6754c-e613-4f6f-bb98-36aef69d8c31" providerId="ADAL" clId="{47888F1A-D2CB-439D-AEA9-A9A830EB661C}" dt="2023-10-29T11:32:43.374" v="14654" actId="47"/>
        <pc:sldMkLst>
          <pc:docMk/>
          <pc:sldMk cId="2205087198" sldId="427"/>
        </pc:sldMkLst>
      </pc:sldChg>
      <pc:sldChg chg="addSp delSp modSp new del mod">
        <pc:chgData name="Mohammad Salman" userId="cfd6754c-e613-4f6f-bb98-36aef69d8c31" providerId="ADAL" clId="{47888F1A-D2CB-439D-AEA9-A9A830EB661C}" dt="2023-10-29T11:32:35.617" v="14649" actId="47"/>
        <pc:sldMkLst>
          <pc:docMk/>
          <pc:sldMk cId="4027572636" sldId="428"/>
        </pc:sldMkLst>
        <pc:spChg chg="mod">
          <ac:chgData name="Mohammad Salman" userId="cfd6754c-e613-4f6f-bb98-36aef69d8c31" providerId="ADAL" clId="{47888F1A-D2CB-439D-AEA9-A9A830EB661C}" dt="2023-10-27T09:54:21.659" v="12543" actId="27636"/>
          <ac:spMkLst>
            <pc:docMk/>
            <pc:sldMk cId="4027572636" sldId="428"/>
            <ac:spMk id="2" creationId="{923CEA12-3B94-77F3-A0C1-23DC9F968EBF}"/>
          </ac:spMkLst>
        </pc:spChg>
        <pc:spChg chg="add del mod">
          <ac:chgData name="Mohammad Salman" userId="cfd6754c-e613-4f6f-bb98-36aef69d8c31" providerId="ADAL" clId="{47888F1A-D2CB-439D-AEA9-A9A830EB661C}" dt="2023-10-27T09:54:11.745" v="12534"/>
          <ac:spMkLst>
            <pc:docMk/>
            <pc:sldMk cId="4027572636" sldId="428"/>
            <ac:spMk id="3" creationId="{551F7DC2-1B43-CFA4-A5C8-AC73C742DF18}"/>
          </ac:spMkLst>
        </pc:spChg>
        <pc:spChg chg="add del">
          <ac:chgData name="Mohammad Salman" userId="cfd6754c-e613-4f6f-bb98-36aef69d8c31" providerId="ADAL" clId="{47888F1A-D2CB-439D-AEA9-A9A830EB661C}" dt="2023-10-27T09:54:04.368" v="12520"/>
          <ac:spMkLst>
            <pc:docMk/>
            <pc:sldMk cId="4027572636" sldId="428"/>
            <ac:spMk id="4" creationId="{0CC7A9BE-E061-990D-4DD4-57F172209E18}"/>
          </ac:spMkLst>
        </pc:spChg>
        <pc:spChg chg="add del mod">
          <ac:chgData name="Mohammad Salman" userId="cfd6754c-e613-4f6f-bb98-36aef69d8c31" providerId="ADAL" clId="{47888F1A-D2CB-439D-AEA9-A9A830EB661C}" dt="2023-10-27T09:54:11.729" v="12532"/>
          <ac:spMkLst>
            <pc:docMk/>
            <pc:sldMk cId="4027572636" sldId="428"/>
            <ac:spMk id="5" creationId="{60FC3642-5670-72D4-95D6-F7FB8DB9804C}"/>
          </ac:spMkLst>
        </pc:spChg>
      </pc:sldChg>
      <pc:sldChg chg="modSp new del mod">
        <pc:chgData name="Mohammad Salman" userId="cfd6754c-e613-4f6f-bb98-36aef69d8c31" providerId="ADAL" clId="{47888F1A-D2CB-439D-AEA9-A9A830EB661C}" dt="2023-10-29T11:32:34.682" v="14648" actId="47"/>
        <pc:sldMkLst>
          <pc:docMk/>
          <pc:sldMk cId="517204187" sldId="429"/>
        </pc:sldMkLst>
        <pc:spChg chg="mod">
          <ac:chgData name="Mohammad Salman" userId="cfd6754c-e613-4f6f-bb98-36aef69d8c31" providerId="ADAL" clId="{47888F1A-D2CB-439D-AEA9-A9A830EB661C}" dt="2023-10-27T09:54:36.557" v="12553" actId="27636"/>
          <ac:spMkLst>
            <pc:docMk/>
            <pc:sldMk cId="517204187" sldId="429"/>
            <ac:spMk id="2" creationId="{78997150-539C-9CC0-194A-A0A7FAE19376}"/>
          </ac:spMkLst>
        </pc:spChg>
        <pc:spChg chg="mod">
          <ac:chgData name="Mohammad Salman" userId="cfd6754c-e613-4f6f-bb98-36aef69d8c31" providerId="ADAL" clId="{47888F1A-D2CB-439D-AEA9-A9A830EB661C}" dt="2023-10-27T09:57:42.721" v="12554"/>
          <ac:spMkLst>
            <pc:docMk/>
            <pc:sldMk cId="517204187" sldId="429"/>
            <ac:spMk id="3" creationId="{528A1B5D-9B86-DF80-544C-6C1E71BA688E}"/>
          </ac:spMkLst>
        </pc:spChg>
      </pc:sldChg>
      <pc:sldMasterChg chg="modSldLayout">
        <pc:chgData name="Mohammad Salman" userId="cfd6754c-e613-4f6f-bb98-36aef69d8c31" providerId="ADAL" clId="{47888F1A-D2CB-439D-AEA9-A9A830EB661C}" dt="2023-10-23T14:13:15.665" v="2"/>
        <pc:sldMasterMkLst>
          <pc:docMk/>
          <pc:sldMasterMk cId="1921237662" sldId="2147483648"/>
        </pc:sldMasterMkLst>
        <pc:sldLayoutChg chg="modSp setBg">
          <pc:chgData name="Mohammad Salman" userId="cfd6754c-e613-4f6f-bb98-36aef69d8c31" providerId="ADAL" clId="{47888F1A-D2CB-439D-AEA9-A9A830EB661C}" dt="2023-10-23T14:13:15.665" v="2"/>
          <pc:sldLayoutMkLst>
            <pc:docMk/>
            <pc:sldMasterMk cId="1921237662" sldId="2147483648"/>
            <pc:sldLayoutMk cId="1866632615" sldId="2147483649"/>
          </pc:sldLayoutMkLst>
          <pc:spChg chg="mod">
            <ac:chgData name="Mohammad Salman" userId="cfd6754c-e613-4f6f-bb98-36aef69d8c31" providerId="ADAL" clId="{47888F1A-D2CB-439D-AEA9-A9A830EB661C}" dt="2023-10-23T14:13:08.152" v="1" actId="114"/>
            <ac:spMkLst>
              <pc:docMk/>
              <pc:sldMasterMk cId="1921237662" sldId="2147483648"/>
              <pc:sldLayoutMk cId="1866632615" sldId="2147483649"/>
              <ac:spMk id="3" creationId="{7C8675E0-DE37-D7D9-9488-0B383CEB39BD}"/>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35E5D2-393A-43B8-9C9C-BC2A095DC05C}" type="datetimeFigureOut">
              <a:rPr lang="en-US" smtClean="0"/>
              <a:t>10/29/2023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67F11F-FB45-40C7-8872-5E5D595D3DEA}" type="slidenum">
              <a:rPr lang="en-US" smtClean="0"/>
              <a:t>‹#›</a:t>
            </a:fld>
            <a:endParaRPr lang="en-US"/>
          </a:p>
        </p:txBody>
      </p:sp>
    </p:spTree>
    <p:extLst>
      <p:ext uri="{BB962C8B-B14F-4D97-AF65-F5344CB8AC3E}">
        <p14:creationId xmlns:p14="http://schemas.microsoft.com/office/powerpoint/2010/main" val="1239875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on the board.</a:t>
            </a:r>
          </a:p>
          <a:p>
            <a:r>
              <a:rPr lang="en-US" dirty="0"/>
              <a:t>The reference and pointer are referring to the same object, </a:t>
            </a:r>
            <a:r>
              <a:rPr lang="en-US" b="1" dirty="0"/>
              <a:t>derived</a:t>
            </a:r>
            <a:r>
              <a:rPr lang="en-US" dirty="0"/>
              <a:t>.</a:t>
            </a:r>
          </a:p>
        </p:txBody>
      </p:sp>
      <p:sp>
        <p:nvSpPr>
          <p:cNvPr id="4" name="Slide Number Placeholder 3"/>
          <p:cNvSpPr>
            <a:spLocks noGrp="1"/>
          </p:cNvSpPr>
          <p:nvPr>
            <p:ph type="sldNum" sz="quarter" idx="5"/>
          </p:nvPr>
        </p:nvSpPr>
        <p:spPr/>
        <p:txBody>
          <a:bodyPr/>
          <a:lstStyle/>
          <a:p>
            <a:fld id="{B398433A-0F4B-4449-AF00-9BDF8AB1EC8E}" type="slidenum">
              <a:rPr lang="en-US" smtClean="0"/>
              <a:t>4</a:t>
            </a:fld>
            <a:endParaRPr lang="en-US"/>
          </a:p>
        </p:txBody>
      </p:sp>
    </p:spTree>
    <p:extLst>
      <p:ext uri="{BB962C8B-B14F-4D97-AF65-F5344CB8AC3E}">
        <p14:creationId xmlns:p14="http://schemas.microsoft.com/office/powerpoint/2010/main" val="2721524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98433A-0F4B-4449-AF00-9BDF8AB1EC8E}" type="slidenum">
              <a:rPr lang="en-US" smtClean="0"/>
              <a:t>5</a:t>
            </a:fld>
            <a:endParaRPr lang="en-US"/>
          </a:p>
        </p:txBody>
      </p:sp>
    </p:spTree>
    <p:extLst>
      <p:ext uri="{BB962C8B-B14F-4D97-AF65-F5344CB8AC3E}">
        <p14:creationId xmlns:p14="http://schemas.microsoft.com/office/powerpoint/2010/main" val="4070016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98433A-0F4B-4449-AF00-9BDF8AB1EC8E}" type="slidenum">
              <a:rPr lang="en-US" smtClean="0"/>
              <a:t>6</a:t>
            </a:fld>
            <a:endParaRPr lang="en-US"/>
          </a:p>
        </p:txBody>
      </p:sp>
    </p:spTree>
    <p:extLst>
      <p:ext uri="{BB962C8B-B14F-4D97-AF65-F5344CB8AC3E}">
        <p14:creationId xmlns:p14="http://schemas.microsoft.com/office/powerpoint/2010/main" val="3308831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98433A-0F4B-4449-AF00-9BDF8AB1EC8E}" type="slidenum">
              <a:rPr lang="en-US" smtClean="0"/>
              <a:t>7</a:t>
            </a:fld>
            <a:endParaRPr lang="en-US"/>
          </a:p>
        </p:txBody>
      </p:sp>
    </p:spTree>
    <p:extLst>
      <p:ext uri="{BB962C8B-B14F-4D97-AF65-F5344CB8AC3E}">
        <p14:creationId xmlns:p14="http://schemas.microsoft.com/office/powerpoint/2010/main" val="1040788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98433A-0F4B-4449-AF00-9BDF8AB1EC8E}" type="slidenum">
              <a:rPr lang="en-US" smtClean="0"/>
              <a:t>8</a:t>
            </a:fld>
            <a:endParaRPr lang="en-US"/>
          </a:p>
        </p:txBody>
      </p:sp>
    </p:spTree>
    <p:extLst>
      <p:ext uri="{BB962C8B-B14F-4D97-AF65-F5344CB8AC3E}">
        <p14:creationId xmlns:p14="http://schemas.microsoft.com/office/powerpoint/2010/main" val="3908940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98433A-0F4B-4449-AF00-9BDF8AB1EC8E}" type="slidenum">
              <a:rPr lang="en-US" smtClean="0"/>
              <a:t>9</a:t>
            </a:fld>
            <a:endParaRPr lang="en-US"/>
          </a:p>
        </p:txBody>
      </p:sp>
    </p:spTree>
    <p:extLst>
      <p:ext uri="{BB962C8B-B14F-4D97-AF65-F5344CB8AC3E}">
        <p14:creationId xmlns:p14="http://schemas.microsoft.com/office/powerpoint/2010/main" val="1905923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Compiler error – b1.whoAmI() doesn’t work because the function is not part of the class.</a:t>
            </a:r>
          </a:p>
        </p:txBody>
      </p:sp>
      <p:sp>
        <p:nvSpPr>
          <p:cNvPr id="4" name="Slide Number Placeholder 3"/>
          <p:cNvSpPr>
            <a:spLocks noGrp="1"/>
          </p:cNvSpPr>
          <p:nvPr>
            <p:ph type="sldNum" sz="quarter" idx="5"/>
          </p:nvPr>
        </p:nvSpPr>
        <p:spPr/>
        <p:txBody>
          <a:bodyPr/>
          <a:lstStyle/>
          <a:p>
            <a:fld id="{BB67F11F-FB45-40C7-8872-5E5D595D3DEA}" type="slidenum">
              <a:rPr lang="en-US" smtClean="0"/>
              <a:t>13</a:t>
            </a:fld>
            <a:endParaRPr lang="en-US"/>
          </a:p>
        </p:txBody>
      </p:sp>
    </p:spTree>
    <p:extLst>
      <p:ext uri="{BB962C8B-B14F-4D97-AF65-F5344CB8AC3E}">
        <p14:creationId xmlns:p14="http://schemas.microsoft.com/office/powerpoint/2010/main" val="2429738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67F11F-FB45-40C7-8872-5E5D595D3DEA}" type="slidenum">
              <a:rPr lang="en-US" smtClean="0"/>
              <a:t>27</a:t>
            </a:fld>
            <a:endParaRPr lang="en-US"/>
          </a:p>
        </p:txBody>
      </p:sp>
    </p:spTree>
    <p:extLst>
      <p:ext uri="{BB962C8B-B14F-4D97-AF65-F5344CB8AC3E}">
        <p14:creationId xmlns:p14="http://schemas.microsoft.com/office/powerpoint/2010/main" val="404382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second question, I’m interested in knowing the </a:t>
            </a:r>
            <a:r>
              <a:rPr lang="en-US" dirty="0" err="1"/>
              <a:t>ctor</a:t>
            </a:r>
            <a:r>
              <a:rPr lang="en-US" dirty="0"/>
              <a:t> calls. Goes to Derived(), but then goes to Base(), then comes back, and allocates memory.</a:t>
            </a:r>
          </a:p>
        </p:txBody>
      </p:sp>
      <p:sp>
        <p:nvSpPr>
          <p:cNvPr id="4" name="Slide Number Placeholder 3"/>
          <p:cNvSpPr>
            <a:spLocks noGrp="1"/>
          </p:cNvSpPr>
          <p:nvPr>
            <p:ph type="sldNum" sz="quarter" idx="5"/>
          </p:nvPr>
        </p:nvSpPr>
        <p:spPr/>
        <p:txBody>
          <a:bodyPr/>
          <a:lstStyle/>
          <a:p>
            <a:fld id="{BB67F11F-FB45-40C7-8872-5E5D595D3DEA}" type="slidenum">
              <a:rPr lang="en-US" smtClean="0"/>
              <a:t>37</a:t>
            </a:fld>
            <a:endParaRPr lang="en-US"/>
          </a:p>
        </p:txBody>
      </p:sp>
    </p:spTree>
    <p:extLst>
      <p:ext uri="{BB962C8B-B14F-4D97-AF65-F5344CB8AC3E}">
        <p14:creationId xmlns:p14="http://schemas.microsoft.com/office/powerpoint/2010/main" val="4031643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67F11F-FB45-40C7-8872-5E5D595D3DEA}" type="slidenum">
              <a:rPr lang="en-US" smtClean="0"/>
              <a:t>38</a:t>
            </a:fld>
            <a:endParaRPr lang="en-US"/>
          </a:p>
        </p:txBody>
      </p:sp>
    </p:spTree>
    <p:extLst>
      <p:ext uri="{BB962C8B-B14F-4D97-AF65-F5344CB8AC3E}">
        <p14:creationId xmlns:p14="http://schemas.microsoft.com/office/powerpoint/2010/main" val="2779316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67F11F-FB45-40C7-8872-5E5D595D3DEA}" type="slidenum">
              <a:rPr lang="en-US" smtClean="0"/>
              <a:t>39</a:t>
            </a:fld>
            <a:endParaRPr lang="en-US"/>
          </a:p>
        </p:txBody>
      </p:sp>
    </p:spTree>
    <p:extLst>
      <p:ext uri="{BB962C8B-B14F-4D97-AF65-F5344CB8AC3E}">
        <p14:creationId xmlns:p14="http://schemas.microsoft.com/office/powerpoint/2010/main" val="3265092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67F11F-FB45-40C7-8872-5E5D595D3DEA}" type="slidenum">
              <a:rPr lang="en-US" smtClean="0"/>
              <a:t>40</a:t>
            </a:fld>
            <a:endParaRPr lang="en-US"/>
          </a:p>
        </p:txBody>
      </p:sp>
    </p:spTree>
    <p:extLst>
      <p:ext uri="{BB962C8B-B14F-4D97-AF65-F5344CB8AC3E}">
        <p14:creationId xmlns:p14="http://schemas.microsoft.com/office/powerpoint/2010/main" val="3611014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67F11F-FB45-40C7-8872-5E5D595D3DEA}" type="slidenum">
              <a:rPr lang="en-US" smtClean="0"/>
              <a:t>41</a:t>
            </a:fld>
            <a:endParaRPr lang="en-US"/>
          </a:p>
        </p:txBody>
      </p:sp>
    </p:spTree>
    <p:extLst>
      <p:ext uri="{BB962C8B-B14F-4D97-AF65-F5344CB8AC3E}">
        <p14:creationId xmlns:p14="http://schemas.microsoft.com/office/powerpoint/2010/main" val="3795905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in main(): I’m not deallocating memory.</a:t>
            </a:r>
          </a:p>
        </p:txBody>
      </p:sp>
      <p:sp>
        <p:nvSpPr>
          <p:cNvPr id="4" name="Slide Number Placeholder 3"/>
          <p:cNvSpPr>
            <a:spLocks noGrp="1"/>
          </p:cNvSpPr>
          <p:nvPr>
            <p:ph type="sldNum" sz="quarter" idx="5"/>
          </p:nvPr>
        </p:nvSpPr>
        <p:spPr/>
        <p:txBody>
          <a:bodyPr/>
          <a:lstStyle/>
          <a:p>
            <a:fld id="{BB67F11F-FB45-40C7-8872-5E5D595D3DEA}" type="slidenum">
              <a:rPr lang="en-US" smtClean="0"/>
              <a:t>42</a:t>
            </a:fld>
            <a:endParaRPr lang="en-US"/>
          </a:p>
        </p:txBody>
      </p:sp>
    </p:spTree>
    <p:extLst>
      <p:ext uri="{BB962C8B-B14F-4D97-AF65-F5344CB8AC3E}">
        <p14:creationId xmlns:p14="http://schemas.microsoft.com/office/powerpoint/2010/main" val="3234193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835F2-9493-A14E-A635-F08D476A92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8675E0-DE37-D7D9-9488-0B383CEB39BD}"/>
              </a:ext>
            </a:extLst>
          </p:cNvPr>
          <p:cNvSpPr>
            <a:spLocks noGrp="1"/>
          </p:cNvSpPr>
          <p:nvPr>
            <p:ph type="subTitle" idx="1"/>
          </p:nvPr>
        </p:nvSpPr>
        <p:spPr>
          <a:xfrm>
            <a:off x="1524000" y="3602038"/>
            <a:ext cx="91440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82D0AF46-22D9-4907-5C99-BC848DCFF2DF}"/>
              </a:ext>
            </a:extLst>
          </p:cNvPr>
          <p:cNvSpPr>
            <a:spLocks noGrp="1"/>
          </p:cNvSpPr>
          <p:nvPr>
            <p:ph type="dt" sz="half" idx="10"/>
          </p:nvPr>
        </p:nvSpPr>
        <p:spPr/>
        <p:txBody>
          <a:bodyPr/>
          <a:lstStyle/>
          <a:p>
            <a:fld id="{4820D248-70DF-4F18-8C08-DA2F072F5DD9}" type="datetimeFigureOut">
              <a:rPr lang="en-US" smtClean="0"/>
              <a:t>10/29/2023</a:t>
            </a:fld>
            <a:endParaRPr lang="en-US"/>
          </a:p>
        </p:txBody>
      </p:sp>
      <p:sp>
        <p:nvSpPr>
          <p:cNvPr id="5" name="Footer Placeholder 4">
            <a:extLst>
              <a:ext uri="{FF2B5EF4-FFF2-40B4-BE49-F238E27FC236}">
                <a16:creationId xmlns:a16="http://schemas.microsoft.com/office/drawing/2014/main" id="{6D44DF87-3869-D02D-D1DF-2BDDFD016B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7BCA7-7EE9-82DB-54D1-9F7959C18206}"/>
              </a:ext>
            </a:extLst>
          </p:cNvPr>
          <p:cNvSpPr>
            <a:spLocks noGrp="1"/>
          </p:cNvSpPr>
          <p:nvPr>
            <p:ph type="sldNum" sz="quarter" idx="12"/>
          </p:nvPr>
        </p:nvSpPr>
        <p:spPr/>
        <p:txBody>
          <a:bodyPr/>
          <a:lstStyle/>
          <a:p>
            <a:fld id="{D93B6AC8-3FE6-4760-B333-011E4D01D7D2}" type="slidenum">
              <a:rPr lang="en-US" smtClean="0"/>
              <a:t>‹#›</a:t>
            </a:fld>
            <a:endParaRPr lang="en-US"/>
          </a:p>
        </p:txBody>
      </p:sp>
    </p:spTree>
    <p:extLst>
      <p:ext uri="{BB962C8B-B14F-4D97-AF65-F5344CB8AC3E}">
        <p14:creationId xmlns:p14="http://schemas.microsoft.com/office/powerpoint/2010/main" val="1866632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7F9E2-F493-8CE2-17CC-FF5FD2494D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29E06F-BFEB-49AC-76A0-24DEC62310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0BDFA-2090-EF92-CD9E-5EFE7016B929}"/>
              </a:ext>
            </a:extLst>
          </p:cNvPr>
          <p:cNvSpPr>
            <a:spLocks noGrp="1"/>
          </p:cNvSpPr>
          <p:nvPr>
            <p:ph type="dt" sz="half" idx="10"/>
          </p:nvPr>
        </p:nvSpPr>
        <p:spPr/>
        <p:txBody>
          <a:bodyPr/>
          <a:lstStyle/>
          <a:p>
            <a:fld id="{4820D248-70DF-4F18-8C08-DA2F072F5DD9}" type="datetimeFigureOut">
              <a:rPr lang="en-US" smtClean="0"/>
              <a:t>10/29/2023</a:t>
            </a:fld>
            <a:endParaRPr lang="en-US"/>
          </a:p>
        </p:txBody>
      </p:sp>
      <p:sp>
        <p:nvSpPr>
          <p:cNvPr id="5" name="Footer Placeholder 4">
            <a:extLst>
              <a:ext uri="{FF2B5EF4-FFF2-40B4-BE49-F238E27FC236}">
                <a16:creationId xmlns:a16="http://schemas.microsoft.com/office/drawing/2014/main" id="{E1B53A62-DEA8-927E-ABF8-0C473A1A56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12924A-0BB2-6FFB-6D1A-71AFF478C895}"/>
              </a:ext>
            </a:extLst>
          </p:cNvPr>
          <p:cNvSpPr>
            <a:spLocks noGrp="1"/>
          </p:cNvSpPr>
          <p:nvPr>
            <p:ph type="sldNum" sz="quarter" idx="12"/>
          </p:nvPr>
        </p:nvSpPr>
        <p:spPr/>
        <p:txBody>
          <a:bodyPr/>
          <a:lstStyle/>
          <a:p>
            <a:fld id="{D93B6AC8-3FE6-4760-B333-011E4D01D7D2}" type="slidenum">
              <a:rPr lang="en-US" smtClean="0"/>
              <a:t>‹#›</a:t>
            </a:fld>
            <a:endParaRPr lang="en-US"/>
          </a:p>
        </p:txBody>
      </p:sp>
    </p:spTree>
    <p:extLst>
      <p:ext uri="{BB962C8B-B14F-4D97-AF65-F5344CB8AC3E}">
        <p14:creationId xmlns:p14="http://schemas.microsoft.com/office/powerpoint/2010/main" val="3645941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6BE09-A182-7D94-B560-42BC769A7E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D0C96A-08DD-066D-CAB3-F12D0270DC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A99A7A-1FDB-8FA6-A8A3-DA8379452215}"/>
              </a:ext>
            </a:extLst>
          </p:cNvPr>
          <p:cNvSpPr>
            <a:spLocks noGrp="1"/>
          </p:cNvSpPr>
          <p:nvPr>
            <p:ph type="dt" sz="half" idx="10"/>
          </p:nvPr>
        </p:nvSpPr>
        <p:spPr/>
        <p:txBody>
          <a:bodyPr/>
          <a:lstStyle/>
          <a:p>
            <a:fld id="{4820D248-70DF-4F18-8C08-DA2F072F5DD9}" type="datetimeFigureOut">
              <a:rPr lang="en-US" smtClean="0"/>
              <a:t>10/29/2023</a:t>
            </a:fld>
            <a:endParaRPr lang="en-US"/>
          </a:p>
        </p:txBody>
      </p:sp>
      <p:sp>
        <p:nvSpPr>
          <p:cNvPr id="5" name="Footer Placeholder 4">
            <a:extLst>
              <a:ext uri="{FF2B5EF4-FFF2-40B4-BE49-F238E27FC236}">
                <a16:creationId xmlns:a16="http://schemas.microsoft.com/office/drawing/2014/main" id="{1DD7CCC8-D3F6-B1F9-4CC9-9ECCE6C4E3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B6ACE-2DFF-910B-91A1-0E16F3CF7860}"/>
              </a:ext>
            </a:extLst>
          </p:cNvPr>
          <p:cNvSpPr>
            <a:spLocks noGrp="1"/>
          </p:cNvSpPr>
          <p:nvPr>
            <p:ph type="sldNum" sz="quarter" idx="12"/>
          </p:nvPr>
        </p:nvSpPr>
        <p:spPr/>
        <p:txBody>
          <a:bodyPr/>
          <a:lstStyle/>
          <a:p>
            <a:fld id="{D93B6AC8-3FE6-4760-B333-011E4D01D7D2}" type="slidenum">
              <a:rPr lang="en-US" smtClean="0"/>
              <a:t>‹#›</a:t>
            </a:fld>
            <a:endParaRPr lang="en-US"/>
          </a:p>
        </p:txBody>
      </p:sp>
    </p:spTree>
    <p:extLst>
      <p:ext uri="{BB962C8B-B14F-4D97-AF65-F5344CB8AC3E}">
        <p14:creationId xmlns:p14="http://schemas.microsoft.com/office/powerpoint/2010/main" val="2578448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FB532-1B0E-A81F-F7A0-CDB47D2FD8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057256-3E87-7A28-8346-36EEA21560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B13435-EE95-300E-F097-2543157290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8312F2-A415-DA16-5B88-CB4D7AFBC5A6}"/>
              </a:ext>
            </a:extLst>
          </p:cNvPr>
          <p:cNvSpPr>
            <a:spLocks noGrp="1"/>
          </p:cNvSpPr>
          <p:nvPr>
            <p:ph type="dt" sz="half" idx="10"/>
          </p:nvPr>
        </p:nvSpPr>
        <p:spPr/>
        <p:txBody>
          <a:bodyPr/>
          <a:lstStyle/>
          <a:p>
            <a:fld id="{4820D248-70DF-4F18-8C08-DA2F072F5DD9}" type="datetimeFigureOut">
              <a:rPr lang="en-US" smtClean="0"/>
              <a:t>10/29/2023</a:t>
            </a:fld>
            <a:endParaRPr lang="en-US"/>
          </a:p>
        </p:txBody>
      </p:sp>
      <p:sp>
        <p:nvSpPr>
          <p:cNvPr id="6" name="Footer Placeholder 5">
            <a:extLst>
              <a:ext uri="{FF2B5EF4-FFF2-40B4-BE49-F238E27FC236}">
                <a16:creationId xmlns:a16="http://schemas.microsoft.com/office/drawing/2014/main" id="{184206B7-686F-927A-1F57-B4D89900F8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D6638A-BD9C-B17B-EFA4-A7834226E874}"/>
              </a:ext>
            </a:extLst>
          </p:cNvPr>
          <p:cNvSpPr>
            <a:spLocks noGrp="1"/>
          </p:cNvSpPr>
          <p:nvPr>
            <p:ph type="sldNum" sz="quarter" idx="12"/>
          </p:nvPr>
        </p:nvSpPr>
        <p:spPr/>
        <p:txBody>
          <a:bodyPr/>
          <a:lstStyle/>
          <a:p>
            <a:fld id="{D93B6AC8-3FE6-4760-B333-011E4D01D7D2}" type="slidenum">
              <a:rPr lang="en-US" smtClean="0"/>
              <a:t>‹#›</a:t>
            </a:fld>
            <a:endParaRPr lang="en-US"/>
          </a:p>
        </p:txBody>
      </p:sp>
    </p:spTree>
    <p:extLst>
      <p:ext uri="{BB962C8B-B14F-4D97-AF65-F5344CB8AC3E}">
        <p14:creationId xmlns:p14="http://schemas.microsoft.com/office/powerpoint/2010/main" val="515418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DB7AB-11E1-7ACA-1CB6-B4C2FD3DAC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0C417F-DCF3-49DF-D66A-0A087769C9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7CF845-9DD4-A812-1504-D5F41D3203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40FA77-677F-7BB0-568A-C4C10D23BB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0F44DE-9B99-77EC-4305-CD77C9799F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7C4BA9-5BBC-3CE5-BA7B-7E415FC3486B}"/>
              </a:ext>
            </a:extLst>
          </p:cNvPr>
          <p:cNvSpPr>
            <a:spLocks noGrp="1"/>
          </p:cNvSpPr>
          <p:nvPr>
            <p:ph type="dt" sz="half" idx="10"/>
          </p:nvPr>
        </p:nvSpPr>
        <p:spPr/>
        <p:txBody>
          <a:bodyPr/>
          <a:lstStyle/>
          <a:p>
            <a:fld id="{4820D248-70DF-4F18-8C08-DA2F072F5DD9}" type="datetimeFigureOut">
              <a:rPr lang="en-US" smtClean="0"/>
              <a:t>10/29/2023</a:t>
            </a:fld>
            <a:endParaRPr lang="en-US"/>
          </a:p>
        </p:txBody>
      </p:sp>
      <p:sp>
        <p:nvSpPr>
          <p:cNvPr id="8" name="Footer Placeholder 7">
            <a:extLst>
              <a:ext uri="{FF2B5EF4-FFF2-40B4-BE49-F238E27FC236}">
                <a16:creationId xmlns:a16="http://schemas.microsoft.com/office/drawing/2014/main" id="{5377B7E1-B46F-A9F8-A88A-AE43878AD2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626E58-FBAB-6C37-7ED7-E9BC282767F4}"/>
              </a:ext>
            </a:extLst>
          </p:cNvPr>
          <p:cNvSpPr>
            <a:spLocks noGrp="1"/>
          </p:cNvSpPr>
          <p:nvPr>
            <p:ph type="sldNum" sz="quarter" idx="12"/>
          </p:nvPr>
        </p:nvSpPr>
        <p:spPr/>
        <p:txBody>
          <a:bodyPr/>
          <a:lstStyle/>
          <a:p>
            <a:fld id="{D93B6AC8-3FE6-4760-B333-011E4D01D7D2}" type="slidenum">
              <a:rPr lang="en-US" smtClean="0"/>
              <a:t>‹#›</a:t>
            </a:fld>
            <a:endParaRPr lang="en-US"/>
          </a:p>
        </p:txBody>
      </p:sp>
    </p:spTree>
    <p:extLst>
      <p:ext uri="{BB962C8B-B14F-4D97-AF65-F5344CB8AC3E}">
        <p14:creationId xmlns:p14="http://schemas.microsoft.com/office/powerpoint/2010/main" val="1677060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A094-EBFB-1F8E-9CE8-4516C55461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AA2528-051F-CEC9-E5C8-FBB9E3F40D3A}"/>
              </a:ext>
            </a:extLst>
          </p:cNvPr>
          <p:cNvSpPr>
            <a:spLocks noGrp="1"/>
          </p:cNvSpPr>
          <p:nvPr>
            <p:ph type="dt" sz="half" idx="10"/>
          </p:nvPr>
        </p:nvSpPr>
        <p:spPr/>
        <p:txBody>
          <a:bodyPr/>
          <a:lstStyle/>
          <a:p>
            <a:fld id="{4820D248-70DF-4F18-8C08-DA2F072F5DD9}" type="datetimeFigureOut">
              <a:rPr lang="en-US" smtClean="0"/>
              <a:t>10/29/2023</a:t>
            </a:fld>
            <a:endParaRPr lang="en-US"/>
          </a:p>
        </p:txBody>
      </p:sp>
      <p:sp>
        <p:nvSpPr>
          <p:cNvPr id="4" name="Footer Placeholder 3">
            <a:extLst>
              <a:ext uri="{FF2B5EF4-FFF2-40B4-BE49-F238E27FC236}">
                <a16:creationId xmlns:a16="http://schemas.microsoft.com/office/drawing/2014/main" id="{5FDF5759-9EA3-0490-5E8A-6C1B7E9587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E1449D-338A-A062-D0D9-018B8267EC7E}"/>
              </a:ext>
            </a:extLst>
          </p:cNvPr>
          <p:cNvSpPr>
            <a:spLocks noGrp="1"/>
          </p:cNvSpPr>
          <p:nvPr>
            <p:ph type="sldNum" sz="quarter" idx="12"/>
          </p:nvPr>
        </p:nvSpPr>
        <p:spPr/>
        <p:txBody>
          <a:bodyPr/>
          <a:lstStyle/>
          <a:p>
            <a:fld id="{D93B6AC8-3FE6-4760-B333-011E4D01D7D2}" type="slidenum">
              <a:rPr lang="en-US" smtClean="0"/>
              <a:t>‹#›</a:t>
            </a:fld>
            <a:endParaRPr lang="en-US"/>
          </a:p>
        </p:txBody>
      </p:sp>
    </p:spTree>
    <p:extLst>
      <p:ext uri="{BB962C8B-B14F-4D97-AF65-F5344CB8AC3E}">
        <p14:creationId xmlns:p14="http://schemas.microsoft.com/office/powerpoint/2010/main" val="2203048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591E60-BA29-C087-5331-EE05D27C0EDD}"/>
              </a:ext>
            </a:extLst>
          </p:cNvPr>
          <p:cNvSpPr>
            <a:spLocks noGrp="1"/>
          </p:cNvSpPr>
          <p:nvPr>
            <p:ph type="dt" sz="half" idx="10"/>
          </p:nvPr>
        </p:nvSpPr>
        <p:spPr/>
        <p:txBody>
          <a:bodyPr/>
          <a:lstStyle/>
          <a:p>
            <a:fld id="{4820D248-70DF-4F18-8C08-DA2F072F5DD9}" type="datetimeFigureOut">
              <a:rPr lang="en-US" smtClean="0"/>
              <a:t>10/29/2023</a:t>
            </a:fld>
            <a:endParaRPr lang="en-US"/>
          </a:p>
        </p:txBody>
      </p:sp>
      <p:sp>
        <p:nvSpPr>
          <p:cNvPr id="3" name="Footer Placeholder 2">
            <a:extLst>
              <a:ext uri="{FF2B5EF4-FFF2-40B4-BE49-F238E27FC236}">
                <a16:creationId xmlns:a16="http://schemas.microsoft.com/office/drawing/2014/main" id="{368E6009-A2FE-1B8B-2898-7F5D2D77CD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D134A2-F09D-7134-C4EE-65222CD96970}"/>
              </a:ext>
            </a:extLst>
          </p:cNvPr>
          <p:cNvSpPr>
            <a:spLocks noGrp="1"/>
          </p:cNvSpPr>
          <p:nvPr>
            <p:ph type="sldNum" sz="quarter" idx="12"/>
          </p:nvPr>
        </p:nvSpPr>
        <p:spPr/>
        <p:txBody>
          <a:bodyPr/>
          <a:lstStyle/>
          <a:p>
            <a:fld id="{D93B6AC8-3FE6-4760-B333-011E4D01D7D2}" type="slidenum">
              <a:rPr lang="en-US" smtClean="0"/>
              <a:t>‹#›</a:t>
            </a:fld>
            <a:endParaRPr lang="en-US"/>
          </a:p>
        </p:txBody>
      </p:sp>
    </p:spTree>
    <p:extLst>
      <p:ext uri="{BB962C8B-B14F-4D97-AF65-F5344CB8AC3E}">
        <p14:creationId xmlns:p14="http://schemas.microsoft.com/office/powerpoint/2010/main" val="1527983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AAD2-22B5-5C96-DFB0-BEB6B8FC1D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C24B81-3C18-59A8-D891-D9B31938EE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7A8425-1123-935E-AE2D-3751EF3F97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18F07F-EEFD-C78A-2E41-471E472A3084}"/>
              </a:ext>
            </a:extLst>
          </p:cNvPr>
          <p:cNvSpPr>
            <a:spLocks noGrp="1"/>
          </p:cNvSpPr>
          <p:nvPr>
            <p:ph type="dt" sz="half" idx="10"/>
          </p:nvPr>
        </p:nvSpPr>
        <p:spPr/>
        <p:txBody>
          <a:bodyPr/>
          <a:lstStyle/>
          <a:p>
            <a:fld id="{4820D248-70DF-4F18-8C08-DA2F072F5DD9}" type="datetimeFigureOut">
              <a:rPr lang="en-US" smtClean="0"/>
              <a:t>10/29/2023</a:t>
            </a:fld>
            <a:endParaRPr lang="en-US"/>
          </a:p>
        </p:txBody>
      </p:sp>
      <p:sp>
        <p:nvSpPr>
          <p:cNvPr id="6" name="Footer Placeholder 5">
            <a:extLst>
              <a:ext uri="{FF2B5EF4-FFF2-40B4-BE49-F238E27FC236}">
                <a16:creationId xmlns:a16="http://schemas.microsoft.com/office/drawing/2014/main" id="{BFED9BC0-7AE9-8987-F082-38D53163F6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8B029E-04B5-587F-98F2-38E5C7F8A847}"/>
              </a:ext>
            </a:extLst>
          </p:cNvPr>
          <p:cNvSpPr>
            <a:spLocks noGrp="1"/>
          </p:cNvSpPr>
          <p:nvPr>
            <p:ph type="sldNum" sz="quarter" idx="12"/>
          </p:nvPr>
        </p:nvSpPr>
        <p:spPr/>
        <p:txBody>
          <a:bodyPr/>
          <a:lstStyle/>
          <a:p>
            <a:fld id="{D93B6AC8-3FE6-4760-B333-011E4D01D7D2}" type="slidenum">
              <a:rPr lang="en-US" smtClean="0"/>
              <a:t>‹#›</a:t>
            </a:fld>
            <a:endParaRPr lang="en-US"/>
          </a:p>
        </p:txBody>
      </p:sp>
    </p:spTree>
    <p:extLst>
      <p:ext uri="{BB962C8B-B14F-4D97-AF65-F5344CB8AC3E}">
        <p14:creationId xmlns:p14="http://schemas.microsoft.com/office/powerpoint/2010/main" val="3949163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F8592-51B9-7EEC-71DF-C6E2E3E0B2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922AD4-35C9-9A77-9057-1335CF8224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82E403-9584-FA7F-4648-38EFF1B5F3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61996E-E831-6212-D6B9-142B05F378FB}"/>
              </a:ext>
            </a:extLst>
          </p:cNvPr>
          <p:cNvSpPr>
            <a:spLocks noGrp="1"/>
          </p:cNvSpPr>
          <p:nvPr>
            <p:ph type="dt" sz="half" idx="10"/>
          </p:nvPr>
        </p:nvSpPr>
        <p:spPr/>
        <p:txBody>
          <a:bodyPr/>
          <a:lstStyle/>
          <a:p>
            <a:fld id="{4820D248-70DF-4F18-8C08-DA2F072F5DD9}" type="datetimeFigureOut">
              <a:rPr lang="en-US" smtClean="0"/>
              <a:t>10/29/2023</a:t>
            </a:fld>
            <a:endParaRPr lang="en-US"/>
          </a:p>
        </p:txBody>
      </p:sp>
      <p:sp>
        <p:nvSpPr>
          <p:cNvPr id="6" name="Footer Placeholder 5">
            <a:extLst>
              <a:ext uri="{FF2B5EF4-FFF2-40B4-BE49-F238E27FC236}">
                <a16:creationId xmlns:a16="http://schemas.microsoft.com/office/drawing/2014/main" id="{32C3D56C-C4CC-E0A0-5E5A-301D4898F7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B4E301-CBD4-A847-9885-9DA34A79EC71}"/>
              </a:ext>
            </a:extLst>
          </p:cNvPr>
          <p:cNvSpPr>
            <a:spLocks noGrp="1"/>
          </p:cNvSpPr>
          <p:nvPr>
            <p:ph type="sldNum" sz="quarter" idx="12"/>
          </p:nvPr>
        </p:nvSpPr>
        <p:spPr/>
        <p:txBody>
          <a:bodyPr/>
          <a:lstStyle/>
          <a:p>
            <a:fld id="{D93B6AC8-3FE6-4760-B333-011E4D01D7D2}" type="slidenum">
              <a:rPr lang="en-US" smtClean="0"/>
              <a:t>‹#›</a:t>
            </a:fld>
            <a:endParaRPr lang="en-US"/>
          </a:p>
        </p:txBody>
      </p:sp>
    </p:spTree>
    <p:extLst>
      <p:ext uri="{BB962C8B-B14F-4D97-AF65-F5344CB8AC3E}">
        <p14:creationId xmlns:p14="http://schemas.microsoft.com/office/powerpoint/2010/main" val="2737248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F736A-2EE7-0DAD-77AE-D1B30DA0F6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FC26E6-3AE3-1E9A-6461-EE6C41024E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DE9D33-F01B-D11E-BD2A-342622674CC3}"/>
              </a:ext>
            </a:extLst>
          </p:cNvPr>
          <p:cNvSpPr>
            <a:spLocks noGrp="1"/>
          </p:cNvSpPr>
          <p:nvPr>
            <p:ph type="dt" sz="half" idx="10"/>
          </p:nvPr>
        </p:nvSpPr>
        <p:spPr/>
        <p:txBody>
          <a:bodyPr/>
          <a:lstStyle/>
          <a:p>
            <a:fld id="{4820D248-70DF-4F18-8C08-DA2F072F5DD9}" type="datetimeFigureOut">
              <a:rPr lang="en-US" smtClean="0"/>
              <a:t>10/29/2023</a:t>
            </a:fld>
            <a:endParaRPr lang="en-US"/>
          </a:p>
        </p:txBody>
      </p:sp>
      <p:sp>
        <p:nvSpPr>
          <p:cNvPr id="5" name="Footer Placeholder 4">
            <a:extLst>
              <a:ext uri="{FF2B5EF4-FFF2-40B4-BE49-F238E27FC236}">
                <a16:creationId xmlns:a16="http://schemas.microsoft.com/office/drawing/2014/main" id="{381A8718-43F5-DDF1-3EB6-EF56B1FDAC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DAB63E-06CC-39A8-EBD2-FFE34A00714A}"/>
              </a:ext>
            </a:extLst>
          </p:cNvPr>
          <p:cNvSpPr>
            <a:spLocks noGrp="1"/>
          </p:cNvSpPr>
          <p:nvPr>
            <p:ph type="sldNum" sz="quarter" idx="12"/>
          </p:nvPr>
        </p:nvSpPr>
        <p:spPr/>
        <p:txBody>
          <a:bodyPr/>
          <a:lstStyle/>
          <a:p>
            <a:fld id="{D93B6AC8-3FE6-4760-B333-011E4D01D7D2}" type="slidenum">
              <a:rPr lang="en-US" smtClean="0"/>
              <a:t>‹#›</a:t>
            </a:fld>
            <a:endParaRPr lang="en-US"/>
          </a:p>
        </p:txBody>
      </p:sp>
    </p:spTree>
    <p:extLst>
      <p:ext uri="{BB962C8B-B14F-4D97-AF65-F5344CB8AC3E}">
        <p14:creationId xmlns:p14="http://schemas.microsoft.com/office/powerpoint/2010/main" val="1516819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32A49B-65D5-3932-7270-82AE9D929B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A6BA5A-70A2-535B-0AC4-FC7F0790D8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B94C62-1848-AEB7-DA46-AF87C93D28B7}"/>
              </a:ext>
            </a:extLst>
          </p:cNvPr>
          <p:cNvSpPr>
            <a:spLocks noGrp="1"/>
          </p:cNvSpPr>
          <p:nvPr>
            <p:ph type="dt" sz="half" idx="10"/>
          </p:nvPr>
        </p:nvSpPr>
        <p:spPr/>
        <p:txBody>
          <a:bodyPr/>
          <a:lstStyle/>
          <a:p>
            <a:fld id="{4820D248-70DF-4F18-8C08-DA2F072F5DD9}" type="datetimeFigureOut">
              <a:rPr lang="en-US" smtClean="0"/>
              <a:t>10/29/2023</a:t>
            </a:fld>
            <a:endParaRPr lang="en-US"/>
          </a:p>
        </p:txBody>
      </p:sp>
      <p:sp>
        <p:nvSpPr>
          <p:cNvPr id="5" name="Footer Placeholder 4">
            <a:extLst>
              <a:ext uri="{FF2B5EF4-FFF2-40B4-BE49-F238E27FC236}">
                <a16:creationId xmlns:a16="http://schemas.microsoft.com/office/drawing/2014/main" id="{8CC8D12C-C6B4-6B03-3A7F-90BCF1448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C3FE06-63A6-970B-8817-237FBDAD902C}"/>
              </a:ext>
            </a:extLst>
          </p:cNvPr>
          <p:cNvSpPr>
            <a:spLocks noGrp="1"/>
          </p:cNvSpPr>
          <p:nvPr>
            <p:ph type="sldNum" sz="quarter" idx="12"/>
          </p:nvPr>
        </p:nvSpPr>
        <p:spPr/>
        <p:txBody>
          <a:bodyPr/>
          <a:lstStyle/>
          <a:p>
            <a:fld id="{D93B6AC8-3FE6-4760-B333-011E4D01D7D2}" type="slidenum">
              <a:rPr lang="en-US" smtClean="0"/>
              <a:t>‹#›</a:t>
            </a:fld>
            <a:endParaRPr lang="en-US"/>
          </a:p>
        </p:txBody>
      </p:sp>
    </p:spTree>
    <p:extLst>
      <p:ext uri="{BB962C8B-B14F-4D97-AF65-F5344CB8AC3E}">
        <p14:creationId xmlns:p14="http://schemas.microsoft.com/office/powerpoint/2010/main" val="1105463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833077-0886-60A2-001C-D8E8B429F2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9BF4C1-B3B9-985E-FCFA-F6302D515E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D6CB3-5FC2-0210-E4CC-D7E54581A5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20D248-70DF-4F18-8C08-DA2F072F5DD9}" type="datetimeFigureOut">
              <a:rPr lang="en-US" smtClean="0"/>
              <a:t>10/29/2023</a:t>
            </a:fld>
            <a:endParaRPr lang="en-US"/>
          </a:p>
        </p:txBody>
      </p:sp>
      <p:sp>
        <p:nvSpPr>
          <p:cNvPr id="5" name="Footer Placeholder 4">
            <a:extLst>
              <a:ext uri="{FF2B5EF4-FFF2-40B4-BE49-F238E27FC236}">
                <a16:creationId xmlns:a16="http://schemas.microsoft.com/office/drawing/2014/main" id="{D23ACC5C-A4A8-C0E3-2BFE-8B76D65F6F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3E6775-190C-5B9C-C3EC-90BFD216EE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B6AC8-3FE6-4760-B333-011E4D01D7D2}" type="slidenum">
              <a:rPr lang="en-US" smtClean="0"/>
              <a:t>‹#›</a:t>
            </a:fld>
            <a:endParaRPr lang="en-US"/>
          </a:p>
        </p:txBody>
      </p:sp>
    </p:spTree>
    <p:extLst>
      <p:ext uri="{BB962C8B-B14F-4D97-AF65-F5344CB8AC3E}">
        <p14:creationId xmlns:p14="http://schemas.microsoft.com/office/powerpoint/2010/main" val="1921237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learncpp.com/cpp-tutorial/pointers-and-references-to-the-base-class-of-derived-objects/"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stackoverflow.com/questions/1164266/why-are-arrays-of-references-illegal" TargetMode="External"/><Relationship Id="rId1" Type="http://schemas.openxmlformats.org/officeDocument/2006/relationships/slideLayout" Target="../slideLayouts/slideLayout2.xml"/><Relationship Id="rId4" Type="http://schemas.openxmlformats.org/officeDocument/2006/relationships/hyperlink" Target="https://www.learncpp.com/cpp-tutorial/arrays-of-references-via-stdreference_wrapper/"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learncpp.com/cpp-tutorial/virtual-functions/"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learncpp.com/cpp-tutorial/the-override-and-final-specifiers-and-covariant-return-type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learncpp.com/cpp-tutorial/virtual-function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learncpp.com/cpp-tutorial/virtual-destructors-virtual-assignment-and-overriding-virtualization/" TargetMode="Externa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357972-D3D8-D235-4F4C-25729BB19A6B}"/>
              </a:ext>
            </a:extLst>
          </p:cNvPr>
          <p:cNvSpPr>
            <a:spLocks noGrp="1"/>
          </p:cNvSpPr>
          <p:nvPr>
            <p:ph type="ctrTitle"/>
          </p:nvPr>
        </p:nvSpPr>
        <p:spPr/>
        <p:txBody>
          <a:bodyPr/>
          <a:lstStyle/>
          <a:p>
            <a:r>
              <a:rPr lang="en-US" dirty="0"/>
              <a:t>Inheritance</a:t>
            </a:r>
          </a:p>
        </p:txBody>
      </p:sp>
      <p:sp>
        <p:nvSpPr>
          <p:cNvPr id="5" name="Subtitle 4">
            <a:extLst>
              <a:ext uri="{FF2B5EF4-FFF2-40B4-BE49-F238E27FC236}">
                <a16:creationId xmlns:a16="http://schemas.microsoft.com/office/drawing/2014/main" id="{B2472AEE-859A-7E22-1254-ADCF5FB4C627}"/>
              </a:ext>
            </a:extLst>
          </p:cNvPr>
          <p:cNvSpPr>
            <a:spLocks noGrp="1"/>
          </p:cNvSpPr>
          <p:nvPr>
            <p:ph type="subTitle" idx="1"/>
          </p:nvPr>
        </p:nvSpPr>
        <p:spPr/>
        <p:txBody>
          <a:bodyPr/>
          <a:lstStyle/>
          <a:p>
            <a:r>
              <a:rPr lang="en-US" dirty="0"/>
              <a:t>Mohammad Salman</a:t>
            </a:r>
          </a:p>
          <a:p>
            <a:r>
              <a:rPr lang="en-US" dirty="0"/>
              <a:t>Dean’s Fellow</a:t>
            </a:r>
          </a:p>
        </p:txBody>
      </p:sp>
    </p:spTree>
    <p:extLst>
      <p:ext uri="{BB962C8B-B14F-4D97-AF65-F5344CB8AC3E}">
        <p14:creationId xmlns:p14="http://schemas.microsoft.com/office/powerpoint/2010/main" val="3305175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D06D19-A62B-F021-9BCF-5287BDB37F14}"/>
              </a:ext>
            </a:extLst>
          </p:cNvPr>
          <p:cNvSpPr>
            <a:spLocks noGrp="1"/>
          </p:cNvSpPr>
          <p:nvPr>
            <p:ph type="ctrTitle"/>
          </p:nvPr>
        </p:nvSpPr>
        <p:spPr/>
        <p:txBody>
          <a:bodyPr/>
          <a:lstStyle/>
          <a:p>
            <a:r>
              <a:rPr lang="en-US" dirty="0"/>
              <a:t>Runtime Polymorphism</a:t>
            </a:r>
          </a:p>
        </p:txBody>
      </p:sp>
      <p:sp>
        <p:nvSpPr>
          <p:cNvPr id="5" name="Subtitle 4">
            <a:extLst>
              <a:ext uri="{FF2B5EF4-FFF2-40B4-BE49-F238E27FC236}">
                <a16:creationId xmlns:a16="http://schemas.microsoft.com/office/drawing/2014/main" id="{4A04A1FA-7ECE-5A5C-9246-63F93D1D98EE}"/>
              </a:ext>
            </a:extLst>
          </p:cNvPr>
          <p:cNvSpPr>
            <a:spLocks noGrp="1"/>
          </p:cNvSpPr>
          <p:nvPr>
            <p:ph type="subTitle" idx="1"/>
          </p:nvPr>
        </p:nvSpPr>
        <p:spPr/>
        <p:txBody>
          <a:bodyPr/>
          <a:lstStyle/>
          <a:p>
            <a:r>
              <a:rPr lang="en-US" dirty="0"/>
              <a:t>We’ll start with a concept that will set the stage for polymorphism.</a:t>
            </a:r>
          </a:p>
        </p:txBody>
      </p:sp>
      <p:sp>
        <p:nvSpPr>
          <p:cNvPr id="9" name="TextBox 8">
            <a:extLst>
              <a:ext uri="{FF2B5EF4-FFF2-40B4-BE49-F238E27FC236}">
                <a16:creationId xmlns:a16="http://schemas.microsoft.com/office/drawing/2014/main" id="{052D7F84-2A23-060A-ECF1-A43EC7459A0E}"/>
              </a:ext>
            </a:extLst>
          </p:cNvPr>
          <p:cNvSpPr txBox="1"/>
          <p:nvPr/>
        </p:nvSpPr>
        <p:spPr>
          <a:xfrm>
            <a:off x="878541" y="6249757"/>
            <a:ext cx="10434917" cy="369332"/>
          </a:xfrm>
          <a:prstGeom prst="rect">
            <a:avLst/>
          </a:prstGeom>
          <a:noFill/>
        </p:spPr>
        <p:txBody>
          <a:bodyPr wrap="square">
            <a:spAutoFit/>
          </a:bodyPr>
          <a:lstStyle/>
          <a:p>
            <a:r>
              <a:rPr lang="en-US" dirty="0">
                <a:hlinkClick r:id="rId2"/>
              </a:rPr>
              <a:t>https://www.learncpp.com/cpp-tutorial/pointers-and-references-to-the-base-class-of-derived-objects/</a:t>
            </a:r>
            <a:endParaRPr lang="en-US" dirty="0"/>
          </a:p>
        </p:txBody>
      </p:sp>
    </p:spTree>
    <p:extLst>
      <p:ext uri="{BB962C8B-B14F-4D97-AF65-F5344CB8AC3E}">
        <p14:creationId xmlns:p14="http://schemas.microsoft.com/office/powerpoint/2010/main" val="20745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4FF110-8357-9EF5-9868-57AF55E3A1F1}"/>
              </a:ext>
            </a:extLst>
          </p:cNvPr>
          <p:cNvSpPr txBox="1"/>
          <p:nvPr/>
        </p:nvSpPr>
        <p:spPr>
          <a:xfrm>
            <a:off x="80680" y="590509"/>
            <a:ext cx="6223301" cy="6124754"/>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protected</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getValueDoubled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2</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4" name="TextBox 3">
            <a:extLst>
              <a:ext uri="{FF2B5EF4-FFF2-40B4-BE49-F238E27FC236}">
                <a16:creationId xmlns:a16="http://schemas.microsoft.com/office/drawing/2014/main" id="{EFB3BA88-ADB8-C7AE-5D47-1897D01EF978}"/>
              </a:ext>
            </a:extLst>
          </p:cNvPr>
          <p:cNvSpPr txBox="1"/>
          <p:nvPr/>
        </p:nvSpPr>
        <p:spPr>
          <a:xfrm>
            <a:off x="80681" y="78960"/>
            <a:ext cx="7180732" cy="400110"/>
          </a:xfrm>
          <a:prstGeom prst="rect">
            <a:avLst/>
          </a:prstGeom>
          <a:noFill/>
        </p:spPr>
        <p:txBody>
          <a:bodyPr wrap="square">
            <a:spAutoFit/>
          </a:bodyPr>
          <a:lstStyle/>
          <a:p>
            <a:r>
              <a:rPr lang="en-US" sz="2000" dirty="0"/>
              <a:t>Note the methods. </a:t>
            </a:r>
            <a:r>
              <a:rPr lang="en-US" sz="2000" b="1" dirty="0" err="1">
                <a:latin typeface="Roboto Mono" panose="00000009000000000000" pitchFamily="49" charset="0"/>
                <a:ea typeface="Roboto Mono" panose="00000009000000000000" pitchFamily="49" charset="0"/>
                <a:cs typeface="Cascadia Code" panose="020B0609020000020004" pitchFamily="49" charset="0"/>
              </a:rPr>
              <a:t>getName</a:t>
            </a:r>
            <a:r>
              <a:rPr lang="en-US" sz="2000" b="1" dirty="0">
                <a:latin typeface="Roboto Mono" panose="00000009000000000000" pitchFamily="49" charset="0"/>
                <a:ea typeface="Roboto Mono" panose="00000009000000000000" pitchFamily="49" charset="0"/>
                <a:cs typeface="Cascadia Code" panose="020B0609020000020004" pitchFamily="49" charset="0"/>
              </a:rPr>
              <a:t>()</a:t>
            </a:r>
            <a:r>
              <a:rPr lang="en-US" sz="2000" dirty="0"/>
              <a:t> is redefined in </a:t>
            </a:r>
            <a:r>
              <a:rPr lang="en-US" sz="2000" b="1" dirty="0">
                <a:latin typeface="Roboto Mono" panose="00000009000000000000" pitchFamily="49" charset="0"/>
                <a:ea typeface="Roboto Mono" panose="00000009000000000000" pitchFamily="49" charset="0"/>
                <a:cs typeface="Cascadia Code" panose="020B0609020000020004" pitchFamily="49" charset="0"/>
              </a:rPr>
              <a:t>Derived</a:t>
            </a:r>
            <a:r>
              <a:rPr lang="en-US" sz="2000" dirty="0"/>
              <a:t>.</a:t>
            </a:r>
          </a:p>
        </p:txBody>
      </p:sp>
      <p:sp>
        <p:nvSpPr>
          <p:cNvPr id="16" name="Rectangle 15">
            <a:extLst>
              <a:ext uri="{FF2B5EF4-FFF2-40B4-BE49-F238E27FC236}">
                <a16:creationId xmlns:a16="http://schemas.microsoft.com/office/drawing/2014/main" id="{4D5ACBDD-5EBD-5CD4-4813-109D89475C97}"/>
              </a:ext>
            </a:extLst>
          </p:cNvPr>
          <p:cNvSpPr/>
          <p:nvPr/>
        </p:nvSpPr>
        <p:spPr>
          <a:xfrm>
            <a:off x="484093" y="2734035"/>
            <a:ext cx="3130475" cy="525532"/>
          </a:xfrm>
          <a:prstGeom prst="rect">
            <a:avLst/>
          </a:prstGeom>
          <a:no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CD25CE4-0651-623D-20DA-C4D0EE452C41}"/>
              </a:ext>
            </a:extLst>
          </p:cNvPr>
          <p:cNvSpPr/>
          <p:nvPr/>
        </p:nvSpPr>
        <p:spPr>
          <a:xfrm>
            <a:off x="484094" y="5494655"/>
            <a:ext cx="3130475" cy="525532"/>
          </a:xfrm>
          <a:prstGeom prst="rect">
            <a:avLst/>
          </a:prstGeom>
          <a:no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69DA554-B6E3-D044-5DFD-873F44F84BBB}"/>
              </a:ext>
            </a:extLst>
          </p:cNvPr>
          <p:cNvSpPr txBox="1"/>
          <p:nvPr/>
        </p:nvSpPr>
        <p:spPr>
          <a:xfrm>
            <a:off x="6734286" y="2335081"/>
            <a:ext cx="4973621" cy="2862322"/>
          </a:xfrm>
          <a:prstGeom prst="rect">
            <a:avLst/>
          </a:prstGeom>
          <a:noFill/>
          <a:ln>
            <a:solidFill>
              <a:schemeClr val="accent1"/>
            </a:solidFill>
          </a:ln>
        </p:spPr>
        <p:txBody>
          <a:bodyPr wrap="square">
            <a:spAutoFit/>
          </a:bodyPr>
          <a:lstStyle/>
          <a:p>
            <a:r>
              <a:rPr lang="en-US" sz="2000" b="1" i="1" u="sng" dirty="0">
                <a:solidFill>
                  <a:schemeClr val="accent1"/>
                </a:solidFill>
              </a:rPr>
              <a:t>Note</a:t>
            </a:r>
          </a:p>
          <a:p>
            <a:r>
              <a:rPr lang="en-US" sz="2000" i="1" dirty="0">
                <a:solidFill>
                  <a:schemeClr val="accent1"/>
                </a:solidFill>
              </a:rPr>
              <a:t>The signature and the return type don’t need to be the same. You could have had a different return type and no </a:t>
            </a:r>
            <a:r>
              <a:rPr lang="en-US" sz="2000" b="1" dirty="0">
                <a:solidFill>
                  <a:schemeClr val="accent1"/>
                </a:solidFill>
                <a:latin typeface="Roboto Mono" panose="00000009000000000000" pitchFamily="49" charset="0"/>
                <a:ea typeface="Roboto Mono" panose="00000009000000000000" pitchFamily="49" charset="0"/>
              </a:rPr>
              <a:t>const</a:t>
            </a:r>
            <a:r>
              <a:rPr lang="en-US" sz="2000" i="1" dirty="0">
                <a:solidFill>
                  <a:schemeClr val="accent1"/>
                </a:solidFill>
              </a:rPr>
              <a:t>,</a:t>
            </a:r>
          </a:p>
          <a:p>
            <a:pPr algn="ctr"/>
            <a:r>
              <a:rPr lang="en-US" sz="2000" b="1" dirty="0">
                <a:solidFill>
                  <a:schemeClr val="accent1"/>
                </a:solidFill>
                <a:latin typeface="Roboto Mono" panose="00000009000000000000" pitchFamily="49" charset="0"/>
                <a:ea typeface="Roboto Mono" panose="00000009000000000000" pitchFamily="49" charset="0"/>
              </a:rPr>
              <a:t>void Derived::</a:t>
            </a:r>
            <a:r>
              <a:rPr lang="en-US" sz="2000" b="1" dirty="0" err="1">
                <a:solidFill>
                  <a:schemeClr val="accent1"/>
                </a:solidFill>
                <a:latin typeface="Roboto Mono" panose="00000009000000000000" pitchFamily="49" charset="0"/>
                <a:ea typeface="Roboto Mono" panose="00000009000000000000" pitchFamily="49" charset="0"/>
              </a:rPr>
              <a:t>getName</a:t>
            </a:r>
            <a:r>
              <a:rPr lang="en-US" sz="2000" b="1" dirty="0">
                <a:solidFill>
                  <a:schemeClr val="accent1"/>
                </a:solidFill>
                <a:latin typeface="Roboto Mono" panose="00000009000000000000" pitchFamily="49" charset="0"/>
                <a:ea typeface="Roboto Mono" panose="00000009000000000000" pitchFamily="49" charset="0"/>
              </a:rPr>
              <a:t>();</a:t>
            </a:r>
          </a:p>
          <a:p>
            <a:endParaRPr lang="en-US" sz="2000" i="1" dirty="0">
              <a:solidFill>
                <a:schemeClr val="accent1"/>
              </a:solidFill>
            </a:endParaRPr>
          </a:p>
          <a:p>
            <a:r>
              <a:rPr lang="en-US" sz="2000" i="1" dirty="0">
                <a:solidFill>
                  <a:schemeClr val="accent1"/>
                </a:solidFill>
              </a:rPr>
              <a:t>Having the same name causes </a:t>
            </a:r>
            <a:r>
              <a:rPr lang="en-US" sz="2000" b="1" dirty="0">
                <a:solidFill>
                  <a:schemeClr val="accent1"/>
                </a:solidFill>
                <a:latin typeface="Roboto Mono" panose="00000009000000000000" pitchFamily="49" charset="0"/>
                <a:ea typeface="Roboto Mono" panose="00000009000000000000" pitchFamily="49" charset="0"/>
              </a:rPr>
              <a:t>Base::</a:t>
            </a:r>
            <a:r>
              <a:rPr lang="en-US" sz="2000" b="1" dirty="0" err="1">
                <a:solidFill>
                  <a:schemeClr val="accent1"/>
                </a:solidFill>
                <a:latin typeface="Roboto Mono" panose="00000009000000000000" pitchFamily="49" charset="0"/>
                <a:ea typeface="Roboto Mono" panose="00000009000000000000" pitchFamily="49" charset="0"/>
              </a:rPr>
              <a:t>getName</a:t>
            </a:r>
            <a:r>
              <a:rPr lang="en-US" sz="2000" b="1" dirty="0">
                <a:solidFill>
                  <a:schemeClr val="accent1"/>
                </a:solidFill>
                <a:latin typeface="Roboto Mono" panose="00000009000000000000" pitchFamily="49" charset="0"/>
                <a:ea typeface="Roboto Mono" panose="00000009000000000000" pitchFamily="49" charset="0"/>
              </a:rPr>
              <a:t>()</a:t>
            </a:r>
            <a:r>
              <a:rPr lang="en-US" sz="2000" i="1" dirty="0">
                <a:solidFill>
                  <a:schemeClr val="accent1"/>
                </a:solidFill>
              </a:rPr>
              <a:t> to be hidden by </a:t>
            </a:r>
            <a:r>
              <a:rPr lang="en-US" sz="2000" b="1" dirty="0">
                <a:solidFill>
                  <a:schemeClr val="accent1"/>
                </a:solidFill>
                <a:latin typeface="Roboto Mono" panose="00000009000000000000" pitchFamily="49" charset="0"/>
                <a:ea typeface="Roboto Mono" panose="00000009000000000000" pitchFamily="49" charset="0"/>
              </a:rPr>
              <a:t>Derived::</a:t>
            </a:r>
            <a:r>
              <a:rPr lang="en-US" sz="2000" b="1" dirty="0" err="1">
                <a:solidFill>
                  <a:schemeClr val="accent1"/>
                </a:solidFill>
                <a:latin typeface="Roboto Mono" panose="00000009000000000000" pitchFamily="49" charset="0"/>
                <a:ea typeface="Roboto Mono" panose="00000009000000000000" pitchFamily="49" charset="0"/>
              </a:rPr>
              <a:t>getName</a:t>
            </a:r>
            <a:r>
              <a:rPr lang="en-US" sz="2000" b="1" dirty="0">
                <a:solidFill>
                  <a:schemeClr val="accent1"/>
                </a:solidFill>
                <a:latin typeface="Roboto Mono" panose="00000009000000000000" pitchFamily="49" charset="0"/>
                <a:ea typeface="Roboto Mono" panose="00000009000000000000" pitchFamily="49" charset="0"/>
              </a:rPr>
              <a:t>()</a:t>
            </a:r>
            <a:r>
              <a:rPr lang="en-US" sz="2000" i="1" dirty="0">
                <a:solidFill>
                  <a:schemeClr val="accent1"/>
                </a:solidFill>
              </a:rPr>
              <a:t>.</a:t>
            </a:r>
          </a:p>
        </p:txBody>
      </p:sp>
    </p:spTree>
    <p:extLst>
      <p:ext uri="{BB962C8B-B14F-4D97-AF65-F5344CB8AC3E}">
        <p14:creationId xmlns:p14="http://schemas.microsoft.com/office/powerpoint/2010/main" val="340886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B3BA88-ADB8-C7AE-5D47-1897D01EF978}"/>
              </a:ext>
            </a:extLst>
          </p:cNvPr>
          <p:cNvSpPr txBox="1"/>
          <p:nvPr/>
        </p:nvSpPr>
        <p:spPr>
          <a:xfrm>
            <a:off x="80681" y="78960"/>
            <a:ext cx="5401788" cy="400110"/>
          </a:xfrm>
          <a:prstGeom prst="rect">
            <a:avLst/>
          </a:prstGeom>
          <a:noFill/>
        </p:spPr>
        <p:txBody>
          <a:bodyPr wrap="square">
            <a:spAutoFit/>
          </a:bodyPr>
          <a:lstStyle/>
          <a:p>
            <a:r>
              <a:rPr lang="en-US" sz="2000" dirty="0"/>
              <a:t>The </a:t>
            </a:r>
            <a:r>
              <a:rPr lang="en-US" sz="2000" b="1" dirty="0">
                <a:latin typeface="Roboto Mono" panose="00000009000000000000" pitchFamily="49" charset="0"/>
                <a:ea typeface="Roboto Mono" panose="00000009000000000000" pitchFamily="49" charset="0"/>
              </a:rPr>
              <a:t>main()</a:t>
            </a:r>
            <a:r>
              <a:rPr lang="en-US" sz="2000" dirty="0"/>
              <a:t> function seems fine.</a:t>
            </a:r>
          </a:p>
        </p:txBody>
      </p:sp>
      <p:sp>
        <p:nvSpPr>
          <p:cNvPr id="12" name="TextBox 11">
            <a:extLst>
              <a:ext uri="{FF2B5EF4-FFF2-40B4-BE49-F238E27FC236}">
                <a16:creationId xmlns:a16="http://schemas.microsoft.com/office/drawing/2014/main" id="{3994AF92-C164-C31B-CB37-8DDC3C89743B}"/>
              </a:ext>
            </a:extLst>
          </p:cNvPr>
          <p:cNvSpPr txBox="1"/>
          <p:nvPr/>
        </p:nvSpPr>
        <p:spPr>
          <a:xfrm>
            <a:off x="6938682" y="78960"/>
            <a:ext cx="5172637" cy="4832092"/>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ea typeface="Roboto Mono" panose="00000009000000000000" pitchFamily="49" charset="0"/>
              </a:rPr>
              <a:t>int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main</a:t>
            </a:r>
            <a:r>
              <a:rPr lang="en-US" sz="1400" b="0" dirty="0">
                <a:solidFill>
                  <a:srgbClr val="777777"/>
                </a:solidFill>
                <a:effectLst/>
                <a:latin typeface="Roboto Mono" panose="00000009000000000000" pitchFamily="49" charset="0"/>
                <a:ea typeface="Roboto Mono" panose="00000009000000000000" pitchFamily="49" charset="0"/>
              </a:rPr>
              <a:t>()</a:t>
            </a:r>
            <a:endParaRPr lang="en-US" sz="1400" b="0" dirty="0">
              <a:solidFill>
                <a:srgbClr val="333333"/>
              </a:solidFill>
              <a:effectLst/>
              <a:latin typeface="Roboto Mono" panose="00000009000000000000" pitchFamily="49" charset="0"/>
              <a:ea typeface="Roboto Mono" panose="00000009000000000000" pitchFamily="49" charset="0"/>
            </a:endParaRPr>
          </a:p>
          <a:p>
            <a:r>
              <a:rPr lang="en-US" sz="1400" b="0" dirty="0">
                <a:solidFill>
                  <a:srgbClr val="777777"/>
                </a:solidFill>
                <a:effectLst/>
                <a:latin typeface="Roboto Mono" panose="00000009000000000000" pitchFamily="49" charset="0"/>
                <a:ea typeface="Roboto Mono" panose="00000009000000000000" pitchFamily="49" charset="0"/>
              </a:rPr>
              <a:t>{</a:t>
            </a:r>
            <a:endParaRPr lang="en-US" sz="1400" b="0" dirty="0">
              <a:solidFill>
                <a:srgbClr val="333333"/>
              </a:solidFill>
              <a:effectLst/>
              <a:latin typeface="Roboto Mono" panose="00000009000000000000" pitchFamily="49" charset="0"/>
              <a:ea typeface="Roboto Mono" panose="00000009000000000000" pitchFamily="49" charset="0"/>
            </a:endParaRP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7A3E9D"/>
                </a:solidFill>
                <a:effectLst/>
                <a:latin typeface="Roboto Mono" panose="00000009000000000000" pitchFamily="49" charset="0"/>
                <a:ea typeface="Roboto Mono" panose="00000009000000000000" pitchFamily="49" charset="0"/>
              </a:rPr>
              <a:t>Derived</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A3E9D"/>
                </a:solidFill>
                <a:effectLst/>
                <a:latin typeface="Roboto Mono" panose="00000009000000000000" pitchFamily="49" charset="0"/>
                <a:ea typeface="Roboto Mono" panose="00000009000000000000" pitchFamily="49" charset="0"/>
              </a:rPr>
              <a:t>derived</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9C5D27"/>
                </a:solidFill>
                <a:effectLst/>
                <a:latin typeface="Roboto Mono" panose="00000009000000000000" pitchFamily="49" charset="0"/>
                <a:ea typeface="Roboto Mono" panose="00000009000000000000" pitchFamily="49" charset="0"/>
              </a:rPr>
              <a:t>5</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a:t>
            </a:r>
            <a:endParaRPr lang="en-US" sz="1400" b="0" dirty="0">
              <a:solidFill>
                <a:srgbClr val="333333"/>
              </a:solidFill>
              <a:effectLst/>
              <a:latin typeface="Roboto Mono" panose="00000009000000000000" pitchFamily="49" charset="0"/>
              <a:ea typeface="Roboto Mono" panose="00000009000000000000" pitchFamily="49" charset="0"/>
            </a:endParaRP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7A3E9D"/>
                </a:solidFill>
                <a:effectLst/>
                <a:latin typeface="Roboto Mono" panose="00000009000000000000" pitchFamily="49" charset="0"/>
                <a:ea typeface="Roboto Mono" panose="00000009000000000000" pitchFamily="49" charset="0"/>
              </a:rPr>
              <a:t>std</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err="1">
                <a:solidFill>
                  <a:srgbClr val="7A3E9D"/>
                </a:solidFill>
                <a:effectLst/>
                <a:latin typeface="Roboto Mono" panose="00000009000000000000" pitchFamily="49" charset="0"/>
                <a:ea typeface="Roboto Mono" panose="00000009000000000000" pitchFamily="49" charset="0"/>
              </a:rPr>
              <a:t>cout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448C27"/>
                </a:solidFill>
                <a:effectLst/>
                <a:latin typeface="Roboto Mono" panose="00000009000000000000" pitchFamily="49" charset="0"/>
                <a:ea typeface="Roboto Mono" panose="00000009000000000000" pitchFamily="49" charset="0"/>
              </a:rPr>
              <a:t>derived is a </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err="1">
                <a:solidFill>
                  <a:srgbClr val="7A3E9D"/>
                </a:solidFill>
                <a:effectLst/>
                <a:latin typeface="Roboto Mono" panose="00000009000000000000" pitchFamily="49" charset="0"/>
                <a:ea typeface="Roboto Mono" panose="00000009000000000000" pitchFamily="49" charset="0"/>
              </a:rPr>
              <a:t>derived</a:t>
            </a:r>
            <a:r>
              <a:rPr lang="en-US" sz="1400" b="0" dirty="0" err="1">
                <a:solidFill>
                  <a:srgbClr val="777777"/>
                </a:solidFill>
                <a:effectLst/>
                <a:latin typeface="Roboto Mono" panose="00000009000000000000" pitchFamily="49" charset="0"/>
                <a:ea typeface="Roboto Mono" panose="00000009000000000000" pitchFamily="49" charset="0"/>
              </a:rPr>
              <a:t>.</a:t>
            </a:r>
            <a:r>
              <a:rPr lang="en-US" sz="1400" b="1" dirty="0" err="1">
                <a:solidFill>
                  <a:srgbClr val="AA3731"/>
                </a:solidFill>
                <a:effectLst/>
                <a:latin typeface="Roboto Mono" panose="00000009000000000000" pitchFamily="49" charset="0"/>
                <a:ea typeface="Roboto Mono" panose="00000009000000000000" pitchFamily="49" charset="0"/>
              </a:rPr>
              <a:t>getName</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448C27"/>
                </a:solidFill>
                <a:effectLst/>
                <a:latin typeface="Roboto Mono" panose="00000009000000000000" pitchFamily="49" charset="0"/>
                <a:ea typeface="Roboto Mono" panose="00000009000000000000" pitchFamily="49" charset="0"/>
              </a:rPr>
              <a:t> and has value </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err="1">
                <a:solidFill>
                  <a:srgbClr val="7A3E9D"/>
                </a:solidFill>
                <a:effectLst/>
                <a:latin typeface="Roboto Mono" panose="00000009000000000000" pitchFamily="49" charset="0"/>
                <a:ea typeface="Roboto Mono" panose="00000009000000000000" pitchFamily="49" charset="0"/>
              </a:rPr>
              <a:t>derived</a:t>
            </a:r>
            <a:r>
              <a:rPr lang="en-US" sz="1400" b="0" dirty="0" err="1">
                <a:solidFill>
                  <a:srgbClr val="777777"/>
                </a:solidFill>
                <a:effectLst/>
                <a:latin typeface="Roboto Mono" panose="00000009000000000000" pitchFamily="49" charset="0"/>
                <a:ea typeface="Roboto Mono" panose="00000009000000000000" pitchFamily="49" charset="0"/>
              </a:rPr>
              <a:t>.</a:t>
            </a:r>
            <a:r>
              <a:rPr lang="en-US" sz="1400" b="1" dirty="0" err="1">
                <a:solidFill>
                  <a:srgbClr val="AA3731"/>
                </a:solidFill>
                <a:effectLst/>
                <a:latin typeface="Roboto Mono" panose="00000009000000000000" pitchFamily="49" charset="0"/>
                <a:ea typeface="Roboto Mono" panose="00000009000000000000" pitchFamily="49" charset="0"/>
              </a:rPr>
              <a:t>getValue</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'\n';</a:t>
            </a:r>
            <a:endParaRPr lang="en-US" sz="1400" b="0" dirty="0">
              <a:solidFill>
                <a:srgbClr val="333333"/>
              </a:solidFill>
              <a:effectLst/>
              <a:latin typeface="Roboto Mono" panose="00000009000000000000" pitchFamily="49" charset="0"/>
              <a:ea typeface="Roboto Mono" panose="00000009000000000000" pitchFamily="49" charset="0"/>
            </a:endParaRPr>
          </a:p>
          <a:p>
            <a:br>
              <a:rPr lang="en-US" sz="1400" b="0" dirty="0">
                <a:solidFill>
                  <a:srgbClr val="333333"/>
                </a:solidFill>
                <a:effectLst/>
                <a:latin typeface="Roboto Mono" panose="00000009000000000000" pitchFamily="49" charset="0"/>
                <a:ea typeface="Roboto Mono" panose="00000009000000000000" pitchFamily="49" charset="0"/>
              </a:rPr>
            </a:br>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7A3E9D"/>
                </a:solidFill>
                <a:effectLst/>
                <a:latin typeface="Roboto Mono" panose="00000009000000000000" pitchFamily="49" charset="0"/>
                <a:ea typeface="Roboto Mono" panose="00000009000000000000" pitchFamily="49" charset="0"/>
              </a:rPr>
              <a:t>Derived</a:t>
            </a:r>
            <a:r>
              <a:rPr lang="en-US" sz="1400" b="0" dirty="0">
                <a:solidFill>
                  <a:srgbClr val="777777"/>
                </a:solidFill>
                <a:effectLst/>
                <a:latin typeface="Roboto Mono" panose="00000009000000000000" pitchFamily="49" charset="0"/>
                <a:ea typeface="Roboto Mono" panose="00000009000000000000" pitchFamily="49" charset="0"/>
              </a:rPr>
              <a:t>&amp;</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err="1">
                <a:solidFill>
                  <a:srgbClr val="7A3E9D"/>
                </a:solidFill>
                <a:effectLst/>
                <a:latin typeface="Roboto Mono" panose="00000009000000000000" pitchFamily="49" charset="0"/>
                <a:ea typeface="Roboto Mono" panose="00000009000000000000" pitchFamily="49" charset="0"/>
              </a:rPr>
              <a:t>rDerived</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A3E9D"/>
                </a:solidFill>
                <a:effectLst/>
                <a:latin typeface="Roboto Mono" panose="00000009000000000000" pitchFamily="49" charset="0"/>
                <a:ea typeface="Roboto Mono" panose="00000009000000000000" pitchFamily="49" charset="0"/>
              </a:rPr>
              <a:t>derived</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a:t>
            </a:r>
            <a:endParaRPr lang="en-US" sz="1400" b="0" dirty="0">
              <a:solidFill>
                <a:srgbClr val="333333"/>
              </a:solidFill>
              <a:effectLst/>
              <a:latin typeface="Roboto Mono" panose="00000009000000000000" pitchFamily="49" charset="0"/>
              <a:ea typeface="Roboto Mono" panose="00000009000000000000" pitchFamily="49" charset="0"/>
            </a:endParaRP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7A3E9D"/>
                </a:solidFill>
                <a:effectLst/>
                <a:latin typeface="Roboto Mono" panose="00000009000000000000" pitchFamily="49" charset="0"/>
                <a:ea typeface="Roboto Mono" panose="00000009000000000000" pitchFamily="49" charset="0"/>
              </a:rPr>
              <a:t>std</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err="1">
                <a:solidFill>
                  <a:srgbClr val="7A3E9D"/>
                </a:solidFill>
                <a:effectLst/>
                <a:latin typeface="Roboto Mono" panose="00000009000000000000" pitchFamily="49" charset="0"/>
                <a:ea typeface="Roboto Mono" panose="00000009000000000000" pitchFamily="49" charset="0"/>
              </a:rPr>
              <a:t>cout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err="1">
                <a:solidFill>
                  <a:srgbClr val="448C27"/>
                </a:solidFill>
                <a:effectLst/>
                <a:latin typeface="Roboto Mono" panose="00000009000000000000" pitchFamily="49" charset="0"/>
                <a:ea typeface="Roboto Mono" panose="00000009000000000000" pitchFamily="49" charset="0"/>
              </a:rPr>
              <a:t>rDerived</a:t>
            </a:r>
            <a:r>
              <a:rPr lang="en-US" sz="1400" b="0" dirty="0">
                <a:solidFill>
                  <a:srgbClr val="448C27"/>
                </a:solidFill>
                <a:effectLst/>
                <a:latin typeface="Roboto Mono" panose="00000009000000000000" pitchFamily="49" charset="0"/>
                <a:ea typeface="Roboto Mono" panose="00000009000000000000" pitchFamily="49" charset="0"/>
              </a:rPr>
              <a:t> is a </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err="1">
                <a:solidFill>
                  <a:srgbClr val="7A3E9D"/>
                </a:solidFill>
                <a:effectLst/>
                <a:latin typeface="Roboto Mono" panose="00000009000000000000" pitchFamily="49" charset="0"/>
                <a:ea typeface="Roboto Mono" panose="00000009000000000000" pitchFamily="49" charset="0"/>
              </a:rPr>
              <a:t>rDerived</a:t>
            </a:r>
            <a:r>
              <a:rPr lang="en-US" sz="1400" b="0" dirty="0" err="1">
                <a:solidFill>
                  <a:srgbClr val="777777"/>
                </a:solidFill>
                <a:effectLst/>
                <a:latin typeface="Roboto Mono" panose="00000009000000000000" pitchFamily="49" charset="0"/>
                <a:ea typeface="Roboto Mono" panose="00000009000000000000" pitchFamily="49" charset="0"/>
              </a:rPr>
              <a:t>.</a:t>
            </a:r>
            <a:r>
              <a:rPr lang="en-US" sz="1400" b="1" dirty="0" err="1">
                <a:solidFill>
                  <a:srgbClr val="AA3731"/>
                </a:solidFill>
                <a:effectLst/>
                <a:latin typeface="Roboto Mono" panose="00000009000000000000" pitchFamily="49" charset="0"/>
                <a:ea typeface="Roboto Mono" panose="00000009000000000000" pitchFamily="49" charset="0"/>
              </a:rPr>
              <a:t>getName</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448C27"/>
                </a:solidFill>
                <a:effectLst/>
                <a:latin typeface="Roboto Mono" panose="00000009000000000000" pitchFamily="49" charset="0"/>
                <a:ea typeface="Roboto Mono" panose="00000009000000000000" pitchFamily="49" charset="0"/>
              </a:rPr>
              <a:t> and has value </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err="1">
                <a:solidFill>
                  <a:srgbClr val="7A3E9D"/>
                </a:solidFill>
                <a:effectLst/>
                <a:latin typeface="Roboto Mono" panose="00000009000000000000" pitchFamily="49" charset="0"/>
                <a:ea typeface="Roboto Mono" panose="00000009000000000000" pitchFamily="49" charset="0"/>
              </a:rPr>
              <a:t>rDerived</a:t>
            </a:r>
            <a:r>
              <a:rPr lang="en-US" sz="1400" b="0" dirty="0" err="1">
                <a:solidFill>
                  <a:srgbClr val="777777"/>
                </a:solidFill>
                <a:effectLst/>
                <a:latin typeface="Roboto Mono" panose="00000009000000000000" pitchFamily="49" charset="0"/>
                <a:ea typeface="Roboto Mono" panose="00000009000000000000" pitchFamily="49" charset="0"/>
              </a:rPr>
              <a:t>.</a:t>
            </a:r>
            <a:r>
              <a:rPr lang="en-US" sz="1400" b="1" dirty="0" err="1">
                <a:solidFill>
                  <a:srgbClr val="AA3731"/>
                </a:solidFill>
                <a:effectLst/>
                <a:latin typeface="Roboto Mono" panose="00000009000000000000" pitchFamily="49" charset="0"/>
                <a:ea typeface="Roboto Mono" panose="00000009000000000000" pitchFamily="49" charset="0"/>
              </a:rPr>
              <a:t>getValue</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'\n';</a:t>
            </a:r>
            <a:endParaRPr lang="en-US" sz="1400" b="0" dirty="0">
              <a:solidFill>
                <a:srgbClr val="333333"/>
              </a:solidFill>
              <a:effectLst/>
              <a:latin typeface="Roboto Mono" panose="00000009000000000000" pitchFamily="49" charset="0"/>
              <a:ea typeface="Roboto Mono" panose="00000009000000000000" pitchFamily="49" charset="0"/>
            </a:endParaRPr>
          </a:p>
          <a:p>
            <a:br>
              <a:rPr lang="en-US" sz="1400" b="0" dirty="0">
                <a:solidFill>
                  <a:srgbClr val="333333"/>
                </a:solidFill>
                <a:effectLst/>
                <a:latin typeface="Roboto Mono" panose="00000009000000000000" pitchFamily="49" charset="0"/>
                <a:ea typeface="Roboto Mono" panose="00000009000000000000" pitchFamily="49" charset="0"/>
              </a:rPr>
            </a:br>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7A3E9D"/>
                </a:solidFill>
                <a:effectLst/>
                <a:latin typeface="Roboto Mono" panose="00000009000000000000" pitchFamily="49" charset="0"/>
                <a:ea typeface="Roboto Mono" panose="00000009000000000000" pitchFamily="49" charset="0"/>
              </a:rPr>
              <a:t>Derived</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err="1">
                <a:solidFill>
                  <a:srgbClr val="7A3E9D"/>
                </a:solidFill>
                <a:effectLst/>
                <a:latin typeface="Roboto Mono" panose="00000009000000000000" pitchFamily="49" charset="0"/>
                <a:ea typeface="Roboto Mono" panose="00000009000000000000" pitchFamily="49" charset="0"/>
              </a:rPr>
              <a:t>pDerived</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&amp;</a:t>
            </a:r>
            <a:r>
              <a:rPr lang="en-US" sz="1400" b="0" dirty="0">
                <a:solidFill>
                  <a:srgbClr val="7A3E9D"/>
                </a:solidFill>
                <a:effectLst/>
                <a:latin typeface="Roboto Mono" panose="00000009000000000000" pitchFamily="49" charset="0"/>
                <a:ea typeface="Roboto Mono" panose="00000009000000000000" pitchFamily="49" charset="0"/>
              </a:rPr>
              <a:t>derived</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a:t>
            </a:r>
            <a:endParaRPr lang="en-US" sz="1400" b="0" dirty="0">
              <a:solidFill>
                <a:srgbClr val="333333"/>
              </a:solidFill>
              <a:effectLst/>
              <a:latin typeface="Roboto Mono" panose="00000009000000000000" pitchFamily="49" charset="0"/>
              <a:ea typeface="Roboto Mono" panose="00000009000000000000" pitchFamily="49" charset="0"/>
            </a:endParaRP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7A3E9D"/>
                </a:solidFill>
                <a:effectLst/>
                <a:latin typeface="Roboto Mono" panose="00000009000000000000" pitchFamily="49" charset="0"/>
                <a:ea typeface="Roboto Mono" panose="00000009000000000000" pitchFamily="49" charset="0"/>
              </a:rPr>
              <a:t>std</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err="1">
                <a:solidFill>
                  <a:srgbClr val="7A3E9D"/>
                </a:solidFill>
                <a:effectLst/>
                <a:latin typeface="Roboto Mono" panose="00000009000000000000" pitchFamily="49" charset="0"/>
                <a:ea typeface="Roboto Mono" panose="00000009000000000000" pitchFamily="49" charset="0"/>
              </a:rPr>
              <a:t>cout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err="1">
                <a:solidFill>
                  <a:srgbClr val="448C27"/>
                </a:solidFill>
                <a:effectLst/>
                <a:latin typeface="Roboto Mono" panose="00000009000000000000" pitchFamily="49" charset="0"/>
                <a:ea typeface="Roboto Mono" panose="00000009000000000000" pitchFamily="49" charset="0"/>
              </a:rPr>
              <a:t>pDerived</a:t>
            </a:r>
            <a:r>
              <a:rPr lang="en-US" sz="1400" b="0" dirty="0">
                <a:solidFill>
                  <a:srgbClr val="448C27"/>
                </a:solidFill>
                <a:effectLst/>
                <a:latin typeface="Roboto Mono" panose="00000009000000000000" pitchFamily="49" charset="0"/>
                <a:ea typeface="Roboto Mono" panose="00000009000000000000" pitchFamily="49" charset="0"/>
              </a:rPr>
              <a:t> is a </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err="1">
                <a:solidFill>
                  <a:srgbClr val="7A3E9D"/>
                </a:solidFill>
                <a:effectLst/>
                <a:latin typeface="Roboto Mono" panose="00000009000000000000" pitchFamily="49" charset="0"/>
                <a:ea typeface="Roboto Mono" panose="00000009000000000000" pitchFamily="49" charset="0"/>
              </a:rPr>
              <a:t>pDerived</a:t>
            </a:r>
            <a:r>
              <a:rPr lang="en-US" sz="1400" b="0" dirty="0">
                <a:solidFill>
                  <a:srgbClr val="777777"/>
                </a:solidFill>
                <a:effectLst/>
                <a:latin typeface="Roboto Mono" panose="00000009000000000000" pitchFamily="49" charset="0"/>
                <a:ea typeface="Roboto Mono" panose="00000009000000000000" pitchFamily="49" charset="0"/>
              </a:rPr>
              <a:t>-&gt;</a:t>
            </a:r>
            <a:r>
              <a:rPr lang="en-US" sz="1400" b="1" dirty="0" err="1">
                <a:solidFill>
                  <a:srgbClr val="AA3731"/>
                </a:solidFill>
                <a:effectLst/>
                <a:latin typeface="Roboto Mono" panose="00000009000000000000" pitchFamily="49" charset="0"/>
                <a:ea typeface="Roboto Mono" panose="00000009000000000000" pitchFamily="49" charset="0"/>
              </a:rPr>
              <a:t>getName</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448C27"/>
                </a:solidFill>
                <a:effectLst/>
                <a:latin typeface="Roboto Mono" panose="00000009000000000000" pitchFamily="49" charset="0"/>
                <a:ea typeface="Roboto Mono" panose="00000009000000000000" pitchFamily="49" charset="0"/>
              </a:rPr>
              <a:t> and has value </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p>
          <a:p>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err="1">
                <a:solidFill>
                  <a:srgbClr val="7A3E9D"/>
                </a:solidFill>
                <a:effectLst/>
                <a:latin typeface="Roboto Mono" panose="00000009000000000000" pitchFamily="49" charset="0"/>
                <a:ea typeface="Roboto Mono" panose="00000009000000000000" pitchFamily="49" charset="0"/>
              </a:rPr>
              <a:t>pDerived</a:t>
            </a:r>
            <a:r>
              <a:rPr lang="en-US" sz="1400" b="0" dirty="0">
                <a:solidFill>
                  <a:srgbClr val="777777"/>
                </a:solidFill>
                <a:effectLst/>
                <a:latin typeface="Roboto Mono" panose="00000009000000000000" pitchFamily="49" charset="0"/>
                <a:ea typeface="Roboto Mono" panose="00000009000000000000" pitchFamily="49" charset="0"/>
              </a:rPr>
              <a:t>-&gt;</a:t>
            </a:r>
            <a:r>
              <a:rPr lang="en-US" sz="1400" b="1" dirty="0" err="1">
                <a:solidFill>
                  <a:srgbClr val="AA3731"/>
                </a:solidFill>
                <a:effectLst/>
                <a:latin typeface="Roboto Mono" panose="00000009000000000000" pitchFamily="49" charset="0"/>
                <a:ea typeface="Roboto Mono" panose="00000009000000000000" pitchFamily="49" charset="0"/>
              </a:rPr>
              <a:t>getValue</a:t>
            </a:r>
            <a:r>
              <a:rPr lang="en-US" sz="1400" b="0" dirty="0">
                <a:solidFill>
                  <a:srgbClr val="777777"/>
                </a:solidFill>
                <a:effectLst/>
                <a:latin typeface="Roboto Mono" panose="00000009000000000000" pitchFamily="49" charset="0"/>
                <a:ea typeface="Roboto Mono" panose="00000009000000000000" pitchFamily="49" charset="0"/>
              </a:rPr>
              <a: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1" dirty="0">
                <a:solidFill>
                  <a:srgbClr val="AA3731"/>
                </a:solidFill>
                <a:effectLst/>
                <a:latin typeface="Roboto Mono" panose="00000009000000000000" pitchFamily="49" charset="0"/>
                <a:ea typeface="Roboto Mono" panose="00000009000000000000" pitchFamily="49" charset="0"/>
              </a:rPr>
              <a:t>&lt;&lt;</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777777"/>
                </a:solidFill>
                <a:effectLst/>
                <a:latin typeface="Roboto Mono" panose="00000009000000000000" pitchFamily="49" charset="0"/>
                <a:ea typeface="Roboto Mono" panose="00000009000000000000" pitchFamily="49" charset="0"/>
              </a:rPr>
              <a:t>'\n';</a:t>
            </a:r>
            <a:endParaRPr lang="en-US" sz="1400" b="0" dirty="0">
              <a:solidFill>
                <a:srgbClr val="333333"/>
              </a:solidFill>
              <a:effectLst/>
              <a:latin typeface="Roboto Mono" panose="00000009000000000000" pitchFamily="49" charset="0"/>
              <a:ea typeface="Roboto Mono" panose="00000009000000000000" pitchFamily="49" charset="0"/>
            </a:endParaRPr>
          </a:p>
          <a:p>
            <a:br>
              <a:rPr lang="en-US" sz="1400" b="0" dirty="0">
                <a:solidFill>
                  <a:srgbClr val="333333"/>
                </a:solidFill>
                <a:effectLst/>
                <a:latin typeface="Roboto Mono" panose="00000009000000000000" pitchFamily="49" charset="0"/>
                <a:ea typeface="Roboto Mono" panose="00000009000000000000" pitchFamily="49" charset="0"/>
              </a:rPr>
            </a:b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4B69C6"/>
                </a:solidFill>
                <a:effectLst/>
                <a:latin typeface="Roboto Mono" panose="00000009000000000000" pitchFamily="49" charset="0"/>
                <a:ea typeface="Roboto Mono" panose="00000009000000000000" pitchFamily="49" charset="0"/>
              </a:rPr>
              <a:t>return</a:t>
            </a:r>
            <a:r>
              <a:rPr lang="en-US" sz="1400" b="0" dirty="0">
                <a:solidFill>
                  <a:srgbClr val="333333"/>
                </a:solidFill>
                <a:effectLst/>
                <a:latin typeface="Roboto Mono" panose="00000009000000000000" pitchFamily="49" charset="0"/>
                <a:ea typeface="Roboto Mono" panose="00000009000000000000" pitchFamily="49" charset="0"/>
              </a:rPr>
              <a:t> </a:t>
            </a:r>
            <a:r>
              <a:rPr lang="en-US" sz="1400" b="0" dirty="0">
                <a:solidFill>
                  <a:srgbClr val="9C5D27"/>
                </a:solidFill>
                <a:effectLst/>
                <a:latin typeface="Roboto Mono" panose="00000009000000000000" pitchFamily="49" charset="0"/>
                <a:ea typeface="Roboto Mono" panose="00000009000000000000" pitchFamily="49" charset="0"/>
              </a:rPr>
              <a:t>0</a:t>
            </a:r>
            <a:r>
              <a:rPr lang="en-US" sz="1400" b="0" dirty="0">
                <a:solidFill>
                  <a:srgbClr val="777777"/>
                </a:solidFill>
                <a:effectLst/>
                <a:latin typeface="Roboto Mono" panose="00000009000000000000" pitchFamily="49" charset="0"/>
                <a:ea typeface="Roboto Mono" panose="00000009000000000000" pitchFamily="49" charset="0"/>
              </a:rPr>
              <a:t>;</a:t>
            </a:r>
            <a:endParaRPr lang="en-US" sz="1400" b="0" dirty="0">
              <a:solidFill>
                <a:srgbClr val="333333"/>
              </a:solidFill>
              <a:effectLst/>
              <a:latin typeface="Roboto Mono" panose="00000009000000000000" pitchFamily="49" charset="0"/>
              <a:ea typeface="Roboto Mono" panose="00000009000000000000" pitchFamily="49" charset="0"/>
            </a:endParaRPr>
          </a:p>
          <a:p>
            <a:r>
              <a:rPr lang="en-US" sz="1400" b="0" dirty="0">
                <a:solidFill>
                  <a:srgbClr val="777777"/>
                </a:solidFill>
                <a:effectLst/>
                <a:latin typeface="Roboto Mono" panose="00000009000000000000" pitchFamily="49" charset="0"/>
                <a:ea typeface="Roboto Mono" panose="00000009000000000000" pitchFamily="49" charset="0"/>
              </a:rPr>
              <a:t>}</a:t>
            </a:r>
            <a:endParaRPr lang="en-US" sz="1400" b="0" dirty="0">
              <a:solidFill>
                <a:srgbClr val="333333"/>
              </a:solidFill>
              <a:effectLst/>
              <a:latin typeface="Roboto Mono" panose="00000009000000000000" pitchFamily="49" charset="0"/>
              <a:ea typeface="Roboto Mono" panose="00000009000000000000" pitchFamily="49" charset="0"/>
            </a:endParaRPr>
          </a:p>
        </p:txBody>
      </p:sp>
      <p:sp>
        <p:nvSpPr>
          <p:cNvPr id="13" name="TextBox 12">
            <a:extLst>
              <a:ext uri="{FF2B5EF4-FFF2-40B4-BE49-F238E27FC236}">
                <a16:creationId xmlns:a16="http://schemas.microsoft.com/office/drawing/2014/main" id="{58690A1D-B179-D59E-FD79-4D2054D37081}"/>
              </a:ext>
            </a:extLst>
          </p:cNvPr>
          <p:cNvSpPr txBox="1"/>
          <p:nvPr/>
        </p:nvSpPr>
        <p:spPr>
          <a:xfrm>
            <a:off x="5228215" y="651439"/>
            <a:ext cx="2019214" cy="923330"/>
          </a:xfrm>
          <a:prstGeom prst="rect">
            <a:avLst/>
          </a:prstGeom>
          <a:noFill/>
          <a:ln>
            <a:solidFill>
              <a:schemeClr val="accent1"/>
            </a:solidFill>
          </a:ln>
        </p:spPr>
        <p:txBody>
          <a:bodyPr wrap="square">
            <a:spAutoFit/>
          </a:bodyPr>
          <a:lstStyle/>
          <a:p>
            <a:pPr algn="ctr"/>
            <a:r>
              <a:rPr lang="en-US" i="1" dirty="0">
                <a:solidFill>
                  <a:schemeClr val="accent1"/>
                </a:solidFill>
              </a:rPr>
              <a:t>Accessing the object’s attributes directly.</a:t>
            </a:r>
          </a:p>
        </p:txBody>
      </p:sp>
      <p:sp>
        <p:nvSpPr>
          <p:cNvPr id="14" name="TextBox 13">
            <a:extLst>
              <a:ext uri="{FF2B5EF4-FFF2-40B4-BE49-F238E27FC236}">
                <a16:creationId xmlns:a16="http://schemas.microsoft.com/office/drawing/2014/main" id="{98E94D9E-5E08-51D2-BF03-19CE7926C549}"/>
              </a:ext>
            </a:extLst>
          </p:cNvPr>
          <p:cNvSpPr txBox="1"/>
          <p:nvPr/>
        </p:nvSpPr>
        <p:spPr>
          <a:xfrm>
            <a:off x="5948977" y="1917039"/>
            <a:ext cx="1296659" cy="646331"/>
          </a:xfrm>
          <a:prstGeom prst="rect">
            <a:avLst/>
          </a:prstGeom>
          <a:noFill/>
          <a:ln>
            <a:solidFill>
              <a:schemeClr val="accent1"/>
            </a:solidFill>
          </a:ln>
        </p:spPr>
        <p:txBody>
          <a:bodyPr wrap="square">
            <a:spAutoFit/>
          </a:bodyPr>
          <a:lstStyle/>
          <a:p>
            <a:pPr algn="ctr"/>
            <a:r>
              <a:rPr lang="en-US" i="1" dirty="0">
                <a:solidFill>
                  <a:schemeClr val="accent1"/>
                </a:solidFill>
              </a:rPr>
              <a:t>Through a reference.</a:t>
            </a:r>
          </a:p>
        </p:txBody>
      </p:sp>
      <p:sp>
        <p:nvSpPr>
          <p:cNvPr id="15" name="TextBox 14">
            <a:extLst>
              <a:ext uri="{FF2B5EF4-FFF2-40B4-BE49-F238E27FC236}">
                <a16:creationId xmlns:a16="http://schemas.microsoft.com/office/drawing/2014/main" id="{0310A349-C9CF-5EE3-7448-F3155B6FF86A}"/>
              </a:ext>
            </a:extLst>
          </p:cNvPr>
          <p:cNvSpPr txBox="1"/>
          <p:nvPr/>
        </p:nvSpPr>
        <p:spPr>
          <a:xfrm>
            <a:off x="5948977" y="3182639"/>
            <a:ext cx="1296659" cy="646331"/>
          </a:xfrm>
          <a:prstGeom prst="rect">
            <a:avLst/>
          </a:prstGeom>
          <a:noFill/>
          <a:ln>
            <a:solidFill>
              <a:schemeClr val="accent1"/>
            </a:solidFill>
          </a:ln>
        </p:spPr>
        <p:txBody>
          <a:bodyPr wrap="square">
            <a:spAutoFit/>
          </a:bodyPr>
          <a:lstStyle/>
          <a:p>
            <a:pPr algn="ctr"/>
            <a:r>
              <a:rPr lang="en-US" i="1" dirty="0">
                <a:solidFill>
                  <a:schemeClr val="accent1"/>
                </a:solidFill>
              </a:rPr>
              <a:t>Through a pointer.</a:t>
            </a:r>
          </a:p>
        </p:txBody>
      </p:sp>
      <p:pic>
        <p:nvPicPr>
          <p:cNvPr id="5" name="Picture 4">
            <a:extLst>
              <a:ext uri="{FF2B5EF4-FFF2-40B4-BE49-F238E27FC236}">
                <a16:creationId xmlns:a16="http://schemas.microsoft.com/office/drawing/2014/main" id="{9A8D857E-7DE5-5DAB-258E-BE1A9A10A8E8}"/>
              </a:ext>
            </a:extLst>
          </p:cNvPr>
          <p:cNvPicPr>
            <a:picLocks noChangeAspect="1"/>
          </p:cNvPicPr>
          <p:nvPr/>
        </p:nvPicPr>
        <p:blipFill>
          <a:blip r:embed="rId3"/>
          <a:stretch>
            <a:fillRect/>
          </a:stretch>
        </p:blipFill>
        <p:spPr>
          <a:xfrm>
            <a:off x="7036400" y="5004256"/>
            <a:ext cx="3528366" cy="1265030"/>
          </a:xfrm>
          <a:prstGeom prst="rect">
            <a:avLst/>
          </a:prstGeom>
        </p:spPr>
      </p:pic>
      <p:sp>
        <p:nvSpPr>
          <p:cNvPr id="7" name="TextBox 6">
            <a:extLst>
              <a:ext uri="{FF2B5EF4-FFF2-40B4-BE49-F238E27FC236}">
                <a16:creationId xmlns:a16="http://schemas.microsoft.com/office/drawing/2014/main" id="{048C61C5-DC3E-55A1-39AD-17CAF9543652}"/>
              </a:ext>
            </a:extLst>
          </p:cNvPr>
          <p:cNvSpPr txBox="1"/>
          <p:nvPr/>
        </p:nvSpPr>
        <p:spPr>
          <a:xfrm>
            <a:off x="80680" y="590509"/>
            <a:ext cx="6223301" cy="6124754"/>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protected</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getValueDoubled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2</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Tree>
    <p:extLst>
      <p:ext uri="{BB962C8B-B14F-4D97-AF65-F5344CB8AC3E}">
        <p14:creationId xmlns:p14="http://schemas.microsoft.com/office/powerpoint/2010/main" val="575302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14" end="1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15" end="1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B3BA88-ADB8-C7AE-5D47-1897D01EF978}"/>
              </a:ext>
            </a:extLst>
          </p:cNvPr>
          <p:cNvSpPr txBox="1"/>
          <p:nvPr/>
        </p:nvSpPr>
        <p:spPr>
          <a:xfrm>
            <a:off x="80680" y="78960"/>
            <a:ext cx="6502999" cy="400110"/>
          </a:xfrm>
          <a:prstGeom prst="rect">
            <a:avLst/>
          </a:prstGeom>
          <a:noFill/>
        </p:spPr>
        <p:txBody>
          <a:bodyPr wrap="square">
            <a:spAutoFit/>
          </a:bodyPr>
          <a:lstStyle/>
          <a:p>
            <a:r>
              <a:rPr lang="en-US" sz="2000" dirty="0"/>
              <a:t>Now this is a bit weird; regardless, C++ allows this.</a:t>
            </a:r>
          </a:p>
        </p:txBody>
      </p:sp>
      <p:sp>
        <p:nvSpPr>
          <p:cNvPr id="12" name="TextBox 11">
            <a:extLst>
              <a:ext uri="{FF2B5EF4-FFF2-40B4-BE49-F238E27FC236}">
                <a16:creationId xmlns:a16="http://schemas.microsoft.com/office/drawing/2014/main" id="{3994AF92-C164-C31B-CB37-8DDC3C89743B}"/>
              </a:ext>
            </a:extLst>
          </p:cNvPr>
          <p:cNvSpPr txBox="1"/>
          <p:nvPr/>
        </p:nvSpPr>
        <p:spPr>
          <a:xfrm>
            <a:off x="7036400" y="78960"/>
            <a:ext cx="4893831" cy="5478423"/>
          </a:xfrm>
          <a:prstGeom prst="rect">
            <a:avLst/>
          </a:prstGeom>
          <a:noFill/>
        </p:spPr>
        <p:txBody>
          <a:bodyPr wrap="square">
            <a:spAutoFit/>
          </a:bodyPr>
          <a:lstStyle/>
          <a:p>
            <a:r>
              <a:rPr lang="en-US" sz="1400" dirty="0">
                <a:solidFill>
                  <a:srgbClr val="7A3E9D"/>
                </a:solidFill>
                <a:latin typeface="Roboto Mono" panose="00000009000000000000" pitchFamily="49" charset="0"/>
                <a:ea typeface="Roboto Mono" panose="00000009000000000000" pitchFamily="49" charset="0"/>
              </a:rPr>
              <a:t>int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main</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9C5D27"/>
                </a:solidFill>
                <a:latin typeface="Roboto Mono" panose="00000009000000000000" pitchFamily="49" charset="0"/>
                <a:ea typeface="Roboto Mono" panose="00000009000000000000" pitchFamily="49" charset="0"/>
              </a:rPr>
              <a:t>5</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i="1" dirty="0">
                <a:solidFill>
                  <a:srgbClr val="AAAAAA"/>
                </a:solidFill>
                <a:latin typeface="Roboto Mono" panose="00000009000000000000" pitchFamily="49" charset="0"/>
                <a:ea typeface="Roboto Mono" panose="00000009000000000000" pitchFamily="49" charset="0"/>
              </a:rPr>
              <a:t>    // These are both legal!</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Base</a:t>
            </a:r>
            <a:r>
              <a:rPr lang="en-US" sz="1400" dirty="0">
                <a:solidFill>
                  <a:srgbClr val="777777"/>
                </a:solidFill>
                <a:latin typeface="Roboto Mono" panose="00000009000000000000" pitchFamily="49" charset="0"/>
                <a:ea typeface="Roboto Mono" panose="00000009000000000000" pitchFamily="49" charset="0"/>
              </a:rPr>
              <a:t>&amp;</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&amp;</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derived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derived</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derived</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448C27"/>
                </a:solidFill>
                <a:latin typeface="Roboto Mono" panose="00000009000000000000" pitchFamily="49" charset="0"/>
                <a:ea typeface="Roboto Mono" panose="00000009000000000000" pitchFamily="49" charset="0"/>
              </a:rPr>
              <a:t>rBase</a:t>
            </a:r>
            <a:r>
              <a:rPr lang="en-US" sz="1400" dirty="0">
                <a:solidFill>
                  <a:srgbClr val="448C27"/>
                </a:solidFill>
                <a:latin typeface="Roboto Mono" panose="00000009000000000000" pitchFamily="49" charset="0"/>
                <a:ea typeface="Roboto Mono" panose="00000009000000000000" pitchFamily="49" charset="0"/>
              </a:rPr>
              <a:t>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448C27"/>
                </a:solidFill>
                <a:latin typeface="Roboto Mono" panose="00000009000000000000" pitchFamily="49" charset="0"/>
                <a:ea typeface="Roboto Mono" panose="00000009000000000000" pitchFamily="49" charset="0"/>
              </a:rPr>
              <a:t>pBase</a:t>
            </a:r>
            <a:r>
              <a:rPr lang="en-US" sz="1400" dirty="0">
                <a:solidFill>
                  <a:srgbClr val="448C27"/>
                </a:solidFill>
                <a:latin typeface="Roboto Mono" panose="00000009000000000000" pitchFamily="49" charset="0"/>
                <a:ea typeface="Roboto Mono" panose="00000009000000000000" pitchFamily="49" charset="0"/>
              </a:rPr>
              <a:t>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-&gt;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-&gt;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4B69C6"/>
                </a:solidFill>
                <a:latin typeface="Roboto Mono" panose="00000009000000000000" pitchFamily="49" charset="0"/>
                <a:ea typeface="Roboto Mono" panose="00000009000000000000" pitchFamily="49" charset="0"/>
              </a:rPr>
              <a:t>return</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9C5D27"/>
                </a:solidFill>
                <a:latin typeface="Roboto Mono" panose="00000009000000000000" pitchFamily="49" charset="0"/>
                <a:ea typeface="Roboto Mono" panose="00000009000000000000" pitchFamily="49" charset="0"/>
              </a:rPr>
              <a:t>0</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p:txBody>
      </p:sp>
      <p:sp>
        <p:nvSpPr>
          <p:cNvPr id="7" name="Rectangle 6">
            <a:extLst>
              <a:ext uri="{FF2B5EF4-FFF2-40B4-BE49-F238E27FC236}">
                <a16:creationId xmlns:a16="http://schemas.microsoft.com/office/drawing/2014/main" id="{4013BCD7-24ED-8CB1-864B-547FA6935FBE}"/>
              </a:ext>
            </a:extLst>
          </p:cNvPr>
          <p:cNvSpPr/>
          <p:nvPr/>
        </p:nvSpPr>
        <p:spPr>
          <a:xfrm>
            <a:off x="7390503" y="935625"/>
            <a:ext cx="2829261" cy="764083"/>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0A83717-1169-1FF1-ECE2-FD2422D4E444}"/>
              </a:ext>
            </a:extLst>
          </p:cNvPr>
          <p:cNvSpPr txBox="1"/>
          <p:nvPr/>
        </p:nvSpPr>
        <p:spPr>
          <a:xfrm>
            <a:off x="5583219" y="2930045"/>
            <a:ext cx="1870487" cy="646331"/>
          </a:xfrm>
          <a:prstGeom prst="rect">
            <a:avLst/>
          </a:prstGeom>
          <a:noFill/>
          <a:ln>
            <a:solidFill>
              <a:schemeClr val="accent1"/>
            </a:solidFill>
          </a:ln>
        </p:spPr>
        <p:txBody>
          <a:bodyPr wrap="square">
            <a:spAutoFit/>
          </a:bodyPr>
          <a:lstStyle/>
          <a:p>
            <a:pPr algn="ctr"/>
            <a:r>
              <a:rPr lang="en-US" i="1" dirty="0">
                <a:solidFill>
                  <a:schemeClr val="accent1"/>
                </a:solidFill>
              </a:rPr>
              <a:t>Through a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r>
              <a:rPr lang="en-US" i="1" dirty="0">
                <a:solidFill>
                  <a:schemeClr val="accent1"/>
                </a:solidFill>
              </a:rPr>
              <a:t> reference.</a:t>
            </a:r>
          </a:p>
        </p:txBody>
      </p:sp>
      <p:sp>
        <p:nvSpPr>
          <p:cNvPr id="9" name="TextBox 8">
            <a:extLst>
              <a:ext uri="{FF2B5EF4-FFF2-40B4-BE49-F238E27FC236}">
                <a16:creationId xmlns:a16="http://schemas.microsoft.com/office/drawing/2014/main" id="{C696A066-3E3F-B100-F260-D7540944BA88}"/>
              </a:ext>
            </a:extLst>
          </p:cNvPr>
          <p:cNvSpPr txBox="1"/>
          <p:nvPr/>
        </p:nvSpPr>
        <p:spPr>
          <a:xfrm>
            <a:off x="5583219" y="4068601"/>
            <a:ext cx="1870487" cy="646331"/>
          </a:xfrm>
          <a:prstGeom prst="rect">
            <a:avLst/>
          </a:prstGeom>
          <a:noFill/>
          <a:ln>
            <a:solidFill>
              <a:schemeClr val="accent1"/>
            </a:solidFill>
          </a:ln>
        </p:spPr>
        <p:txBody>
          <a:bodyPr wrap="square">
            <a:spAutoFit/>
          </a:bodyPr>
          <a:lstStyle/>
          <a:p>
            <a:pPr algn="ctr"/>
            <a:r>
              <a:rPr lang="en-US" i="1" dirty="0">
                <a:solidFill>
                  <a:schemeClr val="accent1"/>
                </a:solidFill>
              </a:rPr>
              <a:t>Through a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r>
              <a:rPr lang="en-US" i="1" dirty="0">
                <a:solidFill>
                  <a:schemeClr val="accent1"/>
                </a:solidFill>
              </a:rPr>
              <a:t> pointer.</a:t>
            </a:r>
          </a:p>
        </p:txBody>
      </p:sp>
      <p:sp>
        <p:nvSpPr>
          <p:cNvPr id="5" name="TextBox 4">
            <a:extLst>
              <a:ext uri="{FF2B5EF4-FFF2-40B4-BE49-F238E27FC236}">
                <a16:creationId xmlns:a16="http://schemas.microsoft.com/office/drawing/2014/main" id="{B2EEACB1-6621-7738-FAC3-411C5EA698AC}"/>
              </a:ext>
            </a:extLst>
          </p:cNvPr>
          <p:cNvSpPr txBox="1"/>
          <p:nvPr/>
        </p:nvSpPr>
        <p:spPr>
          <a:xfrm>
            <a:off x="80680" y="590509"/>
            <a:ext cx="6223301" cy="6124754"/>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protected</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getValueDoubled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2</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Tree>
    <p:extLst>
      <p:ext uri="{BB962C8B-B14F-4D97-AF65-F5344CB8AC3E}">
        <p14:creationId xmlns:p14="http://schemas.microsoft.com/office/powerpoint/2010/main" val="2752182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3691B5-DA44-5FF2-287A-DB665A5C40AE}"/>
              </a:ext>
            </a:extLst>
          </p:cNvPr>
          <p:cNvSpPr txBox="1"/>
          <p:nvPr/>
        </p:nvSpPr>
        <p:spPr>
          <a:xfrm>
            <a:off x="7036400" y="78960"/>
            <a:ext cx="4893831" cy="5478423"/>
          </a:xfrm>
          <a:prstGeom prst="rect">
            <a:avLst/>
          </a:prstGeom>
          <a:noFill/>
        </p:spPr>
        <p:txBody>
          <a:bodyPr wrap="square">
            <a:spAutoFit/>
          </a:bodyPr>
          <a:lstStyle/>
          <a:p>
            <a:r>
              <a:rPr lang="en-US" sz="1400" dirty="0">
                <a:solidFill>
                  <a:srgbClr val="7A3E9D"/>
                </a:solidFill>
                <a:latin typeface="Roboto Mono" panose="00000009000000000000" pitchFamily="49" charset="0"/>
                <a:ea typeface="Roboto Mono" panose="00000009000000000000" pitchFamily="49" charset="0"/>
              </a:rPr>
              <a:t>int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main</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9C5D27"/>
                </a:solidFill>
                <a:latin typeface="Roboto Mono" panose="00000009000000000000" pitchFamily="49" charset="0"/>
                <a:ea typeface="Roboto Mono" panose="00000009000000000000" pitchFamily="49" charset="0"/>
              </a:rPr>
              <a:t>5</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i="1" dirty="0">
                <a:solidFill>
                  <a:srgbClr val="AAAAAA"/>
                </a:solidFill>
                <a:latin typeface="Roboto Mono" panose="00000009000000000000" pitchFamily="49" charset="0"/>
                <a:ea typeface="Roboto Mono" panose="00000009000000000000" pitchFamily="49" charset="0"/>
              </a:rPr>
              <a:t>    // These are both legal!</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Base</a:t>
            </a:r>
            <a:r>
              <a:rPr lang="en-US" sz="1400" dirty="0">
                <a:solidFill>
                  <a:srgbClr val="777777"/>
                </a:solidFill>
                <a:latin typeface="Roboto Mono" panose="00000009000000000000" pitchFamily="49" charset="0"/>
                <a:ea typeface="Roboto Mono" panose="00000009000000000000" pitchFamily="49" charset="0"/>
              </a:rPr>
              <a:t>&amp;</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&amp;</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derived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derived</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derived</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448C27"/>
                </a:solidFill>
                <a:latin typeface="Roboto Mono" panose="00000009000000000000" pitchFamily="49" charset="0"/>
                <a:ea typeface="Roboto Mono" panose="00000009000000000000" pitchFamily="49" charset="0"/>
              </a:rPr>
              <a:t>rBase</a:t>
            </a:r>
            <a:r>
              <a:rPr lang="en-US" sz="1400" dirty="0">
                <a:solidFill>
                  <a:srgbClr val="448C27"/>
                </a:solidFill>
                <a:latin typeface="Roboto Mono" panose="00000009000000000000" pitchFamily="49" charset="0"/>
                <a:ea typeface="Roboto Mono" panose="00000009000000000000" pitchFamily="49" charset="0"/>
              </a:rPr>
              <a:t>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448C27"/>
                </a:solidFill>
                <a:latin typeface="Roboto Mono" panose="00000009000000000000" pitchFamily="49" charset="0"/>
                <a:ea typeface="Roboto Mono" panose="00000009000000000000" pitchFamily="49" charset="0"/>
              </a:rPr>
              <a:t>pBase</a:t>
            </a:r>
            <a:r>
              <a:rPr lang="en-US" sz="1400" dirty="0">
                <a:solidFill>
                  <a:srgbClr val="448C27"/>
                </a:solidFill>
                <a:latin typeface="Roboto Mono" panose="00000009000000000000" pitchFamily="49" charset="0"/>
                <a:ea typeface="Roboto Mono" panose="00000009000000000000" pitchFamily="49" charset="0"/>
              </a:rPr>
              <a:t>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-&gt;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-&gt;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4B69C6"/>
                </a:solidFill>
                <a:latin typeface="Roboto Mono" panose="00000009000000000000" pitchFamily="49" charset="0"/>
                <a:ea typeface="Roboto Mono" panose="00000009000000000000" pitchFamily="49" charset="0"/>
              </a:rPr>
              <a:t>return</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9C5D27"/>
                </a:solidFill>
                <a:latin typeface="Roboto Mono" panose="00000009000000000000" pitchFamily="49" charset="0"/>
                <a:ea typeface="Roboto Mono" panose="00000009000000000000" pitchFamily="49" charset="0"/>
              </a:rPr>
              <a:t>0</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p:txBody>
      </p:sp>
      <p:sp>
        <p:nvSpPr>
          <p:cNvPr id="4" name="TextBox 3">
            <a:extLst>
              <a:ext uri="{FF2B5EF4-FFF2-40B4-BE49-F238E27FC236}">
                <a16:creationId xmlns:a16="http://schemas.microsoft.com/office/drawing/2014/main" id="{EFB3BA88-ADB8-C7AE-5D47-1897D01EF978}"/>
              </a:ext>
            </a:extLst>
          </p:cNvPr>
          <p:cNvSpPr txBox="1"/>
          <p:nvPr/>
        </p:nvSpPr>
        <p:spPr>
          <a:xfrm>
            <a:off x="80681" y="78960"/>
            <a:ext cx="5401788" cy="4708981"/>
          </a:xfrm>
          <a:prstGeom prst="rect">
            <a:avLst/>
          </a:prstGeom>
          <a:noFill/>
        </p:spPr>
        <p:txBody>
          <a:bodyPr wrap="square">
            <a:spAutoFit/>
          </a:bodyPr>
          <a:lstStyle/>
          <a:p>
            <a:r>
              <a:rPr lang="en-US" sz="2000" dirty="0"/>
              <a:t>Recall that child objects are composed of multiple parts.</a:t>
            </a:r>
          </a:p>
          <a:p>
            <a:endParaRPr lang="en-US" sz="2000" dirty="0"/>
          </a:p>
          <a:p>
            <a:r>
              <a:rPr lang="en-US" sz="2000" dirty="0"/>
              <a:t>It has one part for each inherited class, and a part for itself.</a:t>
            </a:r>
          </a:p>
          <a:p>
            <a:endParaRPr lang="en-US" sz="2000" dirty="0"/>
          </a:p>
          <a:p>
            <a:r>
              <a:rPr lang="en-US" sz="2000" dirty="0"/>
              <a:t>So a pointer or a reference of a parent type can be used to point or refer to a child type object.</a:t>
            </a:r>
          </a:p>
          <a:p>
            <a:endParaRPr lang="en-US" sz="2000" dirty="0"/>
          </a:p>
          <a:p>
            <a:r>
              <a:rPr lang="en-US" sz="2000" dirty="0">
                <a:solidFill>
                  <a:srgbClr val="FF0000"/>
                </a:solidFill>
              </a:rPr>
              <a:t>However, there is a catch with this</a:t>
            </a:r>
            <a:r>
              <a:rPr lang="en-US" sz="2000" dirty="0"/>
              <a:t>.</a:t>
            </a:r>
          </a:p>
          <a:p>
            <a:r>
              <a:rPr lang="en-US" sz="2000" dirty="0"/>
              <a:t>Because </a:t>
            </a:r>
            <a:r>
              <a:rPr lang="en-US" sz="2000" b="1" dirty="0" err="1">
                <a:latin typeface="Roboto Mono" panose="00000009000000000000" pitchFamily="49" charset="0"/>
                <a:ea typeface="Roboto Mono" panose="00000009000000000000" pitchFamily="49" charset="0"/>
              </a:rPr>
              <a:t>rBase</a:t>
            </a:r>
            <a:r>
              <a:rPr lang="en-US" sz="2000" dirty="0"/>
              <a:t> and </a:t>
            </a:r>
            <a:r>
              <a:rPr lang="en-US" sz="2000" b="1" dirty="0" err="1">
                <a:latin typeface="Roboto Mono" panose="00000009000000000000" pitchFamily="49" charset="0"/>
                <a:ea typeface="Roboto Mono" panose="00000009000000000000" pitchFamily="49" charset="0"/>
              </a:rPr>
              <a:t>pBase</a:t>
            </a:r>
            <a:r>
              <a:rPr lang="en-US" sz="2000" dirty="0"/>
              <a:t> are of </a:t>
            </a:r>
            <a:r>
              <a:rPr lang="en-US" sz="2000" b="1" dirty="0">
                <a:latin typeface="Roboto Mono" panose="00000009000000000000" pitchFamily="49" charset="0"/>
                <a:ea typeface="Roboto Mono" panose="00000009000000000000" pitchFamily="49" charset="0"/>
              </a:rPr>
              <a:t>Base</a:t>
            </a:r>
            <a:r>
              <a:rPr lang="en-US" sz="2000" dirty="0"/>
              <a:t> type, they can only see members of </a:t>
            </a:r>
            <a:r>
              <a:rPr lang="en-US" sz="2000" b="1" dirty="0">
                <a:latin typeface="Roboto Mono" panose="00000009000000000000" pitchFamily="49" charset="0"/>
                <a:ea typeface="Roboto Mono" panose="00000009000000000000" pitchFamily="49" charset="0"/>
              </a:rPr>
              <a:t>Base</a:t>
            </a:r>
            <a:r>
              <a:rPr lang="en-US" sz="2000" dirty="0"/>
              <a:t> (or any classes that </a:t>
            </a:r>
            <a:r>
              <a:rPr lang="en-US" sz="2000" b="1" dirty="0">
                <a:latin typeface="Roboto Mono" panose="00000009000000000000" pitchFamily="49" charset="0"/>
                <a:ea typeface="Roboto Mono" panose="00000009000000000000" pitchFamily="49" charset="0"/>
              </a:rPr>
              <a:t>Base</a:t>
            </a:r>
            <a:r>
              <a:rPr lang="en-US" sz="2000" dirty="0"/>
              <a:t> inherited).</a:t>
            </a:r>
          </a:p>
          <a:p>
            <a:r>
              <a:rPr lang="en-US" sz="2000" dirty="0">
                <a:solidFill>
                  <a:schemeClr val="accent1"/>
                </a:solidFill>
              </a:rPr>
              <a:t>But they cannot see members in </a:t>
            </a:r>
            <a:r>
              <a:rPr lang="en-US" sz="2000" b="1" dirty="0">
                <a:solidFill>
                  <a:schemeClr val="accent1"/>
                </a:solidFill>
                <a:latin typeface="Roboto Mono" panose="00000009000000000000" pitchFamily="49" charset="0"/>
                <a:ea typeface="Roboto Mono" panose="00000009000000000000" pitchFamily="49" charset="0"/>
              </a:rPr>
              <a:t>Derived</a:t>
            </a:r>
            <a:r>
              <a:rPr lang="en-US" sz="2000" dirty="0"/>
              <a:t>.</a:t>
            </a:r>
          </a:p>
        </p:txBody>
      </p:sp>
      <p:sp>
        <p:nvSpPr>
          <p:cNvPr id="7" name="Rectangle 6">
            <a:extLst>
              <a:ext uri="{FF2B5EF4-FFF2-40B4-BE49-F238E27FC236}">
                <a16:creationId xmlns:a16="http://schemas.microsoft.com/office/drawing/2014/main" id="{4013BCD7-24ED-8CB1-864B-547FA6935FBE}"/>
              </a:ext>
            </a:extLst>
          </p:cNvPr>
          <p:cNvSpPr/>
          <p:nvPr/>
        </p:nvSpPr>
        <p:spPr>
          <a:xfrm>
            <a:off x="7390503" y="935625"/>
            <a:ext cx="2829261" cy="764083"/>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A296931-7A77-CEAA-0973-01B629C530B1}"/>
              </a:ext>
            </a:extLst>
          </p:cNvPr>
          <p:cNvSpPr txBox="1"/>
          <p:nvPr/>
        </p:nvSpPr>
        <p:spPr>
          <a:xfrm>
            <a:off x="5583219" y="2930045"/>
            <a:ext cx="1870487" cy="646331"/>
          </a:xfrm>
          <a:prstGeom prst="rect">
            <a:avLst/>
          </a:prstGeom>
          <a:noFill/>
          <a:ln>
            <a:solidFill>
              <a:schemeClr val="accent1"/>
            </a:solidFill>
          </a:ln>
        </p:spPr>
        <p:txBody>
          <a:bodyPr wrap="square">
            <a:spAutoFit/>
          </a:bodyPr>
          <a:lstStyle/>
          <a:p>
            <a:pPr algn="ctr"/>
            <a:r>
              <a:rPr lang="en-US" i="1" dirty="0">
                <a:solidFill>
                  <a:schemeClr val="accent1"/>
                </a:solidFill>
              </a:rPr>
              <a:t>Through a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r>
              <a:rPr lang="en-US" i="1" dirty="0">
                <a:solidFill>
                  <a:schemeClr val="accent1"/>
                </a:solidFill>
              </a:rPr>
              <a:t> reference.</a:t>
            </a:r>
          </a:p>
        </p:txBody>
      </p:sp>
      <p:sp>
        <p:nvSpPr>
          <p:cNvPr id="3" name="TextBox 2">
            <a:extLst>
              <a:ext uri="{FF2B5EF4-FFF2-40B4-BE49-F238E27FC236}">
                <a16:creationId xmlns:a16="http://schemas.microsoft.com/office/drawing/2014/main" id="{83BB07E9-37D7-B6D4-DAB5-1E971BF44419}"/>
              </a:ext>
            </a:extLst>
          </p:cNvPr>
          <p:cNvSpPr txBox="1"/>
          <p:nvPr/>
        </p:nvSpPr>
        <p:spPr>
          <a:xfrm>
            <a:off x="5583219" y="4068601"/>
            <a:ext cx="1870487" cy="646331"/>
          </a:xfrm>
          <a:prstGeom prst="rect">
            <a:avLst/>
          </a:prstGeom>
          <a:noFill/>
          <a:ln>
            <a:solidFill>
              <a:schemeClr val="accent1"/>
            </a:solidFill>
          </a:ln>
        </p:spPr>
        <p:txBody>
          <a:bodyPr wrap="square">
            <a:spAutoFit/>
          </a:bodyPr>
          <a:lstStyle/>
          <a:p>
            <a:pPr algn="ctr"/>
            <a:r>
              <a:rPr lang="en-US" i="1" dirty="0">
                <a:solidFill>
                  <a:schemeClr val="accent1"/>
                </a:solidFill>
              </a:rPr>
              <a:t>Through a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r>
              <a:rPr lang="en-US" i="1" dirty="0">
                <a:solidFill>
                  <a:schemeClr val="accent1"/>
                </a:solidFill>
              </a:rPr>
              <a:t> pointer.</a:t>
            </a:r>
          </a:p>
        </p:txBody>
      </p:sp>
    </p:spTree>
    <p:extLst>
      <p:ext uri="{BB962C8B-B14F-4D97-AF65-F5344CB8AC3E}">
        <p14:creationId xmlns:p14="http://schemas.microsoft.com/office/powerpoint/2010/main" val="252876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2804C72-3330-8F21-A83A-6BD6BC0FD54D}"/>
              </a:ext>
            </a:extLst>
          </p:cNvPr>
          <p:cNvSpPr txBox="1"/>
          <p:nvPr/>
        </p:nvSpPr>
        <p:spPr>
          <a:xfrm>
            <a:off x="7036400" y="78960"/>
            <a:ext cx="4893831" cy="5478423"/>
          </a:xfrm>
          <a:prstGeom prst="rect">
            <a:avLst/>
          </a:prstGeom>
          <a:noFill/>
        </p:spPr>
        <p:txBody>
          <a:bodyPr wrap="square">
            <a:spAutoFit/>
          </a:bodyPr>
          <a:lstStyle/>
          <a:p>
            <a:r>
              <a:rPr lang="en-US" sz="1400" dirty="0">
                <a:solidFill>
                  <a:srgbClr val="7A3E9D"/>
                </a:solidFill>
                <a:latin typeface="Roboto Mono" panose="00000009000000000000" pitchFamily="49" charset="0"/>
                <a:ea typeface="Roboto Mono" panose="00000009000000000000" pitchFamily="49" charset="0"/>
              </a:rPr>
              <a:t>int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main</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9C5D27"/>
                </a:solidFill>
                <a:latin typeface="Roboto Mono" panose="00000009000000000000" pitchFamily="49" charset="0"/>
                <a:ea typeface="Roboto Mono" panose="00000009000000000000" pitchFamily="49" charset="0"/>
              </a:rPr>
              <a:t>5</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i="1" dirty="0">
                <a:solidFill>
                  <a:srgbClr val="AAAAAA"/>
                </a:solidFill>
                <a:latin typeface="Roboto Mono" panose="00000009000000000000" pitchFamily="49" charset="0"/>
                <a:ea typeface="Roboto Mono" panose="00000009000000000000" pitchFamily="49" charset="0"/>
              </a:rPr>
              <a:t>    // These are both legal!</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Base</a:t>
            </a:r>
            <a:r>
              <a:rPr lang="en-US" sz="1400" dirty="0">
                <a:solidFill>
                  <a:srgbClr val="777777"/>
                </a:solidFill>
                <a:latin typeface="Roboto Mono" panose="00000009000000000000" pitchFamily="49" charset="0"/>
                <a:ea typeface="Roboto Mono" panose="00000009000000000000" pitchFamily="49" charset="0"/>
              </a:rPr>
              <a:t>&amp;</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&amp;</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derived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derived</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derived</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448C27"/>
                </a:solidFill>
                <a:latin typeface="Roboto Mono" panose="00000009000000000000" pitchFamily="49" charset="0"/>
                <a:ea typeface="Roboto Mono" panose="00000009000000000000" pitchFamily="49" charset="0"/>
              </a:rPr>
              <a:t>rBase</a:t>
            </a:r>
            <a:r>
              <a:rPr lang="en-US" sz="1400" dirty="0">
                <a:solidFill>
                  <a:srgbClr val="448C27"/>
                </a:solidFill>
                <a:latin typeface="Roboto Mono" panose="00000009000000000000" pitchFamily="49" charset="0"/>
                <a:ea typeface="Roboto Mono" panose="00000009000000000000" pitchFamily="49" charset="0"/>
              </a:rPr>
              <a:t>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448C27"/>
                </a:solidFill>
                <a:latin typeface="Roboto Mono" panose="00000009000000000000" pitchFamily="49" charset="0"/>
                <a:ea typeface="Roboto Mono" panose="00000009000000000000" pitchFamily="49" charset="0"/>
              </a:rPr>
              <a:t>pBase</a:t>
            </a:r>
            <a:r>
              <a:rPr lang="en-US" sz="1400" dirty="0">
                <a:solidFill>
                  <a:srgbClr val="448C27"/>
                </a:solidFill>
                <a:latin typeface="Roboto Mono" panose="00000009000000000000" pitchFamily="49" charset="0"/>
                <a:ea typeface="Roboto Mono" panose="00000009000000000000" pitchFamily="49" charset="0"/>
              </a:rPr>
              <a:t>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-&gt;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-&gt;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4B69C6"/>
                </a:solidFill>
                <a:latin typeface="Roboto Mono" panose="00000009000000000000" pitchFamily="49" charset="0"/>
                <a:ea typeface="Roboto Mono" panose="00000009000000000000" pitchFamily="49" charset="0"/>
              </a:rPr>
              <a:t>return</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9C5D27"/>
                </a:solidFill>
                <a:latin typeface="Roboto Mono" panose="00000009000000000000" pitchFamily="49" charset="0"/>
                <a:ea typeface="Roboto Mono" panose="00000009000000000000" pitchFamily="49" charset="0"/>
              </a:rPr>
              <a:t>0</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p:txBody>
      </p:sp>
      <p:sp>
        <p:nvSpPr>
          <p:cNvPr id="4" name="TextBox 3">
            <a:extLst>
              <a:ext uri="{FF2B5EF4-FFF2-40B4-BE49-F238E27FC236}">
                <a16:creationId xmlns:a16="http://schemas.microsoft.com/office/drawing/2014/main" id="{EFB3BA88-ADB8-C7AE-5D47-1897D01EF978}"/>
              </a:ext>
            </a:extLst>
          </p:cNvPr>
          <p:cNvSpPr txBox="1"/>
          <p:nvPr/>
        </p:nvSpPr>
        <p:spPr>
          <a:xfrm>
            <a:off x="80681" y="78960"/>
            <a:ext cx="5401788" cy="1631216"/>
          </a:xfrm>
          <a:prstGeom prst="rect">
            <a:avLst/>
          </a:prstGeom>
          <a:noFill/>
        </p:spPr>
        <p:txBody>
          <a:bodyPr wrap="square">
            <a:spAutoFit/>
          </a:bodyPr>
          <a:lstStyle/>
          <a:p>
            <a:r>
              <a:rPr lang="en-US" sz="2000" dirty="0"/>
              <a:t>Note the outputs.</a:t>
            </a:r>
          </a:p>
          <a:p>
            <a:endParaRPr lang="en-US" sz="2000" dirty="0"/>
          </a:p>
          <a:p>
            <a:r>
              <a:rPr lang="en-US" sz="2000" b="1" dirty="0" err="1">
                <a:latin typeface="Roboto Mono" panose="00000009000000000000" pitchFamily="49" charset="0"/>
                <a:ea typeface="Roboto Mono" panose="00000009000000000000" pitchFamily="49" charset="0"/>
                <a:cs typeface="Cascadia Code" panose="020B0609020000020004" pitchFamily="49" charset="0"/>
              </a:rPr>
              <a:t>rBase</a:t>
            </a:r>
            <a:r>
              <a:rPr lang="en-US" sz="2000" dirty="0"/>
              <a:t> and </a:t>
            </a:r>
            <a:r>
              <a:rPr lang="en-US" sz="2000" b="1" dirty="0" err="1">
                <a:latin typeface="Roboto Mono" panose="00000009000000000000" pitchFamily="49" charset="0"/>
                <a:ea typeface="Roboto Mono" panose="00000009000000000000" pitchFamily="49" charset="0"/>
                <a:cs typeface="Cascadia Code" panose="020B0609020000020004" pitchFamily="49" charset="0"/>
              </a:rPr>
              <a:t>pBase</a:t>
            </a:r>
            <a:r>
              <a:rPr lang="en-US" sz="2000" dirty="0"/>
              <a:t> are a </a:t>
            </a:r>
            <a:r>
              <a:rPr lang="en-US" sz="2000" b="1" dirty="0">
                <a:latin typeface="Roboto Mono" panose="00000009000000000000" pitchFamily="49" charset="0"/>
                <a:ea typeface="Roboto Mono" panose="00000009000000000000" pitchFamily="49" charset="0"/>
                <a:cs typeface="Cascadia Code" panose="020B0609020000020004" pitchFamily="49" charset="0"/>
              </a:rPr>
              <a:t>Base</a:t>
            </a:r>
            <a:r>
              <a:rPr lang="en-US" sz="2000" dirty="0"/>
              <a:t> reference and pointer, they can only see members of </a:t>
            </a:r>
            <a:r>
              <a:rPr lang="en-US" sz="2000" b="1" dirty="0">
                <a:latin typeface="Roboto Mono" panose="00000009000000000000" pitchFamily="49" charset="0"/>
                <a:ea typeface="Roboto Mono" panose="00000009000000000000" pitchFamily="49" charset="0"/>
                <a:cs typeface="Cascadia Code" panose="020B0609020000020004" pitchFamily="49" charset="0"/>
              </a:rPr>
              <a:t>Base</a:t>
            </a:r>
            <a:r>
              <a:rPr lang="en-US" sz="2000" dirty="0"/>
              <a:t> (or any classes that </a:t>
            </a:r>
            <a:r>
              <a:rPr lang="en-US" sz="2000" b="1" dirty="0">
                <a:latin typeface="Roboto Mono" panose="00000009000000000000" pitchFamily="49" charset="0"/>
                <a:ea typeface="Roboto Mono" panose="00000009000000000000" pitchFamily="49" charset="0"/>
                <a:cs typeface="Cascadia Code" panose="020B0609020000020004" pitchFamily="49" charset="0"/>
              </a:rPr>
              <a:t>Base</a:t>
            </a:r>
            <a:r>
              <a:rPr lang="en-US" sz="2000" dirty="0"/>
              <a:t> inherited).</a:t>
            </a:r>
          </a:p>
        </p:txBody>
      </p:sp>
      <p:grpSp>
        <p:nvGrpSpPr>
          <p:cNvPr id="6" name="Group 5">
            <a:extLst>
              <a:ext uri="{FF2B5EF4-FFF2-40B4-BE49-F238E27FC236}">
                <a16:creationId xmlns:a16="http://schemas.microsoft.com/office/drawing/2014/main" id="{15FFC60F-A98E-D782-4028-DA65392D3E7F}"/>
              </a:ext>
            </a:extLst>
          </p:cNvPr>
          <p:cNvGrpSpPr/>
          <p:nvPr/>
        </p:nvGrpSpPr>
        <p:grpSpPr>
          <a:xfrm>
            <a:off x="80681" y="2698428"/>
            <a:ext cx="5589488" cy="2132831"/>
            <a:chOff x="80681" y="1751755"/>
            <a:chExt cx="5589488" cy="2132831"/>
          </a:xfrm>
        </p:grpSpPr>
        <p:pic>
          <p:nvPicPr>
            <p:cNvPr id="3" name="Picture 2">
              <a:extLst>
                <a:ext uri="{FF2B5EF4-FFF2-40B4-BE49-F238E27FC236}">
                  <a16:creationId xmlns:a16="http://schemas.microsoft.com/office/drawing/2014/main" id="{B99AB4DD-59F7-EC28-8299-1C80702722A6}"/>
                </a:ext>
              </a:extLst>
            </p:cNvPr>
            <p:cNvPicPr>
              <a:picLocks noChangeAspect="1"/>
            </p:cNvPicPr>
            <p:nvPr/>
          </p:nvPicPr>
          <p:blipFill>
            <a:blip r:embed="rId3"/>
            <a:stretch>
              <a:fillRect/>
            </a:stretch>
          </p:blipFill>
          <p:spPr>
            <a:xfrm>
              <a:off x="80681" y="1751755"/>
              <a:ext cx="5589488" cy="2132831"/>
            </a:xfrm>
            <a:prstGeom prst="rect">
              <a:avLst/>
            </a:prstGeom>
          </p:spPr>
        </p:pic>
        <p:sp>
          <p:nvSpPr>
            <p:cNvPr id="5" name="Rectangle 4">
              <a:extLst>
                <a:ext uri="{FF2B5EF4-FFF2-40B4-BE49-F238E27FC236}">
                  <a16:creationId xmlns:a16="http://schemas.microsoft.com/office/drawing/2014/main" id="{06FE5193-54E2-D29B-9D78-37C3A07EC53E}"/>
                </a:ext>
              </a:extLst>
            </p:cNvPr>
            <p:cNvSpPr/>
            <p:nvPr/>
          </p:nvSpPr>
          <p:spPr>
            <a:xfrm>
              <a:off x="344695" y="2993168"/>
              <a:ext cx="2290930" cy="764083"/>
            </a:xfrm>
            <a:prstGeom prst="rect">
              <a:avLst/>
            </a:prstGeom>
            <a:no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890931F7-91B0-25AC-5AFE-1E05B0485318}"/>
              </a:ext>
            </a:extLst>
          </p:cNvPr>
          <p:cNvSpPr/>
          <p:nvPr/>
        </p:nvSpPr>
        <p:spPr>
          <a:xfrm>
            <a:off x="7390503" y="935625"/>
            <a:ext cx="2829261" cy="764083"/>
          </a:xfrm>
          <a:prstGeom prst="rect">
            <a:avLst/>
          </a:prstGeom>
          <a:no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F151EFA-5FF9-FD83-8B48-95C260DB2DFD}"/>
              </a:ext>
            </a:extLst>
          </p:cNvPr>
          <p:cNvSpPr txBox="1"/>
          <p:nvPr/>
        </p:nvSpPr>
        <p:spPr>
          <a:xfrm>
            <a:off x="5583219" y="2930045"/>
            <a:ext cx="1870487" cy="646331"/>
          </a:xfrm>
          <a:prstGeom prst="rect">
            <a:avLst/>
          </a:prstGeom>
          <a:noFill/>
          <a:ln>
            <a:solidFill>
              <a:schemeClr val="accent1"/>
            </a:solidFill>
          </a:ln>
        </p:spPr>
        <p:txBody>
          <a:bodyPr wrap="square">
            <a:spAutoFit/>
          </a:bodyPr>
          <a:lstStyle/>
          <a:p>
            <a:pPr algn="ctr"/>
            <a:r>
              <a:rPr lang="en-US" i="1" dirty="0">
                <a:solidFill>
                  <a:schemeClr val="accent1"/>
                </a:solidFill>
              </a:rPr>
              <a:t>Through a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r>
              <a:rPr lang="en-US" i="1" dirty="0">
                <a:solidFill>
                  <a:schemeClr val="accent1"/>
                </a:solidFill>
              </a:rPr>
              <a:t> reference.</a:t>
            </a:r>
          </a:p>
        </p:txBody>
      </p:sp>
      <p:sp>
        <p:nvSpPr>
          <p:cNvPr id="16" name="TextBox 15">
            <a:extLst>
              <a:ext uri="{FF2B5EF4-FFF2-40B4-BE49-F238E27FC236}">
                <a16:creationId xmlns:a16="http://schemas.microsoft.com/office/drawing/2014/main" id="{3C5AF8DB-D804-9BC0-D377-9271288B36C1}"/>
              </a:ext>
            </a:extLst>
          </p:cNvPr>
          <p:cNvSpPr txBox="1"/>
          <p:nvPr/>
        </p:nvSpPr>
        <p:spPr>
          <a:xfrm>
            <a:off x="5583219" y="4068601"/>
            <a:ext cx="1870487" cy="646331"/>
          </a:xfrm>
          <a:prstGeom prst="rect">
            <a:avLst/>
          </a:prstGeom>
          <a:noFill/>
          <a:ln>
            <a:solidFill>
              <a:schemeClr val="accent1"/>
            </a:solidFill>
          </a:ln>
        </p:spPr>
        <p:txBody>
          <a:bodyPr wrap="square">
            <a:spAutoFit/>
          </a:bodyPr>
          <a:lstStyle/>
          <a:p>
            <a:pPr algn="ctr"/>
            <a:r>
              <a:rPr lang="en-US" i="1" dirty="0">
                <a:solidFill>
                  <a:schemeClr val="accent1"/>
                </a:solidFill>
              </a:rPr>
              <a:t>Through a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r>
              <a:rPr lang="en-US" i="1" dirty="0">
                <a:solidFill>
                  <a:schemeClr val="accent1"/>
                </a:solidFill>
              </a:rPr>
              <a:t> pointer.</a:t>
            </a:r>
          </a:p>
        </p:txBody>
      </p:sp>
    </p:spTree>
    <p:extLst>
      <p:ext uri="{BB962C8B-B14F-4D97-AF65-F5344CB8AC3E}">
        <p14:creationId xmlns:p14="http://schemas.microsoft.com/office/powerpoint/2010/main" val="1607687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B3BA88-ADB8-C7AE-5D47-1897D01EF978}"/>
              </a:ext>
            </a:extLst>
          </p:cNvPr>
          <p:cNvSpPr txBox="1"/>
          <p:nvPr/>
        </p:nvSpPr>
        <p:spPr>
          <a:xfrm>
            <a:off x="80681" y="78960"/>
            <a:ext cx="5932844" cy="400110"/>
          </a:xfrm>
          <a:prstGeom prst="rect">
            <a:avLst/>
          </a:prstGeom>
          <a:noFill/>
        </p:spPr>
        <p:txBody>
          <a:bodyPr wrap="square">
            <a:spAutoFit/>
          </a:bodyPr>
          <a:lstStyle/>
          <a:p>
            <a:r>
              <a:rPr lang="en-US" sz="2000" dirty="0">
                <a:solidFill>
                  <a:srgbClr val="FF0000"/>
                </a:solidFill>
              </a:rPr>
              <a:t>Could you do  </a:t>
            </a:r>
            <a:r>
              <a:rPr lang="en-US" sz="2000" b="1" dirty="0" err="1">
                <a:solidFill>
                  <a:srgbClr val="FF0000"/>
                </a:solidFill>
                <a:latin typeface="Roboto Mono" panose="00000009000000000000" pitchFamily="49" charset="0"/>
                <a:ea typeface="Roboto Mono" panose="00000009000000000000" pitchFamily="49" charset="0"/>
                <a:cs typeface="Cascadia Code" panose="020B0609020000020004" pitchFamily="49" charset="0"/>
              </a:rPr>
              <a:t>pBase</a:t>
            </a:r>
            <a:r>
              <a:rPr lang="en-US" sz="2000" b="1" dirty="0">
                <a:solidFill>
                  <a:srgbClr val="FF0000"/>
                </a:solidFill>
                <a:latin typeface="Roboto Mono" panose="00000009000000000000" pitchFamily="49" charset="0"/>
                <a:ea typeface="Roboto Mono" panose="00000009000000000000" pitchFamily="49" charset="0"/>
                <a:cs typeface="Cascadia Code" panose="020B0609020000020004" pitchFamily="49" charset="0"/>
              </a:rPr>
              <a:t>-&gt;</a:t>
            </a:r>
            <a:r>
              <a:rPr lang="en-US" sz="2000" b="1" dirty="0" err="1">
                <a:solidFill>
                  <a:srgbClr val="FF0000"/>
                </a:solidFill>
                <a:latin typeface="Roboto Mono" panose="00000009000000000000" pitchFamily="49" charset="0"/>
                <a:ea typeface="Roboto Mono" panose="00000009000000000000" pitchFamily="49" charset="0"/>
                <a:cs typeface="Cascadia Code" panose="020B0609020000020004" pitchFamily="49" charset="0"/>
              </a:rPr>
              <a:t>getValueDoubled</a:t>
            </a:r>
            <a:r>
              <a:rPr lang="en-US" sz="2000" b="1" dirty="0">
                <a:solidFill>
                  <a:srgbClr val="FF0000"/>
                </a:solidFill>
                <a:latin typeface="Roboto Mono" panose="00000009000000000000" pitchFamily="49" charset="0"/>
                <a:ea typeface="Roboto Mono" panose="00000009000000000000" pitchFamily="49" charset="0"/>
                <a:cs typeface="Cascadia Code" panose="020B0609020000020004" pitchFamily="49" charset="0"/>
              </a:rPr>
              <a:t>();</a:t>
            </a:r>
          </a:p>
        </p:txBody>
      </p:sp>
      <p:sp>
        <p:nvSpPr>
          <p:cNvPr id="5" name="TextBox 4">
            <a:extLst>
              <a:ext uri="{FF2B5EF4-FFF2-40B4-BE49-F238E27FC236}">
                <a16:creationId xmlns:a16="http://schemas.microsoft.com/office/drawing/2014/main" id="{50CAB1BB-CAE7-C7CC-0696-5C5272305E21}"/>
              </a:ext>
            </a:extLst>
          </p:cNvPr>
          <p:cNvSpPr txBox="1"/>
          <p:nvPr/>
        </p:nvSpPr>
        <p:spPr>
          <a:xfrm>
            <a:off x="7036400" y="78960"/>
            <a:ext cx="4893831" cy="5478423"/>
          </a:xfrm>
          <a:prstGeom prst="rect">
            <a:avLst/>
          </a:prstGeom>
          <a:noFill/>
        </p:spPr>
        <p:txBody>
          <a:bodyPr wrap="square">
            <a:spAutoFit/>
          </a:bodyPr>
          <a:lstStyle/>
          <a:p>
            <a:r>
              <a:rPr lang="en-US" sz="1400" dirty="0">
                <a:solidFill>
                  <a:srgbClr val="7A3E9D"/>
                </a:solidFill>
                <a:latin typeface="Roboto Mono" panose="00000009000000000000" pitchFamily="49" charset="0"/>
                <a:ea typeface="Roboto Mono" panose="00000009000000000000" pitchFamily="49" charset="0"/>
              </a:rPr>
              <a:t>int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main</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9C5D27"/>
                </a:solidFill>
                <a:latin typeface="Roboto Mono" panose="00000009000000000000" pitchFamily="49" charset="0"/>
                <a:ea typeface="Roboto Mono" panose="00000009000000000000" pitchFamily="49" charset="0"/>
              </a:rPr>
              <a:t>5</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i="1" dirty="0">
                <a:solidFill>
                  <a:srgbClr val="AAAAAA"/>
                </a:solidFill>
                <a:latin typeface="Roboto Mono" panose="00000009000000000000" pitchFamily="49" charset="0"/>
                <a:ea typeface="Roboto Mono" panose="00000009000000000000" pitchFamily="49" charset="0"/>
              </a:rPr>
              <a:t>    // These are both legal!</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Base</a:t>
            </a:r>
            <a:r>
              <a:rPr lang="en-US" sz="1400" dirty="0">
                <a:solidFill>
                  <a:srgbClr val="777777"/>
                </a:solidFill>
                <a:latin typeface="Roboto Mono" panose="00000009000000000000" pitchFamily="49" charset="0"/>
                <a:ea typeface="Roboto Mono" panose="00000009000000000000" pitchFamily="49" charset="0"/>
              </a:rPr>
              <a:t>&amp;</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&amp;</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derived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derived</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derived</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448C27"/>
                </a:solidFill>
                <a:latin typeface="Roboto Mono" panose="00000009000000000000" pitchFamily="49" charset="0"/>
                <a:ea typeface="Roboto Mono" panose="00000009000000000000" pitchFamily="49" charset="0"/>
              </a:rPr>
              <a:t>rBase</a:t>
            </a:r>
            <a:r>
              <a:rPr lang="en-US" sz="1400" dirty="0">
                <a:solidFill>
                  <a:srgbClr val="448C27"/>
                </a:solidFill>
                <a:latin typeface="Roboto Mono" panose="00000009000000000000" pitchFamily="49" charset="0"/>
                <a:ea typeface="Roboto Mono" panose="00000009000000000000" pitchFamily="49" charset="0"/>
              </a:rPr>
              <a:t>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448C27"/>
                </a:solidFill>
                <a:latin typeface="Roboto Mono" panose="00000009000000000000" pitchFamily="49" charset="0"/>
                <a:ea typeface="Roboto Mono" panose="00000009000000000000" pitchFamily="49" charset="0"/>
              </a:rPr>
              <a:t>pBase</a:t>
            </a:r>
            <a:r>
              <a:rPr lang="en-US" sz="1400" dirty="0">
                <a:solidFill>
                  <a:srgbClr val="448C27"/>
                </a:solidFill>
                <a:latin typeface="Roboto Mono" panose="00000009000000000000" pitchFamily="49" charset="0"/>
                <a:ea typeface="Roboto Mono" panose="00000009000000000000" pitchFamily="49" charset="0"/>
              </a:rPr>
              <a:t>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-&gt;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-&gt;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4B69C6"/>
                </a:solidFill>
                <a:latin typeface="Roboto Mono" panose="00000009000000000000" pitchFamily="49" charset="0"/>
                <a:ea typeface="Roboto Mono" panose="00000009000000000000" pitchFamily="49" charset="0"/>
              </a:rPr>
              <a:t>return</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9C5D27"/>
                </a:solidFill>
                <a:latin typeface="Roboto Mono" panose="00000009000000000000" pitchFamily="49" charset="0"/>
                <a:ea typeface="Roboto Mono" panose="00000009000000000000" pitchFamily="49" charset="0"/>
              </a:rPr>
              <a:t>0</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p:txBody>
      </p:sp>
      <p:sp>
        <p:nvSpPr>
          <p:cNvPr id="6" name="Rectangle 5">
            <a:extLst>
              <a:ext uri="{FF2B5EF4-FFF2-40B4-BE49-F238E27FC236}">
                <a16:creationId xmlns:a16="http://schemas.microsoft.com/office/drawing/2014/main" id="{F12B238C-DDF5-8C7C-DD54-F050BBA20743}"/>
              </a:ext>
            </a:extLst>
          </p:cNvPr>
          <p:cNvSpPr/>
          <p:nvPr/>
        </p:nvSpPr>
        <p:spPr>
          <a:xfrm>
            <a:off x="7390503" y="935625"/>
            <a:ext cx="2829261" cy="764083"/>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D72E6B5-66EC-6930-95F3-741BF5C980D2}"/>
              </a:ext>
            </a:extLst>
          </p:cNvPr>
          <p:cNvSpPr txBox="1"/>
          <p:nvPr/>
        </p:nvSpPr>
        <p:spPr>
          <a:xfrm>
            <a:off x="5583219" y="2930045"/>
            <a:ext cx="1870487" cy="646331"/>
          </a:xfrm>
          <a:prstGeom prst="rect">
            <a:avLst/>
          </a:prstGeom>
          <a:noFill/>
          <a:ln>
            <a:solidFill>
              <a:schemeClr val="accent1"/>
            </a:solidFill>
          </a:ln>
        </p:spPr>
        <p:txBody>
          <a:bodyPr wrap="square">
            <a:spAutoFit/>
          </a:bodyPr>
          <a:lstStyle/>
          <a:p>
            <a:pPr algn="ctr"/>
            <a:r>
              <a:rPr lang="en-US" i="1" dirty="0">
                <a:solidFill>
                  <a:schemeClr val="accent1"/>
                </a:solidFill>
              </a:rPr>
              <a:t>Through a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r>
              <a:rPr lang="en-US" i="1" dirty="0">
                <a:solidFill>
                  <a:schemeClr val="accent1"/>
                </a:solidFill>
              </a:rPr>
              <a:t> reference.</a:t>
            </a:r>
          </a:p>
        </p:txBody>
      </p:sp>
      <p:sp>
        <p:nvSpPr>
          <p:cNvPr id="11" name="TextBox 10">
            <a:extLst>
              <a:ext uri="{FF2B5EF4-FFF2-40B4-BE49-F238E27FC236}">
                <a16:creationId xmlns:a16="http://schemas.microsoft.com/office/drawing/2014/main" id="{27C7A703-3043-4576-EE14-D7DB343532ED}"/>
              </a:ext>
            </a:extLst>
          </p:cNvPr>
          <p:cNvSpPr txBox="1"/>
          <p:nvPr/>
        </p:nvSpPr>
        <p:spPr>
          <a:xfrm>
            <a:off x="5583219" y="4068601"/>
            <a:ext cx="1870487" cy="646331"/>
          </a:xfrm>
          <a:prstGeom prst="rect">
            <a:avLst/>
          </a:prstGeom>
          <a:noFill/>
          <a:ln>
            <a:solidFill>
              <a:schemeClr val="accent1"/>
            </a:solidFill>
          </a:ln>
        </p:spPr>
        <p:txBody>
          <a:bodyPr wrap="square">
            <a:spAutoFit/>
          </a:bodyPr>
          <a:lstStyle/>
          <a:p>
            <a:pPr algn="ctr"/>
            <a:r>
              <a:rPr lang="en-US" i="1" dirty="0">
                <a:solidFill>
                  <a:schemeClr val="accent1"/>
                </a:solidFill>
              </a:rPr>
              <a:t>Through a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r>
              <a:rPr lang="en-US" i="1" dirty="0">
                <a:solidFill>
                  <a:schemeClr val="accent1"/>
                </a:solidFill>
              </a:rPr>
              <a:t> pointer.</a:t>
            </a:r>
          </a:p>
        </p:txBody>
      </p:sp>
      <p:sp>
        <p:nvSpPr>
          <p:cNvPr id="3" name="TextBox 2">
            <a:extLst>
              <a:ext uri="{FF2B5EF4-FFF2-40B4-BE49-F238E27FC236}">
                <a16:creationId xmlns:a16="http://schemas.microsoft.com/office/drawing/2014/main" id="{7B09B651-7561-2EEA-B79D-E125D64CE61F}"/>
              </a:ext>
            </a:extLst>
          </p:cNvPr>
          <p:cNvSpPr txBox="1"/>
          <p:nvPr/>
        </p:nvSpPr>
        <p:spPr>
          <a:xfrm>
            <a:off x="3636085" y="463463"/>
            <a:ext cx="2731543" cy="1015663"/>
          </a:xfrm>
          <a:prstGeom prst="rect">
            <a:avLst/>
          </a:prstGeom>
          <a:noFill/>
          <a:ln>
            <a:solidFill>
              <a:schemeClr val="accent1"/>
            </a:solidFill>
          </a:ln>
        </p:spPr>
        <p:txBody>
          <a:bodyPr wrap="square">
            <a:spAutoFit/>
          </a:bodyPr>
          <a:lstStyle/>
          <a:p>
            <a:r>
              <a:rPr lang="en-US" sz="2000" b="1" i="1" dirty="0">
                <a:solidFill>
                  <a:schemeClr val="accent1"/>
                </a:solidFill>
              </a:rPr>
              <a:t>Nope</a:t>
            </a:r>
            <a:r>
              <a:rPr lang="en-US" sz="2000" i="1" dirty="0">
                <a:solidFill>
                  <a:schemeClr val="accent1"/>
                </a:solidFill>
              </a:rPr>
              <a:t>, </a:t>
            </a:r>
            <a:r>
              <a:rPr lang="en-US" sz="2000" b="1" dirty="0" err="1">
                <a:solidFill>
                  <a:schemeClr val="accent1"/>
                </a:solidFill>
                <a:latin typeface="Roboto Mono" panose="00000009000000000000" pitchFamily="49" charset="0"/>
                <a:ea typeface="Roboto Mono" panose="00000009000000000000" pitchFamily="49" charset="0"/>
              </a:rPr>
              <a:t>rBase</a:t>
            </a:r>
            <a:r>
              <a:rPr lang="en-US" sz="2000" i="1" dirty="0">
                <a:solidFill>
                  <a:schemeClr val="accent1"/>
                </a:solidFill>
              </a:rPr>
              <a:t> and </a:t>
            </a:r>
            <a:r>
              <a:rPr lang="en-US" sz="2000" b="1" dirty="0" err="1">
                <a:solidFill>
                  <a:schemeClr val="accent1"/>
                </a:solidFill>
                <a:latin typeface="Roboto Mono" panose="00000009000000000000" pitchFamily="49" charset="0"/>
                <a:ea typeface="Roboto Mono" panose="00000009000000000000" pitchFamily="49" charset="0"/>
              </a:rPr>
              <a:t>pBase</a:t>
            </a:r>
            <a:r>
              <a:rPr lang="en-US" sz="2000" i="1" dirty="0">
                <a:solidFill>
                  <a:schemeClr val="accent1"/>
                </a:solidFill>
              </a:rPr>
              <a:t> can’t see members in </a:t>
            </a:r>
            <a:r>
              <a:rPr lang="en-US" sz="2000" b="1" dirty="0">
                <a:solidFill>
                  <a:schemeClr val="accent1"/>
                </a:solidFill>
                <a:latin typeface="Roboto Mono" panose="00000009000000000000" pitchFamily="49" charset="0"/>
                <a:ea typeface="Roboto Mono" panose="00000009000000000000" pitchFamily="49" charset="0"/>
              </a:rPr>
              <a:t>Derived</a:t>
            </a:r>
            <a:r>
              <a:rPr lang="en-US" sz="2000" i="1" dirty="0">
                <a:solidFill>
                  <a:schemeClr val="accent1"/>
                </a:solidFill>
              </a:rPr>
              <a:t>.</a:t>
            </a:r>
            <a:endParaRPr lang="en-US" sz="2000" b="1" i="1" dirty="0">
              <a:solidFill>
                <a:schemeClr val="accent1"/>
              </a:solidFill>
              <a:latin typeface="Roboto Mono" panose="00000009000000000000" pitchFamily="49" charset="0"/>
              <a:ea typeface="Roboto Mono" panose="00000009000000000000" pitchFamily="49" charset="0"/>
              <a:cs typeface="Cascadia Code" panose="020B0609020000020004" pitchFamily="49" charset="0"/>
            </a:endParaRPr>
          </a:p>
        </p:txBody>
      </p:sp>
      <p:sp>
        <p:nvSpPr>
          <p:cNvPr id="7" name="TextBox 6">
            <a:extLst>
              <a:ext uri="{FF2B5EF4-FFF2-40B4-BE49-F238E27FC236}">
                <a16:creationId xmlns:a16="http://schemas.microsoft.com/office/drawing/2014/main" id="{FDF6BAC8-986B-B7F1-3DEE-BC31520A21B1}"/>
              </a:ext>
            </a:extLst>
          </p:cNvPr>
          <p:cNvSpPr txBox="1"/>
          <p:nvPr/>
        </p:nvSpPr>
        <p:spPr>
          <a:xfrm>
            <a:off x="80680" y="590509"/>
            <a:ext cx="6223301" cy="6124754"/>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protected</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getValueDoubled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2</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Tree>
    <p:extLst>
      <p:ext uri="{BB962C8B-B14F-4D97-AF65-F5344CB8AC3E}">
        <p14:creationId xmlns:p14="http://schemas.microsoft.com/office/powerpoint/2010/main" val="1975234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B3BA88-ADB8-C7AE-5D47-1897D01EF978}"/>
              </a:ext>
            </a:extLst>
          </p:cNvPr>
          <p:cNvSpPr txBox="1"/>
          <p:nvPr/>
        </p:nvSpPr>
        <p:spPr>
          <a:xfrm>
            <a:off x="80680" y="78960"/>
            <a:ext cx="6685880" cy="369332"/>
          </a:xfrm>
          <a:prstGeom prst="rect">
            <a:avLst/>
          </a:prstGeom>
          <a:noFill/>
        </p:spPr>
        <p:txBody>
          <a:bodyPr wrap="square">
            <a:spAutoFit/>
          </a:bodyPr>
          <a:lstStyle/>
          <a:p>
            <a:r>
              <a:rPr lang="en-US" dirty="0"/>
              <a:t>Could you create an array that has </a:t>
            </a:r>
            <a:r>
              <a:rPr lang="en-US" b="1" dirty="0">
                <a:latin typeface="Roboto Mono" panose="00000009000000000000" pitchFamily="49" charset="0"/>
                <a:ea typeface="Roboto Mono" panose="00000009000000000000" pitchFamily="49" charset="0"/>
                <a:cs typeface="Cascadia Code" panose="020B0609020000020004" pitchFamily="49" charset="0"/>
              </a:rPr>
              <a:t>Base</a:t>
            </a:r>
            <a:r>
              <a:rPr lang="en-US" dirty="0"/>
              <a:t> and </a:t>
            </a:r>
            <a:r>
              <a:rPr lang="en-US" b="1" dirty="0">
                <a:latin typeface="Roboto Mono" panose="00000009000000000000" pitchFamily="49" charset="0"/>
                <a:ea typeface="Roboto Mono" panose="00000009000000000000" pitchFamily="49" charset="0"/>
                <a:cs typeface="Cascadia Code" panose="020B0609020000020004" pitchFamily="49" charset="0"/>
              </a:rPr>
              <a:t>Derived</a:t>
            </a:r>
            <a:r>
              <a:rPr lang="en-US" dirty="0"/>
              <a:t> objects?</a:t>
            </a:r>
            <a:endParaRPr lang="en-US" b="1"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3" name="TextBox 2">
            <a:extLst>
              <a:ext uri="{FF2B5EF4-FFF2-40B4-BE49-F238E27FC236}">
                <a16:creationId xmlns:a16="http://schemas.microsoft.com/office/drawing/2014/main" id="{64EE80ED-20A9-2D21-FC1E-760E26B36E44}"/>
              </a:ext>
            </a:extLst>
          </p:cNvPr>
          <p:cNvSpPr txBox="1"/>
          <p:nvPr/>
        </p:nvSpPr>
        <p:spPr>
          <a:xfrm>
            <a:off x="5583219" y="2930045"/>
            <a:ext cx="1870487" cy="646331"/>
          </a:xfrm>
          <a:prstGeom prst="rect">
            <a:avLst/>
          </a:prstGeom>
          <a:noFill/>
          <a:ln>
            <a:solidFill>
              <a:schemeClr val="accent1"/>
            </a:solidFill>
          </a:ln>
        </p:spPr>
        <p:txBody>
          <a:bodyPr wrap="square">
            <a:spAutoFit/>
          </a:bodyPr>
          <a:lstStyle/>
          <a:p>
            <a:pPr algn="ctr"/>
            <a:r>
              <a:rPr lang="en-US" i="1" dirty="0">
                <a:solidFill>
                  <a:schemeClr val="accent1"/>
                </a:solidFill>
              </a:rPr>
              <a:t>Through a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r>
              <a:rPr lang="en-US" i="1" dirty="0">
                <a:solidFill>
                  <a:schemeClr val="accent1"/>
                </a:solidFill>
              </a:rPr>
              <a:t> reference.</a:t>
            </a:r>
          </a:p>
        </p:txBody>
      </p:sp>
      <p:sp>
        <p:nvSpPr>
          <p:cNvPr id="5" name="TextBox 4">
            <a:extLst>
              <a:ext uri="{FF2B5EF4-FFF2-40B4-BE49-F238E27FC236}">
                <a16:creationId xmlns:a16="http://schemas.microsoft.com/office/drawing/2014/main" id="{165952D7-5C48-EB0B-2EC1-D7F2A1394817}"/>
              </a:ext>
            </a:extLst>
          </p:cNvPr>
          <p:cNvSpPr txBox="1"/>
          <p:nvPr/>
        </p:nvSpPr>
        <p:spPr>
          <a:xfrm>
            <a:off x="5583219" y="4068601"/>
            <a:ext cx="1870487" cy="646331"/>
          </a:xfrm>
          <a:prstGeom prst="rect">
            <a:avLst/>
          </a:prstGeom>
          <a:noFill/>
          <a:ln>
            <a:solidFill>
              <a:schemeClr val="accent1"/>
            </a:solidFill>
          </a:ln>
        </p:spPr>
        <p:txBody>
          <a:bodyPr wrap="square">
            <a:spAutoFit/>
          </a:bodyPr>
          <a:lstStyle/>
          <a:p>
            <a:pPr algn="ctr"/>
            <a:r>
              <a:rPr lang="en-US" i="1" dirty="0">
                <a:solidFill>
                  <a:schemeClr val="accent1"/>
                </a:solidFill>
              </a:rPr>
              <a:t>Through a </a:t>
            </a:r>
            <a:r>
              <a:rPr lang="en-US" b="1" dirty="0">
                <a:solidFill>
                  <a:schemeClr val="accent1"/>
                </a:solidFill>
                <a:latin typeface="Cascadia Code" panose="020B0609020000020004" pitchFamily="49" charset="0"/>
                <a:ea typeface="Cascadia Code" panose="020B0609020000020004" pitchFamily="49" charset="0"/>
                <a:cs typeface="Cascadia Code" panose="020B0609020000020004" pitchFamily="49" charset="0"/>
              </a:rPr>
              <a:t>Base</a:t>
            </a:r>
            <a:r>
              <a:rPr lang="en-US" i="1" dirty="0">
                <a:solidFill>
                  <a:schemeClr val="accent1"/>
                </a:solidFill>
              </a:rPr>
              <a:t> pointer.</a:t>
            </a:r>
          </a:p>
        </p:txBody>
      </p:sp>
      <p:sp>
        <p:nvSpPr>
          <p:cNvPr id="6" name="TextBox 5">
            <a:extLst>
              <a:ext uri="{FF2B5EF4-FFF2-40B4-BE49-F238E27FC236}">
                <a16:creationId xmlns:a16="http://schemas.microsoft.com/office/drawing/2014/main" id="{B212A7CF-F96D-3110-4C3F-06CA6CF9B25F}"/>
              </a:ext>
            </a:extLst>
          </p:cNvPr>
          <p:cNvSpPr txBox="1"/>
          <p:nvPr/>
        </p:nvSpPr>
        <p:spPr>
          <a:xfrm>
            <a:off x="7036400" y="78960"/>
            <a:ext cx="4893831" cy="5478423"/>
          </a:xfrm>
          <a:prstGeom prst="rect">
            <a:avLst/>
          </a:prstGeom>
          <a:noFill/>
        </p:spPr>
        <p:txBody>
          <a:bodyPr wrap="square">
            <a:spAutoFit/>
          </a:bodyPr>
          <a:lstStyle/>
          <a:p>
            <a:r>
              <a:rPr lang="en-US" sz="1400" dirty="0">
                <a:solidFill>
                  <a:srgbClr val="7A3E9D"/>
                </a:solidFill>
                <a:latin typeface="Roboto Mono" panose="00000009000000000000" pitchFamily="49" charset="0"/>
                <a:ea typeface="Roboto Mono" panose="00000009000000000000" pitchFamily="49" charset="0"/>
              </a:rPr>
              <a:t>int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main</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9C5D27"/>
                </a:solidFill>
                <a:latin typeface="Roboto Mono" panose="00000009000000000000" pitchFamily="49" charset="0"/>
                <a:ea typeface="Roboto Mono" panose="00000009000000000000" pitchFamily="49" charset="0"/>
              </a:rPr>
              <a:t>5</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i="1" dirty="0">
                <a:solidFill>
                  <a:srgbClr val="AAAAAA"/>
                </a:solidFill>
                <a:latin typeface="Roboto Mono" panose="00000009000000000000" pitchFamily="49" charset="0"/>
                <a:ea typeface="Roboto Mono" panose="00000009000000000000" pitchFamily="49" charset="0"/>
              </a:rPr>
              <a:t>    // These are both legal!</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Base</a:t>
            </a:r>
            <a:r>
              <a:rPr lang="en-US" sz="1400" dirty="0">
                <a:solidFill>
                  <a:srgbClr val="777777"/>
                </a:solidFill>
                <a:latin typeface="Roboto Mono" panose="00000009000000000000" pitchFamily="49" charset="0"/>
                <a:ea typeface="Roboto Mono" panose="00000009000000000000" pitchFamily="49" charset="0"/>
              </a:rPr>
              <a:t>&amp;</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&amp;</a:t>
            </a:r>
            <a:r>
              <a:rPr lang="en-US" sz="1400" dirty="0">
                <a:solidFill>
                  <a:srgbClr val="7A3E9D"/>
                </a:solidFill>
                <a:latin typeface="Roboto Mono" panose="00000009000000000000" pitchFamily="49" charset="0"/>
                <a:ea typeface="Roboto Mono" panose="00000009000000000000" pitchFamily="49" charset="0"/>
              </a:rPr>
              <a:t>derived</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derived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derived</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derived</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448C27"/>
                </a:solidFill>
                <a:latin typeface="Roboto Mono" panose="00000009000000000000" pitchFamily="49" charset="0"/>
                <a:ea typeface="Roboto Mono" panose="00000009000000000000" pitchFamily="49" charset="0"/>
              </a:rPr>
              <a:t>rBase</a:t>
            </a:r>
            <a:r>
              <a:rPr lang="en-US" sz="1400" dirty="0">
                <a:solidFill>
                  <a:srgbClr val="448C27"/>
                </a:solidFill>
                <a:latin typeface="Roboto Mono" panose="00000009000000000000" pitchFamily="49" charset="0"/>
                <a:ea typeface="Roboto Mono" panose="00000009000000000000" pitchFamily="49" charset="0"/>
              </a:rPr>
              <a:t>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rBase</a:t>
            </a:r>
            <a:r>
              <a:rPr lang="en-US" sz="1400" dirty="0" err="1">
                <a:solidFill>
                  <a:srgbClr val="777777"/>
                </a:solidFill>
                <a:latin typeface="Roboto Mono" panose="00000009000000000000" pitchFamily="49" charset="0"/>
                <a:ea typeface="Roboto Mono" panose="00000009000000000000" pitchFamily="49" charset="0"/>
              </a:rPr>
              <a: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7A3E9D"/>
                </a:solidFill>
                <a:latin typeface="Roboto Mono" panose="00000009000000000000" pitchFamily="49" charset="0"/>
                <a:ea typeface="Roboto Mono" panose="00000009000000000000" pitchFamily="49" charset="0"/>
              </a:rPr>
              <a:t>std</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7A3E9D"/>
                </a:solidFill>
                <a:latin typeface="Roboto Mono" panose="00000009000000000000" pitchFamily="49" charset="0"/>
                <a:ea typeface="Roboto Mono" panose="00000009000000000000" pitchFamily="49" charset="0"/>
              </a:rPr>
              <a:t>cout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err="1">
                <a:solidFill>
                  <a:srgbClr val="448C27"/>
                </a:solidFill>
                <a:latin typeface="Roboto Mono" panose="00000009000000000000" pitchFamily="49" charset="0"/>
                <a:ea typeface="Roboto Mono" panose="00000009000000000000" pitchFamily="49" charset="0"/>
              </a:rPr>
              <a:t>pBase</a:t>
            </a:r>
            <a:r>
              <a:rPr lang="en-US" sz="1400" dirty="0">
                <a:solidFill>
                  <a:srgbClr val="448C27"/>
                </a:solidFill>
                <a:latin typeface="Roboto Mono" panose="00000009000000000000" pitchFamily="49" charset="0"/>
                <a:ea typeface="Roboto Mono" panose="00000009000000000000" pitchFamily="49" charset="0"/>
              </a:rPr>
              <a:t> is a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-&gt;</a:t>
            </a:r>
            <a:r>
              <a:rPr lang="en-US" sz="1400" b="1" dirty="0" err="1">
                <a:solidFill>
                  <a:srgbClr val="AA3731"/>
                </a:solidFill>
                <a:latin typeface="Roboto Mono" panose="00000009000000000000" pitchFamily="49" charset="0"/>
                <a:ea typeface="Roboto Mono" panose="00000009000000000000" pitchFamily="49" charset="0"/>
              </a:rPr>
              <a:t>getName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448C27"/>
                </a:solidFill>
                <a:latin typeface="Roboto Mono" panose="00000009000000000000" pitchFamily="49" charset="0"/>
                <a:ea typeface="Roboto Mono" panose="00000009000000000000" pitchFamily="49" charset="0"/>
              </a:rPr>
              <a:t> and has value </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p>
          <a:p>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err="1">
                <a:solidFill>
                  <a:srgbClr val="7A3E9D"/>
                </a:solidFill>
                <a:latin typeface="Roboto Mono" panose="00000009000000000000" pitchFamily="49" charset="0"/>
                <a:ea typeface="Roboto Mono" panose="00000009000000000000" pitchFamily="49" charset="0"/>
              </a:rPr>
              <a:t>pBase</a:t>
            </a:r>
            <a:r>
              <a:rPr lang="en-US" sz="1400" dirty="0">
                <a:solidFill>
                  <a:srgbClr val="777777"/>
                </a:solidFill>
                <a:latin typeface="Roboto Mono" panose="00000009000000000000" pitchFamily="49" charset="0"/>
                <a:ea typeface="Roboto Mono" panose="00000009000000000000" pitchFamily="49" charset="0"/>
              </a:rPr>
              <a:t>-&gt;</a:t>
            </a:r>
            <a:r>
              <a:rPr lang="en-US" sz="1400" b="1" dirty="0" err="1">
                <a:solidFill>
                  <a:srgbClr val="AA3731"/>
                </a:solidFill>
                <a:latin typeface="Roboto Mono" panose="00000009000000000000" pitchFamily="49" charset="0"/>
                <a:ea typeface="Roboto Mono" panose="00000009000000000000" pitchFamily="49" charset="0"/>
              </a:rPr>
              <a:t>getValue</a:t>
            </a:r>
            <a:r>
              <a:rPr lang="en-US" sz="1400" dirty="0">
                <a:solidFill>
                  <a:srgbClr val="777777"/>
                </a:solidFill>
                <a:latin typeface="Roboto Mono" panose="00000009000000000000" pitchFamily="49" charset="0"/>
                <a:ea typeface="Roboto Mono" panose="00000009000000000000" pitchFamily="49" charset="0"/>
              </a:rPr>
              <a:t>()</a:t>
            </a:r>
            <a:r>
              <a:rPr lang="en-US" sz="1400" dirty="0">
                <a:solidFill>
                  <a:srgbClr val="333333"/>
                </a:solidFill>
                <a:latin typeface="Roboto Mono" panose="00000009000000000000" pitchFamily="49" charset="0"/>
                <a:ea typeface="Roboto Mono" panose="00000009000000000000" pitchFamily="49" charset="0"/>
              </a:rPr>
              <a:t> </a:t>
            </a:r>
            <a:r>
              <a:rPr lang="en-US" sz="1400" b="1" dirty="0">
                <a:solidFill>
                  <a:srgbClr val="AA3731"/>
                </a:solidFill>
                <a:latin typeface="Roboto Mono" panose="00000009000000000000" pitchFamily="49" charset="0"/>
                <a:ea typeface="Roboto Mono" panose="00000009000000000000" pitchFamily="49" charset="0"/>
              </a:rPr>
              <a:t>&lt;&lt;</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777777"/>
                </a:solidFill>
                <a:latin typeface="Roboto Mono" panose="00000009000000000000" pitchFamily="49" charset="0"/>
                <a:ea typeface="Roboto Mono" panose="00000009000000000000" pitchFamily="49" charset="0"/>
              </a:rPr>
              <a:t>'\n';</a:t>
            </a:r>
            <a:endParaRPr lang="en-US" sz="1400" dirty="0">
              <a:solidFill>
                <a:srgbClr val="333333"/>
              </a:solidFill>
              <a:latin typeface="Roboto Mono" panose="00000009000000000000" pitchFamily="49" charset="0"/>
              <a:ea typeface="Roboto Mono" panose="00000009000000000000" pitchFamily="49" charset="0"/>
            </a:endParaRPr>
          </a:p>
          <a:p>
            <a:br>
              <a:rPr lang="en-US" sz="1400" dirty="0">
                <a:solidFill>
                  <a:srgbClr val="333333"/>
                </a:solidFill>
                <a:latin typeface="Roboto Mono" panose="00000009000000000000" pitchFamily="49" charset="0"/>
                <a:ea typeface="Roboto Mono" panose="00000009000000000000" pitchFamily="49" charset="0"/>
              </a:rPr>
            </a:b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4B69C6"/>
                </a:solidFill>
                <a:latin typeface="Roboto Mono" panose="00000009000000000000" pitchFamily="49" charset="0"/>
                <a:ea typeface="Roboto Mono" panose="00000009000000000000" pitchFamily="49" charset="0"/>
              </a:rPr>
              <a:t>return</a:t>
            </a:r>
            <a:r>
              <a:rPr lang="en-US" sz="1400" dirty="0">
                <a:solidFill>
                  <a:srgbClr val="333333"/>
                </a:solidFill>
                <a:latin typeface="Roboto Mono" panose="00000009000000000000" pitchFamily="49" charset="0"/>
                <a:ea typeface="Roboto Mono" panose="00000009000000000000" pitchFamily="49" charset="0"/>
              </a:rPr>
              <a:t> </a:t>
            </a:r>
            <a:r>
              <a:rPr lang="en-US" sz="1400" dirty="0">
                <a:solidFill>
                  <a:srgbClr val="9C5D27"/>
                </a:solidFill>
                <a:latin typeface="Roboto Mono" panose="00000009000000000000" pitchFamily="49" charset="0"/>
                <a:ea typeface="Roboto Mono" panose="00000009000000000000" pitchFamily="49" charset="0"/>
              </a:rPr>
              <a:t>0</a:t>
            </a:r>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a:p>
            <a:r>
              <a:rPr lang="en-US" sz="1400" dirty="0">
                <a:solidFill>
                  <a:srgbClr val="777777"/>
                </a:solidFill>
                <a:latin typeface="Roboto Mono" panose="00000009000000000000" pitchFamily="49" charset="0"/>
                <a:ea typeface="Roboto Mono" panose="00000009000000000000" pitchFamily="49" charset="0"/>
              </a:rPr>
              <a:t>}</a:t>
            </a:r>
            <a:endParaRPr lang="en-US" sz="1400" dirty="0">
              <a:solidFill>
                <a:srgbClr val="333333"/>
              </a:solidFill>
              <a:latin typeface="Roboto Mono" panose="00000009000000000000" pitchFamily="49" charset="0"/>
              <a:ea typeface="Roboto Mono" panose="00000009000000000000" pitchFamily="49" charset="0"/>
            </a:endParaRPr>
          </a:p>
        </p:txBody>
      </p:sp>
      <p:sp>
        <p:nvSpPr>
          <p:cNvPr id="10" name="Rectangle 9">
            <a:extLst>
              <a:ext uri="{FF2B5EF4-FFF2-40B4-BE49-F238E27FC236}">
                <a16:creationId xmlns:a16="http://schemas.microsoft.com/office/drawing/2014/main" id="{BFFEF817-B73F-7CDE-B1CF-562F1E0CD05E}"/>
              </a:ext>
            </a:extLst>
          </p:cNvPr>
          <p:cNvSpPr/>
          <p:nvPr/>
        </p:nvSpPr>
        <p:spPr>
          <a:xfrm>
            <a:off x="7390503" y="935625"/>
            <a:ext cx="2829261" cy="764083"/>
          </a:xfrm>
          <a:prstGeom prst="rect">
            <a:avLst/>
          </a:prstGeom>
          <a:noFill/>
          <a:ln w="19050">
            <a:solidFill>
              <a:schemeClr val="accent1">
                <a:shade val="15000"/>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5CEC5EF-3AE8-45FB-0CB7-FF4C8EFA6B61}"/>
              </a:ext>
            </a:extLst>
          </p:cNvPr>
          <p:cNvSpPr txBox="1"/>
          <p:nvPr/>
        </p:nvSpPr>
        <p:spPr>
          <a:xfrm>
            <a:off x="80680" y="590509"/>
            <a:ext cx="6223301" cy="6124754"/>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protected</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getValueDoubled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2</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Tree>
    <p:extLst>
      <p:ext uri="{BB962C8B-B14F-4D97-AF65-F5344CB8AC3E}">
        <p14:creationId xmlns:p14="http://schemas.microsoft.com/office/powerpoint/2010/main" val="1464161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E5C968-312D-E2C9-FF83-0E3A514172DD}"/>
              </a:ext>
            </a:extLst>
          </p:cNvPr>
          <p:cNvSpPr txBox="1"/>
          <p:nvPr/>
        </p:nvSpPr>
        <p:spPr>
          <a:xfrm>
            <a:off x="122815" y="78959"/>
            <a:ext cx="11946369" cy="2031325"/>
          </a:xfrm>
          <a:prstGeom prst="rect">
            <a:avLst/>
          </a:prstGeom>
          <a:noFill/>
        </p:spPr>
        <p:txBody>
          <a:bodyPr wrap="square">
            <a:spAutoFit/>
          </a:bodyPr>
          <a:lstStyle/>
          <a:p>
            <a:r>
              <a:rPr lang="en-US" dirty="0"/>
              <a:t>We need a data type that can manage both types of objects – </a:t>
            </a:r>
            <a:r>
              <a:rPr lang="en-US" b="1" dirty="0">
                <a:latin typeface="Roboto Mono" panose="00000009000000000000" pitchFamily="49" charset="0"/>
                <a:ea typeface="Roboto Mono" panose="00000009000000000000" pitchFamily="49" charset="0"/>
              </a:rPr>
              <a:t>Base</a:t>
            </a:r>
            <a:r>
              <a:rPr lang="en-US" dirty="0"/>
              <a:t> and </a:t>
            </a:r>
            <a:r>
              <a:rPr lang="en-US" b="1" dirty="0">
                <a:latin typeface="Roboto Mono" panose="00000009000000000000" pitchFamily="49" charset="0"/>
                <a:ea typeface="Roboto Mono" panose="00000009000000000000" pitchFamily="49" charset="0"/>
              </a:rPr>
              <a:t>Derived</a:t>
            </a:r>
            <a:r>
              <a:rPr lang="en-US" dirty="0"/>
              <a:t> in our example.</a:t>
            </a:r>
          </a:p>
          <a:p>
            <a:endParaRPr lang="en-US" dirty="0"/>
          </a:p>
          <a:p>
            <a:r>
              <a:rPr lang="en-US" dirty="0"/>
              <a:t>We saw that parent type pointers can point to both parent objects (obviously), and also child objects with the limitation that the object’s own members (in the child class) can’t be accessed through the parent type pointer (based on what we’ve seen thus far).</a:t>
            </a:r>
          </a:p>
          <a:p>
            <a:endParaRPr lang="en-US" dirty="0"/>
          </a:p>
          <a:p>
            <a:r>
              <a:rPr lang="en-US" dirty="0"/>
              <a:t>Therefore, we can do the following.</a:t>
            </a:r>
          </a:p>
        </p:txBody>
      </p:sp>
      <p:sp>
        <p:nvSpPr>
          <p:cNvPr id="5" name="TextBox 4">
            <a:extLst>
              <a:ext uri="{FF2B5EF4-FFF2-40B4-BE49-F238E27FC236}">
                <a16:creationId xmlns:a16="http://schemas.microsoft.com/office/drawing/2014/main" id="{C6B60727-AB50-E615-C3D7-A0F3A260E1DC}"/>
              </a:ext>
            </a:extLst>
          </p:cNvPr>
          <p:cNvSpPr txBox="1"/>
          <p:nvPr/>
        </p:nvSpPr>
        <p:spPr>
          <a:xfrm>
            <a:off x="3252842" y="2434374"/>
            <a:ext cx="5686314" cy="3108543"/>
          </a:xfrm>
          <a:prstGeom prst="rect">
            <a:avLst/>
          </a:prstGeom>
          <a:noFill/>
        </p:spPr>
        <p:txBody>
          <a:bodyPr wrap="square">
            <a:spAutoFit/>
          </a:bodyPr>
          <a:lstStyle/>
          <a:p>
            <a:r>
              <a:rPr lang="en-US" sz="1600" b="0" dirty="0">
                <a:solidFill>
                  <a:srgbClr val="7A3E9D"/>
                </a:solidFill>
                <a:effectLst/>
                <a:latin typeface="Roboto Mono" panose="00000009000000000000" pitchFamily="49" charset="0"/>
              </a:rPr>
              <a:t>int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main</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Derived</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d1</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10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Derived</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d2</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20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Base</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b1</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100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Base</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b2</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200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Derived</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d3</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30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br>
              <a:rPr lang="en-US" sz="1600" b="0" dirty="0">
                <a:solidFill>
                  <a:srgbClr val="333333"/>
                </a:solidFill>
                <a:effectLst/>
                <a:latin typeface="Roboto Mono" panose="00000009000000000000" pitchFamily="49" charset="0"/>
              </a:rPr>
            </a:br>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Base</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r>
              <a:rPr lang="en-US" sz="1600" b="0" dirty="0" err="1">
                <a:solidFill>
                  <a:srgbClr val="7A3E9D"/>
                </a:solidFill>
                <a:effectLst/>
                <a:latin typeface="Roboto Mono" panose="00000009000000000000" pitchFamily="49" charset="0"/>
              </a:rPr>
              <a:t>bPtrs</a:t>
            </a:r>
            <a:r>
              <a:rPr lang="en-US" sz="1600" b="0" dirty="0">
                <a:solidFill>
                  <a:srgbClr val="333333"/>
                </a:solidFill>
                <a:effectLst/>
                <a:latin typeface="Roboto Mono" panose="00000009000000000000" pitchFamily="49" charset="0"/>
              </a:rPr>
              <a:t>[]</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&amp;</a:t>
            </a:r>
            <a:r>
              <a:rPr lang="en-US" sz="1600" b="0" dirty="0">
                <a:solidFill>
                  <a:srgbClr val="7A3E9D"/>
                </a:solidFill>
                <a:effectLst/>
                <a:latin typeface="Roboto Mono" panose="00000009000000000000" pitchFamily="49" charset="0"/>
              </a:rPr>
              <a:t>d1</a:t>
            </a:r>
            <a:r>
              <a:rPr lang="en-US" sz="1600" b="0" dirty="0">
                <a:solidFill>
                  <a:srgbClr val="777777"/>
                </a:solidFill>
                <a:effectLst/>
                <a:latin typeface="Roboto Mono" panose="00000009000000000000" pitchFamily="49" charset="0"/>
              </a:rPr>
              <a:t>, &amp;</a:t>
            </a:r>
            <a:r>
              <a:rPr lang="en-US" sz="1600" b="0" dirty="0">
                <a:solidFill>
                  <a:srgbClr val="7A3E9D"/>
                </a:solidFill>
                <a:effectLst/>
                <a:latin typeface="Roboto Mono" panose="00000009000000000000" pitchFamily="49" charset="0"/>
              </a:rPr>
              <a:t>d2</a:t>
            </a:r>
            <a:r>
              <a:rPr lang="en-US" sz="1600" b="0" dirty="0">
                <a:solidFill>
                  <a:srgbClr val="777777"/>
                </a:solidFill>
                <a:effectLst/>
                <a:latin typeface="Roboto Mono" panose="00000009000000000000" pitchFamily="49" charset="0"/>
              </a:rPr>
              <a:t>, &amp;</a:t>
            </a:r>
            <a:r>
              <a:rPr lang="en-US" sz="1600" b="0" dirty="0">
                <a:solidFill>
                  <a:srgbClr val="7A3E9D"/>
                </a:solidFill>
                <a:effectLst/>
                <a:latin typeface="Roboto Mono" panose="00000009000000000000" pitchFamily="49" charset="0"/>
              </a:rPr>
              <a:t>b1</a:t>
            </a:r>
            <a:r>
              <a:rPr lang="en-US" sz="1600" b="0" dirty="0">
                <a:solidFill>
                  <a:srgbClr val="777777"/>
                </a:solidFill>
                <a:effectLst/>
                <a:latin typeface="Roboto Mono" panose="00000009000000000000" pitchFamily="49" charset="0"/>
              </a:rPr>
              <a:t>, &amp;</a:t>
            </a:r>
            <a:r>
              <a:rPr lang="en-US" sz="1600" b="0" dirty="0">
                <a:solidFill>
                  <a:srgbClr val="7A3E9D"/>
                </a:solidFill>
                <a:effectLst/>
                <a:latin typeface="Roboto Mono" panose="00000009000000000000" pitchFamily="49" charset="0"/>
              </a:rPr>
              <a:t>b2</a:t>
            </a:r>
            <a:r>
              <a:rPr lang="en-US" sz="1600" b="0" dirty="0">
                <a:solidFill>
                  <a:srgbClr val="777777"/>
                </a:solidFill>
                <a:effectLst/>
                <a:latin typeface="Roboto Mono" panose="00000009000000000000" pitchFamily="49" charset="0"/>
              </a:rPr>
              <a:t>, &amp;</a:t>
            </a:r>
            <a:r>
              <a:rPr lang="en-US" sz="1600" b="0" dirty="0">
                <a:solidFill>
                  <a:srgbClr val="7A3E9D"/>
                </a:solidFill>
                <a:effectLst/>
                <a:latin typeface="Roboto Mono" panose="00000009000000000000" pitchFamily="49" charset="0"/>
              </a:rPr>
              <a:t>d3</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0" dirty="0">
                <a:solidFill>
                  <a:srgbClr val="4B69C6"/>
                </a:solidFill>
                <a:effectLst/>
                <a:latin typeface="Roboto Mono" panose="00000009000000000000" pitchFamily="49" charset="0"/>
              </a:rPr>
              <a:t>return</a:t>
            </a:r>
            <a:r>
              <a:rPr lang="en-US" sz="1600" b="0" dirty="0">
                <a:solidFill>
                  <a:srgbClr val="333333"/>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0</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1" dirty="0">
              <a:latin typeface="Roboto Mono" panose="00000009000000000000" pitchFamily="49" charset="0"/>
              <a:ea typeface="Roboto Mono" panose="00000009000000000000" pitchFamily="49" charset="0"/>
            </a:endParaRPr>
          </a:p>
        </p:txBody>
      </p:sp>
    </p:spTree>
    <p:extLst>
      <p:ext uri="{BB962C8B-B14F-4D97-AF65-F5344CB8AC3E}">
        <p14:creationId xmlns:p14="http://schemas.microsoft.com/office/powerpoint/2010/main" val="255067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845DD0-8B6B-3BAF-3E3F-97E346005F74}"/>
              </a:ext>
            </a:extLst>
          </p:cNvPr>
          <p:cNvSpPr txBox="1"/>
          <p:nvPr/>
        </p:nvSpPr>
        <p:spPr>
          <a:xfrm>
            <a:off x="101300" y="104364"/>
            <a:ext cx="5686314" cy="3108543"/>
          </a:xfrm>
          <a:prstGeom prst="rect">
            <a:avLst/>
          </a:prstGeom>
          <a:noFill/>
        </p:spPr>
        <p:txBody>
          <a:bodyPr wrap="square">
            <a:spAutoFit/>
          </a:bodyPr>
          <a:lstStyle/>
          <a:p>
            <a:r>
              <a:rPr lang="en-US" sz="1600" b="0" dirty="0">
                <a:solidFill>
                  <a:srgbClr val="7A3E9D"/>
                </a:solidFill>
                <a:effectLst/>
                <a:latin typeface="Roboto Mono" panose="00000009000000000000" pitchFamily="49" charset="0"/>
              </a:rPr>
              <a:t>int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main</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Derived</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d1</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10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Derived</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d2</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20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Base</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b1</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100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Base</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b2</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200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Derived</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d3</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30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br>
              <a:rPr lang="en-US" sz="1600" b="0" dirty="0">
                <a:solidFill>
                  <a:srgbClr val="333333"/>
                </a:solidFill>
                <a:effectLst/>
                <a:latin typeface="Roboto Mono" panose="00000009000000000000" pitchFamily="49" charset="0"/>
              </a:rPr>
            </a:br>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Base</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r>
              <a:rPr lang="en-US" sz="1600" b="0" dirty="0" err="1">
                <a:solidFill>
                  <a:srgbClr val="7A3E9D"/>
                </a:solidFill>
                <a:effectLst/>
                <a:latin typeface="Roboto Mono" panose="00000009000000000000" pitchFamily="49" charset="0"/>
              </a:rPr>
              <a:t>bPtrs</a:t>
            </a:r>
            <a:r>
              <a:rPr lang="en-US" sz="1600" b="0" dirty="0">
                <a:solidFill>
                  <a:srgbClr val="333333"/>
                </a:solidFill>
                <a:effectLst/>
                <a:latin typeface="Roboto Mono" panose="00000009000000000000" pitchFamily="49" charset="0"/>
              </a:rPr>
              <a:t>[]</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&amp;</a:t>
            </a:r>
            <a:r>
              <a:rPr lang="en-US" sz="1600" b="0" dirty="0">
                <a:solidFill>
                  <a:srgbClr val="7A3E9D"/>
                </a:solidFill>
                <a:effectLst/>
                <a:latin typeface="Roboto Mono" panose="00000009000000000000" pitchFamily="49" charset="0"/>
              </a:rPr>
              <a:t>d1</a:t>
            </a:r>
            <a:r>
              <a:rPr lang="en-US" sz="1600" b="0" dirty="0">
                <a:solidFill>
                  <a:srgbClr val="777777"/>
                </a:solidFill>
                <a:effectLst/>
                <a:latin typeface="Roboto Mono" panose="00000009000000000000" pitchFamily="49" charset="0"/>
              </a:rPr>
              <a:t>, &amp;</a:t>
            </a:r>
            <a:r>
              <a:rPr lang="en-US" sz="1600" b="0" dirty="0">
                <a:solidFill>
                  <a:srgbClr val="7A3E9D"/>
                </a:solidFill>
                <a:effectLst/>
                <a:latin typeface="Roboto Mono" panose="00000009000000000000" pitchFamily="49" charset="0"/>
              </a:rPr>
              <a:t>d2</a:t>
            </a:r>
            <a:r>
              <a:rPr lang="en-US" sz="1600" b="0" dirty="0">
                <a:solidFill>
                  <a:srgbClr val="777777"/>
                </a:solidFill>
                <a:effectLst/>
                <a:latin typeface="Roboto Mono" panose="00000009000000000000" pitchFamily="49" charset="0"/>
              </a:rPr>
              <a:t>, &amp;</a:t>
            </a:r>
            <a:r>
              <a:rPr lang="en-US" sz="1600" b="0" dirty="0">
                <a:solidFill>
                  <a:srgbClr val="7A3E9D"/>
                </a:solidFill>
                <a:effectLst/>
                <a:latin typeface="Roboto Mono" panose="00000009000000000000" pitchFamily="49" charset="0"/>
              </a:rPr>
              <a:t>b1</a:t>
            </a:r>
            <a:r>
              <a:rPr lang="en-US" sz="1600" b="0" dirty="0">
                <a:solidFill>
                  <a:srgbClr val="777777"/>
                </a:solidFill>
                <a:effectLst/>
                <a:latin typeface="Roboto Mono" panose="00000009000000000000" pitchFamily="49" charset="0"/>
              </a:rPr>
              <a:t>, &amp;</a:t>
            </a:r>
            <a:r>
              <a:rPr lang="en-US" sz="1600" b="0" dirty="0">
                <a:solidFill>
                  <a:srgbClr val="7A3E9D"/>
                </a:solidFill>
                <a:effectLst/>
                <a:latin typeface="Roboto Mono" panose="00000009000000000000" pitchFamily="49" charset="0"/>
              </a:rPr>
              <a:t>b2</a:t>
            </a:r>
            <a:r>
              <a:rPr lang="en-US" sz="1600" b="0" dirty="0">
                <a:solidFill>
                  <a:srgbClr val="777777"/>
                </a:solidFill>
                <a:effectLst/>
                <a:latin typeface="Roboto Mono" panose="00000009000000000000" pitchFamily="49" charset="0"/>
              </a:rPr>
              <a:t>, &amp;</a:t>
            </a:r>
            <a:r>
              <a:rPr lang="en-US" sz="1600" b="0" dirty="0">
                <a:solidFill>
                  <a:srgbClr val="7A3E9D"/>
                </a:solidFill>
                <a:effectLst/>
                <a:latin typeface="Roboto Mono" panose="00000009000000000000" pitchFamily="49" charset="0"/>
              </a:rPr>
              <a:t>d3</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0" dirty="0">
                <a:solidFill>
                  <a:srgbClr val="4B69C6"/>
                </a:solidFill>
                <a:effectLst/>
                <a:latin typeface="Roboto Mono" panose="00000009000000000000" pitchFamily="49" charset="0"/>
              </a:rPr>
              <a:t>return</a:t>
            </a:r>
            <a:r>
              <a:rPr lang="en-US" sz="1600" b="0" dirty="0">
                <a:solidFill>
                  <a:srgbClr val="333333"/>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0</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1" dirty="0">
              <a:latin typeface="Roboto Mono" panose="00000009000000000000" pitchFamily="49" charset="0"/>
              <a:ea typeface="Roboto Mono" panose="00000009000000000000" pitchFamily="49" charset="0"/>
            </a:endParaRPr>
          </a:p>
        </p:txBody>
      </p:sp>
      <p:graphicFrame>
        <p:nvGraphicFramePr>
          <p:cNvPr id="5" name="Table 4">
            <a:extLst>
              <a:ext uri="{FF2B5EF4-FFF2-40B4-BE49-F238E27FC236}">
                <a16:creationId xmlns:a16="http://schemas.microsoft.com/office/drawing/2014/main" id="{56B7343F-4409-2C9E-41AB-2D182721E4F6}"/>
              </a:ext>
            </a:extLst>
          </p:cNvPr>
          <p:cNvGraphicFramePr>
            <a:graphicFrameLocks noGrp="1"/>
          </p:cNvGraphicFramePr>
          <p:nvPr>
            <p:extLst>
              <p:ext uri="{D42A27DB-BD31-4B8C-83A1-F6EECF244321}">
                <p14:modId xmlns:p14="http://schemas.microsoft.com/office/powerpoint/2010/main" val="396371477"/>
              </p:ext>
            </p:extLst>
          </p:nvPr>
        </p:nvGraphicFramePr>
        <p:xfrm>
          <a:off x="3877535" y="3212907"/>
          <a:ext cx="4436930" cy="741680"/>
        </p:xfrm>
        <a:graphic>
          <a:graphicData uri="http://schemas.openxmlformats.org/drawingml/2006/table">
            <a:tbl>
              <a:tblPr firstRow="1" bandRow="1">
                <a:tableStyleId>{5C22544A-7EE6-4342-B048-85BDC9FD1C3A}</a:tableStyleId>
              </a:tblPr>
              <a:tblGrid>
                <a:gridCol w="887386">
                  <a:extLst>
                    <a:ext uri="{9D8B030D-6E8A-4147-A177-3AD203B41FA5}">
                      <a16:colId xmlns:a16="http://schemas.microsoft.com/office/drawing/2014/main" val="3128603926"/>
                    </a:ext>
                  </a:extLst>
                </a:gridCol>
                <a:gridCol w="887386">
                  <a:extLst>
                    <a:ext uri="{9D8B030D-6E8A-4147-A177-3AD203B41FA5}">
                      <a16:colId xmlns:a16="http://schemas.microsoft.com/office/drawing/2014/main" val="1335586446"/>
                    </a:ext>
                  </a:extLst>
                </a:gridCol>
                <a:gridCol w="887386">
                  <a:extLst>
                    <a:ext uri="{9D8B030D-6E8A-4147-A177-3AD203B41FA5}">
                      <a16:colId xmlns:a16="http://schemas.microsoft.com/office/drawing/2014/main" val="3515931434"/>
                    </a:ext>
                  </a:extLst>
                </a:gridCol>
                <a:gridCol w="887386">
                  <a:extLst>
                    <a:ext uri="{9D8B030D-6E8A-4147-A177-3AD203B41FA5}">
                      <a16:colId xmlns:a16="http://schemas.microsoft.com/office/drawing/2014/main" val="885313267"/>
                    </a:ext>
                  </a:extLst>
                </a:gridCol>
                <a:gridCol w="887386">
                  <a:extLst>
                    <a:ext uri="{9D8B030D-6E8A-4147-A177-3AD203B41FA5}">
                      <a16:colId xmlns:a16="http://schemas.microsoft.com/office/drawing/2014/main" val="1313617848"/>
                    </a:ext>
                  </a:extLst>
                </a:gridCol>
              </a:tblGrid>
              <a:tr h="370840">
                <a:tc>
                  <a:txBody>
                    <a:bodyPr/>
                    <a:lstStyle/>
                    <a:p>
                      <a:pPr algn="ctr"/>
                      <a:r>
                        <a:rPr lang="en-US" b="0" i="1" dirty="0">
                          <a:solidFill>
                            <a:schemeClr val="tx1"/>
                          </a:solidFill>
                          <a:latin typeface="Roboto Mono" panose="00000009000000000000" pitchFamily="49" charset="0"/>
                          <a:ea typeface="Roboto Mono" panose="00000009000000000000" pitchFamily="49"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i="1" dirty="0">
                          <a:solidFill>
                            <a:schemeClr val="tx1"/>
                          </a:solidFill>
                          <a:latin typeface="Roboto Mono" panose="00000009000000000000" pitchFamily="49" charset="0"/>
                          <a:ea typeface="Roboto Mono" panose="00000009000000000000"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i="1" dirty="0">
                          <a:solidFill>
                            <a:schemeClr val="tx1"/>
                          </a:solidFill>
                          <a:latin typeface="Roboto Mono" panose="00000009000000000000" pitchFamily="49" charset="0"/>
                          <a:ea typeface="Roboto Mono" panose="00000009000000000000" pitchFamily="49"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i="1" dirty="0">
                          <a:solidFill>
                            <a:schemeClr val="tx1"/>
                          </a:solidFill>
                          <a:latin typeface="Roboto Mono" panose="00000009000000000000" pitchFamily="49" charset="0"/>
                          <a:ea typeface="Roboto Mono" panose="00000009000000000000" pitchFamily="49"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i="1" dirty="0">
                          <a:solidFill>
                            <a:schemeClr val="tx1"/>
                          </a:solidFill>
                          <a:latin typeface="Roboto Mono" panose="00000009000000000000" pitchFamily="49" charset="0"/>
                          <a:ea typeface="Roboto Mono" panose="00000009000000000000" pitchFamily="49"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67181957"/>
                  </a:ext>
                </a:extLst>
              </a:tr>
              <a:tr h="370840">
                <a:tc>
                  <a:txBody>
                    <a:bodyPr/>
                    <a:lstStyle/>
                    <a:p>
                      <a:pPr algn="ctr"/>
                      <a:r>
                        <a:rPr lang="en-US" b="1" dirty="0">
                          <a:solidFill>
                            <a:schemeClr val="tx1"/>
                          </a:solidFill>
                          <a:latin typeface="Roboto Mono" panose="00000009000000000000" pitchFamily="49" charset="0"/>
                          <a:ea typeface="Roboto Mono" panose="00000009000000000000" pitchFamily="49" charset="0"/>
                        </a:rPr>
                        <a:t>&amp;d1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1" dirty="0">
                          <a:solidFill>
                            <a:schemeClr val="tx1"/>
                          </a:solidFill>
                          <a:latin typeface="Roboto Mono" panose="00000009000000000000" pitchFamily="49" charset="0"/>
                          <a:ea typeface="Roboto Mono" panose="00000009000000000000" pitchFamily="49" charset="0"/>
                        </a:rPr>
                        <a:t>&amp;d2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1" dirty="0">
                          <a:solidFill>
                            <a:schemeClr val="tx1"/>
                          </a:solidFill>
                          <a:latin typeface="Roboto Mono" panose="00000009000000000000" pitchFamily="49" charset="0"/>
                          <a:ea typeface="Roboto Mono" panose="00000009000000000000" pitchFamily="49" charset="0"/>
                        </a:rPr>
                        <a:t>&amp;b1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1" dirty="0">
                          <a:solidFill>
                            <a:schemeClr val="tx1"/>
                          </a:solidFill>
                          <a:latin typeface="Roboto Mono" panose="00000009000000000000" pitchFamily="49" charset="0"/>
                          <a:ea typeface="Roboto Mono" panose="00000009000000000000" pitchFamily="49" charset="0"/>
                        </a:rPr>
                        <a:t>&amp;b2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1" dirty="0">
                          <a:solidFill>
                            <a:schemeClr val="tx1"/>
                          </a:solidFill>
                          <a:latin typeface="Roboto Mono" panose="00000009000000000000" pitchFamily="49" charset="0"/>
                          <a:ea typeface="Roboto Mono" panose="00000009000000000000" pitchFamily="49" charset="0"/>
                        </a:rPr>
                        <a:t>&amp;d3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01061918"/>
                  </a:ext>
                </a:extLst>
              </a:tr>
            </a:tbl>
          </a:graphicData>
        </a:graphic>
      </p:graphicFrame>
      <p:graphicFrame>
        <p:nvGraphicFramePr>
          <p:cNvPr id="6" name="Table 5">
            <a:extLst>
              <a:ext uri="{FF2B5EF4-FFF2-40B4-BE49-F238E27FC236}">
                <a16:creationId xmlns:a16="http://schemas.microsoft.com/office/drawing/2014/main" id="{DB89E3FD-E5AE-088B-A1EE-CCEF927C48D9}"/>
              </a:ext>
            </a:extLst>
          </p:cNvPr>
          <p:cNvGraphicFramePr>
            <a:graphicFrameLocks noGrp="1"/>
          </p:cNvGraphicFramePr>
          <p:nvPr>
            <p:extLst>
              <p:ext uri="{D42A27DB-BD31-4B8C-83A1-F6EECF244321}">
                <p14:modId xmlns:p14="http://schemas.microsoft.com/office/powerpoint/2010/main" val="2010191880"/>
              </p:ext>
            </p:extLst>
          </p:nvPr>
        </p:nvGraphicFramePr>
        <p:xfrm>
          <a:off x="491714" y="4979695"/>
          <a:ext cx="1742739" cy="741680"/>
        </p:xfrm>
        <a:graphic>
          <a:graphicData uri="http://schemas.openxmlformats.org/drawingml/2006/table">
            <a:tbl>
              <a:tblPr firstRow="1" bandRow="1">
                <a:tableStyleId>{5C22544A-7EE6-4342-B048-85BDC9FD1C3A}</a:tableStyleId>
              </a:tblPr>
              <a:tblGrid>
                <a:gridCol w="1742739">
                  <a:extLst>
                    <a:ext uri="{9D8B030D-6E8A-4147-A177-3AD203B41FA5}">
                      <a16:colId xmlns:a16="http://schemas.microsoft.com/office/drawing/2014/main" val="2526173601"/>
                    </a:ext>
                  </a:extLst>
                </a:gridCol>
              </a:tblGrid>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Derived d1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802290265"/>
                  </a:ext>
                </a:extLst>
              </a:tr>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&amp;d1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94836933"/>
                  </a:ext>
                </a:extLst>
              </a:tr>
            </a:tbl>
          </a:graphicData>
        </a:graphic>
      </p:graphicFrame>
      <p:graphicFrame>
        <p:nvGraphicFramePr>
          <p:cNvPr id="7" name="Table 6">
            <a:extLst>
              <a:ext uri="{FF2B5EF4-FFF2-40B4-BE49-F238E27FC236}">
                <a16:creationId xmlns:a16="http://schemas.microsoft.com/office/drawing/2014/main" id="{670E00B0-610B-CB97-6530-34CF1BA2AF54}"/>
              </a:ext>
            </a:extLst>
          </p:cNvPr>
          <p:cNvGraphicFramePr>
            <a:graphicFrameLocks noGrp="1"/>
          </p:cNvGraphicFramePr>
          <p:nvPr>
            <p:extLst>
              <p:ext uri="{D42A27DB-BD31-4B8C-83A1-F6EECF244321}">
                <p14:modId xmlns:p14="http://schemas.microsoft.com/office/powerpoint/2010/main" val="3072073399"/>
              </p:ext>
            </p:extLst>
          </p:nvPr>
        </p:nvGraphicFramePr>
        <p:xfrm>
          <a:off x="2726466" y="4979695"/>
          <a:ext cx="1742739" cy="741680"/>
        </p:xfrm>
        <a:graphic>
          <a:graphicData uri="http://schemas.openxmlformats.org/drawingml/2006/table">
            <a:tbl>
              <a:tblPr firstRow="1" bandRow="1">
                <a:tableStyleId>{5C22544A-7EE6-4342-B048-85BDC9FD1C3A}</a:tableStyleId>
              </a:tblPr>
              <a:tblGrid>
                <a:gridCol w="1742739">
                  <a:extLst>
                    <a:ext uri="{9D8B030D-6E8A-4147-A177-3AD203B41FA5}">
                      <a16:colId xmlns:a16="http://schemas.microsoft.com/office/drawing/2014/main" val="2526173601"/>
                    </a:ext>
                  </a:extLst>
                </a:gridCol>
              </a:tblGrid>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Derived d2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802290265"/>
                  </a:ext>
                </a:extLst>
              </a:tr>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&amp;d2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94836933"/>
                  </a:ext>
                </a:extLst>
              </a:tr>
            </a:tbl>
          </a:graphicData>
        </a:graphic>
      </p:graphicFrame>
      <p:graphicFrame>
        <p:nvGraphicFramePr>
          <p:cNvPr id="8" name="Table 7">
            <a:extLst>
              <a:ext uri="{FF2B5EF4-FFF2-40B4-BE49-F238E27FC236}">
                <a16:creationId xmlns:a16="http://schemas.microsoft.com/office/drawing/2014/main" id="{596A816F-E316-F031-8488-AB36E110AFD8}"/>
              </a:ext>
            </a:extLst>
          </p:cNvPr>
          <p:cNvGraphicFramePr>
            <a:graphicFrameLocks noGrp="1"/>
          </p:cNvGraphicFramePr>
          <p:nvPr>
            <p:extLst>
              <p:ext uri="{D42A27DB-BD31-4B8C-83A1-F6EECF244321}">
                <p14:modId xmlns:p14="http://schemas.microsoft.com/office/powerpoint/2010/main" val="3369175884"/>
              </p:ext>
            </p:extLst>
          </p:nvPr>
        </p:nvGraphicFramePr>
        <p:xfrm>
          <a:off x="9430722" y="4979695"/>
          <a:ext cx="1742739" cy="741680"/>
        </p:xfrm>
        <a:graphic>
          <a:graphicData uri="http://schemas.openxmlformats.org/drawingml/2006/table">
            <a:tbl>
              <a:tblPr firstRow="1" bandRow="1">
                <a:tableStyleId>{5C22544A-7EE6-4342-B048-85BDC9FD1C3A}</a:tableStyleId>
              </a:tblPr>
              <a:tblGrid>
                <a:gridCol w="1742739">
                  <a:extLst>
                    <a:ext uri="{9D8B030D-6E8A-4147-A177-3AD203B41FA5}">
                      <a16:colId xmlns:a16="http://schemas.microsoft.com/office/drawing/2014/main" val="2526173601"/>
                    </a:ext>
                  </a:extLst>
                </a:gridCol>
              </a:tblGrid>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Derived d3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802290265"/>
                  </a:ext>
                </a:extLst>
              </a:tr>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&amp;d3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94836933"/>
                  </a:ext>
                </a:extLst>
              </a:tr>
            </a:tbl>
          </a:graphicData>
        </a:graphic>
      </p:graphicFrame>
      <p:graphicFrame>
        <p:nvGraphicFramePr>
          <p:cNvPr id="9" name="Table 8">
            <a:extLst>
              <a:ext uri="{FF2B5EF4-FFF2-40B4-BE49-F238E27FC236}">
                <a16:creationId xmlns:a16="http://schemas.microsoft.com/office/drawing/2014/main" id="{62854DDC-840A-452E-8703-AFBCD199A5BE}"/>
              </a:ext>
            </a:extLst>
          </p:cNvPr>
          <p:cNvGraphicFramePr>
            <a:graphicFrameLocks noGrp="1"/>
          </p:cNvGraphicFramePr>
          <p:nvPr>
            <p:extLst>
              <p:ext uri="{D42A27DB-BD31-4B8C-83A1-F6EECF244321}">
                <p14:modId xmlns:p14="http://schemas.microsoft.com/office/powerpoint/2010/main" val="3680903088"/>
              </p:ext>
            </p:extLst>
          </p:nvPr>
        </p:nvGraphicFramePr>
        <p:xfrm>
          <a:off x="4961218" y="4979695"/>
          <a:ext cx="1742739" cy="741680"/>
        </p:xfrm>
        <a:graphic>
          <a:graphicData uri="http://schemas.openxmlformats.org/drawingml/2006/table">
            <a:tbl>
              <a:tblPr firstRow="1" bandRow="1">
                <a:tableStyleId>{5C22544A-7EE6-4342-B048-85BDC9FD1C3A}</a:tableStyleId>
              </a:tblPr>
              <a:tblGrid>
                <a:gridCol w="1742739">
                  <a:extLst>
                    <a:ext uri="{9D8B030D-6E8A-4147-A177-3AD203B41FA5}">
                      <a16:colId xmlns:a16="http://schemas.microsoft.com/office/drawing/2014/main" val="2526173601"/>
                    </a:ext>
                  </a:extLst>
                </a:gridCol>
              </a:tblGrid>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Base 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02290265"/>
                  </a:ext>
                </a:extLst>
              </a:tr>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&amp;b1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94836933"/>
                  </a:ext>
                </a:extLst>
              </a:tr>
            </a:tbl>
          </a:graphicData>
        </a:graphic>
      </p:graphicFrame>
      <p:graphicFrame>
        <p:nvGraphicFramePr>
          <p:cNvPr id="11" name="Table 10">
            <a:extLst>
              <a:ext uri="{FF2B5EF4-FFF2-40B4-BE49-F238E27FC236}">
                <a16:creationId xmlns:a16="http://schemas.microsoft.com/office/drawing/2014/main" id="{2BED638D-8936-2BF8-6D90-454C71CD8B2F}"/>
              </a:ext>
            </a:extLst>
          </p:cNvPr>
          <p:cNvGraphicFramePr>
            <a:graphicFrameLocks noGrp="1"/>
          </p:cNvGraphicFramePr>
          <p:nvPr>
            <p:extLst>
              <p:ext uri="{D42A27DB-BD31-4B8C-83A1-F6EECF244321}">
                <p14:modId xmlns:p14="http://schemas.microsoft.com/office/powerpoint/2010/main" val="4070912742"/>
              </p:ext>
            </p:extLst>
          </p:nvPr>
        </p:nvGraphicFramePr>
        <p:xfrm>
          <a:off x="7195970" y="4979695"/>
          <a:ext cx="1742739" cy="741680"/>
        </p:xfrm>
        <a:graphic>
          <a:graphicData uri="http://schemas.openxmlformats.org/drawingml/2006/table">
            <a:tbl>
              <a:tblPr firstRow="1" bandRow="1">
                <a:tableStyleId>{5C22544A-7EE6-4342-B048-85BDC9FD1C3A}</a:tableStyleId>
              </a:tblPr>
              <a:tblGrid>
                <a:gridCol w="1742739">
                  <a:extLst>
                    <a:ext uri="{9D8B030D-6E8A-4147-A177-3AD203B41FA5}">
                      <a16:colId xmlns:a16="http://schemas.microsoft.com/office/drawing/2014/main" val="2526173601"/>
                    </a:ext>
                  </a:extLst>
                </a:gridCol>
              </a:tblGrid>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Base 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02290265"/>
                  </a:ext>
                </a:extLst>
              </a:tr>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&amp;b2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94836933"/>
                  </a:ext>
                </a:extLst>
              </a:tr>
            </a:tbl>
          </a:graphicData>
        </a:graphic>
      </p:graphicFrame>
      <p:cxnSp>
        <p:nvCxnSpPr>
          <p:cNvPr id="13" name="Straight Arrow Connector 12">
            <a:extLst>
              <a:ext uri="{FF2B5EF4-FFF2-40B4-BE49-F238E27FC236}">
                <a16:creationId xmlns:a16="http://schemas.microsoft.com/office/drawing/2014/main" id="{86B9D1AC-E673-30F0-9AB2-485557527332}"/>
              </a:ext>
            </a:extLst>
          </p:cNvPr>
          <p:cNvCxnSpPr>
            <a:cxnSpLocks/>
            <a:endCxn id="6" idx="0"/>
          </p:cNvCxnSpPr>
          <p:nvPr/>
        </p:nvCxnSpPr>
        <p:spPr>
          <a:xfrm flipH="1">
            <a:off x="1363083" y="3954587"/>
            <a:ext cx="2939976" cy="102510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7A70203-0654-8751-9DB7-ECB5119282BD}"/>
              </a:ext>
            </a:extLst>
          </p:cNvPr>
          <p:cNvCxnSpPr>
            <a:cxnSpLocks/>
            <a:endCxn id="7" idx="0"/>
          </p:cNvCxnSpPr>
          <p:nvPr/>
        </p:nvCxnSpPr>
        <p:spPr>
          <a:xfrm flipH="1">
            <a:off x="3597835" y="3954587"/>
            <a:ext cx="1576593" cy="102510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1EE73F4-E5F0-F1D7-CE1A-CB5A59F89FB9}"/>
              </a:ext>
            </a:extLst>
          </p:cNvPr>
          <p:cNvCxnSpPr>
            <a:cxnSpLocks/>
            <a:stCxn id="5" idx="2"/>
            <a:endCxn id="9" idx="0"/>
          </p:cNvCxnSpPr>
          <p:nvPr/>
        </p:nvCxnSpPr>
        <p:spPr>
          <a:xfrm flipH="1">
            <a:off x="5832587" y="3954587"/>
            <a:ext cx="263413" cy="102510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1660001-4D79-CBA7-9F7E-6BF5F72FC2FB}"/>
              </a:ext>
            </a:extLst>
          </p:cNvPr>
          <p:cNvCxnSpPr>
            <a:cxnSpLocks/>
            <a:endCxn id="11" idx="0"/>
          </p:cNvCxnSpPr>
          <p:nvPr/>
        </p:nvCxnSpPr>
        <p:spPr>
          <a:xfrm>
            <a:off x="7017574" y="3954587"/>
            <a:ext cx="1049765" cy="102510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802DE43-18FE-0E4E-AEBC-B165561D8AE3}"/>
              </a:ext>
            </a:extLst>
          </p:cNvPr>
          <p:cNvCxnSpPr>
            <a:cxnSpLocks/>
            <a:endCxn id="8" idx="0"/>
          </p:cNvCxnSpPr>
          <p:nvPr/>
        </p:nvCxnSpPr>
        <p:spPr>
          <a:xfrm>
            <a:off x="7885355" y="3954587"/>
            <a:ext cx="2416736" cy="102510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8B03781-6DC4-3811-27F5-43D97422C0A2}"/>
              </a:ext>
            </a:extLst>
          </p:cNvPr>
          <p:cNvSpPr txBox="1"/>
          <p:nvPr/>
        </p:nvSpPr>
        <p:spPr>
          <a:xfrm>
            <a:off x="7017574" y="104364"/>
            <a:ext cx="5073126" cy="1754326"/>
          </a:xfrm>
          <a:prstGeom prst="rect">
            <a:avLst/>
          </a:prstGeom>
          <a:noFill/>
          <a:ln>
            <a:solidFill>
              <a:schemeClr val="accent1"/>
            </a:solidFill>
          </a:ln>
        </p:spPr>
        <p:txBody>
          <a:bodyPr wrap="square">
            <a:spAutoFit/>
          </a:bodyPr>
          <a:lstStyle/>
          <a:p>
            <a:r>
              <a:rPr lang="en-US" b="1" i="1" u="sng" dirty="0">
                <a:solidFill>
                  <a:schemeClr val="accent1"/>
                </a:solidFill>
              </a:rPr>
              <a:t>This is a big benefit of having parent type pointers being able to point at child objects.</a:t>
            </a:r>
            <a:endParaRPr lang="en-US" i="1" dirty="0">
              <a:solidFill>
                <a:schemeClr val="accent1"/>
              </a:solidFill>
            </a:endParaRPr>
          </a:p>
          <a:p>
            <a:endParaRPr lang="en-US" i="1" dirty="0">
              <a:solidFill>
                <a:schemeClr val="accent1"/>
              </a:solidFill>
            </a:endParaRPr>
          </a:p>
          <a:p>
            <a:r>
              <a:rPr lang="en-US" i="1" dirty="0">
                <a:solidFill>
                  <a:schemeClr val="accent1"/>
                </a:solidFill>
              </a:rPr>
              <a:t>Do note, however, that through these </a:t>
            </a:r>
            <a:r>
              <a:rPr lang="en-US" b="1" dirty="0">
                <a:solidFill>
                  <a:schemeClr val="accent1"/>
                </a:solidFill>
                <a:latin typeface="Roboto Mono" panose="00000009000000000000" pitchFamily="49" charset="0"/>
                <a:ea typeface="Roboto Mono" panose="00000009000000000000" pitchFamily="49" charset="0"/>
              </a:rPr>
              <a:t>Base*</a:t>
            </a:r>
            <a:r>
              <a:rPr lang="en-US" i="1" dirty="0">
                <a:solidFill>
                  <a:schemeClr val="accent1"/>
                </a:solidFill>
              </a:rPr>
              <a:t>, we have sacrificed the accessibility of </a:t>
            </a:r>
            <a:r>
              <a:rPr lang="en-US" b="1" dirty="0">
                <a:solidFill>
                  <a:schemeClr val="accent1"/>
                </a:solidFill>
                <a:latin typeface="Roboto Mono" panose="00000009000000000000" pitchFamily="49" charset="0"/>
                <a:ea typeface="Roboto Mono" panose="00000009000000000000" pitchFamily="49" charset="0"/>
              </a:rPr>
              <a:t>Derived</a:t>
            </a:r>
            <a:r>
              <a:rPr lang="en-US" i="1" dirty="0">
                <a:solidFill>
                  <a:schemeClr val="accent1"/>
                </a:solidFill>
              </a:rPr>
              <a:t> type objects. </a:t>
            </a:r>
          </a:p>
        </p:txBody>
      </p:sp>
      <p:sp>
        <p:nvSpPr>
          <p:cNvPr id="28" name="Rectangle 27">
            <a:extLst>
              <a:ext uri="{FF2B5EF4-FFF2-40B4-BE49-F238E27FC236}">
                <a16:creationId xmlns:a16="http://schemas.microsoft.com/office/drawing/2014/main" id="{DD58FA44-7EE6-B32A-7AE4-ECA9ED4398AE}"/>
              </a:ext>
            </a:extLst>
          </p:cNvPr>
          <p:cNvSpPr/>
          <p:nvPr/>
        </p:nvSpPr>
        <p:spPr>
          <a:xfrm>
            <a:off x="570154" y="1990164"/>
            <a:ext cx="5217459" cy="44878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Connector: Curved 29">
            <a:extLst>
              <a:ext uri="{FF2B5EF4-FFF2-40B4-BE49-F238E27FC236}">
                <a16:creationId xmlns:a16="http://schemas.microsoft.com/office/drawing/2014/main" id="{0C432579-8E27-B890-F47C-3A1974096C1E}"/>
              </a:ext>
            </a:extLst>
          </p:cNvPr>
          <p:cNvCxnSpPr>
            <a:cxnSpLocks/>
            <a:stCxn id="28" idx="3"/>
            <a:endCxn id="5" idx="0"/>
          </p:cNvCxnSpPr>
          <p:nvPr/>
        </p:nvCxnSpPr>
        <p:spPr>
          <a:xfrm>
            <a:off x="5787613" y="2214559"/>
            <a:ext cx="308387" cy="998348"/>
          </a:xfrm>
          <a:prstGeom prst="curved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6285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A68310-78E7-8EAE-EA13-F3733F89E32D}"/>
              </a:ext>
            </a:extLst>
          </p:cNvPr>
          <p:cNvSpPr txBox="1"/>
          <p:nvPr/>
        </p:nvSpPr>
        <p:spPr>
          <a:xfrm>
            <a:off x="80680" y="78960"/>
            <a:ext cx="6664365" cy="2062103"/>
          </a:xfrm>
          <a:prstGeom prst="rect">
            <a:avLst/>
          </a:prstGeom>
          <a:noFill/>
        </p:spPr>
        <p:txBody>
          <a:bodyPr wrap="square">
            <a:spAutoFit/>
          </a:bodyPr>
          <a:lstStyle/>
          <a:p>
            <a:r>
              <a:rPr lang="en-US" sz="2000" b="1" dirty="0"/>
              <a:t>Based on a question asked in class.</a:t>
            </a:r>
          </a:p>
          <a:p>
            <a:endParaRPr lang="en-US" dirty="0"/>
          </a:p>
          <a:p>
            <a:r>
              <a:rPr lang="en-US" dirty="0"/>
              <a:t>You cannot create an array of references. In our example, therefore we would need an array of </a:t>
            </a:r>
            <a:r>
              <a:rPr lang="en-US" b="1" dirty="0">
                <a:latin typeface="Roboto Mono" panose="00000009000000000000" pitchFamily="49" charset="0"/>
                <a:ea typeface="Roboto Mono" panose="00000009000000000000" pitchFamily="49" charset="0"/>
                <a:cs typeface="Cascadia Code" panose="020B0609020000020004" pitchFamily="49" charset="0"/>
              </a:rPr>
              <a:t>Base*</a:t>
            </a:r>
            <a:r>
              <a:rPr lang="en-US" dirty="0"/>
              <a:t> so that we can hold pointers to </a:t>
            </a:r>
            <a:r>
              <a:rPr lang="en-US" b="1" dirty="0">
                <a:latin typeface="Roboto Mono" panose="00000009000000000000" pitchFamily="49" charset="0"/>
                <a:ea typeface="Roboto Mono" panose="00000009000000000000" pitchFamily="49" charset="0"/>
                <a:cs typeface="Cascadia Code" panose="020B0609020000020004" pitchFamily="49" charset="0"/>
              </a:rPr>
              <a:t>Base</a:t>
            </a:r>
            <a:r>
              <a:rPr lang="en-US" dirty="0"/>
              <a:t> and </a:t>
            </a:r>
            <a:r>
              <a:rPr lang="en-US" b="1" dirty="0">
                <a:latin typeface="Roboto Mono" panose="00000009000000000000" pitchFamily="49" charset="0"/>
                <a:ea typeface="Roboto Mono" panose="00000009000000000000" pitchFamily="49" charset="0"/>
                <a:cs typeface="Cascadia Code" panose="020B0609020000020004" pitchFamily="49" charset="0"/>
              </a:rPr>
              <a:t>Derived</a:t>
            </a:r>
            <a:r>
              <a:rPr lang="en-US" dirty="0"/>
              <a:t> objects (in the last example).</a:t>
            </a:r>
          </a:p>
          <a:p>
            <a:endParaRPr lang="en-US" dirty="0"/>
          </a:p>
          <a:p>
            <a:r>
              <a:rPr lang="en-US" dirty="0"/>
              <a:t>References are as follows.</a:t>
            </a:r>
          </a:p>
        </p:txBody>
      </p:sp>
      <p:sp>
        <p:nvSpPr>
          <p:cNvPr id="6" name="TextBox 5">
            <a:extLst>
              <a:ext uri="{FF2B5EF4-FFF2-40B4-BE49-F238E27FC236}">
                <a16:creationId xmlns:a16="http://schemas.microsoft.com/office/drawing/2014/main" id="{B03904DC-F6DA-06DD-2925-F53839AB21CF}"/>
              </a:ext>
            </a:extLst>
          </p:cNvPr>
          <p:cNvSpPr txBox="1"/>
          <p:nvPr/>
        </p:nvSpPr>
        <p:spPr>
          <a:xfrm>
            <a:off x="80680" y="2678219"/>
            <a:ext cx="8385588" cy="369332"/>
          </a:xfrm>
          <a:prstGeom prst="rect">
            <a:avLst/>
          </a:prstGeom>
          <a:noFill/>
          <a:ln w="12700">
            <a:noFill/>
          </a:ln>
        </p:spPr>
        <p:txBody>
          <a:bodyPr wrap="square">
            <a:spAutoFit/>
          </a:bodyPr>
          <a:lstStyle/>
          <a:p>
            <a:r>
              <a:rPr lang="en-US" dirty="0">
                <a:hlinkClick r:id="rId2"/>
              </a:rPr>
              <a:t>https://stackoverflow.com/questions/1164266/why-are-arrays-of-references-illegal</a:t>
            </a:r>
            <a:endParaRPr lang="en-US" dirty="0"/>
          </a:p>
        </p:txBody>
      </p:sp>
      <p:pic>
        <p:nvPicPr>
          <p:cNvPr id="8" name="Picture 7">
            <a:extLst>
              <a:ext uri="{FF2B5EF4-FFF2-40B4-BE49-F238E27FC236}">
                <a16:creationId xmlns:a16="http://schemas.microsoft.com/office/drawing/2014/main" id="{AAC5F249-F812-0AE1-CB3D-857A6F5CCB18}"/>
              </a:ext>
            </a:extLst>
          </p:cNvPr>
          <p:cNvPicPr>
            <a:picLocks noChangeAspect="1"/>
          </p:cNvPicPr>
          <p:nvPr/>
        </p:nvPicPr>
        <p:blipFill>
          <a:blip r:embed="rId3"/>
          <a:stretch>
            <a:fillRect/>
          </a:stretch>
        </p:blipFill>
        <p:spPr>
          <a:xfrm>
            <a:off x="80680" y="3142150"/>
            <a:ext cx="6843353" cy="3551228"/>
          </a:xfrm>
          <a:prstGeom prst="rect">
            <a:avLst/>
          </a:prstGeom>
          <a:ln w="12700">
            <a:solidFill>
              <a:schemeClr val="accent1">
                <a:shade val="15000"/>
              </a:schemeClr>
            </a:solidFill>
          </a:ln>
        </p:spPr>
      </p:pic>
      <p:sp>
        <p:nvSpPr>
          <p:cNvPr id="12" name="TextBox 11">
            <a:extLst>
              <a:ext uri="{FF2B5EF4-FFF2-40B4-BE49-F238E27FC236}">
                <a16:creationId xmlns:a16="http://schemas.microsoft.com/office/drawing/2014/main" id="{CE2D2B1D-E1EB-3439-4CFC-266B1AA9E5FF}"/>
              </a:ext>
            </a:extLst>
          </p:cNvPr>
          <p:cNvSpPr txBox="1"/>
          <p:nvPr/>
        </p:nvSpPr>
        <p:spPr>
          <a:xfrm>
            <a:off x="80680" y="2214288"/>
            <a:ext cx="8956639" cy="369332"/>
          </a:xfrm>
          <a:prstGeom prst="rect">
            <a:avLst/>
          </a:prstGeom>
          <a:noFill/>
        </p:spPr>
        <p:txBody>
          <a:bodyPr wrap="square">
            <a:spAutoFit/>
          </a:bodyPr>
          <a:lstStyle/>
          <a:p>
            <a:r>
              <a:rPr lang="en-US" dirty="0">
                <a:hlinkClick r:id="rId4"/>
              </a:rPr>
              <a:t>https://www.learncpp.com/cpp-tutorial/arrays-of-references-via-stdreference_wrapper/</a:t>
            </a:r>
            <a:endParaRPr lang="en-US" dirty="0"/>
          </a:p>
        </p:txBody>
      </p:sp>
      <p:sp>
        <p:nvSpPr>
          <p:cNvPr id="13" name="Rectangle 12">
            <a:extLst>
              <a:ext uri="{FF2B5EF4-FFF2-40B4-BE49-F238E27FC236}">
                <a16:creationId xmlns:a16="http://schemas.microsoft.com/office/drawing/2014/main" id="{A5FE2753-71FC-A261-CF48-4EF17A3CD7AE}"/>
              </a:ext>
            </a:extLst>
          </p:cNvPr>
          <p:cNvSpPr/>
          <p:nvPr/>
        </p:nvSpPr>
        <p:spPr>
          <a:xfrm>
            <a:off x="3086104" y="5045336"/>
            <a:ext cx="528466" cy="21143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BFD9A3D-1459-50DE-4DC8-6ACD0B9D598F}"/>
              </a:ext>
            </a:extLst>
          </p:cNvPr>
          <p:cNvSpPr txBox="1"/>
          <p:nvPr/>
        </p:nvSpPr>
        <p:spPr>
          <a:xfrm>
            <a:off x="8127401" y="4271433"/>
            <a:ext cx="3168128" cy="646331"/>
          </a:xfrm>
          <a:prstGeom prst="rect">
            <a:avLst/>
          </a:prstGeom>
          <a:noFill/>
          <a:ln>
            <a:solidFill>
              <a:schemeClr val="accent1"/>
            </a:solidFill>
          </a:ln>
        </p:spPr>
        <p:txBody>
          <a:bodyPr wrap="square">
            <a:spAutoFit/>
          </a:bodyPr>
          <a:lstStyle/>
          <a:p>
            <a:r>
              <a:rPr lang="en-US" i="1" dirty="0">
                <a:solidFill>
                  <a:schemeClr val="accent1"/>
                </a:solidFill>
              </a:rPr>
              <a:t>Think of objects as any entity or variable in this context.</a:t>
            </a:r>
          </a:p>
        </p:txBody>
      </p:sp>
      <p:cxnSp>
        <p:nvCxnSpPr>
          <p:cNvPr id="16" name="Connector: Curved 15">
            <a:extLst>
              <a:ext uri="{FF2B5EF4-FFF2-40B4-BE49-F238E27FC236}">
                <a16:creationId xmlns:a16="http://schemas.microsoft.com/office/drawing/2014/main" id="{2678CF7E-03DD-A0A6-1017-B6C68CBCD47C}"/>
              </a:ext>
            </a:extLst>
          </p:cNvPr>
          <p:cNvCxnSpPr>
            <a:cxnSpLocks/>
            <a:stCxn id="13" idx="0"/>
            <a:endCxn id="14" idx="1"/>
          </p:cNvCxnSpPr>
          <p:nvPr/>
        </p:nvCxnSpPr>
        <p:spPr>
          <a:xfrm rot="5400000" flipH="1" flipV="1">
            <a:off x="5513501" y="2431436"/>
            <a:ext cx="450737" cy="477706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131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E5C968-312D-E2C9-FF83-0E3A514172DD}"/>
              </a:ext>
            </a:extLst>
          </p:cNvPr>
          <p:cNvSpPr txBox="1"/>
          <p:nvPr/>
        </p:nvSpPr>
        <p:spPr>
          <a:xfrm>
            <a:off x="122815" y="78959"/>
            <a:ext cx="11946369" cy="1200329"/>
          </a:xfrm>
          <a:prstGeom prst="rect">
            <a:avLst/>
          </a:prstGeom>
          <a:noFill/>
        </p:spPr>
        <p:txBody>
          <a:bodyPr wrap="square">
            <a:spAutoFit/>
          </a:bodyPr>
          <a:lstStyle/>
          <a:p>
            <a:r>
              <a:rPr lang="en-US" b="1" dirty="0"/>
              <a:t>Another big benefit </a:t>
            </a:r>
            <a:r>
              <a:rPr lang="en-US" dirty="0"/>
              <a:t>of this capability is that we can avoid writing overloaded functions for each derived class. </a:t>
            </a:r>
          </a:p>
          <a:p>
            <a:endParaRPr lang="en-US" dirty="0"/>
          </a:p>
          <a:p>
            <a:r>
              <a:rPr lang="en-US" dirty="0"/>
              <a:t>Let’s say I have the following function (</a:t>
            </a:r>
            <a:r>
              <a:rPr lang="en-US" b="1" dirty="0"/>
              <a:t>not a member of any class</a:t>
            </a:r>
            <a:r>
              <a:rPr lang="en-US" dirty="0"/>
              <a:t>, but is a normal function in the global scope).</a:t>
            </a:r>
          </a:p>
          <a:p>
            <a:r>
              <a:rPr lang="en-US" dirty="0"/>
              <a:t>The </a:t>
            </a:r>
            <a:r>
              <a:rPr lang="en-US" b="1" dirty="0">
                <a:latin typeface="Roboto Mono" panose="00000009000000000000" pitchFamily="49" charset="0"/>
                <a:ea typeface="Roboto Mono" panose="00000009000000000000" pitchFamily="49" charset="0"/>
              </a:rPr>
              <a:t>Base</a:t>
            </a:r>
            <a:r>
              <a:rPr lang="en-US" dirty="0"/>
              <a:t> and </a:t>
            </a:r>
            <a:r>
              <a:rPr lang="en-US" b="1" dirty="0">
                <a:latin typeface="Roboto Mono" panose="00000009000000000000" pitchFamily="49" charset="0"/>
                <a:ea typeface="Roboto Mono" panose="00000009000000000000" pitchFamily="49" charset="0"/>
              </a:rPr>
              <a:t>Derived</a:t>
            </a:r>
            <a:r>
              <a:rPr lang="en-US" dirty="0"/>
              <a:t> classes are defined as shown earlier.</a:t>
            </a:r>
          </a:p>
        </p:txBody>
      </p:sp>
      <p:sp>
        <p:nvSpPr>
          <p:cNvPr id="3" name="TextBox 2">
            <a:extLst>
              <a:ext uri="{FF2B5EF4-FFF2-40B4-BE49-F238E27FC236}">
                <a16:creationId xmlns:a16="http://schemas.microsoft.com/office/drawing/2014/main" id="{34EB817E-A59B-4E5F-AC0F-69CEE2592D8C}"/>
              </a:ext>
            </a:extLst>
          </p:cNvPr>
          <p:cNvSpPr txBox="1"/>
          <p:nvPr/>
        </p:nvSpPr>
        <p:spPr>
          <a:xfrm>
            <a:off x="122815" y="1966947"/>
            <a:ext cx="6460865" cy="4031873"/>
          </a:xfrm>
          <a:prstGeom prst="rect">
            <a:avLst/>
          </a:prstGeom>
          <a:noFill/>
        </p:spPr>
        <p:txBody>
          <a:bodyPr wrap="square">
            <a:spAutoFit/>
          </a:bodyPr>
          <a:lstStyle/>
          <a:p>
            <a:r>
              <a:rPr lang="en-US" sz="1600" b="0" dirty="0">
                <a:solidFill>
                  <a:srgbClr val="7A3E9D"/>
                </a:solidFill>
                <a:effectLst/>
                <a:latin typeface="Roboto Mono" panose="00000009000000000000" pitchFamily="49" charset="0"/>
              </a:rPr>
              <a:t>void</a:t>
            </a:r>
            <a:r>
              <a:rPr lang="en-US" sz="1600" b="0" dirty="0">
                <a:solidFill>
                  <a:srgbClr val="333333"/>
                </a:solidFill>
                <a:effectLst/>
                <a:latin typeface="Roboto Mono" panose="00000009000000000000" pitchFamily="49" charset="0"/>
              </a:rPr>
              <a:t> </a:t>
            </a:r>
            <a:r>
              <a:rPr lang="en-US" sz="1600" b="1" dirty="0" err="1">
                <a:solidFill>
                  <a:srgbClr val="AA3731"/>
                </a:solidFill>
                <a:effectLst/>
                <a:latin typeface="Roboto Mono" panose="00000009000000000000" pitchFamily="49" charset="0"/>
              </a:rPr>
              <a:t>whoAmI</a:t>
            </a:r>
            <a:r>
              <a:rPr lang="en-US" sz="1600" b="0" dirty="0">
                <a:solidFill>
                  <a:srgbClr val="777777"/>
                </a:solidFill>
                <a:effectLst/>
                <a:latin typeface="Roboto Mono" panose="00000009000000000000" pitchFamily="49" charset="0"/>
              </a:rPr>
              <a:t>(</a:t>
            </a:r>
            <a:r>
              <a:rPr lang="en-US" sz="1600" b="0" dirty="0">
                <a:solidFill>
                  <a:srgbClr val="4B69C6"/>
                </a:solidFill>
                <a:effectLst/>
                <a:latin typeface="Roboto Mono" panose="00000009000000000000" pitchFamily="49" charset="0"/>
              </a:rPr>
              <a:t>const</a:t>
            </a:r>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Base</a:t>
            </a:r>
            <a:r>
              <a:rPr lang="en-US" sz="1600" b="0" dirty="0">
                <a:solidFill>
                  <a:srgbClr val="4B69C6"/>
                </a:solidFill>
                <a:effectLst/>
                <a:latin typeface="Roboto Mono" panose="00000009000000000000" pitchFamily="49" charset="0"/>
              </a:rPr>
              <a:t>&amp;</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obj</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std</a:t>
            </a:r>
            <a:r>
              <a:rPr lang="en-US" sz="1600" b="0" dirty="0">
                <a:solidFill>
                  <a:srgbClr val="777777"/>
                </a:solidFill>
                <a:effectLst/>
                <a:latin typeface="Roboto Mono" panose="00000009000000000000" pitchFamily="49" charset="0"/>
              </a:rPr>
              <a:t>::</a:t>
            </a:r>
            <a:r>
              <a:rPr lang="en-US" sz="1600" b="0" dirty="0" err="1">
                <a:solidFill>
                  <a:srgbClr val="7A3E9D"/>
                </a:solidFill>
                <a:effectLst/>
                <a:latin typeface="Roboto Mono" panose="00000009000000000000" pitchFamily="49" charset="0"/>
              </a:rPr>
              <a:t>cout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a:t>
            </a:r>
            <a:r>
              <a:rPr lang="en-US" sz="1600" b="0" dirty="0">
                <a:solidFill>
                  <a:srgbClr val="448C27"/>
                </a:solidFill>
                <a:effectLst/>
                <a:latin typeface="Roboto Mono" panose="00000009000000000000" pitchFamily="49" charset="0"/>
              </a:rPr>
              <a:t>I am </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err="1">
                <a:solidFill>
                  <a:srgbClr val="7A3E9D"/>
                </a:solidFill>
                <a:effectLst/>
                <a:latin typeface="Roboto Mono" panose="00000009000000000000" pitchFamily="49" charset="0"/>
              </a:rPr>
              <a:t>obj</a:t>
            </a:r>
            <a:r>
              <a:rPr lang="en-US" sz="1600" b="0" dirty="0" err="1">
                <a:solidFill>
                  <a:srgbClr val="777777"/>
                </a:solidFill>
                <a:effectLst/>
                <a:latin typeface="Roboto Mono" panose="00000009000000000000" pitchFamily="49" charset="0"/>
              </a:rPr>
              <a:t>.</a:t>
            </a:r>
            <a:r>
              <a:rPr lang="en-US" sz="1600" b="1" dirty="0" err="1">
                <a:solidFill>
                  <a:srgbClr val="AA3731"/>
                </a:solidFill>
                <a:effectLst/>
                <a:latin typeface="Roboto Mono" panose="00000009000000000000" pitchFamily="49" charset="0"/>
              </a:rPr>
              <a:t>getName</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p>
          <a:p>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 </a:t>
            </a:r>
            <a:r>
              <a:rPr lang="en-US" sz="1600" b="0" dirty="0">
                <a:solidFill>
                  <a:srgbClr val="448C27"/>
                </a:solidFill>
                <a:effectLst/>
                <a:latin typeface="Roboto Mono" panose="00000009000000000000" pitchFamily="49" charset="0"/>
              </a:rPr>
              <a:t>with value = </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err="1">
                <a:solidFill>
                  <a:srgbClr val="7A3E9D"/>
                </a:solidFill>
                <a:effectLst/>
                <a:latin typeface="Roboto Mono" panose="00000009000000000000" pitchFamily="49" charset="0"/>
              </a:rPr>
              <a:t>obj</a:t>
            </a:r>
            <a:r>
              <a:rPr lang="en-US" sz="1600" b="0" dirty="0" err="1">
                <a:solidFill>
                  <a:srgbClr val="777777"/>
                </a:solidFill>
                <a:effectLst/>
                <a:latin typeface="Roboto Mono" panose="00000009000000000000" pitchFamily="49" charset="0"/>
              </a:rPr>
              <a:t>.</a:t>
            </a:r>
            <a:r>
              <a:rPr lang="en-US" sz="1600" b="1" dirty="0" err="1">
                <a:solidFill>
                  <a:srgbClr val="AA3731"/>
                </a:solidFill>
                <a:effectLst/>
                <a:latin typeface="Roboto Mono" panose="00000009000000000000" pitchFamily="49" charset="0"/>
              </a:rPr>
              <a:t>getValue</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'\n’;</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p>
          <a:p>
            <a:endParaRPr lang="en-US" sz="1600" dirty="0">
              <a:solidFill>
                <a:srgbClr val="777777"/>
              </a:solidFill>
              <a:latin typeface="Roboto Mono" panose="00000009000000000000" pitchFamily="49" charset="0"/>
            </a:endParaRPr>
          </a:p>
          <a:p>
            <a:r>
              <a:rPr lang="en-US" sz="1600" b="0" dirty="0">
                <a:solidFill>
                  <a:srgbClr val="7A3E9D"/>
                </a:solidFill>
                <a:effectLst/>
                <a:latin typeface="Roboto Mono" panose="00000009000000000000" pitchFamily="49" charset="0"/>
              </a:rPr>
              <a:t>int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main</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Base</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b1</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100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Derived</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d1</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10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br>
              <a:rPr lang="en-US" sz="1600" b="0" dirty="0">
                <a:solidFill>
                  <a:srgbClr val="333333"/>
                </a:solidFill>
                <a:effectLst/>
                <a:latin typeface="Roboto Mono" panose="00000009000000000000" pitchFamily="49" charset="0"/>
              </a:rPr>
            </a:b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b1</a:t>
            </a:r>
            <a:r>
              <a:rPr lang="en-US" sz="1600" b="0" dirty="0">
                <a:solidFill>
                  <a:srgbClr val="777777"/>
                </a:solidFill>
                <a:effectLst/>
                <a:latin typeface="Roboto Mono" panose="00000009000000000000" pitchFamily="49" charset="0"/>
              </a:rPr>
              <a:t>.</a:t>
            </a:r>
            <a:r>
              <a:rPr lang="en-US" sz="1600" b="1" dirty="0">
                <a:solidFill>
                  <a:srgbClr val="AA3731"/>
                </a:solidFill>
                <a:effectLst/>
                <a:latin typeface="Roboto Mono" panose="00000009000000000000" pitchFamily="49" charset="0"/>
              </a:rPr>
              <a:t>whoAmI</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p>
          <a:p>
            <a:r>
              <a:rPr lang="en-US" sz="1600" b="0" dirty="0">
                <a:solidFill>
                  <a:srgbClr val="333333"/>
                </a:solidFill>
                <a:effectLst/>
                <a:latin typeface="Roboto Mono" panose="00000009000000000000" pitchFamily="49" charset="0"/>
              </a:rPr>
              <a:t>    </a:t>
            </a:r>
            <a:r>
              <a:rPr lang="en-US" sz="1600" b="0" dirty="0">
                <a:solidFill>
                  <a:srgbClr val="4B69C6"/>
                </a:solidFill>
                <a:effectLst/>
                <a:latin typeface="Roboto Mono" panose="00000009000000000000" pitchFamily="49" charset="0"/>
              </a:rPr>
              <a:t>return</a:t>
            </a:r>
            <a:r>
              <a:rPr lang="en-US" sz="1600" b="0" dirty="0">
                <a:solidFill>
                  <a:srgbClr val="333333"/>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0</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p:txBody>
      </p:sp>
      <p:sp>
        <p:nvSpPr>
          <p:cNvPr id="8" name="TextBox 7">
            <a:extLst>
              <a:ext uri="{FF2B5EF4-FFF2-40B4-BE49-F238E27FC236}">
                <a16:creationId xmlns:a16="http://schemas.microsoft.com/office/drawing/2014/main" id="{403CF8E1-BDF7-AED2-5F23-0B150119CAB9}"/>
              </a:ext>
            </a:extLst>
          </p:cNvPr>
          <p:cNvSpPr txBox="1"/>
          <p:nvPr/>
        </p:nvSpPr>
        <p:spPr>
          <a:xfrm>
            <a:off x="8466268" y="2725152"/>
            <a:ext cx="2701066" cy="2862322"/>
          </a:xfrm>
          <a:prstGeom prst="rect">
            <a:avLst/>
          </a:prstGeom>
          <a:noFill/>
          <a:ln>
            <a:solidFill>
              <a:srgbClr val="FF0000"/>
            </a:solidFill>
          </a:ln>
        </p:spPr>
        <p:txBody>
          <a:bodyPr wrap="square">
            <a:spAutoFit/>
          </a:bodyPr>
          <a:lstStyle/>
          <a:p>
            <a:r>
              <a:rPr lang="en-US" sz="2000" b="1" i="1" u="sng" dirty="0">
                <a:solidFill>
                  <a:srgbClr val="FF0000"/>
                </a:solidFill>
              </a:rPr>
              <a:t>(Ungraded) Quiz</a:t>
            </a:r>
          </a:p>
          <a:p>
            <a:r>
              <a:rPr lang="en-US" sz="2000" i="1" dirty="0">
                <a:solidFill>
                  <a:srgbClr val="FF0000"/>
                </a:solidFill>
              </a:rPr>
              <a:t>What is the output of this program?</a:t>
            </a:r>
          </a:p>
          <a:p>
            <a:endParaRPr lang="en-US" sz="2000" i="1" dirty="0">
              <a:solidFill>
                <a:srgbClr val="FF0000"/>
              </a:solidFill>
            </a:endParaRPr>
          </a:p>
          <a:p>
            <a:pPr marL="342900" indent="-342900">
              <a:buFont typeface="+mj-lt"/>
              <a:buAutoNum type="arabicPeriod"/>
            </a:pPr>
            <a:r>
              <a:rPr lang="en-US" sz="2000" i="1" dirty="0">
                <a:solidFill>
                  <a:srgbClr val="FF0000"/>
                </a:solidFill>
              </a:rPr>
              <a:t>Base, 100</a:t>
            </a:r>
          </a:p>
          <a:p>
            <a:pPr marL="342900" indent="-342900">
              <a:buFont typeface="+mj-lt"/>
              <a:buAutoNum type="arabicPeriod"/>
            </a:pPr>
            <a:r>
              <a:rPr lang="en-US" sz="2000" i="1" dirty="0">
                <a:solidFill>
                  <a:srgbClr val="FF0000"/>
                </a:solidFill>
              </a:rPr>
              <a:t>Base, 10</a:t>
            </a:r>
          </a:p>
          <a:p>
            <a:pPr marL="342900" indent="-342900">
              <a:buFont typeface="+mj-lt"/>
              <a:buAutoNum type="arabicPeriod"/>
            </a:pPr>
            <a:r>
              <a:rPr lang="en-US" sz="2000" i="1" dirty="0">
                <a:solidFill>
                  <a:srgbClr val="FF0000"/>
                </a:solidFill>
              </a:rPr>
              <a:t>Derived, 100</a:t>
            </a:r>
          </a:p>
          <a:p>
            <a:pPr marL="342900" indent="-342900">
              <a:buFont typeface="+mj-lt"/>
              <a:buAutoNum type="arabicPeriod"/>
            </a:pPr>
            <a:r>
              <a:rPr lang="en-US" sz="2000" i="1" dirty="0">
                <a:solidFill>
                  <a:srgbClr val="FF0000"/>
                </a:solidFill>
              </a:rPr>
              <a:t>Derived, 10</a:t>
            </a:r>
          </a:p>
          <a:p>
            <a:pPr marL="342900" indent="-342900">
              <a:buFont typeface="+mj-lt"/>
              <a:buAutoNum type="arabicPeriod"/>
            </a:pPr>
            <a:r>
              <a:rPr lang="en-US" sz="2000" i="1" dirty="0">
                <a:solidFill>
                  <a:srgbClr val="FF0000"/>
                </a:solidFill>
              </a:rPr>
              <a:t>Compiler error</a:t>
            </a:r>
          </a:p>
        </p:txBody>
      </p:sp>
    </p:spTree>
    <p:extLst>
      <p:ext uri="{BB962C8B-B14F-4D97-AF65-F5344CB8AC3E}">
        <p14:creationId xmlns:p14="http://schemas.microsoft.com/office/powerpoint/2010/main" val="395131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E5C968-312D-E2C9-FF83-0E3A514172DD}"/>
              </a:ext>
            </a:extLst>
          </p:cNvPr>
          <p:cNvSpPr txBox="1"/>
          <p:nvPr/>
        </p:nvSpPr>
        <p:spPr>
          <a:xfrm>
            <a:off x="122815" y="78959"/>
            <a:ext cx="11946369" cy="369332"/>
          </a:xfrm>
          <a:prstGeom prst="rect">
            <a:avLst/>
          </a:prstGeom>
          <a:noFill/>
        </p:spPr>
        <p:txBody>
          <a:bodyPr wrap="square">
            <a:spAutoFit/>
          </a:bodyPr>
          <a:lstStyle/>
          <a:p>
            <a:r>
              <a:rPr lang="en-US" dirty="0"/>
              <a:t>This would be </a:t>
            </a:r>
            <a:r>
              <a:rPr lang="en-US"/>
              <a:t>the output.</a:t>
            </a:r>
            <a:endParaRPr lang="en-US" dirty="0"/>
          </a:p>
        </p:txBody>
      </p:sp>
      <p:sp>
        <p:nvSpPr>
          <p:cNvPr id="3" name="TextBox 2">
            <a:extLst>
              <a:ext uri="{FF2B5EF4-FFF2-40B4-BE49-F238E27FC236}">
                <a16:creationId xmlns:a16="http://schemas.microsoft.com/office/drawing/2014/main" id="{34EB817E-A59B-4E5F-AC0F-69CEE2592D8C}"/>
              </a:ext>
            </a:extLst>
          </p:cNvPr>
          <p:cNvSpPr txBox="1"/>
          <p:nvPr/>
        </p:nvSpPr>
        <p:spPr>
          <a:xfrm>
            <a:off x="122815" y="1966947"/>
            <a:ext cx="6460865" cy="4031873"/>
          </a:xfrm>
          <a:prstGeom prst="rect">
            <a:avLst/>
          </a:prstGeom>
          <a:noFill/>
        </p:spPr>
        <p:txBody>
          <a:bodyPr wrap="square">
            <a:spAutoFit/>
          </a:bodyPr>
          <a:lstStyle/>
          <a:p>
            <a:r>
              <a:rPr lang="en-US" sz="1600" b="0" dirty="0">
                <a:solidFill>
                  <a:srgbClr val="7A3E9D"/>
                </a:solidFill>
                <a:effectLst/>
                <a:latin typeface="Roboto Mono" panose="00000009000000000000" pitchFamily="49" charset="0"/>
              </a:rPr>
              <a:t>void</a:t>
            </a:r>
            <a:r>
              <a:rPr lang="en-US" sz="1600" b="0" dirty="0">
                <a:solidFill>
                  <a:srgbClr val="333333"/>
                </a:solidFill>
                <a:effectLst/>
                <a:latin typeface="Roboto Mono" panose="00000009000000000000" pitchFamily="49" charset="0"/>
              </a:rPr>
              <a:t> </a:t>
            </a:r>
            <a:r>
              <a:rPr lang="en-US" sz="1600" b="1" dirty="0" err="1">
                <a:solidFill>
                  <a:srgbClr val="AA3731"/>
                </a:solidFill>
                <a:effectLst/>
                <a:latin typeface="Roboto Mono" panose="00000009000000000000" pitchFamily="49" charset="0"/>
              </a:rPr>
              <a:t>whoAmI</a:t>
            </a:r>
            <a:r>
              <a:rPr lang="en-US" sz="1600" b="0" dirty="0">
                <a:solidFill>
                  <a:srgbClr val="777777"/>
                </a:solidFill>
                <a:effectLst/>
                <a:latin typeface="Roboto Mono" panose="00000009000000000000" pitchFamily="49" charset="0"/>
              </a:rPr>
              <a:t>(</a:t>
            </a:r>
            <a:r>
              <a:rPr lang="en-US" sz="1600" b="0" dirty="0">
                <a:solidFill>
                  <a:srgbClr val="4B69C6"/>
                </a:solidFill>
                <a:effectLst/>
                <a:latin typeface="Roboto Mono" panose="00000009000000000000" pitchFamily="49" charset="0"/>
              </a:rPr>
              <a:t>const</a:t>
            </a:r>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Base</a:t>
            </a:r>
            <a:r>
              <a:rPr lang="en-US" sz="1600" b="0" dirty="0">
                <a:solidFill>
                  <a:srgbClr val="4B69C6"/>
                </a:solidFill>
                <a:effectLst/>
                <a:latin typeface="Roboto Mono" panose="00000009000000000000" pitchFamily="49" charset="0"/>
              </a:rPr>
              <a:t>&amp;</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obj</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std</a:t>
            </a:r>
            <a:r>
              <a:rPr lang="en-US" sz="1600" b="0" dirty="0">
                <a:solidFill>
                  <a:srgbClr val="777777"/>
                </a:solidFill>
                <a:effectLst/>
                <a:latin typeface="Roboto Mono" panose="00000009000000000000" pitchFamily="49" charset="0"/>
              </a:rPr>
              <a:t>::</a:t>
            </a:r>
            <a:r>
              <a:rPr lang="en-US" sz="1600" b="0" dirty="0" err="1">
                <a:solidFill>
                  <a:srgbClr val="7A3E9D"/>
                </a:solidFill>
                <a:effectLst/>
                <a:latin typeface="Roboto Mono" panose="00000009000000000000" pitchFamily="49" charset="0"/>
              </a:rPr>
              <a:t>cout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a:t>
            </a:r>
            <a:r>
              <a:rPr lang="en-US" sz="1600" b="0" dirty="0">
                <a:solidFill>
                  <a:srgbClr val="448C27"/>
                </a:solidFill>
                <a:effectLst/>
                <a:latin typeface="Roboto Mono" panose="00000009000000000000" pitchFamily="49" charset="0"/>
              </a:rPr>
              <a:t>I am </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err="1">
                <a:solidFill>
                  <a:srgbClr val="7A3E9D"/>
                </a:solidFill>
                <a:effectLst/>
                <a:latin typeface="Roboto Mono" panose="00000009000000000000" pitchFamily="49" charset="0"/>
              </a:rPr>
              <a:t>obj</a:t>
            </a:r>
            <a:r>
              <a:rPr lang="en-US" sz="1600" b="0" dirty="0" err="1">
                <a:solidFill>
                  <a:srgbClr val="777777"/>
                </a:solidFill>
                <a:effectLst/>
                <a:latin typeface="Roboto Mono" panose="00000009000000000000" pitchFamily="49" charset="0"/>
              </a:rPr>
              <a:t>.</a:t>
            </a:r>
            <a:r>
              <a:rPr lang="en-US" sz="1600" b="1" dirty="0" err="1">
                <a:solidFill>
                  <a:srgbClr val="AA3731"/>
                </a:solidFill>
                <a:effectLst/>
                <a:latin typeface="Roboto Mono" panose="00000009000000000000" pitchFamily="49" charset="0"/>
              </a:rPr>
              <a:t>getName</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p>
          <a:p>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 </a:t>
            </a:r>
            <a:r>
              <a:rPr lang="en-US" sz="1600" b="0" dirty="0">
                <a:solidFill>
                  <a:srgbClr val="448C27"/>
                </a:solidFill>
                <a:effectLst/>
                <a:latin typeface="Roboto Mono" panose="00000009000000000000" pitchFamily="49" charset="0"/>
              </a:rPr>
              <a:t>with value = </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err="1">
                <a:solidFill>
                  <a:srgbClr val="7A3E9D"/>
                </a:solidFill>
                <a:effectLst/>
                <a:latin typeface="Roboto Mono" panose="00000009000000000000" pitchFamily="49" charset="0"/>
              </a:rPr>
              <a:t>obj</a:t>
            </a:r>
            <a:r>
              <a:rPr lang="en-US" sz="1600" b="0" dirty="0" err="1">
                <a:solidFill>
                  <a:srgbClr val="777777"/>
                </a:solidFill>
                <a:effectLst/>
                <a:latin typeface="Roboto Mono" panose="00000009000000000000" pitchFamily="49" charset="0"/>
              </a:rPr>
              <a:t>.</a:t>
            </a:r>
            <a:r>
              <a:rPr lang="en-US" sz="1600" b="1" dirty="0" err="1">
                <a:solidFill>
                  <a:srgbClr val="AA3731"/>
                </a:solidFill>
                <a:effectLst/>
                <a:latin typeface="Roboto Mono" panose="00000009000000000000" pitchFamily="49" charset="0"/>
              </a:rPr>
              <a:t>getValue</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'\n’;</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p>
          <a:p>
            <a:endParaRPr lang="en-US" sz="1600" dirty="0">
              <a:solidFill>
                <a:srgbClr val="777777"/>
              </a:solidFill>
              <a:latin typeface="Roboto Mono" panose="00000009000000000000" pitchFamily="49" charset="0"/>
            </a:endParaRPr>
          </a:p>
          <a:p>
            <a:r>
              <a:rPr lang="en-US" sz="1600" b="0" dirty="0">
                <a:solidFill>
                  <a:srgbClr val="7A3E9D"/>
                </a:solidFill>
                <a:effectLst/>
                <a:latin typeface="Roboto Mono" panose="00000009000000000000" pitchFamily="49" charset="0"/>
              </a:rPr>
              <a:t>int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main</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Base</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b1</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100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Derived</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d1</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10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br>
              <a:rPr lang="en-US" sz="1600" b="0" dirty="0">
                <a:solidFill>
                  <a:srgbClr val="333333"/>
                </a:solidFill>
                <a:effectLst/>
                <a:latin typeface="Roboto Mono" panose="00000009000000000000" pitchFamily="49" charset="0"/>
              </a:rPr>
            </a:br>
            <a:r>
              <a:rPr lang="en-US" sz="1600" b="0" dirty="0">
                <a:solidFill>
                  <a:srgbClr val="333333"/>
                </a:solidFill>
                <a:effectLst/>
                <a:latin typeface="Roboto Mono" panose="00000009000000000000" pitchFamily="49" charset="0"/>
              </a:rPr>
              <a:t>    </a:t>
            </a:r>
            <a:r>
              <a:rPr lang="en-US" sz="1600" b="1" dirty="0" err="1">
                <a:solidFill>
                  <a:srgbClr val="AA3731"/>
                </a:solidFill>
                <a:effectLst/>
                <a:latin typeface="Roboto Mono" panose="00000009000000000000" pitchFamily="49" charset="0"/>
              </a:rPr>
              <a:t>whoAmI</a:t>
            </a:r>
            <a:r>
              <a:rPr lang="en-US" sz="1600" b="0" dirty="0">
                <a:solidFill>
                  <a:srgbClr val="777777"/>
                </a:solidFill>
                <a:effectLst/>
                <a:latin typeface="Roboto Mono" panose="00000009000000000000" pitchFamily="49" charset="0"/>
              </a:rPr>
              <a:t>(</a:t>
            </a:r>
            <a:r>
              <a:rPr lang="en-US" sz="1600" b="0" dirty="0">
                <a:solidFill>
                  <a:srgbClr val="7A3E9D"/>
                </a:solidFill>
                <a:effectLst/>
                <a:latin typeface="Roboto Mono" panose="00000009000000000000" pitchFamily="49" charset="0"/>
              </a:rPr>
              <a:t>b1</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p>
          <a:p>
            <a:r>
              <a:rPr lang="en-US" sz="1600" b="0" dirty="0">
                <a:solidFill>
                  <a:srgbClr val="333333"/>
                </a:solidFill>
                <a:effectLst/>
                <a:latin typeface="Roboto Mono" panose="00000009000000000000" pitchFamily="49" charset="0"/>
              </a:rPr>
              <a:t>    </a:t>
            </a:r>
            <a:r>
              <a:rPr lang="en-US" sz="1600" b="0" dirty="0">
                <a:solidFill>
                  <a:srgbClr val="4B69C6"/>
                </a:solidFill>
                <a:effectLst/>
                <a:latin typeface="Roboto Mono" panose="00000009000000000000" pitchFamily="49" charset="0"/>
              </a:rPr>
              <a:t>return</a:t>
            </a:r>
            <a:r>
              <a:rPr lang="en-US" sz="1600" b="0" dirty="0">
                <a:solidFill>
                  <a:srgbClr val="333333"/>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0</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p:txBody>
      </p:sp>
      <p:pic>
        <p:nvPicPr>
          <p:cNvPr id="5" name="Picture 4">
            <a:extLst>
              <a:ext uri="{FF2B5EF4-FFF2-40B4-BE49-F238E27FC236}">
                <a16:creationId xmlns:a16="http://schemas.microsoft.com/office/drawing/2014/main" id="{BD37EB18-4B9F-0B07-6B50-D4D9BADECC27}"/>
              </a:ext>
            </a:extLst>
          </p:cNvPr>
          <p:cNvPicPr>
            <a:picLocks noChangeAspect="1"/>
          </p:cNvPicPr>
          <p:nvPr/>
        </p:nvPicPr>
        <p:blipFill>
          <a:blip r:embed="rId2"/>
          <a:stretch>
            <a:fillRect/>
          </a:stretch>
        </p:blipFill>
        <p:spPr>
          <a:xfrm>
            <a:off x="3874380" y="4800992"/>
            <a:ext cx="5817907" cy="691638"/>
          </a:xfrm>
          <a:prstGeom prst="rect">
            <a:avLst/>
          </a:prstGeom>
        </p:spPr>
      </p:pic>
    </p:spTree>
    <p:extLst>
      <p:ext uri="{BB962C8B-B14F-4D97-AF65-F5344CB8AC3E}">
        <p14:creationId xmlns:p14="http://schemas.microsoft.com/office/powerpoint/2010/main" val="3647819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E5C968-312D-E2C9-FF83-0E3A514172DD}"/>
              </a:ext>
            </a:extLst>
          </p:cNvPr>
          <p:cNvSpPr txBox="1"/>
          <p:nvPr/>
        </p:nvSpPr>
        <p:spPr>
          <a:xfrm>
            <a:off x="122815" y="78959"/>
            <a:ext cx="11946369" cy="1754326"/>
          </a:xfrm>
          <a:prstGeom prst="rect">
            <a:avLst/>
          </a:prstGeom>
          <a:noFill/>
        </p:spPr>
        <p:txBody>
          <a:bodyPr wrap="square">
            <a:spAutoFit/>
          </a:bodyPr>
          <a:lstStyle/>
          <a:p>
            <a:r>
              <a:rPr lang="en-US" dirty="0"/>
              <a:t>This will work with </a:t>
            </a:r>
            <a:r>
              <a:rPr lang="en-US" b="1" dirty="0">
                <a:latin typeface="Roboto Mono" panose="00000009000000000000" pitchFamily="49" charset="0"/>
                <a:ea typeface="Roboto Mono" panose="00000009000000000000" pitchFamily="49" charset="0"/>
              </a:rPr>
              <a:t>d1</a:t>
            </a:r>
            <a:r>
              <a:rPr lang="en-US" dirty="0"/>
              <a:t> as well because parent references can be aliases for child objects.</a:t>
            </a:r>
          </a:p>
          <a:p>
            <a:endParaRPr lang="en-US" dirty="0"/>
          </a:p>
          <a:p>
            <a:r>
              <a:rPr lang="en-US" dirty="0"/>
              <a:t>The problem is the same here that the </a:t>
            </a:r>
            <a:r>
              <a:rPr lang="en-US" b="1" dirty="0">
                <a:latin typeface="Roboto Mono" panose="00000009000000000000" pitchFamily="49" charset="0"/>
                <a:ea typeface="Roboto Mono" panose="00000009000000000000" pitchFamily="49" charset="0"/>
              </a:rPr>
              <a:t>Base&amp;</a:t>
            </a:r>
            <a:r>
              <a:rPr lang="en-US" dirty="0"/>
              <a:t> cannot see </a:t>
            </a:r>
            <a:r>
              <a:rPr lang="en-US" b="1" dirty="0" err="1">
                <a:latin typeface="Roboto Mono" panose="00000009000000000000" pitchFamily="49" charset="0"/>
                <a:ea typeface="Roboto Mono" panose="00000009000000000000" pitchFamily="49" charset="0"/>
              </a:rPr>
              <a:t>Derived</a:t>
            </a:r>
            <a:r>
              <a:rPr lang="en-US" dirty="0" err="1"/>
              <a:t>’s</a:t>
            </a:r>
            <a:r>
              <a:rPr lang="en-US" dirty="0"/>
              <a:t> own members, therefore, it is utilizing </a:t>
            </a:r>
            <a:r>
              <a:rPr lang="en-US" b="1" dirty="0">
                <a:latin typeface="Roboto Mono" panose="00000009000000000000" pitchFamily="49" charset="0"/>
                <a:ea typeface="Roboto Mono" panose="00000009000000000000" pitchFamily="49" charset="0"/>
              </a:rPr>
              <a:t>Base</a:t>
            </a:r>
            <a:r>
              <a:rPr lang="en-US" dirty="0"/>
              <a:t>’s implementation of </a:t>
            </a:r>
            <a:r>
              <a:rPr lang="en-US" b="1" dirty="0" err="1">
                <a:latin typeface="Roboto Mono" panose="00000009000000000000" pitchFamily="49" charset="0"/>
                <a:ea typeface="Roboto Mono" panose="00000009000000000000" pitchFamily="49" charset="0"/>
              </a:rPr>
              <a:t>getName</a:t>
            </a:r>
            <a:r>
              <a:rPr lang="en-US" b="1" dirty="0">
                <a:latin typeface="Roboto Mono" panose="00000009000000000000" pitchFamily="49" charset="0"/>
                <a:ea typeface="Roboto Mono" panose="00000009000000000000" pitchFamily="49" charset="0"/>
              </a:rPr>
              <a:t>()</a:t>
            </a:r>
            <a:r>
              <a:rPr lang="en-US" dirty="0"/>
              <a:t>.</a:t>
            </a:r>
          </a:p>
          <a:p>
            <a:endParaRPr lang="en-US" dirty="0"/>
          </a:p>
          <a:p>
            <a:r>
              <a:rPr lang="en-US" i="1" dirty="0">
                <a:solidFill>
                  <a:schemeClr val="accent1"/>
                </a:solidFill>
              </a:rPr>
              <a:t>In case of </a:t>
            </a:r>
            <a:r>
              <a:rPr lang="en-US" b="1" dirty="0" err="1">
                <a:solidFill>
                  <a:schemeClr val="accent1"/>
                </a:solidFill>
                <a:latin typeface="Roboto Mono" panose="00000009000000000000" pitchFamily="49" charset="0"/>
                <a:ea typeface="Roboto Mono" panose="00000009000000000000" pitchFamily="49" charset="0"/>
              </a:rPr>
              <a:t>getValue</a:t>
            </a:r>
            <a:r>
              <a:rPr lang="en-US" b="1" dirty="0">
                <a:solidFill>
                  <a:schemeClr val="accent1"/>
                </a:solidFill>
                <a:latin typeface="Roboto Mono" panose="00000009000000000000" pitchFamily="49" charset="0"/>
                <a:ea typeface="Roboto Mono" panose="00000009000000000000" pitchFamily="49" charset="0"/>
              </a:rPr>
              <a:t>()</a:t>
            </a:r>
            <a:r>
              <a:rPr lang="en-US" i="1" dirty="0">
                <a:solidFill>
                  <a:schemeClr val="accent1"/>
                </a:solidFill>
              </a:rPr>
              <a:t>, again </a:t>
            </a:r>
            <a:r>
              <a:rPr lang="en-US" b="1" dirty="0">
                <a:solidFill>
                  <a:schemeClr val="accent1"/>
                </a:solidFill>
                <a:latin typeface="Roboto Mono" panose="00000009000000000000" pitchFamily="49" charset="0"/>
                <a:ea typeface="Roboto Mono" panose="00000009000000000000" pitchFamily="49" charset="0"/>
              </a:rPr>
              <a:t>Base</a:t>
            </a:r>
            <a:r>
              <a:rPr lang="en-US" i="1" dirty="0">
                <a:solidFill>
                  <a:schemeClr val="accent1"/>
                </a:solidFill>
              </a:rPr>
              <a:t>’s implementation is being used, but that is how we want it to be. </a:t>
            </a:r>
          </a:p>
        </p:txBody>
      </p:sp>
      <p:sp>
        <p:nvSpPr>
          <p:cNvPr id="3" name="TextBox 2">
            <a:extLst>
              <a:ext uri="{FF2B5EF4-FFF2-40B4-BE49-F238E27FC236}">
                <a16:creationId xmlns:a16="http://schemas.microsoft.com/office/drawing/2014/main" id="{34EB817E-A59B-4E5F-AC0F-69CEE2592D8C}"/>
              </a:ext>
            </a:extLst>
          </p:cNvPr>
          <p:cNvSpPr txBox="1"/>
          <p:nvPr/>
        </p:nvSpPr>
        <p:spPr>
          <a:xfrm>
            <a:off x="122815" y="1966947"/>
            <a:ext cx="6460865" cy="4278094"/>
          </a:xfrm>
          <a:prstGeom prst="rect">
            <a:avLst/>
          </a:prstGeom>
          <a:noFill/>
        </p:spPr>
        <p:txBody>
          <a:bodyPr wrap="square">
            <a:spAutoFit/>
          </a:bodyPr>
          <a:lstStyle/>
          <a:p>
            <a:r>
              <a:rPr lang="en-US" sz="1600" b="0" dirty="0">
                <a:solidFill>
                  <a:srgbClr val="7A3E9D"/>
                </a:solidFill>
                <a:effectLst/>
                <a:latin typeface="Roboto Mono" panose="00000009000000000000" pitchFamily="49" charset="0"/>
              </a:rPr>
              <a:t>void</a:t>
            </a:r>
            <a:r>
              <a:rPr lang="en-US" sz="1600" b="0" dirty="0">
                <a:solidFill>
                  <a:srgbClr val="333333"/>
                </a:solidFill>
                <a:effectLst/>
                <a:latin typeface="Roboto Mono" panose="00000009000000000000" pitchFamily="49" charset="0"/>
              </a:rPr>
              <a:t> </a:t>
            </a:r>
            <a:r>
              <a:rPr lang="en-US" sz="1600" b="1" dirty="0" err="1">
                <a:solidFill>
                  <a:srgbClr val="AA3731"/>
                </a:solidFill>
                <a:effectLst/>
                <a:latin typeface="Roboto Mono" panose="00000009000000000000" pitchFamily="49" charset="0"/>
              </a:rPr>
              <a:t>whoAmI</a:t>
            </a:r>
            <a:r>
              <a:rPr lang="en-US" sz="1600" b="0" dirty="0">
                <a:solidFill>
                  <a:srgbClr val="777777"/>
                </a:solidFill>
                <a:effectLst/>
                <a:latin typeface="Roboto Mono" panose="00000009000000000000" pitchFamily="49" charset="0"/>
              </a:rPr>
              <a:t>(</a:t>
            </a:r>
            <a:r>
              <a:rPr lang="en-US" sz="1600" b="0" dirty="0">
                <a:solidFill>
                  <a:srgbClr val="4B69C6"/>
                </a:solidFill>
                <a:effectLst/>
                <a:latin typeface="Roboto Mono" panose="00000009000000000000" pitchFamily="49" charset="0"/>
              </a:rPr>
              <a:t>const</a:t>
            </a:r>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Base</a:t>
            </a:r>
            <a:r>
              <a:rPr lang="en-US" sz="1600" b="0" dirty="0">
                <a:solidFill>
                  <a:srgbClr val="4B69C6"/>
                </a:solidFill>
                <a:effectLst/>
                <a:latin typeface="Roboto Mono" panose="00000009000000000000" pitchFamily="49" charset="0"/>
              </a:rPr>
              <a:t>&amp;</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obj</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std</a:t>
            </a:r>
            <a:r>
              <a:rPr lang="en-US" sz="1600" b="0" dirty="0">
                <a:solidFill>
                  <a:srgbClr val="777777"/>
                </a:solidFill>
                <a:effectLst/>
                <a:latin typeface="Roboto Mono" panose="00000009000000000000" pitchFamily="49" charset="0"/>
              </a:rPr>
              <a:t>::</a:t>
            </a:r>
            <a:r>
              <a:rPr lang="en-US" sz="1600" b="0" dirty="0" err="1">
                <a:solidFill>
                  <a:srgbClr val="7A3E9D"/>
                </a:solidFill>
                <a:effectLst/>
                <a:latin typeface="Roboto Mono" panose="00000009000000000000" pitchFamily="49" charset="0"/>
              </a:rPr>
              <a:t>cout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a:t>
            </a:r>
            <a:r>
              <a:rPr lang="en-US" sz="1600" b="0" dirty="0">
                <a:solidFill>
                  <a:srgbClr val="448C27"/>
                </a:solidFill>
                <a:effectLst/>
                <a:latin typeface="Roboto Mono" panose="00000009000000000000" pitchFamily="49" charset="0"/>
              </a:rPr>
              <a:t>I am </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err="1">
                <a:solidFill>
                  <a:srgbClr val="7A3E9D"/>
                </a:solidFill>
                <a:effectLst/>
                <a:latin typeface="Roboto Mono" panose="00000009000000000000" pitchFamily="49" charset="0"/>
              </a:rPr>
              <a:t>obj</a:t>
            </a:r>
            <a:r>
              <a:rPr lang="en-US" sz="1600" b="0" dirty="0" err="1">
                <a:solidFill>
                  <a:srgbClr val="777777"/>
                </a:solidFill>
                <a:effectLst/>
                <a:latin typeface="Roboto Mono" panose="00000009000000000000" pitchFamily="49" charset="0"/>
              </a:rPr>
              <a:t>.</a:t>
            </a:r>
            <a:r>
              <a:rPr lang="en-US" sz="1600" b="1" dirty="0" err="1">
                <a:solidFill>
                  <a:srgbClr val="AA3731"/>
                </a:solidFill>
                <a:effectLst/>
                <a:latin typeface="Roboto Mono" panose="00000009000000000000" pitchFamily="49" charset="0"/>
              </a:rPr>
              <a:t>getName</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p>
          <a:p>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 </a:t>
            </a:r>
            <a:r>
              <a:rPr lang="en-US" sz="1600" b="0" dirty="0">
                <a:solidFill>
                  <a:srgbClr val="448C27"/>
                </a:solidFill>
                <a:effectLst/>
                <a:latin typeface="Roboto Mono" panose="00000009000000000000" pitchFamily="49" charset="0"/>
              </a:rPr>
              <a:t>with value = </a:t>
            </a:r>
            <a:r>
              <a:rPr lang="en-US" sz="1600" b="0" dirty="0">
                <a:solidFill>
                  <a:srgbClr val="777777"/>
                </a:solidFill>
                <a:effectLst/>
                <a:latin typeface="Roboto Mono" panose="00000009000000000000" pitchFamily="49" charset="0"/>
              </a:rPr>
              <a: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err="1">
                <a:solidFill>
                  <a:srgbClr val="7A3E9D"/>
                </a:solidFill>
                <a:effectLst/>
                <a:latin typeface="Roboto Mono" panose="00000009000000000000" pitchFamily="49" charset="0"/>
              </a:rPr>
              <a:t>obj</a:t>
            </a:r>
            <a:r>
              <a:rPr lang="en-US" sz="1600" b="0" dirty="0" err="1">
                <a:solidFill>
                  <a:srgbClr val="777777"/>
                </a:solidFill>
                <a:effectLst/>
                <a:latin typeface="Roboto Mono" panose="00000009000000000000" pitchFamily="49" charset="0"/>
              </a:rPr>
              <a:t>.</a:t>
            </a:r>
            <a:r>
              <a:rPr lang="en-US" sz="1600" b="1" dirty="0" err="1">
                <a:solidFill>
                  <a:srgbClr val="AA3731"/>
                </a:solidFill>
                <a:effectLst/>
                <a:latin typeface="Roboto Mono" panose="00000009000000000000" pitchFamily="49" charset="0"/>
              </a:rPr>
              <a:t>getValue</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&lt;&lt;</a:t>
            </a:r>
            <a:r>
              <a:rPr lang="en-US" sz="1600" b="0" dirty="0">
                <a:solidFill>
                  <a:srgbClr val="333333"/>
                </a:solidFill>
                <a:effectLst/>
                <a:latin typeface="Roboto Mono" panose="00000009000000000000" pitchFamily="49" charset="0"/>
              </a:rPr>
              <a:t> </a:t>
            </a:r>
            <a:r>
              <a:rPr lang="en-US" sz="1600" b="0" dirty="0">
                <a:solidFill>
                  <a:srgbClr val="777777"/>
                </a:solidFill>
                <a:effectLst/>
                <a:latin typeface="Roboto Mono" panose="00000009000000000000" pitchFamily="49" charset="0"/>
              </a:rPr>
              <a:t>'\n’;</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p>
          <a:p>
            <a:endParaRPr lang="en-US" sz="1600" dirty="0">
              <a:solidFill>
                <a:srgbClr val="777777"/>
              </a:solidFill>
              <a:latin typeface="Roboto Mono" panose="00000009000000000000" pitchFamily="49" charset="0"/>
            </a:endParaRPr>
          </a:p>
          <a:p>
            <a:r>
              <a:rPr lang="en-US" sz="1600" b="0" dirty="0">
                <a:solidFill>
                  <a:srgbClr val="7A3E9D"/>
                </a:solidFill>
                <a:effectLst/>
                <a:latin typeface="Roboto Mono" panose="00000009000000000000" pitchFamily="49" charset="0"/>
              </a:rPr>
              <a:t>int</a:t>
            </a:r>
            <a:r>
              <a:rPr lang="en-US" sz="1600" b="0" dirty="0">
                <a:solidFill>
                  <a:srgbClr val="333333"/>
                </a:solidFill>
                <a:effectLst/>
                <a:latin typeface="Roboto Mono" panose="00000009000000000000" pitchFamily="49" charset="0"/>
              </a:rPr>
              <a:t> </a:t>
            </a:r>
            <a:r>
              <a:rPr lang="en-US" sz="1600" b="1" dirty="0">
                <a:solidFill>
                  <a:srgbClr val="AA3731"/>
                </a:solidFill>
                <a:effectLst/>
                <a:latin typeface="Roboto Mono" panose="00000009000000000000" pitchFamily="49" charset="0"/>
              </a:rPr>
              <a:t>main</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Base</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b1</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100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a:solidFill>
                  <a:srgbClr val="7A3E9D"/>
                </a:solidFill>
                <a:effectLst/>
                <a:latin typeface="Roboto Mono" panose="00000009000000000000" pitchFamily="49" charset="0"/>
              </a:rPr>
              <a:t>Derived</a:t>
            </a:r>
            <a:r>
              <a:rPr lang="en-US" sz="1600" b="0" dirty="0">
                <a:solidFill>
                  <a:srgbClr val="333333"/>
                </a:solidFill>
                <a:effectLst/>
                <a:latin typeface="Roboto Mono" panose="00000009000000000000" pitchFamily="49" charset="0"/>
              </a:rPr>
              <a:t> </a:t>
            </a:r>
            <a:r>
              <a:rPr lang="en-US" sz="1600" b="0" dirty="0">
                <a:solidFill>
                  <a:srgbClr val="7A3E9D"/>
                </a:solidFill>
                <a:effectLst/>
                <a:latin typeface="Roboto Mono" panose="00000009000000000000" pitchFamily="49" charset="0"/>
              </a:rPr>
              <a:t>d1</a:t>
            </a:r>
            <a:r>
              <a:rPr lang="en-US" sz="1600" b="0" dirty="0">
                <a:solidFill>
                  <a:srgbClr val="777777"/>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10 </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br>
              <a:rPr lang="en-US" sz="1600" b="0" dirty="0">
                <a:solidFill>
                  <a:srgbClr val="333333"/>
                </a:solidFill>
                <a:effectLst/>
                <a:latin typeface="Roboto Mono" panose="00000009000000000000" pitchFamily="49" charset="0"/>
              </a:rPr>
            </a:br>
            <a:r>
              <a:rPr lang="en-US" sz="1600" b="0" dirty="0">
                <a:solidFill>
                  <a:srgbClr val="333333"/>
                </a:solidFill>
                <a:effectLst/>
                <a:latin typeface="Roboto Mono" panose="00000009000000000000" pitchFamily="49" charset="0"/>
              </a:rPr>
              <a:t>    </a:t>
            </a:r>
            <a:r>
              <a:rPr lang="en-US" sz="1600" b="0" i="1" dirty="0">
                <a:solidFill>
                  <a:srgbClr val="AAAAAA"/>
                </a:solidFill>
                <a:effectLst/>
                <a:latin typeface="Roboto Mono" panose="00000009000000000000" pitchFamily="49" charset="0"/>
              </a:rPr>
              <a:t>// </a:t>
            </a:r>
            <a:r>
              <a:rPr lang="en-US" sz="1600" b="0" i="1" dirty="0" err="1">
                <a:solidFill>
                  <a:srgbClr val="AAAAAA"/>
                </a:solidFill>
                <a:effectLst/>
                <a:latin typeface="Roboto Mono" panose="00000009000000000000" pitchFamily="49" charset="0"/>
              </a:rPr>
              <a:t>whoAmI</a:t>
            </a:r>
            <a:r>
              <a:rPr lang="en-US" sz="1600" b="0" i="1" dirty="0">
                <a:solidFill>
                  <a:srgbClr val="AAAAAA"/>
                </a:solidFill>
                <a:effectLst/>
                <a:latin typeface="Roboto Mono" panose="00000009000000000000" pitchFamily="49" charset="0"/>
              </a:rPr>
              <a:t>(b1);</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r>
              <a:rPr lang="en-US" sz="1600" b="1" dirty="0" err="1">
                <a:solidFill>
                  <a:srgbClr val="AA3731"/>
                </a:solidFill>
                <a:effectLst/>
                <a:latin typeface="Roboto Mono" panose="00000009000000000000" pitchFamily="49" charset="0"/>
              </a:rPr>
              <a:t>whoAmI</a:t>
            </a:r>
            <a:r>
              <a:rPr lang="en-US" sz="1600" b="0" dirty="0">
                <a:solidFill>
                  <a:srgbClr val="777777"/>
                </a:solidFill>
                <a:effectLst/>
                <a:latin typeface="Roboto Mono" panose="00000009000000000000" pitchFamily="49" charset="0"/>
              </a:rPr>
              <a:t>(</a:t>
            </a:r>
            <a:r>
              <a:rPr lang="en-US" sz="1600" b="0" dirty="0">
                <a:solidFill>
                  <a:srgbClr val="7A3E9D"/>
                </a:solidFill>
                <a:effectLst/>
                <a:latin typeface="Roboto Mono" panose="00000009000000000000" pitchFamily="49" charset="0"/>
              </a:rPr>
              <a:t>d1</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333333"/>
                </a:solidFill>
                <a:effectLst/>
                <a:latin typeface="Roboto Mono" panose="00000009000000000000" pitchFamily="49" charset="0"/>
              </a:rPr>
              <a:t>   </a:t>
            </a:r>
          </a:p>
          <a:p>
            <a:r>
              <a:rPr lang="en-US" sz="1600" b="0" dirty="0">
                <a:solidFill>
                  <a:srgbClr val="333333"/>
                </a:solidFill>
                <a:effectLst/>
                <a:latin typeface="Roboto Mono" panose="00000009000000000000" pitchFamily="49" charset="0"/>
              </a:rPr>
              <a:t>    </a:t>
            </a:r>
            <a:r>
              <a:rPr lang="en-US" sz="1600" b="0" dirty="0">
                <a:solidFill>
                  <a:srgbClr val="4B69C6"/>
                </a:solidFill>
                <a:effectLst/>
                <a:latin typeface="Roboto Mono" panose="00000009000000000000" pitchFamily="49" charset="0"/>
              </a:rPr>
              <a:t>return</a:t>
            </a:r>
            <a:r>
              <a:rPr lang="en-US" sz="1600" b="0" dirty="0">
                <a:solidFill>
                  <a:srgbClr val="333333"/>
                </a:solidFill>
                <a:effectLst/>
                <a:latin typeface="Roboto Mono" panose="00000009000000000000" pitchFamily="49" charset="0"/>
              </a:rPr>
              <a:t> </a:t>
            </a:r>
            <a:r>
              <a:rPr lang="en-US" sz="1600" b="0" dirty="0">
                <a:solidFill>
                  <a:srgbClr val="9C5D27"/>
                </a:solidFill>
                <a:effectLst/>
                <a:latin typeface="Roboto Mono" panose="00000009000000000000" pitchFamily="49" charset="0"/>
              </a:rPr>
              <a:t>0</a:t>
            </a:r>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a:p>
            <a:r>
              <a:rPr lang="en-US" sz="1600" b="0" dirty="0">
                <a:solidFill>
                  <a:srgbClr val="777777"/>
                </a:solidFill>
                <a:effectLst/>
                <a:latin typeface="Roboto Mono" panose="00000009000000000000" pitchFamily="49" charset="0"/>
              </a:rPr>
              <a:t>}</a:t>
            </a:r>
            <a:endParaRPr lang="en-US" sz="1600" b="0" dirty="0">
              <a:solidFill>
                <a:srgbClr val="333333"/>
              </a:solidFill>
              <a:effectLst/>
              <a:latin typeface="Roboto Mono" panose="00000009000000000000" pitchFamily="49" charset="0"/>
            </a:endParaRPr>
          </a:p>
        </p:txBody>
      </p:sp>
      <p:pic>
        <p:nvPicPr>
          <p:cNvPr id="6" name="Picture 5">
            <a:extLst>
              <a:ext uri="{FF2B5EF4-FFF2-40B4-BE49-F238E27FC236}">
                <a16:creationId xmlns:a16="http://schemas.microsoft.com/office/drawing/2014/main" id="{1F8B5BB3-3DCC-CC86-D0D9-F580BF063C5E}"/>
              </a:ext>
            </a:extLst>
          </p:cNvPr>
          <p:cNvPicPr>
            <a:picLocks noChangeAspect="1"/>
          </p:cNvPicPr>
          <p:nvPr/>
        </p:nvPicPr>
        <p:blipFill>
          <a:blip r:embed="rId2"/>
          <a:stretch>
            <a:fillRect/>
          </a:stretch>
        </p:blipFill>
        <p:spPr>
          <a:xfrm>
            <a:off x="4508486" y="4861772"/>
            <a:ext cx="5749271" cy="839782"/>
          </a:xfrm>
          <a:prstGeom prst="rect">
            <a:avLst/>
          </a:prstGeom>
        </p:spPr>
      </p:pic>
      <p:sp>
        <p:nvSpPr>
          <p:cNvPr id="7" name="TextBox 6">
            <a:extLst>
              <a:ext uri="{FF2B5EF4-FFF2-40B4-BE49-F238E27FC236}">
                <a16:creationId xmlns:a16="http://schemas.microsoft.com/office/drawing/2014/main" id="{1EFAC955-8092-1548-6049-8EB1B8C7E766}"/>
              </a:ext>
            </a:extLst>
          </p:cNvPr>
          <p:cNvSpPr txBox="1"/>
          <p:nvPr/>
        </p:nvSpPr>
        <p:spPr>
          <a:xfrm>
            <a:off x="7616414" y="2568444"/>
            <a:ext cx="4452770" cy="1754326"/>
          </a:xfrm>
          <a:prstGeom prst="rect">
            <a:avLst/>
          </a:prstGeom>
          <a:noFill/>
          <a:ln>
            <a:solidFill>
              <a:schemeClr val="accent1"/>
            </a:solidFill>
          </a:ln>
        </p:spPr>
        <p:txBody>
          <a:bodyPr wrap="square">
            <a:spAutoFit/>
          </a:bodyPr>
          <a:lstStyle/>
          <a:p>
            <a:r>
              <a:rPr lang="en-US" i="1" dirty="0">
                <a:solidFill>
                  <a:schemeClr val="accent1"/>
                </a:solidFill>
              </a:rPr>
              <a:t>As mentioned earlier, the benefit here is that you don’t need to write separate overloads for the two classes. </a:t>
            </a:r>
          </a:p>
          <a:p>
            <a:endParaRPr lang="en-US" i="1" dirty="0">
              <a:solidFill>
                <a:schemeClr val="accent1"/>
              </a:solidFill>
            </a:endParaRPr>
          </a:p>
          <a:p>
            <a:r>
              <a:rPr lang="en-US" i="1" dirty="0">
                <a:solidFill>
                  <a:schemeClr val="accent1"/>
                </a:solidFill>
              </a:rPr>
              <a:t>In the future, if there are more derived classes, this single function would suffice.</a:t>
            </a:r>
          </a:p>
        </p:txBody>
      </p:sp>
    </p:spTree>
    <p:extLst>
      <p:ext uri="{BB962C8B-B14F-4D97-AF65-F5344CB8AC3E}">
        <p14:creationId xmlns:p14="http://schemas.microsoft.com/office/powerpoint/2010/main" val="399179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93EF78-1190-3475-63C8-11D0C6AED569}"/>
              </a:ext>
            </a:extLst>
          </p:cNvPr>
          <p:cNvSpPr>
            <a:spLocks noGrp="1"/>
          </p:cNvSpPr>
          <p:nvPr>
            <p:ph type="ctrTitle"/>
          </p:nvPr>
        </p:nvSpPr>
        <p:spPr/>
        <p:txBody>
          <a:bodyPr/>
          <a:lstStyle/>
          <a:p>
            <a:r>
              <a:rPr lang="en-US" dirty="0"/>
              <a:t>Virtual Functions</a:t>
            </a:r>
          </a:p>
        </p:txBody>
      </p:sp>
      <p:sp>
        <p:nvSpPr>
          <p:cNvPr id="5" name="Subtitle 4">
            <a:extLst>
              <a:ext uri="{FF2B5EF4-FFF2-40B4-BE49-F238E27FC236}">
                <a16:creationId xmlns:a16="http://schemas.microsoft.com/office/drawing/2014/main" id="{89D15FB2-636E-7C16-AC18-989BF33368A4}"/>
              </a:ext>
            </a:extLst>
          </p:cNvPr>
          <p:cNvSpPr>
            <a:spLocks noGrp="1"/>
          </p:cNvSpPr>
          <p:nvPr>
            <p:ph type="subTitle" idx="1"/>
          </p:nvPr>
        </p:nvSpPr>
        <p:spPr/>
        <p:txBody>
          <a:bodyPr/>
          <a:lstStyle/>
          <a:p>
            <a:r>
              <a:rPr lang="en-US" dirty="0"/>
              <a:t>These help in achieving (runtime) polymorphism.</a:t>
            </a:r>
          </a:p>
        </p:txBody>
      </p:sp>
      <p:sp>
        <p:nvSpPr>
          <p:cNvPr id="9" name="TextBox 8">
            <a:extLst>
              <a:ext uri="{FF2B5EF4-FFF2-40B4-BE49-F238E27FC236}">
                <a16:creationId xmlns:a16="http://schemas.microsoft.com/office/drawing/2014/main" id="{9CD23370-DB9C-1D1F-EFB6-1968DF4B713D}"/>
              </a:ext>
            </a:extLst>
          </p:cNvPr>
          <p:cNvSpPr txBox="1"/>
          <p:nvPr/>
        </p:nvSpPr>
        <p:spPr>
          <a:xfrm>
            <a:off x="3048897" y="6119315"/>
            <a:ext cx="6094206" cy="369332"/>
          </a:xfrm>
          <a:prstGeom prst="rect">
            <a:avLst/>
          </a:prstGeom>
          <a:noFill/>
        </p:spPr>
        <p:txBody>
          <a:bodyPr wrap="square">
            <a:spAutoFit/>
          </a:bodyPr>
          <a:lstStyle/>
          <a:p>
            <a:pPr algn="ctr"/>
            <a:r>
              <a:rPr lang="en-US" dirty="0">
                <a:hlinkClick r:id="rId2"/>
              </a:rPr>
              <a:t>https://www.learncpp.com/cpp-tutorial/virtual-functions/</a:t>
            </a:r>
            <a:endParaRPr lang="en-US" dirty="0"/>
          </a:p>
        </p:txBody>
      </p:sp>
    </p:spTree>
    <p:extLst>
      <p:ext uri="{BB962C8B-B14F-4D97-AF65-F5344CB8AC3E}">
        <p14:creationId xmlns:p14="http://schemas.microsoft.com/office/powerpoint/2010/main" val="3465123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7121C-7166-1A0C-8341-6DEBE79A54F6}"/>
              </a:ext>
            </a:extLst>
          </p:cNvPr>
          <p:cNvSpPr>
            <a:spLocks noGrp="1"/>
          </p:cNvSpPr>
          <p:nvPr>
            <p:ph type="title"/>
          </p:nvPr>
        </p:nvSpPr>
        <p:spPr/>
        <p:txBody>
          <a:bodyPr/>
          <a:lstStyle/>
          <a:p>
            <a:r>
              <a:rPr lang="en-US" dirty="0"/>
              <a:t>Virtual Functions</a:t>
            </a:r>
          </a:p>
        </p:txBody>
      </p:sp>
      <p:sp>
        <p:nvSpPr>
          <p:cNvPr id="3" name="Content Placeholder 2">
            <a:extLst>
              <a:ext uri="{FF2B5EF4-FFF2-40B4-BE49-F238E27FC236}">
                <a16:creationId xmlns:a16="http://schemas.microsoft.com/office/drawing/2014/main" id="{31DA7A75-6EF1-CF1E-D8D3-32764EBC8FB9}"/>
              </a:ext>
            </a:extLst>
          </p:cNvPr>
          <p:cNvSpPr>
            <a:spLocks noGrp="1"/>
          </p:cNvSpPr>
          <p:nvPr>
            <p:ph idx="1"/>
          </p:nvPr>
        </p:nvSpPr>
        <p:spPr/>
        <p:txBody>
          <a:bodyPr>
            <a:normAutofit/>
          </a:bodyPr>
          <a:lstStyle/>
          <a:p>
            <a:r>
              <a:rPr lang="en-US" sz="2400" dirty="0"/>
              <a:t>The sacrifice we made: </a:t>
            </a:r>
            <a:r>
              <a:rPr lang="en-US" sz="2400" i="1" dirty="0"/>
              <a:t>The parent type pointer cannot see the child’s members.</a:t>
            </a:r>
          </a:p>
          <a:p>
            <a:endParaRPr lang="en-US" sz="2400" dirty="0"/>
          </a:p>
          <a:p>
            <a:r>
              <a:rPr lang="en-US" sz="2400" dirty="0">
                <a:solidFill>
                  <a:schemeClr val="accent1"/>
                </a:solidFill>
              </a:rPr>
              <a:t>Marking our member functions </a:t>
            </a:r>
            <a:r>
              <a:rPr lang="en-US" sz="2400" b="1" dirty="0">
                <a:solidFill>
                  <a:schemeClr val="accent1"/>
                </a:solidFill>
                <a:latin typeface="Roboto Mono" panose="00000009000000000000" pitchFamily="49" charset="0"/>
                <a:ea typeface="Roboto Mono" panose="00000009000000000000" pitchFamily="49" charset="0"/>
              </a:rPr>
              <a:t>virtual</a:t>
            </a:r>
            <a:r>
              <a:rPr lang="en-US" sz="2400" dirty="0">
                <a:solidFill>
                  <a:schemeClr val="accent1"/>
                </a:solidFill>
              </a:rPr>
              <a:t> will change this behavior.</a:t>
            </a:r>
          </a:p>
          <a:p>
            <a:endParaRPr lang="en-US" sz="2400" dirty="0"/>
          </a:p>
        </p:txBody>
      </p:sp>
    </p:spTree>
    <p:extLst>
      <p:ext uri="{BB962C8B-B14F-4D97-AF65-F5344CB8AC3E}">
        <p14:creationId xmlns:p14="http://schemas.microsoft.com/office/powerpoint/2010/main" val="3522452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449F26-DE57-E8D7-93F3-1F6C60F9F3BD}"/>
              </a:ext>
            </a:extLst>
          </p:cNvPr>
          <p:cNvSpPr txBox="1"/>
          <p:nvPr/>
        </p:nvSpPr>
        <p:spPr>
          <a:xfrm>
            <a:off x="77100" y="647184"/>
            <a:ext cx="6094206" cy="6340197"/>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protected</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virtual</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override</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getValueDoubled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2</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6" name="Rectangle 5">
            <a:extLst>
              <a:ext uri="{FF2B5EF4-FFF2-40B4-BE49-F238E27FC236}">
                <a16:creationId xmlns:a16="http://schemas.microsoft.com/office/drawing/2014/main" id="{BFFD66FD-D598-AF0C-2BAA-0A1CB20B3E8F}"/>
              </a:ext>
            </a:extLst>
          </p:cNvPr>
          <p:cNvSpPr/>
          <p:nvPr/>
        </p:nvSpPr>
        <p:spPr>
          <a:xfrm>
            <a:off x="548640" y="2786230"/>
            <a:ext cx="828340" cy="268941"/>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5BA5703-9205-EBC5-775D-3A7495F367C8}"/>
              </a:ext>
            </a:extLst>
          </p:cNvPr>
          <p:cNvSpPr txBox="1"/>
          <p:nvPr/>
        </p:nvSpPr>
        <p:spPr>
          <a:xfrm>
            <a:off x="3491751" y="86062"/>
            <a:ext cx="8512888" cy="1477328"/>
          </a:xfrm>
          <a:prstGeom prst="rect">
            <a:avLst/>
          </a:prstGeom>
          <a:noFill/>
        </p:spPr>
        <p:txBody>
          <a:bodyPr wrap="square">
            <a:spAutoFit/>
          </a:bodyPr>
          <a:lstStyle/>
          <a:p>
            <a:r>
              <a:rPr lang="en-US" dirty="0"/>
              <a:t>Adding </a:t>
            </a:r>
            <a:r>
              <a:rPr lang="en-US" b="1" dirty="0">
                <a:latin typeface="Roboto Mono" panose="00000009000000000000" pitchFamily="49" charset="0"/>
                <a:ea typeface="Roboto Mono" panose="00000009000000000000" pitchFamily="49" charset="0"/>
              </a:rPr>
              <a:t>virtual</a:t>
            </a:r>
            <a:r>
              <a:rPr lang="en-US" dirty="0"/>
              <a:t> here changes the flow of the program. Because </a:t>
            </a:r>
            <a:r>
              <a:rPr lang="en-US" b="1" dirty="0">
                <a:latin typeface="Roboto Mono" panose="00000009000000000000" pitchFamily="49" charset="0"/>
                <a:ea typeface="Roboto Mono" panose="00000009000000000000" pitchFamily="49" charset="0"/>
              </a:rPr>
              <a:t>obj</a:t>
            </a:r>
            <a:r>
              <a:rPr lang="en-US" dirty="0"/>
              <a:t> is a </a:t>
            </a:r>
            <a:r>
              <a:rPr lang="en-US" b="1" dirty="0">
                <a:latin typeface="Roboto Mono" panose="00000009000000000000" pitchFamily="49" charset="0"/>
                <a:ea typeface="Roboto Mono" panose="00000009000000000000" pitchFamily="49" charset="0"/>
              </a:rPr>
              <a:t>Base&amp;</a:t>
            </a:r>
            <a:r>
              <a:rPr lang="en-US" dirty="0"/>
              <a:t>, </a:t>
            </a:r>
            <a:r>
              <a:rPr lang="en-US" b="1" dirty="0" err="1">
                <a:latin typeface="Roboto Mono" panose="00000009000000000000" pitchFamily="49" charset="0"/>
                <a:ea typeface="Roboto Mono" panose="00000009000000000000" pitchFamily="49" charset="0"/>
              </a:rPr>
              <a:t>obj.getName</a:t>
            </a:r>
            <a:r>
              <a:rPr lang="en-US" b="1" dirty="0">
                <a:latin typeface="Roboto Mono" panose="00000009000000000000" pitchFamily="49" charset="0"/>
                <a:ea typeface="Roboto Mono" panose="00000009000000000000" pitchFamily="49" charset="0"/>
              </a:rPr>
              <a:t>()</a:t>
            </a:r>
            <a:r>
              <a:rPr lang="en-US" dirty="0"/>
              <a:t> would have normally resolved to </a:t>
            </a:r>
            <a:r>
              <a:rPr lang="en-US" b="1" dirty="0">
                <a:latin typeface="Roboto Mono" panose="00000009000000000000" pitchFamily="49" charset="0"/>
                <a:ea typeface="Roboto Mono" panose="00000009000000000000" pitchFamily="49" charset="0"/>
              </a:rPr>
              <a:t>Base::</a:t>
            </a:r>
            <a:r>
              <a:rPr lang="en-US" b="1" dirty="0" err="1">
                <a:latin typeface="Roboto Mono" panose="00000009000000000000" pitchFamily="49" charset="0"/>
                <a:ea typeface="Roboto Mono" panose="00000009000000000000" pitchFamily="49" charset="0"/>
              </a:rPr>
              <a:t>getName</a:t>
            </a:r>
            <a:r>
              <a:rPr lang="en-US" b="1" dirty="0">
                <a:latin typeface="Roboto Mono" panose="00000009000000000000" pitchFamily="49" charset="0"/>
                <a:ea typeface="Roboto Mono" panose="00000009000000000000" pitchFamily="49" charset="0"/>
              </a:rPr>
              <a:t>()</a:t>
            </a:r>
            <a:r>
              <a:rPr lang="en-US" dirty="0"/>
              <a:t>.</a:t>
            </a:r>
          </a:p>
          <a:p>
            <a:endParaRPr lang="en-US" dirty="0"/>
          </a:p>
          <a:p>
            <a:r>
              <a:rPr lang="en-US" dirty="0"/>
              <a:t>However, </a:t>
            </a:r>
            <a:r>
              <a:rPr lang="en-US" b="1" dirty="0">
                <a:latin typeface="Roboto Mono" panose="00000009000000000000" pitchFamily="49" charset="0"/>
                <a:ea typeface="Roboto Mono" panose="00000009000000000000" pitchFamily="49" charset="0"/>
              </a:rPr>
              <a:t>Base::</a:t>
            </a:r>
            <a:r>
              <a:rPr lang="en-US" b="1" dirty="0" err="1">
                <a:latin typeface="Roboto Mono" panose="00000009000000000000" pitchFamily="49" charset="0"/>
                <a:ea typeface="Roboto Mono" panose="00000009000000000000" pitchFamily="49" charset="0"/>
              </a:rPr>
              <a:t>getName</a:t>
            </a:r>
            <a:r>
              <a:rPr lang="en-US" b="1" dirty="0">
                <a:latin typeface="Roboto Mono" panose="00000009000000000000" pitchFamily="49" charset="0"/>
                <a:ea typeface="Roboto Mono" panose="00000009000000000000" pitchFamily="49" charset="0"/>
              </a:rPr>
              <a:t>()</a:t>
            </a:r>
            <a:r>
              <a:rPr lang="en-US" dirty="0"/>
              <a:t> is marked </a:t>
            </a:r>
            <a:r>
              <a:rPr lang="en-US" b="1" dirty="0">
                <a:latin typeface="Roboto Mono" panose="00000009000000000000" pitchFamily="49" charset="0"/>
                <a:ea typeface="Roboto Mono" panose="00000009000000000000" pitchFamily="49" charset="0"/>
              </a:rPr>
              <a:t>virtual</a:t>
            </a:r>
            <a:r>
              <a:rPr lang="en-US" dirty="0"/>
              <a:t>, therefore, the compiler goes to the </a:t>
            </a:r>
            <a:r>
              <a:rPr lang="en-US" b="1" dirty="0"/>
              <a:t>most-derived implementation </a:t>
            </a:r>
            <a:r>
              <a:rPr lang="en-US" dirty="0"/>
              <a:t>of </a:t>
            </a:r>
            <a:r>
              <a:rPr lang="en-US" b="1" dirty="0" err="1">
                <a:latin typeface="Roboto Mono" panose="00000009000000000000" pitchFamily="49" charset="0"/>
                <a:ea typeface="Roboto Mono" panose="00000009000000000000" pitchFamily="49" charset="0"/>
              </a:rPr>
              <a:t>getName</a:t>
            </a:r>
            <a:r>
              <a:rPr lang="en-US" b="1" dirty="0">
                <a:latin typeface="Roboto Mono" panose="00000009000000000000" pitchFamily="49" charset="0"/>
                <a:ea typeface="Roboto Mono" panose="00000009000000000000" pitchFamily="49" charset="0"/>
              </a:rPr>
              <a:t>()</a:t>
            </a:r>
            <a:r>
              <a:rPr lang="en-US" dirty="0"/>
              <a:t>.</a:t>
            </a:r>
          </a:p>
        </p:txBody>
      </p:sp>
      <p:sp>
        <p:nvSpPr>
          <p:cNvPr id="9" name="TextBox 8">
            <a:extLst>
              <a:ext uri="{FF2B5EF4-FFF2-40B4-BE49-F238E27FC236}">
                <a16:creationId xmlns:a16="http://schemas.microsoft.com/office/drawing/2014/main" id="{E74F89FD-30E9-73AF-B2D8-7857A103F206}"/>
              </a:ext>
            </a:extLst>
          </p:cNvPr>
          <p:cNvSpPr txBox="1"/>
          <p:nvPr/>
        </p:nvSpPr>
        <p:spPr>
          <a:xfrm>
            <a:off x="6370321" y="2479596"/>
            <a:ext cx="5634318" cy="3754874"/>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void</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whoAmI</a:t>
            </a:r>
            <a:r>
              <a:rPr lang="en-US" sz="1400" b="0" dirty="0">
                <a:solidFill>
                  <a:srgbClr val="777777"/>
                </a:solidFill>
                <a:effectLst/>
                <a:latin typeface="Roboto Mono" panose="00000009000000000000" pitchFamily="49" charset="0"/>
              </a:rPr>
              <a:t>(</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4B69C6"/>
                </a:solidFill>
                <a:effectLst/>
                <a:latin typeface="Roboto Mono" panose="00000009000000000000" pitchFamily="49" charset="0"/>
              </a:rPr>
              <a:t>&amp;</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obj</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0" dirty="0" err="1">
                <a:solidFill>
                  <a:srgbClr val="7A3E9D"/>
                </a:solidFill>
                <a:effectLst/>
                <a:latin typeface="Roboto Mono" panose="00000009000000000000" pitchFamily="49" charset="0"/>
              </a:rPr>
              <a:t>cout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I am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obj</a:t>
            </a:r>
            <a:r>
              <a:rPr lang="en-US" sz="1400" b="0" dirty="0" err="1">
                <a:solidFill>
                  <a:srgbClr val="777777"/>
                </a:solidFill>
                <a:effectLst/>
                <a:latin typeface="Roboto Mono" panose="00000009000000000000" pitchFamily="49" charset="0"/>
              </a:rPr>
              <a:t>.</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 with value =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obj</a:t>
            </a:r>
            <a:r>
              <a:rPr lang="en-US" sz="1400" b="0" dirty="0" err="1">
                <a:solidFill>
                  <a:srgbClr val="777777"/>
                </a:solidFill>
                <a:effectLst/>
                <a:latin typeface="Roboto Mono" panose="00000009000000000000" pitchFamily="49" charset="0"/>
              </a:rPr>
              <a:t>.</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'\n';</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main</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b1</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100</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d1</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10</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whoAmI</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d1</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0</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cxnSp>
        <p:nvCxnSpPr>
          <p:cNvPr id="11" name="Connector: Curved 10">
            <a:extLst>
              <a:ext uri="{FF2B5EF4-FFF2-40B4-BE49-F238E27FC236}">
                <a16:creationId xmlns:a16="http://schemas.microsoft.com/office/drawing/2014/main" id="{3AC1E12F-3BC1-3EE2-EF4C-DB8DC00BF632}"/>
              </a:ext>
            </a:extLst>
          </p:cNvPr>
          <p:cNvCxnSpPr>
            <a:cxnSpLocks/>
            <a:stCxn id="6" idx="0"/>
            <a:endCxn id="7" idx="2"/>
          </p:cNvCxnSpPr>
          <p:nvPr/>
        </p:nvCxnSpPr>
        <p:spPr>
          <a:xfrm rot="5400000" flipH="1" flipV="1">
            <a:off x="3744082" y="-1217882"/>
            <a:ext cx="1222840" cy="6785385"/>
          </a:xfrm>
          <a:prstGeom prst="curvedConnector3">
            <a:avLst>
              <a:gd name="adj1" fmla="val 2184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Arrow: Right 16">
            <a:extLst>
              <a:ext uri="{FF2B5EF4-FFF2-40B4-BE49-F238E27FC236}">
                <a16:creationId xmlns:a16="http://schemas.microsoft.com/office/drawing/2014/main" id="{88F1FD81-D352-112F-AB4B-84D263BFC7A4}"/>
              </a:ext>
            </a:extLst>
          </p:cNvPr>
          <p:cNvSpPr/>
          <p:nvPr/>
        </p:nvSpPr>
        <p:spPr>
          <a:xfrm rot="7739776">
            <a:off x="10676138" y="2439011"/>
            <a:ext cx="504063" cy="3763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0032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7121C-7166-1A0C-8341-6DEBE79A54F6}"/>
              </a:ext>
            </a:extLst>
          </p:cNvPr>
          <p:cNvSpPr>
            <a:spLocks noGrp="1"/>
          </p:cNvSpPr>
          <p:nvPr>
            <p:ph type="title"/>
          </p:nvPr>
        </p:nvSpPr>
        <p:spPr/>
        <p:txBody>
          <a:bodyPr/>
          <a:lstStyle/>
          <a:p>
            <a:r>
              <a:rPr lang="en-US" dirty="0"/>
              <a:t>Virtual Functions</a:t>
            </a:r>
          </a:p>
        </p:txBody>
      </p:sp>
      <p:sp>
        <p:nvSpPr>
          <p:cNvPr id="3" name="Content Placeholder 2">
            <a:extLst>
              <a:ext uri="{FF2B5EF4-FFF2-40B4-BE49-F238E27FC236}">
                <a16:creationId xmlns:a16="http://schemas.microsoft.com/office/drawing/2014/main" id="{31DA7A75-6EF1-CF1E-D8D3-32764EBC8FB9}"/>
              </a:ext>
            </a:extLst>
          </p:cNvPr>
          <p:cNvSpPr>
            <a:spLocks noGrp="1"/>
          </p:cNvSpPr>
          <p:nvPr>
            <p:ph idx="1"/>
          </p:nvPr>
        </p:nvSpPr>
        <p:spPr/>
        <p:txBody>
          <a:bodyPr>
            <a:normAutofit/>
          </a:bodyPr>
          <a:lstStyle/>
          <a:p>
            <a:r>
              <a:rPr lang="en-US" sz="2400" dirty="0"/>
              <a:t>The sacrifice we made: </a:t>
            </a:r>
            <a:r>
              <a:rPr lang="en-US" sz="2400" i="1" dirty="0"/>
              <a:t>The parent type pointer cannot see the child’s members.</a:t>
            </a:r>
            <a:endParaRPr lang="en-US" sz="2400" dirty="0"/>
          </a:p>
          <a:p>
            <a:endParaRPr lang="en-US" sz="2400" dirty="0"/>
          </a:p>
          <a:p>
            <a:r>
              <a:rPr lang="en-US" sz="2400" dirty="0"/>
              <a:t>Marking our member functions </a:t>
            </a:r>
            <a:r>
              <a:rPr lang="en-US" sz="2400" b="1" dirty="0">
                <a:latin typeface="Roboto Mono" panose="00000009000000000000" pitchFamily="49" charset="0"/>
                <a:ea typeface="Roboto Mono" panose="00000009000000000000" pitchFamily="49" charset="0"/>
              </a:rPr>
              <a:t>virtual</a:t>
            </a:r>
            <a:r>
              <a:rPr lang="en-US" sz="2400" dirty="0"/>
              <a:t> will change this behavior.</a:t>
            </a:r>
          </a:p>
          <a:p>
            <a:endParaRPr lang="en-US" sz="2400" dirty="0"/>
          </a:p>
          <a:p>
            <a:r>
              <a:rPr lang="en-US" sz="2400" dirty="0">
                <a:solidFill>
                  <a:schemeClr val="accent1"/>
                </a:solidFill>
              </a:rPr>
              <a:t>A </a:t>
            </a:r>
            <a:r>
              <a:rPr lang="en-US" sz="2400" b="1" dirty="0">
                <a:solidFill>
                  <a:schemeClr val="accent1"/>
                </a:solidFill>
                <a:latin typeface="Roboto Mono" panose="00000009000000000000" pitchFamily="49" charset="0"/>
                <a:ea typeface="Roboto Mono" panose="00000009000000000000" pitchFamily="49" charset="0"/>
              </a:rPr>
              <a:t>virtual</a:t>
            </a:r>
            <a:r>
              <a:rPr lang="en-US" sz="2400" dirty="0">
                <a:solidFill>
                  <a:schemeClr val="accent1"/>
                </a:solidFill>
              </a:rPr>
              <a:t> function when called, resolves to the </a:t>
            </a:r>
            <a:r>
              <a:rPr lang="en-US" sz="2400" b="1" dirty="0">
                <a:solidFill>
                  <a:schemeClr val="accent1"/>
                </a:solidFill>
              </a:rPr>
              <a:t>most-derived version </a:t>
            </a:r>
            <a:r>
              <a:rPr lang="en-US" sz="2400" dirty="0">
                <a:solidFill>
                  <a:schemeClr val="accent1"/>
                </a:solidFill>
              </a:rPr>
              <a:t>of the function for the actual type of the object being referenced or pointed to.</a:t>
            </a:r>
          </a:p>
          <a:p>
            <a:endParaRPr lang="en-US" sz="2400" dirty="0"/>
          </a:p>
        </p:txBody>
      </p:sp>
    </p:spTree>
    <p:extLst>
      <p:ext uri="{BB962C8B-B14F-4D97-AF65-F5344CB8AC3E}">
        <p14:creationId xmlns:p14="http://schemas.microsoft.com/office/powerpoint/2010/main" val="1355020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449F26-DE57-E8D7-93F3-1F6C60F9F3BD}"/>
              </a:ext>
            </a:extLst>
          </p:cNvPr>
          <p:cNvSpPr txBox="1"/>
          <p:nvPr/>
        </p:nvSpPr>
        <p:spPr>
          <a:xfrm>
            <a:off x="77100" y="647184"/>
            <a:ext cx="6094206" cy="6340197"/>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protected</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virtual</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override</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getValueDoubled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2</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6" name="Rectangle 5">
            <a:extLst>
              <a:ext uri="{FF2B5EF4-FFF2-40B4-BE49-F238E27FC236}">
                <a16:creationId xmlns:a16="http://schemas.microsoft.com/office/drawing/2014/main" id="{BFFD66FD-D598-AF0C-2BAA-0A1CB20B3E8F}"/>
              </a:ext>
            </a:extLst>
          </p:cNvPr>
          <p:cNvSpPr/>
          <p:nvPr/>
        </p:nvSpPr>
        <p:spPr>
          <a:xfrm>
            <a:off x="527124" y="2786230"/>
            <a:ext cx="3840480" cy="527125"/>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5BA5703-9205-EBC5-775D-3A7495F367C8}"/>
              </a:ext>
            </a:extLst>
          </p:cNvPr>
          <p:cNvSpPr txBox="1"/>
          <p:nvPr/>
        </p:nvSpPr>
        <p:spPr>
          <a:xfrm>
            <a:off x="3491751" y="86062"/>
            <a:ext cx="8512888" cy="369332"/>
          </a:xfrm>
          <a:prstGeom prst="rect">
            <a:avLst/>
          </a:prstGeom>
          <a:noFill/>
        </p:spPr>
        <p:txBody>
          <a:bodyPr wrap="square">
            <a:spAutoFit/>
          </a:bodyPr>
          <a:lstStyle/>
          <a:p>
            <a:r>
              <a:rPr lang="en-US" dirty="0"/>
              <a:t>This would have resolved to </a:t>
            </a:r>
            <a:r>
              <a:rPr lang="en-US" b="1" dirty="0">
                <a:latin typeface="Roboto Mono" panose="00000009000000000000" pitchFamily="49" charset="0"/>
                <a:ea typeface="Roboto Mono" panose="00000009000000000000" pitchFamily="49" charset="0"/>
              </a:rPr>
              <a:t>Base::</a:t>
            </a:r>
            <a:r>
              <a:rPr lang="en-US" b="1" dirty="0" err="1">
                <a:latin typeface="Roboto Mono" panose="00000009000000000000" pitchFamily="49" charset="0"/>
                <a:ea typeface="Roboto Mono" panose="00000009000000000000" pitchFamily="49" charset="0"/>
              </a:rPr>
              <a:t>getName</a:t>
            </a:r>
            <a:r>
              <a:rPr lang="en-US" b="1" dirty="0">
                <a:latin typeface="Roboto Mono" panose="00000009000000000000" pitchFamily="49" charset="0"/>
                <a:ea typeface="Roboto Mono" panose="00000009000000000000" pitchFamily="49" charset="0"/>
              </a:rPr>
              <a:t>()</a:t>
            </a:r>
            <a:r>
              <a:rPr lang="en-US" dirty="0"/>
              <a:t> because obj is </a:t>
            </a:r>
            <a:r>
              <a:rPr lang="en-US" b="1" dirty="0">
                <a:latin typeface="Roboto Mono" panose="00000009000000000000" pitchFamily="49" charset="0"/>
                <a:ea typeface="Roboto Mono" panose="00000009000000000000" pitchFamily="49" charset="0"/>
              </a:rPr>
              <a:t>Base&amp;</a:t>
            </a:r>
            <a:r>
              <a:rPr lang="en-US" dirty="0"/>
              <a:t>. </a:t>
            </a:r>
          </a:p>
        </p:txBody>
      </p:sp>
      <p:sp>
        <p:nvSpPr>
          <p:cNvPr id="9" name="TextBox 8">
            <a:extLst>
              <a:ext uri="{FF2B5EF4-FFF2-40B4-BE49-F238E27FC236}">
                <a16:creationId xmlns:a16="http://schemas.microsoft.com/office/drawing/2014/main" id="{E74F89FD-30E9-73AF-B2D8-7857A103F206}"/>
              </a:ext>
            </a:extLst>
          </p:cNvPr>
          <p:cNvSpPr txBox="1"/>
          <p:nvPr/>
        </p:nvSpPr>
        <p:spPr>
          <a:xfrm>
            <a:off x="6370321" y="2479596"/>
            <a:ext cx="5634318" cy="3754874"/>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void</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whoAmI</a:t>
            </a:r>
            <a:r>
              <a:rPr lang="en-US" sz="1400" b="0" dirty="0">
                <a:solidFill>
                  <a:srgbClr val="777777"/>
                </a:solidFill>
                <a:effectLst/>
                <a:latin typeface="Roboto Mono" panose="00000009000000000000" pitchFamily="49" charset="0"/>
              </a:rPr>
              <a:t>(</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4B69C6"/>
                </a:solidFill>
                <a:effectLst/>
                <a:latin typeface="Roboto Mono" panose="00000009000000000000" pitchFamily="49" charset="0"/>
              </a:rPr>
              <a:t>&amp;</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obj</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0" dirty="0" err="1">
                <a:solidFill>
                  <a:srgbClr val="7A3E9D"/>
                </a:solidFill>
                <a:effectLst/>
                <a:latin typeface="Roboto Mono" panose="00000009000000000000" pitchFamily="49" charset="0"/>
              </a:rPr>
              <a:t>cout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I am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obj</a:t>
            </a:r>
            <a:r>
              <a:rPr lang="en-US" sz="1400" b="0" dirty="0" err="1">
                <a:solidFill>
                  <a:srgbClr val="777777"/>
                </a:solidFill>
                <a:effectLst/>
                <a:latin typeface="Roboto Mono" panose="00000009000000000000" pitchFamily="49" charset="0"/>
              </a:rPr>
              <a:t>.</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 with value =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obj</a:t>
            </a:r>
            <a:r>
              <a:rPr lang="en-US" sz="1400" b="0" dirty="0" err="1">
                <a:solidFill>
                  <a:srgbClr val="777777"/>
                </a:solidFill>
                <a:effectLst/>
                <a:latin typeface="Roboto Mono" panose="00000009000000000000" pitchFamily="49" charset="0"/>
              </a:rPr>
              <a:t>.</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'\n';</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main</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b1</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100</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d1</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10</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whoAmI</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d1</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0</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4" name="Rectangle 3">
            <a:extLst>
              <a:ext uri="{FF2B5EF4-FFF2-40B4-BE49-F238E27FC236}">
                <a16:creationId xmlns:a16="http://schemas.microsoft.com/office/drawing/2014/main" id="{A55968CD-FEF3-099E-CA21-73C5525669EE}"/>
              </a:ext>
            </a:extLst>
          </p:cNvPr>
          <p:cNvSpPr/>
          <p:nvPr/>
        </p:nvSpPr>
        <p:spPr>
          <a:xfrm>
            <a:off x="9380667" y="2904565"/>
            <a:ext cx="1464833" cy="26893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8461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449F26-DE57-E8D7-93F3-1F6C60F9F3BD}"/>
              </a:ext>
            </a:extLst>
          </p:cNvPr>
          <p:cNvSpPr txBox="1"/>
          <p:nvPr/>
        </p:nvSpPr>
        <p:spPr>
          <a:xfrm>
            <a:off x="77100" y="647184"/>
            <a:ext cx="6094206" cy="6340197"/>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protected</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virtual</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override</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getValueDoubled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2</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7" name="TextBox 6">
            <a:extLst>
              <a:ext uri="{FF2B5EF4-FFF2-40B4-BE49-F238E27FC236}">
                <a16:creationId xmlns:a16="http://schemas.microsoft.com/office/drawing/2014/main" id="{05BA5703-9205-EBC5-775D-3A7495F367C8}"/>
              </a:ext>
            </a:extLst>
          </p:cNvPr>
          <p:cNvSpPr txBox="1"/>
          <p:nvPr/>
        </p:nvSpPr>
        <p:spPr>
          <a:xfrm>
            <a:off x="3377901" y="86062"/>
            <a:ext cx="8626738" cy="1477328"/>
          </a:xfrm>
          <a:prstGeom prst="rect">
            <a:avLst/>
          </a:prstGeom>
          <a:noFill/>
        </p:spPr>
        <p:txBody>
          <a:bodyPr wrap="square">
            <a:spAutoFit/>
          </a:bodyPr>
          <a:lstStyle/>
          <a:p>
            <a:r>
              <a:rPr lang="en-US" dirty="0"/>
              <a:t>Because it’s marked </a:t>
            </a:r>
            <a:r>
              <a:rPr lang="en-US" b="1" dirty="0">
                <a:latin typeface="Roboto Mono" panose="00000009000000000000" pitchFamily="49" charset="0"/>
                <a:ea typeface="Roboto Mono" panose="00000009000000000000" pitchFamily="49" charset="0"/>
              </a:rPr>
              <a:t>virtual</a:t>
            </a:r>
            <a:r>
              <a:rPr lang="en-US" dirty="0"/>
              <a:t>, the compiler will go to the most derived implementation (with respect to the object being referenced by </a:t>
            </a:r>
            <a:r>
              <a:rPr lang="en-US" b="1" dirty="0">
                <a:latin typeface="Roboto Mono" panose="00000009000000000000" pitchFamily="49" charset="0"/>
                <a:ea typeface="Roboto Mono" panose="00000009000000000000" pitchFamily="49" charset="0"/>
              </a:rPr>
              <a:t>obj</a:t>
            </a:r>
            <a:r>
              <a:rPr lang="en-US" dirty="0"/>
              <a:t>) of this method.</a:t>
            </a:r>
          </a:p>
          <a:p>
            <a:endParaRPr lang="en-US" dirty="0"/>
          </a:p>
          <a:p>
            <a:r>
              <a:rPr lang="en-US" dirty="0"/>
              <a:t>Note that </a:t>
            </a:r>
            <a:r>
              <a:rPr lang="en-US" b="1" dirty="0">
                <a:latin typeface="Roboto Mono" panose="00000009000000000000" pitchFamily="49" charset="0"/>
                <a:ea typeface="Roboto Mono" panose="00000009000000000000" pitchFamily="49" charset="0"/>
              </a:rPr>
              <a:t>Derived::</a:t>
            </a:r>
            <a:r>
              <a:rPr lang="en-US" b="1" dirty="0" err="1">
                <a:latin typeface="Roboto Mono" panose="00000009000000000000" pitchFamily="49" charset="0"/>
                <a:ea typeface="Roboto Mono" panose="00000009000000000000" pitchFamily="49" charset="0"/>
              </a:rPr>
              <a:t>getName</a:t>
            </a:r>
            <a:r>
              <a:rPr lang="en-US" b="1" dirty="0">
                <a:latin typeface="Roboto Mono" panose="00000009000000000000" pitchFamily="49" charset="0"/>
                <a:ea typeface="Roboto Mono" panose="00000009000000000000" pitchFamily="49" charset="0"/>
              </a:rPr>
              <a:t>()</a:t>
            </a:r>
            <a:r>
              <a:rPr lang="en-US" dirty="0"/>
              <a:t> is overriding </a:t>
            </a:r>
            <a:r>
              <a:rPr lang="en-US" b="1" dirty="0">
                <a:latin typeface="Roboto Mono" panose="00000009000000000000" pitchFamily="49" charset="0"/>
                <a:ea typeface="Roboto Mono" panose="00000009000000000000" pitchFamily="49" charset="0"/>
              </a:rPr>
              <a:t>Base::</a:t>
            </a:r>
            <a:r>
              <a:rPr lang="en-US" b="1" dirty="0" err="1">
                <a:latin typeface="Roboto Mono" panose="00000009000000000000" pitchFamily="49" charset="0"/>
                <a:ea typeface="Roboto Mono" panose="00000009000000000000" pitchFamily="49" charset="0"/>
              </a:rPr>
              <a:t>getName</a:t>
            </a:r>
            <a:r>
              <a:rPr lang="en-US" b="1" dirty="0">
                <a:latin typeface="Roboto Mono" panose="00000009000000000000" pitchFamily="49" charset="0"/>
                <a:ea typeface="Roboto Mono" panose="00000009000000000000" pitchFamily="49" charset="0"/>
              </a:rPr>
              <a:t>()</a:t>
            </a:r>
            <a:r>
              <a:rPr lang="en-US" dirty="0"/>
              <a:t> in this situation. Compiler is using the derived version instead of the base version. </a:t>
            </a:r>
          </a:p>
        </p:txBody>
      </p:sp>
      <p:sp>
        <p:nvSpPr>
          <p:cNvPr id="9" name="TextBox 8">
            <a:extLst>
              <a:ext uri="{FF2B5EF4-FFF2-40B4-BE49-F238E27FC236}">
                <a16:creationId xmlns:a16="http://schemas.microsoft.com/office/drawing/2014/main" id="{E74F89FD-30E9-73AF-B2D8-7857A103F206}"/>
              </a:ext>
            </a:extLst>
          </p:cNvPr>
          <p:cNvSpPr txBox="1"/>
          <p:nvPr/>
        </p:nvSpPr>
        <p:spPr>
          <a:xfrm>
            <a:off x="6370321" y="2479596"/>
            <a:ext cx="5634318" cy="3754874"/>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void</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whoAmI</a:t>
            </a:r>
            <a:r>
              <a:rPr lang="en-US" sz="1400" b="0" dirty="0">
                <a:solidFill>
                  <a:srgbClr val="777777"/>
                </a:solidFill>
                <a:effectLst/>
                <a:latin typeface="Roboto Mono" panose="00000009000000000000" pitchFamily="49" charset="0"/>
              </a:rPr>
              <a:t>(</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4B69C6"/>
                </a:solidFill>
                <a:effectLst/>
                <a:latin typeface="Roboto Mono" panose="00000009000000000000" pitchFamily="49" charset="0"/>
              </a:rPr>
              <a:t>&amp;</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obj</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0" dirty="0" err="1">
                <a:solidFill>
                  <a:srgbClr val="7A3E9D"/>
                </a:solidFill>
                <a:effectLst/>
                <a:latin typeface="Roboto Mono" panose="00000009000000000000" pitchFamily="49" charset="0"/>
              </a:rPr>
              <a:t>cout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I am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obj</a:t>
            </a:r>
            <a:r>
              <a:rPr lang="en-US" sz="1400" b="0" dirty="0" err="1">
                <a:solidFill>
                  <a:srgbClr val="777777"/>
                </a:solidFill>
                <a:effectLst/>
                <a:latin typeface="Roboto Mono" panose="00000009000000000000" pitchFamily="49" charset="0"/>
              </a:rPr>
              <a:t>.</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 with value =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obj</a:t>
            </a:r>
            <a:r>
              <a:rPr lang="en-US" sz="1400" b="0" dirty="0" err="1">
                <a:solidFill>
                  <a:srgbClr val="777777"/>
                </a:solidFill>
                <a:effectLst/>
                <a:latin typeface="Roboto Mono" panose="00000009000000000000" pitchFamily="49" charset="0"/>
              </a:rPr>
              <a:t>.</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'\n';</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main</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b1</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100</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d1</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10</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whoAmI</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d1</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0</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cxnSp>
        <p:nvCxnSpPr>
          <p:cNvPr id="11" name="Connector: Curved 10">
            <a:extLst>
              <a:ext uri="{FF2B5EF4-FFF2-40B4-BE49-F238E27FC236}">
                <a16:creationId xmlns:a16="http://schemas.microsoft.com/office/drawing/2014/main" id="{3AC1E12F-3BC1-3EE2-EF4C-DB8DC00BF632}"/>
              </a:ext>
            </a:extLst>
          </p:cNvPr>
          <p:cNvCxnSpPr>
            <a:cxnSpLocks/>
            <a:stCxn id="4" idx="0"/>
            <a:endCxn id="3" idx="3"/>
          </p:cNvCxnSpPr>
          <p:nvPr/>
        </p:nvCxnSpPr>
        <p:spPr>
          <a:xfrm rot="16200000" flipH="1" flipV="1">
            <a:off x="5845000" y="1545504"/>
            <a:ext cx="2909024" cy="5627145"/>
          </a:xfrm>
          <a:prstGeom prst="curvedConnector4">
            <a:avLst>
              <a:gd name="adj1" fmla="val -34114"/>
              <a:gd name="adj2" fmla="val 84229"/>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A55968CD-FEF3-099E-CA21-73C5525669EE}"/>
              </a:ext>
            </a:extLst>
          </p:cNvPr>
          <p:cNvSpPr/>
          <p:nvPr/>
        </p:nvSpPr>
        <p:spPr>
          <a:xfrm>
            <a:off x="9380667" y="2904565"/>
            <a:ext cx="1464833" cy="268938"/>
          </a:xfrm>
          <a:prstGeom prst="rect">
            <a:avLst/>
          </a:prstGeom>
          <a:noFill/>
          <a:ln w="190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955817C-4F41-8D6B-2E8A-F4FAC727920E}"/>
              </a:ext>
            </a:extLst>
          </p:cNvPr>
          <p:cNvSpPr/>
          <p:nvPr/>
        </p:nvSpPr>
        <p:spPr>
          <a:xfrm>
            <a:off x="527124" y="5550027"/>
            <a:ext cx="3958815" cy="52712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6116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449F26-DE57-E8D7-93F3-1F6C60F9F3BD}"/>
              </a:ext>
            </a:extLst>
          </p:cNvPr>
          <p:cNvSpPr txBox="1"/>
          <p:nvPr/>
        </p:nvSpPr>
        <p:spPr>
          <a:xfrm>
            <a:off x="77100" y="647184"/>
            <a:ext cx="6094206" cy="6340197"/>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protected</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virtual</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override</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getValueDoubled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2</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7" name="TextBox 6">
            <a:extLst>
              <a:ext uri="{FF2B5EF4-FFF2-40B4-BE49-F238E27FC236}">
                <a16:creationId xmlns:a16="http://schemas.microsoft.com/office/drawing/2014/main" id="{05BA5703-9205-EBC5-775D-3A7495F367C8}"/>
              </a:ext>
            </a:extLst>
          </p:cNvPr>
          <p:cNvSpPr txBox="1"/>
          <p:nvPr/>
        </p:nvSpPr>
        <p:spPr>
          <a:xfrm>
            <a:off x="3491751" y="86062"/>
            <a:ext cx="8512888" cy="923330"/>
          </a:xfrm>
          <a:prstGeom prst="rect">
            <a:avLst/>
          </a:prstGeom>
          <a:noFill/>
        </p:spPr>
        <p:txBody>
          <a:bodyPr wrap="square">
            <a:spAutoFit/>
          </a:bodyPr>
          <a:lstStyle/>
          <a:p>
            <a:r>
              <a:rPr lang="en-US" dirty="0"/>
              <a:t>Note that </a:t>
            </a:r>
            <a:r>
              <a:rPr lang="en-US" b="1" dirty="0">
                <a:latin typeface="Roboto Mono" panose="00000009000000000000" pitchFamily="49" charset="0"/>
                <a:ea typeface="Roboto Mono" panose="00000009000000000000" pitchFamily="49" charset="0"/>
              </a:rPr>
              <a:t>Base::</a:t>
            </a:r>
            <a:r>
              <a:rPr lang="en-US" b="1" dirty="0" err="1">
                <a:latin typeface="Roboto Mono" panose="00000009000000000000" pitchFamily="49" charset="0"/>
                <a:ea typeface="Roboto Mono" panose="00000009000000000000" pitchFamily="49" charset="0"/>
              </a:rPr>
              <a:t>getValue</a:t>
            </a:r>
            <a:r>
              <a:rPr lang="en-US" b="1" dirty="0">
                <a:latin typeface="Roboto Mono" panose="00000009000000000000" pitchFamily="49" charset="0"/>
                <a:ea typeface="Roboto Mono" panose="00000009000000000000" pitchFamily="49" charset="0"/>
              </a:rPr>
              <a:t>()</a:t>
            </a:r>
            <a:r>
              <a:rPr lang="en-US" dirty="0"/>
              <a:t> is not marked </a:t>
            </a:r>
            <a:r>
              <a:rPr lang="en-US" b="1" dirty="0">
                <a:latin typeface="Roboto Mono" panose="00000009000000000000" pitchFamily="49" charset="0"/>
                <a:ea typeface="Roboto Mono" panose="00000009000000000000" pitchFamily="49" charset="0"/>
              </a:rPr>
              <a:t>virtual</a:t>
            </a:r>
            <a:r>
              <a:rPr lang="en-US" dirty="0"/>
              <a:t>, because there is no need for it. Even for objects of class </a:t>
            </a:r>
            <a:r>
              <a:rPr lang="en-US" b="1" dirty="0">
                <a:latin typeface="Roboto Mono" panose="00000009000000000000" pitchFamily="49" charset="0"/>
                <a:ea typeface="Roboto Mono" panose="00000009000000000000" pitchFamily="49" charset="0"/>
              </a:rPr>
              <a:t>Derived</a:t>
            </a:r>
            <a:r>
              <a:rPr lang="en-US" dirty="0"/>
              <a:t>, I want this (inherited) method to be executed.</a:t>
            </a:r>
          </a:p>
        </p:txBody>
      </p:sp>
      <p:sp>
        <p:nvSpPr>
          <p:cNvPr id="9" name="TextBox 8">
            <a:extLst>
              <a:ext uri="{FF2B5EF4-FFF2-40B4-BE49-F238E27FC236}">
                <a16:creationId xmlns:a16="http://schemas.microsoft.com/office/drawing/2014/main" id="{E74F89FD-30E9-73AF-B2D8-7857A103F206}"/>
              </a:ext>
            </a:extLst>
          </p:cNvPr>
          <p:cNvSpPr txBox="1"/>
          <p:nvPr/>
        </p:nvSpPr>
        <p:spPr>
          <a:xfrm>
            <a:off x="6370321" y="2479596"/>
            <a:ext cx="5634318" cy="3754874"/>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void</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whoAmI</a:t>
            </a:r>
            <a:r>
              <a:rPr lang="en-US" sz="1400" b="0" dirty="0">
                <a:solidFill>
                  <a:srgbClr val="777777"/>
                </a:solidFill>
                <a:effectLst/>
                <a:latin typeface="Roboto Mono" panose="00000009000000000000" pitchFamily="49" charset="0"/>
              </a:rPr>
              <a:t>(</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4B69C6"/>
                </a:solidFill>
                <a:effectLst/>
                <a:latin typeface="Roboto Mono" panose="00000009000000000000" pitchFamily="49" charset="0"/>
              </a:rPr>
              <a:t>&amp;</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obj</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0" dirty="0" err="1">
                <a:solidFill>
                  <a:srgbClr val="7A3E9D"/>
                </a:solidFill>
                <a:effectLst/>
                <a:latin typeface="Roboto Mono" panose="00000009000000000000" pitchFamily="49" charset="0"/>
              </a:rPr>
              <a:t>cout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I am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obj</a:t>
            </a:r>
            <a:r>
              <a:rPr lang="en-US" sz="1400" b="0" dirty="0" err="1">
                <a:solidFill>
                  <a:srgbClr val="777777"/>
                </a:solidFill>
                <a:effectLst/>
                <a:latin typeface="Roboto Mono" panose="00000009000000000000" pitchFamily="49" charset="0"/>
              </a:rPr>
              <a:t>.</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 with value =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obj</a:t>
            </a:r>
            <a:r>
              <a:rPr lang="en-US" sz="1400" b="0" dirty="0" err="1">
                <a:solidFill>
                  <a:srgbClr val="777777"/>
                </a:solidFill>
                <a:effectLst/>
                <a:latin typeface="Roboto Mono" panose="00000009000000000000" pitchFamily="49" charset="0"/>
              </a:rPr>
              <a:t>.</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'\n';</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main</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b1</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100</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d1</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10</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whoAmI</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d1</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0</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3" name="Rectangle 2">
            <a:extLst>
              <a:ext uri="{FF2B5EF4-FFF2-40B4-BE49-F238E27FC236}">
                <a16:creationId xmlns:a16="http://schemas.microsoft.com/office/drawing/2014/main" id="{6955817C-4F41-8D6B-2E8A-F4FAC727920E}"/>
              </a:ext>
            </a:extLst>
          </p:cNvPr>
          <p:cNvSpPr/>
          <p:nvPr/>
        </p:nvSpPr>
        <p:spPr>
          <a:xfrm>
            <a:off x="537881" y="3406565"/>
            <a:ext cx="4432152" cy="33709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Connector: Curved 7">
            <a:extLst>
              <a:ext uri="{FF2B5EF4-FFF2-40B4-BE49-F238E27FC236}">
                <a16:creationId xmlns:a16="http://schemas.microsoft.com/office/drawing/2014/main" id="{C86EBF29-B36A-42C3-552C-9F29C01ED315}"/>
              </a:ext>
            </a:extLst>
          </p:cNvPr>
          <p:cNvCxnSpPr>
            <a:cxnSpLocks/>
            <a:stCxn id="7" idx="1"/>
            <a:endCxn id="3" idx="3"/>
          </p:cNvCxnSpPr>
          <p:nvPr/>
        </p:nvCxnSpPr>
        <p:spPr>
          <a:xfrm rot="10800000" flipH="1" flipV="1">
            <a:off x="3491751" y="547727"/>
            <a:ext cx="1478282" cy="3027386"/>
          </a:xfrm>
          <a:prstGeom prst="curvedConnector5">
            <a:avLst>
              <a:gd name="adj1" fmla="val -15464"/>
              <a:gd name="adj2" fmla="val 54841"/>
              <a:gd name="adj3" fmla="val 115464"/>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6575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7121C-7166-1A0C-8341-6DEBE79A54F6}"/>
              </a:ext>
            </a:extLst>
          </p:cNvPr>
          <p:cNvSpPr>
            <a:spLocks noGrp="1"/>
          </p:cNvSpPr>
          <p:nvPr>
            <p:ph type="title"/>
          </p:nvPr>
        </p:nvSpPr>
        <p:spPr/>
        <p:txBody>
          <a:bodyPr/>
          <a:lstStyle/>
          <a:p>
            <a:r>
              <a:rPr lang="en-US" dirty="0"/>
              <a:t>Virtual Functions</a:t>
            </a:r>
          </a:p>
        </p:txBody>
      </p:sp>
      <p:sp>
        <p:nvSpPr>
          <p:cNvPr id="3" name="Content Placeholder 2">
            <a:extLst>
              <a:ext uri="{FF2B5EF4-FFF2-40B4-BE49-F238E27FC236}">
                <a16:creationId xmlns:a16="http://schemas.microsoft.com/office/drawing/2014/main" id="{31DA7A75-6EF1-CF1E-D8D3-32764EBC8FB9}"/>
              </a:ext>
            </a:extLst>
          </p:cNvPr>
          <p:cNvSpPr>
            <a:spLocks noGrp="1"/>
          </p:cNvSpPr>
          <p:nvPr>
            <p:ph idx="1"/>
          </p:nvPr>
        </p:nvSpPr>
        <p:spPr/>
        <p:txBody>
          <a:bodyPr>
            <a:normAutofit fontScale="85000" lnSpcReduction="20000"/>
          </a:bodyPr>
          <a:lstStyle/>
          <a:p>
            <a:r>
              <a:rPr lang="en-US" dirty="0"/>
              <a:t>The sacrifice we made: </a:t>
            </a:r>
            <a:r>
              <a:rPr lang="en-US" i="1" dirty="0"/>
              <a:t>The parent type pointer cannot see the child’s members.</a:t>
            </a:r>
            <a:endParaRPr lang="en-US" dirty="0"/>
          </a:p>
          <a:p>
            <a:endParaRPr lang="en-US" dirty="0"/>
          </a:p>
          <a:p>
            <a:r>
              <a:rPr lang="en-US" dirty="0"/>
              <a:t>Marking our member functions </a:t>
            </a:r>
            <a:r>
              <a:rPr lang="en-US" b="1" dirty="0">
                <a:latin typeface="Roboto Mono" panose="00000009000000000000" pitchFamily="49" charset="0"/>
                <a:ea typeface="Roboto Mono" panose="00000009000000000000" pitchFamily="49" charset="0"/>
              </a:rPr>
              <a:t>virtual</a:t>
            </a:r>
            <a:r>
              <a:rPr lang="en-US" dirty="0"/>
              <a:t> will change this behavior.</a:t>
            </a:r>
          </a:p>
          <a:p>
            <a:endParaRPr lang="en-US" dirty="0"/>
          </a:p>
          <a:p>
            <a:r>
              <a:rPr lang="en-US" dirty="0"/>
              <a:t>A </a:t>
            </a:r>
            <a:r>
              <a:rPr lang="en-US" b="1" dirty="0">
                <a:latin typeface="Roboto Mono" panose="00000009000000000000" pitchFamily="49" charset="0"/>
                <a:ea typeface="Roboto Mono" panose="00000009000000000000" pitchFamily="49" charset="0"/>
              </a:rPr>
              <a:t>virtual</a:t>
            </a:r>
            <a:r>
              <a:rPr lang="en-US" dirty="0"/>
              <a:t> function when called, resolves to the </a:t>
            </a:r>
            <a:r>
              <a:rPr lang="en-US" b="1" dirty="0"/>
              <a:t>most-derived version </a:t>
            </a:r>
            <a:r>
              <a:rPr lang="en-US" dirty="0"/>
              <a:t>of the function for the actual type of the object being referenced or pointed to.</a:t>
            </a:r>
          </a:p>
          <a:p>
            <a:endParaRPr lang="en-US" dirty="0"/>
          </a:p>
          <a:p>
            <a:r>
              <a:rPr lang="en-US" dirty="0">
                <a:solidFill>
                  <a:schemeClr val="accent1"/>
                </a:solidFill>
              </a:rPr>
              <a:t>A derived function is considered a match if it has the same signature (name, parameter types, and whether it is const) and return type as the base version of the function. </a:t>
            </a:r>
          </a:p>
          <a:p>
            <a:pPr lvl="1"/>
            <a:r>
              <a:rPr lang="en-US" dirty="0">
                <a:solidFill>
                  <a:schemeClr val="accent1"/>
                </a:solidFill>
              </a:rPr>
              <a:t>Such functions are called </a:t>
            </a:r>
            <a:r>
              <a:rPr lang="en-US" b="1" dirty="0">
                <a:solidFill>
                  <a:schemeClr val="accent1"/>
                </a:solidFill>
              </a:rPr>
              <a:t>overrides</a:t>
            </a:r>
            <a:r>
              <a:rPr lang="en-US" dirty="0">
                <a:solidFill>
                  <a:schemeClr val="accent1"/>
                </a:solidFill>
              </a:rPr>
              <a:t>.</a:t>
            </a:r>
          </a:p>
          <a:p>
            <a:pPr lvl="1"/>
            <a:r>
              <a:rPr lang="en-US" dirty="0">
                <a:solidFill>
                  <a:schemeClr val="accent1"/>
                </a:solidFill>
              </a:rPr>
              <a:t>Recommended to write </a:t>
            </a:r>
            <a:r>
              <a:rPr lang="en-US" b="1" dirty="0">
                <a:solidFill>
                  <a:schemeClr val="accent1"/>
                </a:solidFill>
                <a:latin typeface="Roboto Mono" panose="00000009000000000000" pitchFamily="49" charset="0"/>
                <a:ea typeface="Roboto Mono" panose="00000009000000000000" pitchFamily="49" charset="0"/>
              </a:rPr>
              <a:t>“override”</a:t>
            </a:r>
            <a:r>
              <a:rPr lang="en-US" dirty="0">
                <a:solidFill>
                  <a:schemeClr val="accent1"/>
                </a:solidFill>
              </a:rPr>
              <a:t> for overrides.</a:t>
            </a:r>
          </a:p>
        </p:txBody>
      </p:sp>
    </p:spTree>
    <p:extLst>
      <p:ext uri="{BB962C8B-B14F-4D97-AF65-F5344CB8AC3E}">
        <p14:creationId xmlns:p14="http://schemas.microsoft.com/office/powerpoint/2010/main" val="303717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FE99493-CCBD-EDBE-1C6F-5816E29ECC8D}"/>
              </a:ext>
            </a:extLst>
          </p:cNvPr>
          <p:cNvSpPr txBox="1"/>
          <p:nvPr/>
        </p:nvSpPr>
        <p:spPr>
          <a:xfrm>
            <a:off x="77100" y="647184"/>
            <a:ext cx="6094206" cy="6340197"/>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protected</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virtual</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override</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getValueDoubled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2</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7" name="TextBox 6">
            <a:extLst>
              <a:ext uri="{FF2B5EF4-FFF2-40B4-BE49-F238E27FC236}">
                <a16:creationId xmlns:a16="http://schemas.microsoft.com/office/drawing/2014/main" id="{31C1D23A-A599-E009-DB84-22CB1826CD5B}"/>
              </a:ext>
            </a:extLst>
          </p:cNvPr>
          <p:cNvSpPr txBox="1"/>
          <p:nvPr/>
        </p:nvSpPr>
        <p:spPr>
          <a:xfrm>
            <a:off x="3491751" y="86062"/>
            <a:ext cx="8512888" cy="2031325"/>
          </a:xfrm>
          <a:prstGeom prst="rect">
            <a:avLst/>
          </a:prstGeom>
          <a:noFill/>
        </p:spPr>
        <p:txBody>
          <a:bodyPr wrap="square">
            <a:spAutoFit/>
          </a:bodyPr>
          <a:lstStyle/>
          <a:p>
            <a:r>
              <a:rPr lang="en-US" dirty="0"/>
              <a:t>Note that the </a:t>
            </a:r>
            <a:r>
              <a:rPr lang="en-US" b="1" dirty="0"/>
              <a:t>overriding method </a:t>
            </a:r>
            <a:r>
              <a:rPr lang="en-US" dirty="0"/>
              <a:t>should have the </a:t>
            </a:r>
            <a:r>
              <a:rPr lang="en-US" b="1" dirty="0"/>
              <a:t>same</a:t>
            </a:r>
            <a:r>
              <a:rPr lang="en-US" dirty="0"/>
              <a:t>,</a:t>
            </a:r>
          </a:p>
          <a:p>
            <a:pPr marL="285750" indent="-285750">
              <a:buFont typeface="Arial" panose="020B0604020202020204" pitchFamily="34" charset="0"/>
              <a:buChar char="•"/>
            </a:pPr>
            <a:r>
              <a:rPr lang="en-US" dirty="0"/>
              <a:t>Signature (i.e., name, parameter types, and whether it is </a:t>
            </a:r>
            <a:r>
              <a:rPr lang="en-US" b="1" dirty="0">
                <a:latin typeface="Roboto Mono" panose="00000009000000000000" pitchFamily="49" charset="0"/>
                <a:ea typeface="Roboto Mono" panose="00000009000000000000" pitchFamily="49" charset="0"/>
              </a:rPr>
              <a:t>const</a:t>
            </a:r>
            <a:r>
              <a:rPr lang="en-US" dirty="0"/>
              <a:t>), and,</a:t>
            </a:r>
          </a:p>
          <a:p>
            <a:pPr marL="285750" indent="-285750">
              <a:buFont typeface="Arial" panose="020B0604020202020204" pitchFamily="34" charset="0"/>
              <a:buChar char="•"/>
            </a:pPr>
            <a:r>
              <a:rPr lang="en-US" dirty="0"/>
              <a:t>Return type, </a:t>
            </a:r>
          </a:p>
          <a:p>
            <a:r>
              <a:rPr lang="en-US" dirty="0"/>
              <a:t>as the </a:t>
            </a:r>
            <a:r>
              <a:rPr lang="en-US" b="1" dirty="0"/>
              <a:t>base version </a:t>
            </a:r>
            <a:r>
              <a:rPr lang="en-US" dirty="0"/>
              <a:t>of the function</a:t>
            </a:r>
          </a:p>
          <a:p>
            <a:endParaRPr lang="en-US" dirty="0"/>
          </a:p>
          <a:p>
            <a:r>
              <a:rPr lang="en-US" i="1" dirty="0">
                <a:solidFill>
                  <a:schemeClr val="accent1"/>
                </a:solidFill>
              </a:rPr>
              <a:t>Note that even though you haven’t written </a:t>
            </a:r>
            <a:r>
              <a:rPr lang="en-US" b="1" dirty="0">
                <a:solidFill>
                  <a:schemeClr val="accent1"/>
                </a:solidFill>
                <a:latin typeface="Roboto Mono" panose="00000009000000000000" pitchFamily="49" charset="0"/>
                <a:ea typeface="Roboto Mono" panose="00000009000000000000" pitchFamily="49" charset="0"/>
              </a:rPr>
              <a:t>virtual</a:t>
            </a:r>
            <a:r>
              <a:rPr lang="en-US" i="1" dirty="0">
                <a:solidFill>
                  <a:schemeClr val="accent1"/>
                </a:solidFill>
              </a:rPr>
              <a:t> with </a:t>
            </a:r>
            <a:r>
              <a:rPr lang="en-US" b="1" dirty="0">
                <a:solidFill>
                  <a:schemeClr val="accent1"/>
                </a:solidFill>
                <a:latin typeface="Roboto Mono" panose="00000009000000000000" pitchFamily="49" charset="0"/>
                <a:ea typeface="Roboto Mono" panose="00000009000000000000" pitchFamily="49" charset="0"/>
              </a:rPr>
              <a:t>Derived::</a:t>
            </a:r>
            <a:r>
              <a:rPr lang="en-US" b="1" dirty="0" err="1">
                <a:solidFill>
                  <a:schemeClr val="accent1"/>
                </a:solidFill>
                <a:latin typeface="Roboto Mono" panose="00000009000000000000" pitchFamily="49" charset="0"/>
                <a:ea typeface="Roboto Mono" panose="00000009000000000000" pitchFamily="49" charset="0"/>
              </a:rPr>
              <a:t>getName</a:t>
            </a:r>
            <a:r>
              <a:rPr lang="en-US" b="1" dirty="0">
                <a:solidFill>
                  <a:schemeClr val="accent1"/>
                </a:solidFill>
                <a:latin typeface="Roboto Mono" panose="00000009000000000000" pitchFamily="49" charset="0"/>
                <a:ea typeface="Roboto Mono" panose="00000009000000000000" pitchFamily="49" charset="0"/>
              </a:rPr>
              <a:t>()</a:t>
            </a:r>
            <a:r>
              <a:rPr lang="en-US" i="1" dirty="0">
                <a:solidFill>
                  <a:schemeClr val="accent1"/>
                </a:solidFill>
              </a:rPr>
              <a:t>, it is </a:t>
            </a:r>
            <a:r>
              <a:rPr lang="en-US" i="1" u="sng" dirty="0">
                <a:solidFill>
                  <a:schemeClr val="accent1"/>
                </a:solidFill>
              </a:rPr>
              <a:t>implicitly assumed to be </a:t>
            </a:r>
            <a:r>
              <a:rPr lang="en-US" b="1" u="sng" dirty="0">
                <a:solidFill>
                  <a:schemeClr val="accent1"/>
                </a:solidFill>
                <a:latin typeface="Roboto Mono" panose="00000009000000000000" pitchFamily="49" charset="0"/>
                <a:ea typeface="Roboto Mono" panose="00000009000000000000" pitchFamily="49" charset="0"/>
              </a:rPr>
              <a:t>virtual</a:t>
            </a:r>
            <a:r>
              <a:rPr lang="en-US" i="1" dirty="0">
                <a:solidFill>
                  <a:schemeClr val="accent1"/>
                </a:solidFill>
              </a:rPr>
              <a:t>.</a:t>
            </a:r>
          </a:p>
        </p:txBody>
      </p:sp>
      <p:sp>
        <p:nvSpPr>
          <p:cNvPr id="8" name="TextBox 7">
            <a:extLst>
              <a:ext uri="{FF2B5EF4-FFF2-40B4-BE49-F238E27FC236}">
                <a16:creationId xmlns:a16="http://schemas.microsoft.com/office/drawing/2014/main" id="{FA96165B-5612-4B56-425A-8AD2A58DA102}"/>
              </a:ext>
            </a:extLst>
          </p:cNvPr>
          <p:cNvSpPr txBox="1"/>
          <p:nvPr/>
        </p:nvSpPr>
        <p:spPr>
          <a:xfrm>
            <a:off x="6370321" y="2479596"/>
            <a:ext cx="5634318" cy="3754874"/>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void</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whoAmI</a:t>
            </a:r>
            <a:r>
              <a:rPr lang="en-US" sz="1400" b="0" dirty="0">
                <a:solidFill>
                  <a:srgbClr val="777777"/>
                </a:solidFill>
                <a:effectLst/>
                <a:latin typeface="Roboto Mono" panose="00000009000000000000" pitchFamily="49" charset="0"/>
              </a:rPr>
              <a:t>(</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4B69C6"/>
                </a:solidFill>
                <a:effectLst/>
                <a:latin typeface="Roboto Mono" panose="00000009000000000000" pitchFamily="49" charset="0"/>
              </a:rPr>
              <a:t>&amp;</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obj</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0" dirty="0" err="1">
                <a:solidFill>
                  <a:srgbClr val="7A3E9D"/>
                </a:solidFill>
                <a:effectLst/>
                <a:latin typeface="Roboto Mono" panose="00000009000000000000" pitchFamily="49" charset="0"/>
              </a:rPr>
              <a:t>cout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I am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obj</a:t>
            </a:r>
            <a:r>
              <a:rPr lang="en-US" sz="1400" b="0" dirty="0" err="1">
                <a:solidFill>
                  <a:srgbClr val="777777"/>
                </a:solidFill>
                <a:effectLst/>
                <a:latin typeface="Roboto Mono" panose="00000009000000000000" pitchFamily="49" charset="0"/>
              </a:rPr>
              <a:t>.</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 with value =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obj</a:t>
            </a:r>
            <a:r>
              <a:rPr lang="en-US" sz="1400" b="0" dirty="0" err="1">
                <a:solidFill>
                  <a:srgbClr val="777777"/>
                </a:solidFill>
                <a:effectLst/>
                <a:latin typeface="Roboto Mono" panose="00000009000000000000" pitchFamily="49" charset="0"/>
              </a:rPr>
              <a:t>.</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'\n';</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main</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b1</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100</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d1</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10</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whoAmI</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d1</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0</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13" name="Rectangle 12">
            <a:extLst>
              <a:ext uri="{FF2B5EF4-FFF2-40B4-BE49-F238E27FC236}">
                <a16:creationId xmlns:a16="http://schemas.microsoft.com/office/drawing/2014/main" id="{C1182487-CAEC-8DE9-663A-EA79A59FDDB2}"/>
              </a:ext>
            </a:extLst>
          </p:cNvPr>
          <p:cNvSpPr/>
          <p:nvPr/>
        </p:nvSpPr>
        <p:spPr>
          <a:xfrm>
            <a:off x="527124" y="5550027"/>
            <a:ext cx="3958815" cy="52712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96F5663-E805-0804-B0A8-E1773924079D}"/>
              </a:ext>
            </a:extLst>
          </p:cNvPr>
          <p:cNvSpPr/>
          <p:nvPr/>
        </p:nvSpPr>
        <p:spPr>
          <a:xfrm>
            <a:off x="527124" y="2786230"/>
            <a:ext cx="3840480" cy="5271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2371E34-D853-4CDA-8EAE-BE8403988F8C}"/>
              </a:ext>
            </a:extLst>
          </p:cNvPr>
          <p:cNvSpPr/>
          <p:nvPr/>
        </p:nvSpPr>
        <p:spPr>
          <a:xfrm>
            <a:off x="1366220" y="2818504"/>
            <a:ext cx="2969110" cy="236669"/>
          </a:xfrm>
          <a:prstGeom prst="rect">
            <a:avLst/>
          </a:prstGeom>
          <a:solidFill>
            <a:srgbClr val="FFFF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BD857A9-9712-2EF0-4B01-3CB75BAD1209}"/>
              </a:ext>
            </a:extLst>
          </p:cNvPr>
          <p:cNvSpPr/>
          <p:nvPr/>
        </p:nvSpPr>
        <p:spPr>
          <a:xfrm>
            <a:off x="527124" y="5576920"/>
            <a:ext cx="2969110" cy="236669"/>
          </a:xfrm>
          <a:prstGeom prst="rect">
            <a:avLst/>
          </a:prstGeom>
          <a:solidFill>
            <a:srgbClr val="FFFF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3830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FE99493-CCBD-EDBE-1C6F-5816E29ECC8D}"/>
              </a:ext>
            </a:extLst>
          </p:cNvPr>
          <p:cNvSpPr txBox="1"/>
          <p:nvPr/>
        </p:nvSpPr>
        <p:spPr>
          <a:xfrm>
            <a:off x="77100" y="647184"/>
            <a:ext cx="6094206" cy="6340197"/>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protected</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virtual</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chemeClr val="bg1"/>
                </a:solidFill>
                <a:effectLst/>
                <a:latin typeface="Roboto Mono" panose="00000009000000000000" pitchFamily="49" charset="0"/>
              </a:rPr>
              <a:t>const </a:t>
            </a:r>
            <a:r>
              <a:rPr lang="en-US" sz="1400" b="0" dirty="0">
                <a:solidFill>
                  <a:srgbClr val="4B69C6"/>
                </a:solidFill>
                <a:effectLst/>
                <a:latin typeface="Roboto Mono" panose="00000009000000000000" pitchFamily="49" charset="0"/>
              </a:rPr>
              <a:t>override</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getValueDoubled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2</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7" name="TextBox 6">
            <a:extLst>
              <a:ext uri="{FF2B5EF4-FFF2-40B4-BE49-F238E27FC236}">
                <a16:creationId xmlns:a16="http://schemas.microsoft.com/office/drawing/2014/main" id="{31C1D23A-A599-E009-DB84-22CB1826CD5B}"/>
              </a:ext>
            </a:extLst>
          </p:cNvPr>
          <p:cNvSpPr txBox="1"/>
          <p:nvPr/>
        </p:nvSpPr>
        <p:spPr>
          <a:xfrm>
            <a:off x="3491751" y="86062"/>
            <a:ext cx="8512888" cy="1754326"/>
          </a:xfrm>
          <a:prstGeom prst="rect">
            <a:avLst/>
          </a:prstGeom>
          <a:noFill/>
        </p:spPr>
        <p:txBody>
          <a:bodyPr wrap="square">
            <a:spAutoFit/>
          </a:bodyPr>
          <a:lstStyle/>
          <a:p>
            <a:r>
              <a:rPr lang="en-US" dirty="0"/>
              <a:t>This </a:t>
            </a:r>
            <a:r>
              <a:rPr lang="en-US" b="1" dirty="0">
                <a:latin typeface="Roboto Mono" panose="00000009000000000000" pitchFamily="49" charset="0"/>
                <a:ea typeface="Roboto Mono" panose="00000009000000000000" pitchFamily="49" charset="0"/>
              </a:rPr>
              <a:t>override</a:t>
            </a:r>
            <a:r>
              <a:rPr lang="en-US" dirty="0"/>
              <a:t> is optional. However, it is highly recommended to use. </a:t>
            </a:r>
          </a:p>
          <a:p>
            <a:r>
              <a:rPr lang="en-US" dirty="0"/>
              <a:t>You may recall from your lab how you were encountering mistakes. Using </a:t>
            </a:r>
            <a:r>
              <a:rPr lang="en-US" b="1" dirty="0">
                <a:latin typeface="Roboto Mono" panose="00000009000000000000" pitchFamily="49" charset="0"/>
                <a:ea typeface="Roboto Mono" panose="00000009000000000000" pitchFamily="49" charset="0"/>
              </a:rPr>
              <a:t>override</a:t>
            </a:r>
            <a:r>
              <a:rPr lang="en-US" dirty="0"/>
              <a:t> would have alerted you.</a:t>
            </a:r>
          </a:p>
          <a:p>
            <a:endParaRPr lang="en-US" dirty="0"/>
          </a:p>
          <a:p>
            <a:r>
              <a:rPr lang="en-US" dirty="0"/>
              <a:t>e.g. This is the error you were getting (I have forgotten to add </a:t>
            </a:r>
            <a:r>
              <a:rPr lang="en-US" b="1" dirty="0">
                <a:latin typeface="Roboto Mono" panose="00000009000000000000" pitchFamily="49" charset="0"/>
                <a:ea typeface="Roboto Mono" panose="00000009000000000000" pitchFamily="49" charset="0"/>
              </a:rPr>
              <a:t>const</a:t>
            </a:r>
            <a:r>
              <a:rPr lang="en-US" dirty="0"/>
              <a:t> here). </a:t>
            </a:r>
          </a:p>
          <a:p>
            <a:r>
              <a:rPr lang="en-US" i="1" dirty="0">
                <a:solidFill>
                  <a:schemeClr val="accent1"/>
                </a:solidFill>
              </a:rPr>
              <a:t>The warnings are relevant to a future topic – </a:t>
            </a:r>
            <a:r>
              <a:rPr lang="en-US" b="1" i="1" dirty="0">
                <a:solidFill>
                  <a:schemeClr val="accent1"/>
                </a:solidFill>
              </a:rPr>
              <a:t>virtual destructors</a:t>
            </a:r>
            <a:r>
              <a:rPr lang="en-US" i="1" dirty="0">
                <a:solidFill>
                  <a:schemeClr val="accent1"/>
                </a:solidFill>
              </a:rPr>
              <a:t>.</a:t>
            </a:r>
          </a:p>
        </p:txBody>
      </p:sp>
      <p:sp>
        <p:nvSpPr>
          <p:cNvPr id="13" name="Rectangle 12">
            <a:extLst>
              <a:ext uri="{FF2B5EF4-FFF2-40B4-BE49-F238E27FC236}">
                <a16:creationId xmlns:a16="http://schemas.microsoft.com/office/drawing/2014/main" id="{C1182487-CAEC-8DE9-663A-EA79A59FDDB2}"/>
              </a:ext>
            </a:extLst>
          </p:cNvPr>
          <p:cNvSpPr/>
          <p:nvPr/>
        </p:nvSpPr>
        <p:spPr>
          <a:xfrm>
            <a:off x="527124" y="5550027"/>
            <a:ext cx="3958815" cy="52712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96F5663-E805-0804-B0A8-E1773924079D}"/>
              </a:ext>
            </a:extLst>
          </p:cNvPr>
          <p:cNvSpPr/>
          <p:nvPr/>
        </p:nvSpPr>
        <p:spPr>
          <a:xfrm>
            <a:off x="527124" y="2786230"/>
            <a:ext cx="3840480" cy="5271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D7F0315-C9F9-81A4-6492-A87578D44A06}"/>
              </a:ext>
            </a:extLst>
          </p:cNvPr>
          <p:cNvPicPr>
            <a:picLocks noChangeAspect="1"/>
          </p:cNvPicPr>
          <p:nvPr/>
        </p:nvPicPr>
        <p:blipFill>
          <a:blip r:embed="rId2"/>
          <a:stretch>
            <a:fillRect/>
          </a:stretch>
        </p:blipFill>
        <p:spPr>
          <a:xfrm>
            <a:off x="5201254" y="2124512"/>
            <a:ext cx="6803386" cy="2813248"/>
          </a:xfrm>
          <a:prstGeom prst="rect">
            <a:avLst/>
          </a:prstGeom>
          <a:ln>
            <a:solidFill>
              <a:schemeClr val="tx1"/>
            </a:solidFill>
          </a:ln>
        </p:spPr>
      </p:pic>
      <p:sp>
        <p:nvSpPr>
          <p:cNvPr id="4" name="Rectangle 3">
            <a:extLst>
              <a:ext uri="{FF2B5EF4-FFF2-40B4-BE49-F238E27FC236}">
                <a16:creationId xmlns:a16="http://schemas.microsoft.com/office/drawing/2014/main" id="{684D9C93-7B62-7EB5-2CC3-6DD4A5D305E2}"/>
              </a:ext>
            </a:extLst>
          </p:cNvPr>
          <p:cNvSpPr/>
          <p:nvPr/>
        </p:nvSpPr>
        <p:spPr>
          <a:xfrm>
            <a:off x="5084716" y="2952013"/>
            <a:ext cx="7030184" cy="72710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8494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F6ED4B2-0242-3199-05DD-BBF6F73826E3}"/>
              </a:ext>
            </a:extLst>
          </p:cNvPr>
          <p:cNvPicPr>
            <a:picLocks noChangeAspect="1"/>
          </p:cNvPicPr>
          <p:nvPr/>
        </p:nvPicPr>
        <p:blipFill>
          <a:blip r:embed="rId2"/>
          <a:stretch>
            <a:fillRect/>
          </a:stretch>
        </p:blipFill>
        <p:spPr>
          <a:xfrm>
            <a:off x="5507307" y="2866912"/>
            <a:ext cx="6497332" cy="892885"/>
          </a:xfrm>
          <a:prstGeom prst="rect">
            <a:avLst/>
          </a:prstGeom>
        </p:spPr>
      </p:pic>
      <p:sp>
        <p:nvSpPr>
          <p:cNvPr id="5" name="TextBox 4">
            <a:extLst>
              <a:ext uri="{FF2B5EF4-FFF2-40B4-BE49-F238E27FC236}">
                <a16:creationId xmlns:a16="http://schemas.microsoft.com/office/drawing/2014/main" id="{0FE99493-CCBD-EDBE-1C6F-5816E29ECC8D}"/>
              </a:ext>
            </a:extLst>
          </p:cNvPr>
          <p:cNvSpPr txBox="1"/>
          <p:nvPr/>
        </p:nvSpPr>
        <p:spPr>
          <a:xfrm>
            <a:off x="77100" y="647184"/>
            <a:ext cx="6094206" cy="6340197"/>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protected</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chemeClr val="bg1"/>
                </a:solidFill>
                <a:effectLst/>
                <a:latin typeface="Roboto Mono" panose="00000009000000000000" pitchFamily="49" charset="0"/>
              </a:rPr>
              <a:t>virtual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1" dirty="0">
                <a:solidFill>
                  <a:srgbClr val="7A3E9D"/>
                </a:solidFill>
                <a:latin typeface="Roboto Mono" panose="00000009000000000000" pitchFamily="49" charset="0"/>
              </a:rPr>
              <a:t>std</a:t>
            </a:r>
            <a:r>
              <a:rPr lang="en-US" sz="1400" dirty="0">
                <a:solidFill>
                  <a:srgbClr val="777777"/>
                </a:solidFill>
                <a:latin typeface="Roboto Mono" panose="00000009000000000000" pitchFamily="49" charset="0"/>
              </a:rPr>
              <a:t>::</a:t>
            </a:r>
            <a:r>
              <a:rPr lang="en-US" sz="1400" b="1" dirty="0">
                <a:solidFill>
                  <a:srgbClr val="7A3E9D"/>
                </a:solidFill>
                <a:latin typeface="Roboto Mono" panose="00000009000000000000" pitchFamily="49" charset="0"/>
              </a:rPr>
              <a:t>string</a:t>
            </a:r>
            <a:r>
              <a:rPr lang="en-US" sz="1400" dirty="0">
                <a:solidFill>
                  <a:srgbClr val="333333"/>
                </a:solidFill>
                <a:latin typeface="Roboto Mono" panose="00000009000000000000" pitchFamily="49" charset="0"/>
              </a:rPr>
              <a:t> </a:t>
            </a:r>
            <a:r>
              <a:rPr lang="en-US" sz="1400" b="1" dirty="0" err="1">
                <a:solidFill>
                  <a:srgbClr val="AA3731"/>
                </a:solidFill>
                <a:latin typeface="Roboto Mono" panose="00000009000000000000" pitchFamily="49" charset="0"/>
              </a:rPr>
              <a:t>getName</a:t>
            </a:r>
            <a:r>
              <a:rPr lang="en-US" sz="1400" dirty="0">
                <a:solidFill>
                  <a:srgbClr val="777777"/>
                </a:solidFill>
                <a:latin typeface="Roboto Mono" panose="00000009000000000000" pitchFamily="49" charset="0"/>
              </a:rPr>
              <a:t>()</a:t>
            </a:r>
            <a:r>
              <a:rPr lang="en-US" sz="1400" dirty="0">
                <a:solidFill>
                  <a:srgbClr val="333333"/>
                </a:solidFill>
                <a:latin typeface="Roboto Mono" panose="00000009000000000000" pitchFamily="49" charset="0"/>
              </a:rPr>
              <a:t> </a:t>
            </a:r>
            <a:r>
              <a:rPr lang="en-US" sz="1400" dirty="0">
                <a:solidFill>
                  <a:srgbClr val="4B69C6"/>
                </a:solidFill>
                <a:latin typeface="Roboto Mono" panose="00000009000000000000" pitchFamily="49" charset="0"/>
              </a:rPr>
              <a:t>const</a:t>
            </a:r>
            <a:r>
              <a:rPr lang="en-US" sz="1400" dirty="0">
                <a:solidFill>
                  <a:srgbClr val="333333"/>
                </a:solidFill>
                <a:latin typeface="Roboto Mono" panose="00000009000000000000" pitchFamily="49" charset="0"/>
              </a:rPr>
              <a:t> </a:t>
            </a:r>
            <a:r>
              <a:rPr lang="en-US" sz="1400" dirty="0">
                <a:solidFill>
                  <a:srgbClr val="4B69C6"/>
                </a:solidFill>
                <a:latin typeface="Roboto Mono" panose="00000009000000000000" pitchFamily="49" charset="0"/>
              </a:rPr>
              <a:t>override</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getValueDoubled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m_value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2</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7" name="TextBox 6">
            <a:extLst>
              <a:ext uri="{FF2B5EF4-FFF2-40B4-BE49-F238E27FC236}">
                <a16:creationId xmlns:a16="http://schemas.microsoft.com/office/drawing/2014/main" id="{31C1D23A-A599-E009-DB84-22CB1826CD5B}"/>
              </a:ext>
            </a:extLst>
          </p:cNvPr>
          <p:cNvSpPr txBox="1"/>
          <p:nvPr/>
        </p:nvSpPr>
        <p:spPr>
          <a:xfrm>
            <a:off x="3491751" y="86062"/>
            <a:ext cx="8512888" cy="646331"/>
          </a:xfrm>
          <a:prstGeom prst="rect">
            <a:avLst/>
          </a:prstGeom>
          <a:noFill/>
        </p:spPr>
        <p:txBody>
          <a:bodyPr wrap="square">
            <a:spAutoFit/>
          </a:bodyPr>
          <a:lstStyle/>
          <a:p>
            <a:r>
              <a:rPr lang="en-US" dirty="0"/>
              <a:t>This is another error that </a:t>
            </a:r>
            <a:r>
              <a:rPr lang="en-US" b="1" dirty="0">
                <a:latin typeface="Roboto Mono" panose="00000009000000000000" pitchFamily="49" charset="0"/>
                <a:ea typeface="Roboto Mono" panose="00000009000000000000" pitchFamily="49" charset="0"/>
              </a:rPr>
              <a:t>override</a:t>
            </a:r>
            <a:r>
              <a:rPr lang="en-US" dirty="0"/>
              <a:t> helps you with (I haven’t marked the base method as </a:t>
            </a:r>
            <a:r>
              <a:rPr lang="en-US" b="1" dirty="0">
                <a:latin typeface="Roboto Mono" panose="00000009000000000000" pitchFamily="49" charset="0"/>
                <a:ea typeface="Roboto Mono" panose="00000009000000000000" pitchFamily="49" charset="0"/>
              </a:rPr>
              <a:t>virtual</a:t>
            </a:r>
            <a:r>
              <a:rPr lang="en-US" dirty="0"/>
              <a:t>).</a:t>
            </a:r>
            <a:endParaRPr lang="en-US" i="1" dirty="0">
              <a:solidFill>
                <a:schemeClr val="accent1"/>
              </a:solidFill>
            </a:endParaRPr>
          </a:p>
        </p:txBody>
      </p:sp>
      <p:sp>
        <p:nvSpPr>
          <p:cNvPr id="13" name="Rectangle 12">
            <a:extLst>
              <a:ext uri="{FF2B5EF4-FFF2-40B4-BE49-F238E27FC236}">
                <a16:creationId xmlns:a16="http://schemas.microsoft.com/office/drawing/2014/main" id="{C1182487-CAEC-8DE9-663A-EA79A59FDDB2}"/>
              </a:ext>
            </a:extLst>
          </p:cNvPr>
          <p:cNvSpPr/>
          <p:nvPr/>
        </p:nvSpPr>
        <p:spPr>
          <a:xfrm>
            <a:off x="527124" y="5550027"/>
            <a:ext cx="3958815" cy="52712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96F5663-E805-0804-B0A8-E1773924079D}"/>
              </a:ext>
            </a:extLst>
          </p:cNvPr>
          <p:cNvSpPr/>
          <p:nvPr/>
        </p:nvSpPr>
        <p:spPr>
          <a:xfrm>
            <a:off x="527124" y="2786230"/>
            <a:ext cx="3840480" cy="5271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84D9C93-7B62-7EB5-2CC3-6DD4A5D305E2}"/>
              </a:ext>
            </a:extLst>
          </p:cNvPr>
          <p:cNvSpPr/>
          <p:nvPr/>
        </p:nvSpPr>
        <p:spPr>
          <a:xfrm>
            <a:off x="5400338" y="2952013"/>
            <a:ext cx="6714561" cy="72710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7028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1AD36-CE6E-9AB4-823A-B9A5F09563FE}"/>
              </a:ext>
            </a:extLst>
          </p:cNvPr>
          <p:cNvSpPr>
            <a:spLocks noGrp="1"/>
          </p:cNvSpPr>
          <p:nvPr>
            <p:ph type="title"/>
          </p:nvPr>
        </p:nvSpPr>
        <p:spPr/>
        <p:txBody>
          <a:bodyPr>
            <a:normAutofit fontScale="90000"/>
          </a:bodyPr>
          <a:lstStyle/>
          <a:p>
            <a:r>
              <a:rPr lang="en-US" dirty="0"/>
              <a:t>More examples to help you understand the ways </a:t>
            </a:r>
            <a:r>
              <a:rPr lang="en-US" b="1" dirty="0">
                <a:latin typeface="Roboto Mono" panose="00000009000000000000" pitchFamily="49" charset="0"/>
                <a:ea typeface="Roboto Mono" panose="00000009000000000000" pitchFamily="49" charset="0"/>
              </a:rPr>
              <a:t>override</a:t>
            </a:r>
            <a:r>
              <a:rPr lang="en-US" dirty="0"/>
              <a:t> could help you with…</a:t>
            </a:r>
          </a:p>
        </p:txBody>
      </p:sp>
      <p:sp>
        <p:nvSpPr>
          <p:cNvPr id="3" name="Content Placeholder 2">
            <a:extLst>
              <a:ext uri="{FF2B5EF4-FFF2-40B4-BE49-F238E27FC236}">
                <a16:creationId xmlns:a16="http://schemas.microsoft.com/office/drawing/2014/main" id="{62F1CF96-02E7-A850-E385-4B881D05A6C9}"/>
              </a:ext>
            </a:extLst>
          </p:cNvPr>
          <p:cNvSpPr>
            <a:spLocks noGrp="1"/>
          </p:cNvSpPr>
          <p:nvPr>
            <p:ph idx="1"/>
          </p:nvPr>
        </p:nvSpPr>
        <p:spPr/>
        <p:txBody>
          <a:bodyPr/>
          <a:lstStyle/>
          <a:p>
            <a:endParaRPr lang="en-US" dirty="0"/>
          </a:p>
          <a:p>
            <a:r>
              <a:rPr lang="en-US" dirty="0">
                <a:solidFill>
                  <a:schemeClr val="accent1"/>
                </a:solidFill>
              </a:rPr>
              <a:t>Check the file </a:t>
            </a:r>
            <a:r>
              <a:rPr lang="en-US" b="1" dirty="0">
                <a:solidFill>
                  <a:schemeClr val="accent1"/>
                </a:solidFill>
                <a:latin typeface="Roboto Mono" panose="00000009000000000000" pitchFamily="49" charset="0"/>
                <a:ea typeface="Roboto Mono" panose="00000009000000000000" pitchFamily="49" charset="0"/>
              </a:rPr>
              <a:t>override.cpp</a:t>
            </a:r>
          </a:p>
          <a:p>
            <a:endParaRPr lang="en-US" dirty="0"/>
          </a:p>
          <a:p>
            <a:r>
              <a:rPr lang="en-US" dirty="0"/>
              <a:t>It has notes within comments to help you understand the problems.</a:t>
            </a:r>
          </a:p>
          <a:p>
            <a:endParaRPr lang="en-US" dirty="0"/>
          </a:p>
        </p:txBody>
      </p:sp>
    </p:spTree>
    <p:extLst>
      <p:ext uri="{BB962C8B-B14F-4D97-AF65-F5344CB8AC3E}">
        <p14:creationId xmlns:p14="http://schemas.microsoft.com/office/powerpoint/2010/main" val="33195312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5A5F2-5A96-24EC-C1DC-FC8725EF60C0}"/>
              </a:ext>
            </a:extLst>
          </p:cNvPr>
          <p:cNvSpPr>
            <a:spLocks noGrp="1"/>
          </p:cNvSpPr>
          <p:nvPr>
            <p:ph type="title"/>
          </p:nvPr>
        </p:nvSpPr>
        <p:spPr/>
        <p:txBody>
          <a:bodyPr/>
          <a:lstStyle/>
          <a:p>
            <a:r>
              <a:rPr lang="en-US" b="1" dirty="0">
                <a:latin typeface="Roboto Mono" panose="00000009000000000000" pitchFamily="49" charset="0"/>
                <a:ea typeface="Roboto Mono" panose="00000009000000000000" pitchFamily="49" charset="0"/>
              </a:rPr>
              <a:t>override</a:t>
            </a:r>
            <a:r>
              <a:rPr lang="en-US" dirty="0"/>
              <a:t> </a:t>
            </a:r>
          </a:p>
        </p:txBody>
      </p:sp>
      <p:sp>
        <p:nvSpPr>
          <p:cNvPr id="9" name="TextBox 8">
            <a:extLst>
              <a:ext uri="{FF2B5EF4-FFF2-40B4-BE49-F238E27FC236}">
                <a16:creationId xmlns:a16="http://schemas.microsoft.com/office/drawing/2014/main" id="{8531D410-B7F0-F3E7-65E9-9D3E5151FA6C}"/>
              </a:ext>
            </a:extLst>
          </p:cNvPr>
          <p:cNvSpPr txBox="1"/>
          <p:nvPr/>
        </p:nvSpPr>
        <p:spPr>
          <a:xfrm>
            <a:off x="1046628" y="6123543"/>
            <a:ext cx="10098741" cy="369332"/>
          </a:xfrm>
          <a:prstGeom prst="rect">
            <a:avLst/>
          </a:prstGeom>
          <a:noFill/>
        </p:spPr>
        <p:txBody>
          <a:bodyPr wrap="square">
            <a:spAutoFit/>
          </a:bodyPr>
          <a:lstStyle/>
          <a:p>
            <a:r>
              <a:rPr lang="en-US" dirty="0">
                <a:hlinkClick r:id="rId2"/>
              </a:rPr>
              <a:t>https://www.learncpp.com/cpp-tutorial/the-override-and-final-specifiers-and-covariant-return-types/</a:t>
            </a:r>
            <a:endParaRPr lang="en-US" dirty="0"/>
          </a:p>
        </p:txBody>
      </p:sp>
      <p:grpSp>
        <p:nvGrpSpPr>
          <p:cNvPr id="12" name="Group 11">
            <a:extLst>
              <a:ext uri="{FF2B5EF4-FFF2-40B4-BE49-F238E27FC236}">
                <a16:creationId xmlns:a16="http://schemas.microsoft.com/office/drawing/2014/main" id="{61855D2B-F5EF-0D56-E638-998936F8600D}"/>
              </a:ext>
            </a:extLst>
          </p:cNvPr>
          <p:cNvGrpSpPr/>
          <p:nvPr/>
        </p:nvGrpSpPr>
        <p:grpSpPr>
          <a:xfrm>
            <a:off x="106131" y="2317056"/>
            <a:ext cx="11979737" cy="2739038"/>
            <a:chOff x="106131" y="2317056"/>
            <a:chExt cx="11979737" cy="2739038"/>
          </a:xfrm>
        </p:grpSpPr>
        <p:pic>
          <p:nvPicPr>
            <p:cNvPr id="5" name="Picture 4">
              <a:extLst>
                <a:ext uri="{FF2B5EF4-FFF2-40B4-BE49-F238E27FC236}">
                  <a16:creationId xmlns:a16="http://schemas.microsoft.com/office/drawing/2014/main" id="{0CB2B609-8AF6-8886-3E3D-60E388209985}"/>
                </a:ext>
              </a:extLst>
            </p:cNvPr>
            <p:cNvPicPr>
              <a:picLocks noChangeAspect="1"/>
            </p:cNvPicPr>
            <p:nvPr/>
          </p:nvPicPr>
          <p:blipFill>
            <a:blip r:embed="rId3"/>
            <a:stretch>
              <a:fillRect/>
            </a:stretch>
          </p:blipFill>
          <p:spPr>
            <a:xfrm>
              <a:off x="106131" y="2317056"/>
              <a:ext cx="11979737" cy="2739038"/>
            </a:xfrm>
            <a:prstGeom prst="rect">
              <a:avLst/>
            </a:prstGeom>
          </p:spPr>
        </p:pic>
        <p:sp>
          <p:nvSpPr>
            <p:cNvPr id="10" name="Rectangle 9">
              <a:extLst>
                <a:ext uri="{FF2B5EF4-FFF2-40B4-BE49-F238E27FC236}">
                  <a16:creationId xmlns:a16="http://schemas.microsoft.com/office/drawing/2014/main" id="{8A7A3A4A-90C9-356F-8223-7F1D8D897E26}"/>
                </a:ext>
              </a:extLst>
            </p:cNvPr>
            <p:cNvSpPr/>
            <p:nvPr/>
          </p:nvSpPr>
          <p:spPr>
            <a:xfrm>
              <a:off x="182879" y="2919782"/>
              <a:ext cx="8552330" cy="232210"/>
            </a:xfrm>
            <a:prstGeom prst="rect">
              <a:avLst/>
            </a:prstGeom>
            <a:solidFill>
              <a:srgbClr val="FFFF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5964242D-7144-8D17-FBA2-8A09E7D63A62}"/>
                </a:ext>
              </a:extLst>
            </p:cNvPr>
            <p:cNvSpPr/>
            <p:nvPr/>
          </p:nvSpPr>
          <p:spPr>
            <a:xfrm>
              <a:off x="7831567" y="2642032"/>
              <a:ext cx="3810000" cy="232210"/>
            </a:xfrm>
            <a:prstGeom prst="rect">
              <a:avLst/>
            </a:prstGeom>
            <a:solidFill>
              <a:srgbClr val="FFFF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2357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06315D0-3CD3-031F-0940-DFA67388881A}"/>
              </a:ext>
            </a:extLst>
          </p:cNvPr>
          <p:cNvSpPr txBox="1"/>
          <p:nvPr/>
        </p:nvSpPr>
        <p:spPr>
          <a:xfrm>
            <a:off x="107576" y="936955"/>
            <a:ext cx="6150684" cy="5693866"/>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A</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virtual</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A</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A</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override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C</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override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C</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C</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override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9" name="TextBox 8">
            <a:extLst>
              <a:ext uri="{FF2B5EF4-FFF2-40B4-BE49-F238E27FC236}">
                <a16:creationId xmlns:a16="http://schemas.microsoft.com/office/drawing/2014/main" id="{C25E4789-7F4B-2347-F783-4870B979DCCA}"/>
              </a:ext>
            </a:extLst>
          </p:cNvPr>
          <p:cNvSpPr txBox="1"/>
          <p:nvPr/>
        </p:nvSpPr>
        <p:spPr>
          <a:xfrm>
            <a:off x="6579199" y="936955"/>
            <a:ext cx="5505225" cy="1815882"/>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main</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latin typeface="Roboto Mono" panose="00000009000000000000" pitchFamily="49" charset="0"/>
              </a:rPr>
              <a:t>C</a:t>
            </a:r>
            <a:r>
              <a:rPr lang="en-US" sz="1400" dirty="0">
                <a:solidFill>
                  <a:srgbClr val="333333"/>
                </a:solidFill>
                <a:latin typeface="Roboto Mono" panose="00000009000000000000" pitchFamily="49" charset="0"/>
              </a:rPr>
              <a:t> </a:t>
            </a:r>
            <a:r>
              <a:rPr lang="en-US" sz="1400" dirty="0" err="1">
                <a:solidFill>
                  <a:srgbClr val="7A3E9D"/>
                </a:solidFill>
                <a:latin typeface="Roboto Mono" panose="00000009000000000000" pitchFamily="49" charset="0"/>
              </a:rPr>
              <a:t>c</a:t>
            </a:r>
            <a:r>
              <a:rPr lang="en-US" sz="1400" dirty="0">
                <a:solidFill>
                  <a:srgbClr val="333333"/>
                </a:solidFill>
                <a:latin typeface="Roboto Mono" panose="00000009000000000000" pitchFamily="49" charset="0"/>
              </a:rPr>
              <a:t> </a:t>
            </a:r>
            <a:r>
              <a:rPr lang="en-US" sz="1400" dirty="0">
                <a:solidFill>
                  <a:srgbClr val="777777"/>
                </a:solidFill>
                <a:latin typeface="Roboto Mono" panose="00000009000000000000" pitchFamily="49" charset="0"/>
              </a:rPr>
              <a:t>{};</a:t>
            </a:r>
            <a:endParaRPr lang="en-US" sz="1400" dirty="0">
              <a:solidFill>
                <a:srgbClr val="333333"/>
              </a:solidFill>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A</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ptrA</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&amp;</a:t>
            </a:r>
            <a:r>
              <a:rPr lang="en-US" sz="1400" b="0" dirty="0">
                <a:solidFill>
                  <a:srgbClr val="7A3E9D"/>
                </a:solidFill>
                <a:effectLst/>
                <a:latin typeface="Roboto Mono" panose="00000009000000000000" pitchFamily="49" charset="0"/>
              </a:rPr>
              <a:t>c</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0" dirty="0" err="1">
                <a:solidFill>
                  <a:srgbClr val="7A3E9D"/>
                </a:solidFill>
                <a:effectLst/>
                <a:latin typeface="Roboto Mono" panose="00000009000000000000" pitchFamily="49" charset="0"/>
              </a:rPr>
              <a:t>cout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err="1">
                <a:solidFill>
                  <a:srgbClr val="448C27"/>
                </a:solidFill>
                <a:effectLst/>
                <a:latin typeface="Roboto Mono" panose="00000009000000000000" pitchFamily="49" charset="0"/>
              </a:rPr>
              <a:t>ptrA</a:t>
            </a:r>
            <a:r>
              <a:rPr lang="en-US" sz="1400" b="0" dirty="0">
                <a:solidFill>
                  <a:srgbClr val="448C27"/>
                </a:solidFill>
                <a:effectLst/>
                <a:latin typeface="Roboto Mono" panose="00000009000000000000" pitchFamily="49" charset="0"/>
              </a:rPr>
              <a:t> is a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ptrA</a:t>
            </a:r>
            <a:r>
              <a:rPr lang="en-US" sz="1400" b="0" dirty="0">
                <a:solidFill>
                  <a:srgbClr val="777777"/>
                </a:solidFill>
                <a:effectLst/>
                <a:latin typeface="Roboto Mono" panose="00000009000000000000" pitchFamily="49" charset="0"/>
              </a:rPr>
              <a:t>-&gt;</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0</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10" name="TextBox 9">
            <a:extLst>
              <a:ext uri="{FF2B5EF4-FFF2-40B4-BE49-F238E27FC236}">
                <a16:creationId xmlns:a16="http://schemas.microsoft.com/office/drawing/2014/main" id="{19E402EE-CD31-6E5C-D6E4-F9DCFAFB1F34}"/>
              </a:ext>
            </a:extLst>
          </p:cNvPr>
          <p:cNvSpPr txBox="1"/>
          <p:nvPr/>
        </p:nvSpPr>
        <p:spPr>
          <a:xfrm>
            <a:off x="107576" y="64029"/>
            <a:ext cx="8512888" cy="646331"/>
          </a:xfrm>
          <a:prstGeom prst="rect">
            <a:avLst/>
          </a:prstGeom>
          <a:noFill/>
        </p:spPr>
        <p:txBody>
          <a:bodyPr wrap="square">
            <a:spAutoFit/>
          </a:bodyPr>
          <a:lstStyle/>
          <a:p>
            <a:r>
              <a:rPr lang="en-US" dirty="0"/>
              <a:t>What will be the output of this program?</a:t>
            </a:r>
          </a:p>
          <a:p>
            <a:r>
              <a:rPr lang="en-US" b="1" dirty="0" err="1">
                <a:solidFill>
                  <a:schemeClr val="accent1"/>
                </a:solidFill>
                <a:latin typeface="Roboto Mono" panose="00000009000000000000" pitchFamily="49" charset="0"/>
                <a:ea typeface="Roboto Mono" panose="00000009000000000000" pitchFamily="49" charset="0"/>
              </a:rPr>
              <a:t>ptrA</a:t>
            </a:r>
            <a:r>
              <a:rPr lang="en-US" b="1" dirty="0">
                <a:solidFill>
                  <a:schemeClr val="accent1"/>
                </a:solidFill>
                <a:latin typeface="Roboto Mono" panose="00000009000000000000" pitchFamily="49" charset="0"/>
                <a:ea typeface="Roboto Mono" panose="00000009000000000000" pitchFamily="49" charset="0"/>
              </a:rPr>
              <a:t> is a C</a:t>
            </a:r>
          </a:p>
        </p:txBody>
      </p:sp>
      <p:sp>
        <p:nvSpPr>
          <p:cNvPr id="11" name="Rectangle 10">
            <a:extLst>
              <a:ext uri="{FF2B5EF4-FFF2-40B4-BE49-F238E27FC236}">
                <a16:creationId xmlns:a16="http://schemas.microsoft.com/office/drawing/2014/main" id="{137C64A8-AB3A-278C-A420-150917F810A2}"/>
              </a:ext>
            </a:extLst>
          </p:cNvPr>
          <p:cNvSpPr/>
          <p:nvPr/>
        </p:nvSpPr>
        <p:spPr>
          <a:xfrm>
            <a:off x="10117666" y="1811867"/>
            <a:ext cx="1666737" cy="27965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8870A58-0748-3447-E5FE-F4C2C82103ED}"/>
              </a:ext>
            </a:extLst>
          </p:cNvPr>
          <p:cNvSpPr/>
          <p:nvPr/>
        </p:nvSpPr>
        <p:spPr>
          <a:xfrm>
            <a:off x="584251" y="1607574"/>
            <a:ext cx="5511749" cy="279657"/>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5B44437-10F1-52BC-BFFA-2669B5287565}"/>
              </a:ext>
            </a:extLst>
          </p:cNvPr>
          <p:cNvSpPr/>
          <p:nvPr/>
        </p:nvSpPr>
        <p:spPr>
          <a:xfrm>
            <a:off x="584250" y="4596307"/>
            <a:ext cx="5604883" cy="27965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Connector: Curved 19">
            <a:extLst>
              <a:ext uri="{FF2B5EF4-FFF2-40B4-BE49-F238E27FC236}">
                <a16:creationId xmlns:a16="http://schemas.microsoft.com/office/drawing/2014/main" id="{CAD573CA-525F-A11B-90B0-3A035C6851F2}"/>
              </a:ext>
            </a:extLst>
          </p:cNvPr>
          <p:cNvCxnSpPr>
            <a:cxnSpLocks/>
            <a:stCxn id="11" idx="2"/>
            <a:endCxn id="19" idx="3"/>
          </p:cNvCxnSpPr>
          <p:nvPr/>
        </p:nvCxnSpPr>
        <p:spPr>
          <a:xfrm rot="5400000">
            <a:off x="7247778" y="1032879"/>
            <a:ext cx="2644612" cy="4761902"/>
          </a:xfrm>
          <a:prstGeom prst="curvedConnector2">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6CCD231-34A3-40C1-6752-09D3B540800C}"/>
              </a:ext>
            </a:extLst>
          </p:cNvPr>
          <p:cNvSpPr txBox="1"/>
          <p:nvPr/>
        </p:nvSpPr>
        <p:spPr>
          <a:xfrm>
            <a:off x="9407560" y="5430492"/>
            <a:ext cx="2676864" cy="1200329"/>
          </a:xfrm>
          <a:prstGeom prst="rect">
            <a:avLst/>
          </a:prstGeom>
          <a:noFill/>
          <a:ln>
            <a:solidFill>
              <a:schemeClr val="accent1"/>
            </a:solidFill>
          </a:ln>
        </p:spPr>
        <p:txBody>
          <a:bodyPr wrap="square">
            <a:spAutoFit/>
          </a:bodyPr>
          <a:lstStyle/>
          <a:p>
            <a:r>
              <a:rPr lang="en-US" i="1" dirty="0">
                <a:solidFill>
                  <a:schemeClr val="accent1"/>
                </a:solidFill>
              </a:rPr>
              <a:t>Note that the overriding methods in the derived classes are implicitly </a:t>
            </a:r>
            <a:r>
              <a:rPr lang="en-US" b="1" dirty="0">
                <a:solidFill>
                  <a:schemeClr val="accent1"/>
                </a:solidFill>
                <a:latin typeface="Roboto Mono" panose="00000009000000000000" pitchFamily="49" charset="0"/>
                <a:ea typeface="Roboto Mono" panose="00000009000000000000" pitchFamily="49" charset="0"/>
              </a:rPr>
              <a:t>virtual</a:t>
            </a:r>
            <a:r>
              <a:rPr lang="en-US" i="1" dirty="0">
                <a:solidFill>
                  <a:schemeClr val="accent1"/>
                </a:solidFill>
              </a:rPr>
              <a:t>.</a:t>
            </a:r>
          </a:p>
        </p:txBody>
      </p:sp>
      <p:graphicFrame>
        <p:nvGraphicFramePr>
          <p:cNvPr id="31" name="Table 30">
            <a:extLst>
              <a:ext uri="{FF2B5EF4-FFF2-40B4-BE49-F238E27FC236}">
                <a16:creationId xmlns:a16="http://schemas.microsoft.com/office/drawing/2014/main" id="{84B664F9-429C-2E6B-89BD-9BA64A920E1B}"/>
              </a:ext>
            </a:extLst>
          </p:cNvPr>
          <p:cNvGraphicFramePr>
            <a:graphicFrameLocks noGrp="1"/>
          </p:cNvGraphicFramePr>
          <p:nvPr>
            <p:extLst>
              <p:ext uri="{D42A27DB-BD31-4B8C-83A1-F6EECF244321}">
                <p14:modId xmlns:p14="http://schemas.microsoft.com/office/powerpoint/2010/main" val="1884410357"/>
              </p:ext>
            </p:extLst>
          </p:nvPr>
        </p:nvGraphicFramePr>
        <p:xfrm>
          <a:off x="11159505" y="3623616"/>
          <a:ext cx="669189" cy="1112520"/>
        </p:xfrm>
        <a:graphic>
          <a:graphicData uri="http://schemas.openxmlformats.org/drawingml/2006/table">
            <a:tbl>
              <a:tblPr firstRow="1" bandRow="1">
                <a:tableStyleId>{5C22544A-7EE6-4342-B048-85BDC9FD1C3A}</a:tableStyleId>
              </a:tblPr>
              <a:tblGrid>
                <a:gridCol w="669189">
                  <a:extLst>
                    <a:ext uri="{9D8B030D-6E8A-4147-A177-3AD203B41FA5}">
                      <a16:colId xmlns:a16="http://schemas.microsoft.com/office/drawing/2014/main" val="3480518322"/>
                    </a:ext>
                  </a:extLst>
                </a:gridCol>
              </a:tblGrid>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91676017"/>
                  </a:ext>
                </a:extLst>
              </a:tr>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3447962"/>
                  </a:ext>
                </a:extLst>
              </a:tr>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4312657"/>
                  </a:ext>
                </a:extLst>
              </a:tr>
            </a:tbl>
          </a:graphicData>
        </a:graphic>
      </p:graphicFrame>
      <p:sp>
        <p:nvSpPr>
          <p:cNvPr id="33" name="TextBox 32">
            <a:extLst>
              <a:ext uri="{FF2B5EF4-FFF2-40B4-BE49-F238E27FC236}">
                <a16:creationId xmlns:a16="http://schemas.microsoft.com/office/drawing/2014/main" id="{16466C0F-170B-096D-A824-80B0AF0C0DA8}"/>
              </a:ext>
            </a:extLst>
          </p:cNvPr>
          <p:cNvSpPr txBox="1"/>
          <p:nvPr/>
        </p:nvSpPr>
        <p:spPr>
          <a:xfrm>
            <a:off x="10903773" y="3209541"/>
            <a:ext cx="1180651" cy="369332"/>
          </a:xfrm>
          <a:prstGeom prst="rect">
            <a:avLst/>
          </a:prstGeom>
          <a:noFill/>
        </p:spPr>
        <p:txBody>
          <a:bodyPr wrap="square">
            <a:spAutoFit/>
          </a:bodyPr>
          <a:lstStyle/>
          <a:p>
            <a:pPr algn="ctr"/>
            <a:r>
              <a:rPr lang="en-US" sz="1800" b="1" dirty="0">
                <a:solidFill>
                  <a:srgbClr val="7A3E9D"/>
                </a:solidFill>
                <a:effectLst/>
                <a:latin typeface="Roboto Mono" panose="00000009000000000000" pitchFamily="49" charset="0"/>
              </a:rPr>
              <a:t>C</a:t>
            </a:r>
            <a:r>
              <a:rPr lang="en-US" sz="1800" b="0" dirty="0">
                <a:solidFill>
                  <a:srgbClr val="333333"/>
                </a:solidFill>
                <a:effectLst/>
                <a:latin typeface="Roboto Mono" panose="00000009000000000000" pitchFamily="49" charset="0"/>
              </a:rPr>
              <a:t> </a:t>
            </a:r>
            <a:r>
              <a:rPr lang="en-US" sz="1800" b="0" dirty="0" err="1">
                <a:solidFill>
                  <a:srgbClr val="7A3E9D"/>
                </a:solidFill>
                <a:effectLst/>
                <a:latin typeface="Roboto Mono" panose="00000009000000000000" pitchFamily="49" charset="0"/>
              </a:rPr>
              <a:t>c</a:t>
            </a:r>
            <a:r>
              <a:rPr lang="en-US" sz="1800" b="0" dirty="0">
                <a:solidFill>
                  <a:srgbClr val="333333"/>
                </a:solidFill>
                <a:effectLst/>
                <a:latin typeface="Roboto Mono" panose="00000009000000000000" pitchFamily="49" charset="0"/>
              </a:rPr>
              <a:t> </a:t>
            </a:r>
            <a:r>
              <a:rPr lang="en-US" sz="1800" b="0" dirty="0">
                <a:solidFill>
                  <a:srgbClr val="777777"/>
                </a:solidFill>
                <a:effectLst/>
                <a:latin typeface="Roboto Mono" panose="00000009000000000000" pitchFamily="49" charset="0"/>
              </a:rPr>
              <a:t>{};</a:t>
            </a:r>
            <a:endParaRPr lang="en-US" sz="1800" b="0" dirty="0">
              <a:solidFill>
                <a:srgbClr val="333333"/>
              </a:solidFill>
              <a:effectLst/>
              <a:latin typeface="Roboto Mono" panose="00000009000000000000" pitchFamily="49" charset="0"/>
            </a:endParaRPr>
          </a:p>
        </p:txBody>
      </p:sp>
      <p:sp>
        <p:nvSpPr>
          <p:cNvPr id="40" name="TextBox 39">
            <a:extLst>
              <a:ext uri="{FF2B5EF4-FFF2-40B4-BE49-F238E27FC236}">
                <a16:creationId xmlns:a16="http://schemas.microsoft.com/office/drawing/2014/main" id="{814C5540-E13F-48CC-0B18-7817EEC5678E}"/>
              </a:ext>
            </a:extLst>
          </p:cNvPr>
          <p:cNvSpPr txBox="1"/>
          <p:nvPr/>
        </p:nvSpPr>
        <p:spPr>
          <a:xfrm>
            <a:off x="7474324" y="3765517"/>
            <a:ext cx="2213385" cy="923330"/>
          </a:xfrm>
          <a:prstGeom prst="rect">
            <a:avLst/>
          </a:prstGeom>
          <a:solidFill>
            <a:schemeClr val="bg1">
              <a:alpha val="60000"/>
            </a:schemeClr>
          </a:solidFill>
          <a:ln>
            <a:solidFill>
              <a:schemeClr val="tx1"/>
            </a:solidFill>
          </a:ln>
        </p:spPr>
        <p:txBody>
          <a:bodyPr wrap="square">
            <a:spAutoFit/>
          </a:bodyPr>
          <a:lstStyle/>
          <a:p>
            <a:r>
              <a:rPr lang="en-US" i="1" dirty="0"/>
              <a:t>most-derived match for </a:t>
            </a:r>
            <a:r>
              <a:rPr lang="en-US" b="1" dirty="0" err="1">
                <a:latin typeface="Roboto Mono" panose="00000009000000000000" pitchFamily="49" charset="0"/>
                <a:ea typeface="Roboto Mono" panose="00000009000000000000" pitchFamily="49" charset="0"/>
              </a:rPr>
              <a:t>getName</a:t>
            </a:r>
            <a:r>
              <a:rPr lang="en-US" b="1" dirty="0">
                <a:latin typeface="Roboto Mono" panose="00000009000000000000" pitchFamily="49" charset="0"/>
                <a:ea typeface="Roboto Mono" panose="00000009000000000000" pitchFamily="49" charset="0"/>
              </a:rPr>
              <a:t>()</a:t>
            </a:r>
            <a:r>
              <a:rPr lang="en-US" dirty="0"/>
              <a:t> </a:t>
            </a:r>
            <a:r>
              <a:rPr lang="en-US" i="1" dirty="0"/>
              <a:t>between </a:t>
            </a:r>
            <a:r>
              <a:rPr lang="en-US" b="1" dirty="0">
                <a:latin typeface="Roboto Mono" panose="00000009000000000000" pitchFamily="49" charset="0"/>
                <a:ea typeface="Roboto Mono" panose="00000009000000000000" pitchFamily="49" charset="0"/>
              </a:rPr>
              <a:t>A</a:t>
            </a:r>
            <a:r>
              <a:rPr lang="en-US" dirty="0"/>
              <a:t> </a:t>
            </a:r>
            <a:r>
              <a:rPr lang="en-US" i="1" dirty="0"/>
              <a:t>and </a:t>
            </a:r>
            <a:r>
              <a:rPr lang="en-US" b="1" dirty="0">
                <a:latin typeface="Roboto Mono" panose="00000009000000000000" pitchFamily="49" charset="0"/>
                <a:ea typeface="Roboto Mono" panose="00000009000000000000" pitchFamily="49" charset="0"/>
              </a:rPr>
              <a:t>C</a:t>
            </a:r>
          </a:p>
        </p:txBody>
      </p:sp>
    </p:spTree>
    <p:extLst>
      <p:ext uri="{BB962C8B-B14F-4D97-AF65-F5344CB8AC3E}">
        <p14:creationId xmlns:p14="http://schemas.microsoft.com/office/powerpoint/2010/main" val="358770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3" grpId="0" animBg="1"/>
      <p:bldP spid="19" grpId="0" animBg="1"/>
      <p:bldP spid="33" grpId="0"/>
      <p:bldP spid="4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6A017-0245-A3E1-141B-52488B866A28}"/>
              </a:ext>
            </a:extLst>
          </p:cNvPr>
          <p:cNvSpPr>
            <a:spLocks noGrp="1"/>
          </p:cNvSpPr>
          <p:nvPr>
            <p:ph type="title"/>
          </p:nvPr>
        </p:nvSpPr>
        <p:spPr/>
        <p:txBody>
          <a:bodyPr/>
          <a:lstStyle/>
          <a:p>
            <a:r>
              <a:rPr lang="en-US" dirty="0"/>
              <a:t>Explanation about the </a:t>
            </a:r>
            <a:r>
              <a:rPr lang="en-US" i="1" dirty="0"/>
              <a:t>same-</a:t>
            </a:r>
            <a:r>
              <a:rPr lang="en-US" i="1" dirty="0" err="1"/>
              <a:t>ish</a:t>
            </a:r>
            <a:r>
              <a:rPr lang="en-US" i="1" dirty="0"/>
              <a:t> </a:t>
            </a:r>
            <a:r>
              <a:rPr lang="en-US" dirty="0"/>
              <a:t>example from </a:t>
            </a:r>
            <a:r>
              <a:rPr lang="en-US" dirty="0" err="1"/>
              <a:t>learncpp</a:t>
            </a:r>
            <a:endParaRPr lang="en-US" dirty="0"/>
          </a:p>
        </p:txBody>
      </p:sp>
      <p:pic>
        <p:nvPicPr>
          <p:cNvPr id="5" name="Picture 4">
            <a:extLst>
              <a:ext uri="{FF2B5EF4-FFF2-40B4-BE49-F238E27FC236}">
                <a16:creationId xmlns:a16="http://schemas.microsoft.com/office/drawing/2014/main" id="{ED294FDF-4513-5701-65FD-0F13EAF2FDF8}"/>
              </a:ext>
            </a:extLst>
          </p:cNvPr>
          <p:cNvPicPr>
            <a:picLocks noChangeAspect="1"/>
          </p:cNvPicPr>
          <p:nvPr/>
        </p:nvPicPr>
        <p:blipFill>
          <a:blip r:embed="rId2"/>
          <a:stretch>
            <a:fillRect/>
          </a:stretch>
        </p:blipFill>
        <p:spPr>
          <a:xfrm>
            <a:off x="342334" y="2284179"/>
            <a:ext cx="11507331" cy="2910945"/>
          </a:xfrm>
          <a:prstGeom prst="rect">
            <a:avLst/>
          </a:prstGeom>
        </p:spPr>
      </p:pic>
      <p:sp>
        <p:nvSpPr>
          <p:cNvPr id="6" name="Rectangle 5">
            <a:extLst>
              <a:ext uri="{FF2B5EF4-FFF2-40B4-BE49-F238E27FC236}">
                <a16:creationId xmlns:a16="http://schemas.microsoft.com/office/drawing/2014/main" id="{394AB2A9-85BF-A683-A043-A06976BC2AC4}"/>
              </a:ext>
            </a:extLst>
          </p:cNvPr>
          <p:cNvSpPr/>
          <p:nvPr/>
        </p:nvSpPr>
        <p:spPr>
          <a:xfrm>
            <a:off x="430305" y="3312895"/>
            <a:ext cx="6476104" cy="258644"/>
          </a:xfrm>
          <a:prstGeom prst="rect">
            <a:avLst/>
          </a:prstGeom>
          <a:solidFill>
            <a:srgbClr val="FFFF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5249EEC-735E-C877-E2AE-A4847C2F2157}"/>
              </a:ext>
            </a:extLst>
          </p:cNvPr>
          <p:cNvSpPr/>
          <p:nvPr/>
        </p:nvSpPr>
        <p:spPr>
          <a:xfrm flipV="1">
            <a:off x="7272171" y="3011220"/>
            <a:ext cx="4347882" cy="258643"/>
          </a:xfrm>
          <a:prstGeom prst="rect">
            <a:avLst/>
          </a:prstGeom>
          <a:solidFill>
            <a:srgbClr val="FFFF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95194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06315D0-3CD3-031F-0940-DFA67388881A}"/>
              </a:ext>
            </a:extLst>
          </p:cNvPr>
          <p:cNvSpPr txBox="1"/>
          <p:nvPr/>
        </p:nvSpPr>
        <p:spPr>
          <a:xfrm>
            <a:off x="107576" y="936955"/>
            <a:ext cx="6150684" cy="5693866"/>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A</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virtual</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A</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A</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override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B</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C</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override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C</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C</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1" dirty="0">
                <a:solidFill>
                  <a:srgbClr val="7A3E9D"/>
                </a:solidFill>
                <a:effectLst/>
                <a:latin typeface="Roboto Mono" panose="00000009000000000000" pitchFamily="49" charset="0"/>
              </a:rPr>
              <a:t>string</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getName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override</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9" name="TextBox 8">
            <a:extLst>
              <a:ext uri="{FF2B5EF4-FFF2-40B4-BE49-F238E27FC236}">
                <a16:creationId xmlns:a16="http://schemas.microsoft.com/office/drawing/2014/main" id="{C25E4789-7F4B-2347-F783-4870B979DCCA}"/>
              </a:ext>
            </a:extLst>
          </p:cNvPr>
          <p:cNvSpPr txBox="1"/>
          <p:nvPr/>
        </p:nvSpPr>
        <p:spPr>
          <a:xfrm>
            <a:off x="6579199" y="936955"/>
            <a:ext cx="5505225" cy="1815882"/>
          </a:xfrm>
          <a:prstGeom prst="rect">
            <a:avLst/>
          </a:prstGeom>
          <a:noFill/>
        </p:spPr>
        <p:txBody>
          <a:bodyPr wrap="square">
            <a:spAutoFit/>
          </a:bodyPr>
          <a:lstStyle/>
          <a:p>
            <a:r>
              <a:rPr lang="en-US" sz="1400" dirty="0">
                <a:solidFill>
                  <a:srgbClr val="7A3E9D"/>
                </a:solidFill>
                <a:latin typeface="Roboto Mono" panose="00000009000000000000" pitchFamily="49" charset="0"/>
              </a:rPr>
              <a:t>int</a:t>
            </a:r>
            <a:r>
              <a:rPr lang="en-US" sz="1400" dirty="0">
                <a:solidFill>
                  <a:srgbClr val="333333"/>
                </a:solidFill>
                <a:latin typeface="Roboto Mono" panose="00000009000000000000" pitchFamily="49" charset="0"/>
              </a:rPr>
              <a:t> </a:t>
            </a:r>
            <a:r>
              <a:rPr lang="en-US" sz="1400" b="1" dirty="0">
                <a:solidFill>
                  <a:srgbClr val="AA3731"/>
                </a:solidFill>
                <a:latin typeface="Roboto Mono" panose="00000009000000000000" pitchFamily="49" charset="0"/>
              </a:rPr>
              <a:t>main</a:t>
            </a:r>
            <a:r>
              <a:rPr lang="en-US" sz="1400" dirty="0">
                <a:solidFill>
                  <a:srgbClr val="777777"/>
                </a:solidFill>
                <a:latin typeface="Roboto Mono" panose="00000009000000000000" pitchFamily="49" charset="0"/>
              </a:rPr>
              <a:t>()</a:t>
            </a:r>
            <a:endParaRPr lang="en-US" sz="1400" dirty="0">
              <a:solidFill>
                <a:srgbClr val="333333"/>
              </a:solidFill>
              <a:latin typeface="Roboto Mono" panose="00000009000000000000" pitchFamily="49" charset="0"/>
            </a:endParaRPr>
          </a:p>
          <a:p>
            <a:r>
              <a:rPr lang="en-US" sz="1400" dirty="0">
                <a:solidFill>
                  <a:srgbClr val="777777"/>
                </a:solidFill>
                <a:latin typeface="Roboto Mono" panose="00000009000000000000" pitchFamily="49" charset="0"/>
              </a:rPr>
              <a:t>{</a:t>
            </a:r>
            <a:endParaRPr lang="en-US" sz="1400" dirty="0">
              <a:solidFill>
                <a:srgbClr val="333333"/>
              </a:solidFill>
              <a:latin typeface="Roboto Mono" panose="00000009000000000000" pitchFamily="49" charset="0"/>
            </a:endParaRPr>
          </a:p>
          <a:p>
            <a:r>
              <a:rPr lang="en-US" sz="1400" dirty="0">
                <a:solidFill>
                  <a:srgbClr val="333333"/>
                </a:solidFill>
                <a:latin typeface="Roboto Mono" panose="00000009000000000000" pitchFamily="49" charset="0"/>
              </a:rPr>
              <a:t>    </a:t>
            </a:r>
            <a:r>
              <a:rPr lang="en-US" sz="1400" b="1" dirty="0">
                <a:solidFill>
                  <a:srgbClr val="7A3E9D"/>
                </a:solidFill>
                <a:latin typeface="Roboto Mono" panose="00000009000000000000" pitchFamily="49" charset="0"/>
              </a:rPr>
              <a:t>C</a:t>
            </a:r>
            <a:r>
              <a:rPr lang="en-US" sz="1400" dirty="0">
                <a:solidFill>
                  <a:srgbClr val="333333"/>
                </a:solidFill>
                <a:latin typeface="Roboto Mono" panose="00000009000000000000" pitchFamily="49" charset="0"/>
              </a:rPr>
              <a:t> </a:t>
            </a:r>
            <a:r>
              <a:rPr lang="en-US" sz="1400" dirty="0" err="1">
                <a:solidFill>
                  <a:srgbClr val="7A3E9D"/>
                </a:solidFill>
                <a:latin typeface="Roboto Mono" panose="00000009000000000000" pitchFamily="49" charset="0"/>
              </a:rPr>
              <a:t>c</a:t>
            </a:r>
            <a:r>
              <a:rPr lang="en-US" sz="1400" dirty="0">
                <a:solidFill>
                  <a:srgbClr val="333333"/>
                </a:solidFill>
                <a:latin typeface="Roboto Mono" panose="00000009000000000000" pitchFamily="49" charset="0"/>
              </a:rPr>
              <a:t> </a:t>
            </a:r>
            <a:r>
              <a:rPr lang="en-US" sz="1400" dirty="0">
                <a:solidFill>
                  <a:srgbClr val="777777"/>
                </a:solidFill>
                <a:latin typeface="Roboto Mono" panose="00000009000000000000" pitchFamily="49" charset="0"/>
              </a:rPr>
              <a:t>{};</a:t>
            </a:r>
            <a:endParaRPr lang="en-US" sz="1400" dirty="0">
              <a:solidFill>
                <a:srgbClr val="333333"/>
              </a:solidFill>
              <a:latin typeface="Roboto Mono" panose="00000009000000000000" pitchFamily="49" charset="0"/>
            </a:endParaRPr>
          </a:p>
          <a:p>
            <a:r>
              <a:rPr lang="en-US" sz="1400" dirty="0">
                <a:solidFill>
                  <a:srgbClr val="333333"/>
                </a:solidFill>
                <a:latin typeface="Roboto Mono" panose="00000009000000000000" pitchFamily="49" charset="0"/>
              </a:rPr>
              <a:t>    </a:t>
            </a:r>
            <a:r>
              <a:rPr lang="en-US" sz="1400" b="1" dirty="0">
                <a:solidFill>
                  <a:srgbClr val="7A3E9D"/>
                </a:solidFill>
                <a:latin typeface="Roboto Mono" panose="00000009000000000000" pitchFamily="49" charset="0"/>
              </a:rPr>
              <a:t>B</a:t>
            </a:r>
            <a:r>
              <a:rPr lang="en-US" sz="1400" dirty="0">
                <a:solidFill>
                  <a:srgbClr val="777777"/>
                </a:solidFill>
                <a:latin typeface="Roboto Mono" panose="00000009000000000000" pitchFamily="49" charset="0"/>
              </a:rPr>
              <a:t>*</a:t>
            </a:r>
            <a:r>
              <a:rPr lang="en-US" sz="1400" dirty="0">
                <a:solidFill>
                  <a:srgbClr val="333333"/>
                </a:solidFill>
                <a:latin typeface="Roboto Mono" panose="00000009000000000000" pitchFamily="49" charset="0"/>
              </a:rPr>
              <a:t> </a:t>
            </a:r>
            <a:r>
              <a:rPr lang="en-US" sz="1400" dirty="0" err="1">
                <a:solidFill>
                  <a:srgbClr val="7A3E9D"/>
                </a:solidFill>
                <a:latin typeface="Roboto Mono" panose="00000009000000000000" pitchFamily="49" charset="0"/>
              </a:rPr>
              <a:t>ptrB</a:t>
            </a:r>
            <a:r>
              <a:rPr lang="en-US" sz="1400" dirty="0">
                <a:solidFill>
                  <a:srgbClr val="777777"/>
                </a:solidFill>
                <a:latin typeface="Roboto Mono" panose="00000009000000000000" pitchFamily="49" charset="0"/>
              </a:rPr>
              <a:t>{</a:t>
            </a:r>
            <a:r>
              <a:rPr lang="en-US" sz="1400" dirty="0">
                <a:solidFill>
                  <a:srgbClr val="333333"/>
                </a:solidFill>
                <a:latin typeface="Roboto Mono" panose="00000009000000000000" pitchFamily="49" charset="0"/>
              </a:rPr>
              <a:t> </a:t>
            </a:r>
            <a:r>
              <a:rPr lang="en-US" sz="1400" dirty="0">
                <a:solidFill>
                  <a:srgbClr val="777777"/>
                </a:solidFill>
                <a:latin typeface="Roboto Mono" panose="00000009000000000000" pitchFamily="49" charset="0"/>
              </a:rPr>
              <a:t>&amp;</a:t>
            </a:r>
            <a:r>
              <a:rPr lang="en-US" sz="1400" dirty="0">
                <a:solidFill>
                  <a:srgbClr val="7A3E9D"/>
                </a:solidFill>
                <a:latin typeface="Roboto Mono" panose="00000009000000000000" pitchFamily="49" charset="0"/>
              </a:rPr>
              <a:t>c</a:t>
            </a:r>
            <a:r>
              <a:rPr lang="en-US" sz="1400" dirty="0">
                <a:solidFill>
                  <a:srgbClr val="333333"/>
                </a:solidFill>
                <a:latin typeface="Roboto Mono" panose="00000009000000000000" pitchFamily="49" charset="0"/>
              </a:rPr>
              <a:t> </a:t>
            </a:r>
            <a:r>
              <a:rPr lang="en-US" sz="1400" dirty="0">
                <a:solidFill>
                  <a:srgbClr val="777777"/>
                </a:solidFill>
                <a:latin typeface="Roboto Mono" panose="00000009000000000000" pitchFamily="49" charset="0"/>
              </a:rPr>
              <a:t>};</a:t>
            </a:r>
            <a:endParaRPr lang="en-US" sz="1400" dirty="0">
              <a:solidFill>
                <a:srgbClr val="333333"/>
              </a:solidFill>
              <a:latin typeface="Roboto Mono" panose="00000009000000000000" pitchFamily="49" charset="0"/>
            </a:endParaRPr>
          </a:p>
          <a:p>
            <a:r>
              <a:rPr lang="en-US" sz="1400" dirty="0">
                <a:solidFill>
                  <a:srgbClr val="333333"/>
                </a:solidFill>
                <a:latin typeface="Roboto Mono" panose="00000009000000000000" pitchFamily="49" charset="0"/>
              </a:rPr>
              <a:t>    </a:t>
            </a:r>
            <a:r>
              <a:rPr lang="en-US" sz="1400" b="1" dirty="0">
                <a:solidFill>
                  <a:srgbClr val="7A3E9D"/>
                </a:solidFill>
                <a:latin typeface="Roboto Mono" panose="00000009000000000000" pitchFamily="49" charset="0"/>
              </a:rPr>
              <a:t>std</a:t>
            </a:r>
            <a:r>
              <a:rPr lang="en-US" sz="1400" dirty="0">
                <a:solidFill>
                  <a:srgbClr val="777777"/>
                </a:solidFill>
                <a:latin typeface="Roboto Mono" panose="00000009000000000000" pitchFamily="49" charset="0"/>
              </a:rPr>
              <a:t>::</a:t>
            </a:r>
            <a:r>
              <a:rPr lang="en-US" sz="1400" dirty="0" err="1">
                <a:solidFill>
                  <a:srgbClr val="7A3E9D"/>
                </a:solidFill>
                <a:latin typeface="Roboto Mono" panose="00000009000000000000" pitchFamily="49" charset="0"/>
              </a:rPr>
              <a:t>cout</a:t>
            </a:r>
            <a:r>
              <a:rPr lang="en-US" sz="1400" dirty="0">
                <a:solidFill>
                  <a:srgbClr val="333333"/>
                </a:solidFill>
                <a:latin typeface="Roboto Mono" panose="00000009000000000000" pitchFamily="49" charset="0"/>
              </a:rPr>
              <a:t> </a:t>
            </a:r>
            <a:r>
              <a:rPr lang="en-US" sz="1400" b="1" dirty="0">
                <a:solidFill>
                  <a:srgbClr val="AA3731"/>
                </a:solidFill>
                <a:latin typeface="Roboto Mono" panose="00000009000000000000" pitchFamily="49" charset="0"/>
              </a:rPr>
              <a:t>&lt;&lt;</a:t>
            </a:r>
            <a:r>
              <a:rPr lang="en-US" sz="1400" dirty="0">
                <a:solidFill>
                  <a:srgbClr val="333333"/>
                </a:solidFill>
                <a:latin typeface="Roboto Mono" panose="00000009000000000000" pitchFamily="49" charset="0"/>
              </a:rPr>
              <a:t> </a:t>
            </a:r>
            <a:r>
              <a:rPr lang="en-US" sz="1400" dirty="0">
                <a:solidFill>
                  <a:srgbClr val="777777"/>
                </a:solidFill>
                <a:latin typeface="Roboto Mono" panose="00000009000000000000" pitchFamily="49" charset="0"/>
              </a:rPr>
              <a:t>"</a:t>
            </a:r>
            <a:r>
              <a:rPr lang="en-US" sz="1400" dirty="0" err="1">
                <a:solidFill>
                  <a:srgbClr val="448C27"/>
                </a:solidFill>
                <a:latin typeface="Roboto Mono" panose="00000009000000000000" pitchFamily="49" charset="0"/>
              </a:rPr>
              <a:t>ptrB</a:t>
            </a:r>
            <a:r>
              <a:rPr lang="en-US" sz="1400" dirty="0">
                <a:solidFill>
                  <a:srgbClr val="448C27"/>
                </a:solidFill>
                <a:latin typeface="Roboto Mono" panose="00000009000000000000" pitchFamily="49" charset="0"/>
              </a:rPr>
              <a:t> is a </a:t>
            </a:r>
            <a:r>
              <a:rPr lang="en-US" sz="1400" dirty="0">
                <a:solidFill>
                  <a:srgbClr val="777777"/>
                </a:solidFill>
                <a:latin typeface="Roboto Mono" panose="00000009000000000000" pitchFamily="49" charset="0"/>
              </a:rPr>
              <a:t>"</a:t>
            </a:r>
            <a:r>
              <a:rPr lang="en-US" sz="1400" dirty="0">
                <a:solidFill>
                  <a:srgbClr val="333333"/>
                </a:solidFill>
                <a:latin typeface="Roboto Mono" panose="00000009000000000000" pitchFamily="49" charset="0"/>
              </a:rPr>
              <a:t> </a:t>
            </a:r>
            <a:r>
              <a:rPr lang="en-US" sz="1400" b="1" dirty="0">
                <a:solidFill>
                  <a:srgbClr val="AA3731"/>
                </a:solidFill>
                <a:latin typeface="Roboto Mono" panose="00000009000000000000" pitchFamily="49" charset="0"/>
              </a:rPr>
              <a:t>&lt;&lt;</a:t>
            </a:r>
            <a:r>
              <a:rPr lang="en-US" sz="1400" dirty="0">
                <a:solidFill>
                  <a:srgbClr val="333333"/>
                </a:solidFill>
                <a:latin typeface="Roboto Mono" panose="00000009000000000000" pitchFamily="49" charset="0"/>
              </a:rPr>
              <a:t> </a:t>
            </a:r>
            <a:r>
              <a:rPr lang="en-US" sz="1400" dirty="0" err="1">
                <a:solidFill>
                  <a:srgbClr val="7A3E9D"/>
                </a:solidFill>
                <a:latin typeface="Roboto Mono" panose="00000009000000000000" pitchFamily="49" charset="0"/>
              </a:rPr>
              <a:t>ptrB</a:t>
            </a:r>
            <a:r>
              <a:rPr lang="en-US" sz="1400" dirty="0">
                <a:solidFill>
                  <a:srgbClr val="777777"/>
                </a:solidFill>
                <a:latin typeface="Roboto Mono" panose="00000009000000000000" pitchFamily="49" charset="0"/>
              </a:rPr>
              <a:t>-&gt;</a:t>
            </a:r>
            <a:r>
              <a:rPr lang="en-US" sz="1400" b="1" dirty="0" err="1">
                <a:solidFill>
                  <a:srgbClr val="AA3731"/>
                </a:solidFill>
                <a:latin typeface="Roboto Mono" panose="00000009000000000000" pitchFamily="49" charset="0"/>
              </a:rPr>
              <a:t>getName</a:t>
            </a:r>
            <a:r>
              <a:rPr lang="en-US" sz="1400" dirty="0">
                <a:solidFill>
                  <a:srgbClr val="777777"/>
                </a:solidFill>
                <a:latin typeface="Roboto Mono" panose="00000009000000000000" pitchFamily="49" charset="0"/>
              </a:rPr>
              <a:t>();</a:t>
            </a:r>
            <a:endParaRPr lang="en-US" sz="1400" dirty="0">
              <a:solidFill>
                <a:srgbClr val="333333"/>
              </a:solidFill>
              <a:latin typeface="Roboto Mono" panose="00000009000000000000" pitchFamily="49" charset="0"/>
            </a:endParaRPr>
          </a:p>
          <a:p>
            <a:br>
              <a:rPr lang="en-US" sz="1400" dirty="0">
                <a:solidFill>
                  <a:srgbClr val="333333"/>
                </a:solidFill>
                <a:latin typeface="Roboto Mono" panose="00000009000000000000" pitchFamily="49" charset="0"/>
              </a:rPr>
            </a:br>
            <a:r>
              <a:rPr lang="en-US" sz="1400" dirty="0">
                <a:solidFill>
                  <a:srgbClr val="333333"/>
                </a:solidFill>
                <a:latin typeface="Roboto Mono" panose="00000009000000000000" pitchFamily="49" charset="0"/>
              </a:rPr>
              <a:t>    </a:t>
            </a:r>
            <a:r>
              <a:rPr lang="en-US" sz="1400" dirty="0">
                <a:solidFill>
                  <a:srgbClr val="4B69C6"/>
                </a:solidFill>
                <a:latin typeface="Roboto Mono" panose="00000009000000000000" pitchFamily="49" charset="0"/>
              </a:rPr>
              <a:t>return</a:t>
            </a:r>
            <a:r>
              <a:rPr lang="en-US" sz="1400" dirty="0">
                <a:solidFill>
                  <a:srgbClr val="333333"/>
                </a:solidFill>
                <a:latin typeface="Roboto Mono" panose="00000009000000000000" pitchFamily="49" charset="0"/>
              </a:rPr>
              <a:t> </a:t>
            </a:r>
            <a:r>
              <a:rPr lang="en-US" sz="1400" dirty="0">
                <a:solidFill>
                  <a:srgbClr val="9C5D27"/>
                </a:solidFill>
                <a:latin typeface="Roboto Mono" panose="00000009000000000000" pitchFamily="49" charset="0"/>
              </a:rPr>
              <a:t>0</a:t>
            </a:r>
            <a:r>
              <a:rPr lang="en-US" sz="1400" dirty="0">
                <a:solidFill>
                  <a:srgbClr val="777777"/>
                </a:solidFill>
                <a:latin typeface="Roboto Mono" panose="00000009000000000000" pitchFamily="49" charset="0"/>
              </a:rPr>
              <a:t>;</a:t>
            </a:r>
            <a:endParaRPr lang="en-US" sz="1400" dirty="0">
              <a:solidFill>
                <a:srgbClr val="333333"/>
              </a:solidFill>
              <a:latin typeface="Roboto Mono" panose="00000009000000000000" pitchFamily="49" charset="0"/>
            </a:endParaRPr>
          </a:p>
          <a:p>
            <a:r>
              <a:rPr lang="en-US" sz="1400" dirty="0">
                <a:solidFill>
                  <a:srgbClr val="777777"/>
                </a:solidFill>
                <a:latin typeface="Roboto Mono" panose="00000009000000000000" pitchFamily="49" charset="0"/>
              </a:rPr>
              <a:t>}</a:t>
            </a:r>
            <a:endParaRPr lang="en-US" sz="1400" dirty="0">
              <a:solidFill>
                <a:srgbClr val="333333"/>
              </a:solidFill>
              <a:latin typeface="Roboto Mono" panose="00000009000000000000" pitchFamily="49" charset="0"/>
            </a:endParaRPr>
          </a:p>
        </p:txBody>
      </p:sp>
      <p:sp>
        <p:nvSpPr>
          <p:cNvPr id="10" name="TextBox 9">
            <a:extLst>
              <a:ext uri="{FF2B5EF4-FFF2-40B4-BE49-F238E27FC236}">
                <a16:creationId xmlns:a16="http://schemas.microsoft.com/office/drawing/2014/main" id="{19E402EE-CD31-6E5C-D6E4-F9DCFAFB1F34}"/>
              </a:ext>
            </a:extLst>
          </p:cNvPr>
          <p:cNvSpPr txBox="1"/>
          <p:nvPr/>
        </p:nvSpPr>
        <p:spPr>
          <a:xfrm>
            <a:off x="107576" y="64029"/>
            <a:ext cx="8512888" cy="646331"/>
          </a:xfrm>
          <a:prstGeom prst="rect">
            <a:avLst/>
          </a:prstGeom>
          <a:noFill/>
        </p:spPr>
        <p:txBody>
          <a:bodyPr wrap="square">
            <a:spAutoFit/>
          </a:bodyPr>
          <a:lstStyle/>
          <a:p>
            <a:r>
              <a:rPr lang="en-US" dirty="0"/>
              <a:t>What will be the output of this program?</a:t>
            </a:r>
          </a:p>
          <a:p>
            <a:r>
              <a:rPr lang="en-US" b="1" dirty="0" err="1">
                <a:solidFill>
                  <a:schemeClr val="accent1"/>
                </a:solidFill>
                <a:latin typeface="Roboto Mono" panose="00000009000000000000" pitchFamily="49" charset="0"/>
                <a:ea typeface="Roboto Mono" panose="00000009000000000000" pitchFamily="49" charset="0"/>
              </a:rPr>
              <a:t>ptrB</a:t>
            </a:r>
            <a:r>
              <a:rPr lang="en-US" b="1" dirty="0">
                <a:solidFill>
                  <a:schemeClr val="accent1"/>
                </a:solidFill>
                <a:latin typeface="Roboto Mono" panose="00000009000000000000" pitchFamily="49" charset="0"/>
                <a:ea typeface="Roboto Mono" panose="00000009000000000000" pitchFamily="49" charset="0"/>
              </a:rPr>
              <a:t> is a C</a:t>
            </a:r>
          </a:p>
        </p:txBody>
      </p:sp>
      <p:sp>
        <p:nvSpPr>
          <p:cNvPr id="11" name="Rectangle 10">
            <a:extLst>
              <a:ext uri="{FF2B5EF4-FFF2-40B4-BE49-F238E27FC236}">
                <a16:creationId xmlns:a16="http://schemas.microsoft.com/office/drawing/2014/main" id="{137C64A8-AB3A-278C-A420-150917F810A2}"/>
              </a:ext>
            </a:extLst>
          </p:cNvPr>
          <p:cNvSpPr/>
          <p:nvPr/>
        </p:nvSpPr>
        <p:spPr>
          <a:xfrm>
            <a:off x="10117666" y="1811867"/>
            <a:ext cx="1666737" cy="27965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8870A58-0748-3447-E5FE-F4C2C82103ED}"/>
              </a:ext>
            </a:extLst>
          </p:cNvPr>
          <p:cNvSpPr/>
          <p:nvPr/>
        </p:nvSpPr>
        <p:spPr>
          <a:xfrm>
            <a:off x="584250" y="3086587"/>
            <a:ext cx="5604883" cy="279657"/>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5B44437-10F1-52BC-BFFA-2669B5287565}"/>
              </a:ext>
            </a:extLst>
          </p:cNvPr>
          <p:cNvSpPr/>
          <p:nvPr/>
        </p:nvSpPr>
        <p:spPr>
          <a:xfrm>
            <a:off x="584250" y="4596307"/>
            <a:ext cx="5604883" cy="27965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Connector: Curved 19">
            <a:extLst>
              <a:ext uri="{FF2B5EF4-FFF2-40B4-BE49-F238E27FC236}">
                <a16:creationId xmlns:a16="http://schemas.microsoft.com/office/drawing/2014/main" id="{CAD573CA-525F-A11B-90B0-3A035C6851F2}"/>
              </a:ext>
            </a:extLst>
          </p:cNvPr>
          <p:cNvCxnSpPr>
            <a:cxnSpLocks/>
            <a:stCxn id="11" idx="2"/>
            <a:endCxn id="19" idx="3"/>
          </p:cNvCxnSpPr>
          <p:nvPr/>
        </p:nvCxnSpPr>
        <p:spPr>
          <a:xfrm rot="5400000">
            <a:off x="7247778" y="1032879"/>
            <a:ext cx="2644612" cy="4761902"/>
          </a:xfrm>
          <a:prstGeom prst="curvedConnector2">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6CCD231-34A3-40C1-6752-09D3B540800C}"/>
              </a:ext>
            </a:extLst>
          </p:cNvPr>
          <p:cNvSpPr txBox="1"/>
          <p:nvPr/>
        </p:nvSpPr>
        <p:spPr>
          <a:xfrm>
            <a:off x="9407560" y="5430492"/>
            <a:ext cx="2676864" cy="1200329"/>
          </a:xfrm>
          <a:prstGeom prst="rect">
            <a:avLst/>
          </a:prstGeom>
          <a:noFill/>
          <a:ln>
            <a:solidFill>
              <a:schemeClr val="accent1"/>
            </a:solidFill>
          </a:ln>
        </p:spPr>
        <p:txBody>
          <a:bodyPr wrap="square">
            <a:spAutoFit/>
          </a:bodyPr>
          <a:lstStyle/>
          <a:p>
            <a:r>
              <a:rPr lang="en-US" i="1" dirty="0">
                <a:solidFill>
                  <a:schemeClr val="accent1"/>
                </a:solidFill>
              </a:rPr>
              <a:t>Note that the overriding methods in the derived classes are implicitly </a:t>
            </a:r>
            <a:r>
              <a:rPr lang="en-US" b="1" dirty="0">
                <a:solidFill>
                  <a:schemeClr val="accent1"/>
                </a:solidFill>
                <a:latin typeface="Roboto Mono" panose="00000009000000000000" pitchFamily="49" charset="0"/>
                <a:ea typeface="Roboto Mono" panose="00000009000000000000" pitchFamily="49" charset="0"/>
              </a:rPr>
              <a:t>virtual</a:t>
            </a:r>
            <a:r>
              <a:rPr lang="en-US" i="1" dirty="0">
                <a:solidFill>
                  <a:schemeClr val="accent1"/>
                </a:solidFill>
              </a:rPr>
              <a:t>.</a:t>
            </a:r>
          </a:p>
        </p:txBody>
      </p:sp>
      <p:sp>
        <p:nvSpPr>
          <p:cNvPr id="16" name="TextBox 15">
            <a:extLst>
              <a:ext uri="{FF2B5EF4-FFF2-40B4-BE49-F238E27FC236}">
                <a16:creationId xmlns:a16="http://schemas.microsoft.com/office/drawing/2014/main" id="{C787DA96-2D62-28D5-4E9A-5FB8AE1D1D4A}"/>
              </a:ext>
            </a:extLst>
          </p:cNvPr>
          <p:cNvSpPr txBox="1"/>
          <p:nvPr/>
        </p:nvSpPr>
        <p:spPr>
          <a:xfrm>
            <a:off x="6537453" y="3041750"/>
            <a:ext cx="1343292" cy="646331"/>
          </a:xfrm>
          <a:prstGeom prst="rect">
            <a:avLst/>
          </a:prstGeom>
          <a:noFill/>
          <a:ln>
            <a:solidFill>
              <a:schemeClr val="accent1"/>
            </a:solidFill>
          </a:ln>
        </p:spPr>
        <p:txBody>
          <a:bodyPr wrap="square">
            <a:spAutoFit/>
          </a:bodyPr>
          <a:lstStyle/>
          <a:p>
            <a:pPr algn="ctr"/>
            <a:r>
              <a:rPr lang="en-US" i="1" dirty="0">
                <a:solidFill>
                  <a:schemeClr val="accent1"/>
                </a:solidFill>
              </a:rPr>
              <a:t>Is this </a:t>
            </a:r>
            <a:r>
              <a:rPr lang="en-US" b="1" dirty="0">
                <a:solidFill>
                  <a:schemeClr val="accent1"/>
                </a:solidFill>
                <a:latin typeface="Roboto Mono" panose="00000009000000000000" pitchFamily="49" charset="0"/>
                <a:ea typeface="Roboto Mono" panose="00000009000000000000" pitchFamily="49" charset="0"/>
              </a:rPr>
              <a:t>virtual</a:t>
            </a:r>
            <a:r>
              <a:rPr lang="en-US" i="1" dirty="0">
                <a:solidFill>
                  <a:schemeClr val="accent1"/>
                </a:solidFill>
              </a:rPr>
              <a:t>?</a:t>
            </a:r>
          </a:p>
        </p:txBody>
      </p:sp>
      <p:graphicFrame>
        <p:nvGraphicFramePr>
          <p:cNvPr id="24" name="Table 23">
            <a:extLst>
              <a:ext uri="{FF2B5EF4-FFF2-40B4-BE49-F238E27FC236}">
                <a16:creationId xmlns:a16="http://schemas.microsoft.com/office/drawing/2014/main" id="{372D53FD-5232-A55A-50E2-320B35219963}"/>
              </a:ext>
            </a:extLst>
          </p:cNvPr>
          <p:cNvGraphicFramePr>
            <a:graphicFrameLocks noGrp="1"/>
          </p:cNvGraphicFramePr>
          <p:nvPr>
            <p:extLst>
              <p:ext uri="{D42A27DB-BD31-4B8C-83A1-F6EECF244321}">
                <p14:modId xmlns:p14="http://schemas.microsoft.com/office/powerpoint/2010/main" val="3207442141"/>
              </p:ext>
            </p:extLst>
          </p:nvPr>
        </p:nvGraphicFramePr>
        <p:xfrm>
          <a:off x="11159505" y="3623616"/>
          <a:ext cx="669189" cy="1112520"/>
        </p:xfrm>
        <a:graphic>
          <a:graphicData uri="http://schemas.openxmlformats.org/drawingml/2006/table">
            <a:tbl>
              <a:tblPr firstRow="1" bandRow="1">
                <a:tableStyleId>{5C22544A-7EE6-4342-B048-85BDC9FD1C3A}</a:tableStyleId>
              </a:tblPr>
              <a:tblGrid>
                <a:gridCol w="669189">
                  <a:extLst>
                    <a:ext uri="{9D8B030D-6E8A-4147-A177-3AD203B41FA5}">
                      <a16:colId xmlns:a16="http://schemas.microsoft.com/office/drawing/2014/main" val="3480518322"/>
                    </a:ext>
                  </a:extLst>
                </a:gridCol>
              </a:tblGrid>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91676017"/>
                  </a:ext>
                </a:extLst>
              </a:tr>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3447962"/>
                  </a:ext>
                </a:extLst>
              </a:tr>
              <a:tr h="370840">
                <a:tc>
                  <a:txBody>
                    <a:bodyPr/>
                    <a:lstStyle/>
                    <a:p>
                      <a:pPr algn="ctr"/>
                      <a:r>
                        <a:rPr lang="en-US" b="0" dirty="0">
                          <a:solidFill>
                            <a:schemeClr val="tx1"/>
                          </a:solidFill>
                          <a:latin typeface="Roboto Mono" panose="00000009000000000000" pitchFamily="49" charset="0"/>
                          <a:ea typeface="Roboto Mono" panose="00000009000000000000" pitchFamily="49"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4312657"/>
                  </a:ext>
                </a:extLst>
              </a:tr>
            </a:tbl>
          </a:graphicData>
        </a:graphic>
      </p:graphicFrame>
      <p:sp>
        <p:nvSpPr>
          <p:cNvPr id="25" name="TextBox 24">
            <a:extLst>
              <a:ext uri="{FF2B5EF4-FFF2-40B4-BE49-F238E27FC236}">
                <a16:creationId xmlns:a16="http://schemas.microsoft.com/office/drawing/2014/main" id="{16E72DBE-AD5A-6100-168F-510455922415}"/>
              </a:ext>
            </a:extLst>
          </p:cNvPr>
          <p:cNvSpPr txBox="1"/>
          <p:nvPr/>
        </p:nvSpPr>
        <p:spPr>
          <a:xfrm>
            <a:off x="10903773" y="3209541"/>
            <a:ext cx="1180651" cy="369332"/>
          </a:xfrm>
          <a:prstGeom prst="rect">
            <a:avLst/>
          </a:prstGeom>
          <a:noFill/>
        </p:spPr>
        <p:txBody>
          <a:bodyPr wrap="square">
            <a:spAutoFit/>
          </a:bodyPr>
          <a:lstStyle/>
          <a:p>
            <a:pPr algn="ctr"/>
            <a:r>
              <a:rPr lang="en-US" sz="1800" b="1" dirty="0">
                <a:solidFill>
                  <a:srgbClr val="7A3E9D"/>
                </a:solidFill>
                <a:effectLst/>
                <a:latin typeface="Roboto Mono" panose="00000009000000000000" pitchFamily="49" charset="0"/>
              </a:rPr>
              <a:t>C</a:t>
            </a:r>
            <a:r>
              <a:rPr lang="en-US" sz="1800" b="0" dirty="0">
                <a:solidFill>
                  <a:srgbClr val="333333"/>
                </a:solidFill>
                <a:effectLst/>
                <a:latin typeface="Roboto Mono" panose="00000009000000000000" pitchFamily="49" charset="0"/>
              </a:rPr>
              <a:t> </a:t>
            </a:r>
            <a:r>
              <a:rPr lang="en-US" sz="1800" b="0" dirty="0" err="1">
                <a:solidFill>
                  <a:srgbClr val="7A3E9D"/>
                </a:solidFill>
                <a:effectLst/>
                <a:latin typeface="Roboto Mono" panose="00000009000000000000" pitchFamily="49" charset="0"/>
              </a:rPr>
              <a:t>c</a:t>
            </a:r>
            <a:r>
              <a:rPr lang="en-US" sz="1800" b="0" dirty="0">
                <a:solidFill>
                  <a:srgbClr val="333333"/>
                </a:solidFill>
                <a:effectLst/>
                <a:latin typeface="Roboto Mono" panose="00000009000000000000" pitchFamily="49" charset="0"/>
              </a:rPr>
              <a:t> </a:t>
            </a:r>
            <a:r>
              <a:rPr lang="en-US" sz="1800" b="0" dirty="0">
                <a:solidFill>
                  <a:srgbClr val="777777"/>
                </a:solidFill>
                <a:effectLst/>
                <a:latin typeface="Roboto Mono" panose="00000009000000000000" pitchFamily="49" charset="0"/>
              </a:rPr>
              <a:t>{};</a:t>
            </a:r>
            <a:endParaRPr lang="en-US" sz="1800" b="0" dirty="0">
              <a:solidFill>
                <a:srgbClr val="333333"/>
              </a:solidFill>
              <a:effectLst/>
              <a:latin typeface="Roboto Mono" panose="00000009000000000000" pitchFamily="49" charset="0"/>
            </a:endParaRPr>
          </a:p>
        </p:txBody>
      </p:sp>
    </p:spTree>
    <p:extLst>
      <p:ext uri="{BB962C8B-B14F-4D97-AF65-F5344CB8AC3E}">
        <p14:creationId xmlns:p14="http://schemas.microsoft.com/office/powerpoint/2010/main" val="381415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9" grpId="0" animBg="1"/>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CAB0C-2DCE-DCF0-325A-A1C3DFAB7175}"/>
              </a:ext>
            </a:extLst>
          </p:cNvPr>
          <p:cNvSpPr>
            <a:spLocks noGrp="1"/>
          </p:cNvSpPr>
          <p:nvPr>
            <p:ph type="title"/>
          </p:nvPr>
        </p:nvSpPr>
        <p:spPr/>
        <p:txBody>
          <a:bodyPr/>
          <a:lstStyle/>
          <a:p>
            <a:r>
              <a:rPr lang="en-US" dirty="0"/>
              <a:t>Runtime Polymorphism</a:t>
            </a:r>
          </a:p>
        </p:txBody>
      </p:sp>
      <p:sp>
        <p:nvSpPr>
          <p:cNvPr id="3" name="Content Placeholder 2">
            <a:extLst>
              <a:ext uri="{FF2B5EF4-FFF2-40B4-BE49-F238E27FC236}">
                <a16:creationId xmlns:a16="http://schemas.microsoft.com/office/drawing/2014/main" id="{437D5336-7C61-C0D3-4949-85EB9F7826E1}"/>
              </a:ext>
            </a:extLst>
          </p:cNvPr>
          <p:cNvSpPr>
            <a:spLocks noGrp="1"/>
          </p:cNvSpPr>
          <p:nvPr>
            <p:ph idx="1"/>
          </p:nvPr>
        </p:nvSpPr>
        <p:spPr/>
        <p:txBody>
          <a:bodyPr>
            <a:normAutofit fontScale="92500" lnSpcReduction="20000"/>
          </a:bodyPr>
          <a:lstStyle/>
          <a:p>
            <a:r>
              <a:rPr lang="en-US" dirty="0">
                <a:solidFill>
                  <a:schemeClr val="accent1"/>
                </a:solidFill>
              </a:rPr>
              <a:t>What we have seen is </a:t>
            </a:r>
            <a:r>
              <a:rPr lang="en-US" b="1" dirty="0">
                <a:solidFill>
                  <a:schemeClr val="accent1"/>
                </a:solidFill>
              </a:rPr>
              <a:t>polymorphism </a:t>
            </a:r>
            <a:r>
              <a:rPr lang="en-US" dirty="0">
                <a:solidFill>
                  <a:schemeClr val="accent1"/>
                </a:solidFill>
              </a:rPr>
              <a:t>(that happens during </a:t>
            </a:r>
            <a:r>
              <a:rPr lang="en-US" b="1" dirty="0">
                <a:solidFill>
                  <a:schemeClr val="accent1"/>
                </a:solidFill>
              </a:rPr>
              <a:t>runtime</a:t>
            </a:r>
            <a:r>
              <a:rPr lang="en-US" dirty="0">
                <a:solidFill>
                  <a:schemeClr val="accent1"/>
                </a:solidFill>
              </a:rPr>
              <a:t>). </a:t>
            </a:r>
          </a:p>
          <a:p>
            <a:endParaRPr lang="en-US" dirty="0"/>
          </a:p>
          <a:p>
            <a:r>
              <a:rPr lang="en-US" dirty="0"/>
              <a:t>In programming, </a:t>
            </a:r>
            <a:r>
              <a:rPr lang="en-US" b="1" dirty="0"/>
              <a:t>polymorphism </a:t>
            </a:r>
            <a:r>
              <a:rPr lang="en-US" dirty="0"/>
              <a:t>refers to the ability of an entity to have </a:t>
            </a:r>
            <a:r>
              <a:rPr lang="en-US" b="1" dirty="0"/>
              <a:t>multiple forms</a:t>
            </a:r>
            <a:r>
              <a:rPr lang="en-US" dirty="0"/>
              <a:t>.</a:t>
            </a:r>
          </a:p>
          <a:p>
            <a:pPr lvl="1"/>
            <a:r>
              <a:rPr lang="en-US" dirty="0"/>
              <a:t>“Polymorphism” literally means “many forms”.</a:t>
            </a:r>
          </a:p>
          <a:p>
            <a:pPr lvl="1"/>
            <a:endParaRPr lang="en-US" dirty="0"/>
          </a:p>
          <a:p>
            <a:r>
              <a:rPr lang="en-US" dirty="0"/>
              <a:t>In our example, </a:t>
            </a:r>
            <a:r>
              <a:rPr lang="en-US" b="1" dirty="0" err="1">
                <a:latin typeface="Roboto Mono" panose="00000009000000000000" pitchFamily="49" charset="0"/>
                <a:ea typeface="Roboto Mono" panose="00000009000000000000" pitchFamily="49" charset="0"/>
              </a:rPr>
              <a:t>getName</a:t>
            </a:r>
            <a:r>
              <a:rPr lang="en-US" b="1" dirty="0">
                <a:latin typeface="Roboto Mono" panose="00000009000000000000" pitchFamily="49" charset="0"/>
                <a:ea typeface="Roboto Mono" panose="00000009000000000000" pitchFamily="49" charset="0"/>
              </a:rPr>
              <a:t>()</a:t>
            </a:r>
            <a:r>
              <a:rPr lang="en-US" dirty="0"/>
              <a:t> is taking multiple forms…</a:t>
            </a:r>
          </a:p>
          <a:p>
            <a:pPr lvl="1"/>
            <a:r>
              <a:rPr lang="en-US" dirty="0"/>
              <a:t>… depending on the </a:t>
            </a:r>
            <a:r>
              <a:rPr lang="en-US" b="1" dirty="0"/>
              <a:t>virtual function resolution</a:t>
            </a:r>
            <a:r>
              <a:rPr lang="en-US" dirty="0"/>
              <a:t>.</a:t>
            </a:r>
          </a:p>
          <a:p>
            <a:pPr lvl="1"/>
            <a:endParaRPr lang="en-US" dirty="0"/>
          </a:p>
          <a:p>
            <a:r>
              <a:rPr lang="en-US" dirty="0"/>
              <a:t>This resolution happens during </a:t>
            </a:r>
            <a:r>
              <a:rPr lang="en-US" b="1" dirty="0"/>
              <a:t>runtime</a:t>
            </a:r>
            <a:r>
              <a:rPr lang="en-US" dirty="0"/>
              <a:t> (while the executable is running).</a:t>
            </a:r>
          </a:p>
        </p:txBody>
      </p:sp>
      <p:sp>
        <p:nvSpPr>
          <p:cNvPr id="4" name="TextBox 3">
            <a:extLst>
              <a:ext uri="{FF2B5EF4-FFF2-40B4-BE49-F238E27FC236}">
                <a16:creationId xmlns:a16="http://schemas.microsoft.com/office/drawing/2014/main" id="{E726BEB7-44D7-4FCA-50EA-DC0DF03B11BB}"/>
              </a:ext>
            </a:extLst>
          </p:cNvPr>
          <p:cNvSpPr txBox="1"/>
          <p:nvPr/>
        </p:nvSpPr>
        <p:spPr>
          <a:xfrm>
            <a:off x="9251576" y="80872"/>
            <a:ext cx="2843605" cy="1200329"/>
          </a:xfrm>
          <a:prstGeom prst="rect">
            <a:avLst/>
          </a:prstGeom>
          <a:noFill/>
          <a:ln>
            <a:solidFill>
              <a:schemeClr val="accent1"/>
            </a:solidFill>
          </a:ln>
        </p:spPr>
        <p:txBody>
          <a:bodyPr wrap="square">
            <a:spAutoFit/>
          </a:bodyPr>
          <a:lstStyle/>
          <a:p>
            <a:r>
              <a:rPr lang="en-US" b="1" i="1" u="sng" dirty="0">
                <a:solidFill>
                  <a:schemeClr val="accent1"/>
                </a:solidFill>
              </a:rPr>
              <a:t>Question</a:t>
            </a:r>
          </a:p>
          <a:p>
            <a:r>
              <a:rPr lang="en-US" i="1" dirty="0">
                <a:solidFill>
                  <a:schemeClr val="accent1"/>
                </a:solidFill>
              </a:rPr>
              <a:t>Have we seen something similar to this earlier in the course?</a:t>
            </a:r>
          </a:p>
        </p:txBody>
      </p:sp>
    </p:spTree>
    <p:extLst>
      <p:ext uri="{BB962C8B-B14F-4D97-AF65-F5344CB8AC3E}">
        <p14:creationId xmlns:p14="http://schemas.microsoft.com/office/powerpoint/2010/main" val="370885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CAB0C-2DCE-DCF0-325A-A1C3DFAB7175}"/>
              </a:ext>
            </a:extLst>
          </p:cNvPr>
          <p:cNvSpPr>
            <a:spLocks noGrp="1"/>
          </p:cNvSpPr>
          <p:nvPr>
            <p:ph type="title"/>
          </p:nvPr>
        </p:nvSpPr>
        <p:spPr/>
        <p:txBody>
          <a:bodyPr/>
          <a:lstStyle/>
          <a:p>
            <a:r>
              <a:rPr lang="en-US" dirty="0"/>
              <a:t>Runtime Polymorphism</a:t>
            </a:r>
          </a:p>
        </p:txBody>
      </p:sp>
      <p:sp>
        <p:nvSpPr>
          <p:cNvPr id="3" name="Content Placeholder 2">
            <a:extLst>
              <a:ext uri="{FF2B5EF4-FFF2-40B4-BE49-F238E27FC236}">
                <a16:creationId xmlns:a16="http://schemas.microsoft.com/office/drawing/2014/main" id="{437D5336-7C61-C0D3-4949-85EB9F7826E1}"/>
              </a:ext>
            </a:extLst>
          </p:cNvPr>
          <p:cNvSpPr>
            <a:spLocks noGrp="1"/>
          </p:cNvSpPr>
          <p:nvPr>
            <p:ph idx="1"/>
          </p:nvPr>
        </p:nvSpPr>
        <p:spPr/>
        <p:txBody>
          <a:bodyPr>
            <a:normAutofit fontScale="92500" lnSpcReduction="10000"/>
          </a:bodyPr>
          <a:lstStyle/>
          <a:p>
            <a:r>
              <a:rPr lang="en-US" dirty="0">
                <a:solidFill>
                  <a:schemeClr val="accent1"/>
                </a:solidFill>
              </a:rPr>
              <a:t>We saw </a:t>
            </a:r>
            <a:r>
              <a:rPr lang="en-US" b="1" dirty="0">
                <a:solidFill>
                  <a:schemeClr val="accent1"/>
                </a:solidFill>
              </a:rPr>
              <a:t>function overloading</a:t>
            </a:r>
            <a:r>
              <a:rPr lang="en-US" dirty="0">
                <a:solidFill>
                  <a:schemeClr val="accent1"/>
                </a:solidFill>
              </a:rPr>
              <a:t>, which is an example of </a:t>
            </a:r>
            <a:r>
              <a:rPr lang="en-US" b="1" dirty="0">
                <a:solidFill>
                  <a:schemeClr val="accent1"/>
                </a:solidFill>
              </a:rPr>
              <a:t>compile-time polymorphism</a:t>
            </a:r>
            <a:r>
              <a:rPr lang="en-US" dirty="0">
                <a:solidFill>
                  <a:schemeClr val="accent1"/>
                </a:solidFill>
              </a:rPr>
              <a:t>.</a:t>
            </a:r>
          </a:p>
          <a:p>
            <a:pPr lvl="1"/>
            <a:r>
              <a:rPr lang="en-US" dirty="0">
                <a:solidFill>
                  <a:schemeClr val="accent1"/>
                </a:solidFill>
              </a:rPr>
              <a:t>Compile-time implies the time when you are </a:t>
            </a:r>
            <a:r>
              <a:rPr lang="en-US" b="1" dirty="0">
                <a:solidFill>
                  <a:schemeClr val="accent1"/>
                </a:solidFill>
              </a:rPr>
              <a:t>compiling the code </a:t>
            </a:r>
            <a:r>
              <a:rPr lang="en-US" dirty="0">
                <a:solidFill>
                  <a:schemeClr val="accent1"/>
                </a:solidFill>
              </a:rPr>
              <a:t>and in the process of creating your executable file.</a:t>
            </a:r>
          </a:p>
          <a:p>
            <a:pPr lvl="1"/>
            <a:endParaRPr lang="en-US" dirty="0">
              <a:solidFill>
                <a:schemeClr val="accent1"/>
              </a:solidFill>
            </a:endParaRPr>
          </a:p>
          <a:p>
            <a:pPr lvl="1"/>
            <a:endParaRPr lang="en-US" dirty="0">
              <a:solidFill>
                <a:schemeClr val="accent1"/>
              </a:solidFill>
            </a:endParaRPr>
          </a:p>
          <a:p>
            <a:pPr lvl="1"/>
            <a:endParaRPr lang="en-US" dirty="0">
              <a:solidFill>
                <a:schemeClr val="accent1"/>
              </a:solidFill>
            </a:endParaRPr>
          </a:p>
          <a:p>
            <a:pPr lvl="1"/>
            <a:endParaRPr lang="en-US" dirty="0">
              <a:solidFill>
                <a:schemeClr val="accent1"/>
              </a:solidFill>
            </a:endParaRPr>
          </a:p>
          <a:p>
            <a:r>
              <a:rPr lang="en-US" dirty="0"/>
              <a:t>Function overload resolution is done during </a:t>
            </a:r>
            <a:r>
              <a:rPr lang="en-US" b="1" dirty="0"/>
              <a:t>compile-time</a:t>
            </a:r>
            <a:r>
              <a:rPr lang="en-US" dirty="0"/>
              <a:t>.</a:t>
            </a:r>
          </a:p>
          <a:p>
            <a:endParaRPr lang="en-US" dirty="0"/>
          </a:p>
          <a:p>
            <a:r>
              <a:rPr lang="en-US" b="1" dirty="0"/>
              <a:t>Template resolution </a:t>
            </a:r>
            <a:r>
              <a:rPr lang="en-US" dirty="0"/>
              <a:t>is another example of </a:t>
            </a:r>
            <a:r>
              <a:rPr lang="en-US" b="1" dirty="0"/>
              <a:t>compile-time polymorphism</a:t>
            </a:r>
            <a:r>
              <a:rPr lang="en-US" dirty="0"/>
              <a:t>.</a:t>
            </a:r>
          </a:p>
        </p:txBody>
      </p:sp>
      <p:pic>
        <p:nvPicPr>
          <p:cNvPr id="6" name="Picture 5">
            <a:extLst>
              <a:ext uri="{FF2B5EF4-FFF2-40B4-BE49-F238E27FC236}">
                <a16:creationId xmlns:a16="http://schemas.microsoft.com/office/drawing/2014/main" id="{FA8F723A-A1A0-F053-135A-02FD0878D54F}"/>
              </a:ext>
            </a:extLst>
          </p:cNvPr>
          <p:cNvPicPr>
            <a:picLocks noChangeAspect="1"/>
          </p:cNvPicPr>
          <p:nvPr/>
        </p:nvPicPr>
        <p:blipFill>
          <a:blip r:embed="rId2"/>
          <a:stretch>
            <a:fillRect/>
          </a:stretch>
        </p:blipFill>
        <p:spPr>
          <a:xfrm>
            <a:off x="3433674" y="3202749"/>
            <a:ext cx="5324652" cy="1059205"/>
          </a:xfrm>
          <a:prstGeom prst="rect">
            <a:avLst/>
          </a:prstGeom>
        </p:spPr>
      </p:pic>
    </p:spTree>
    <p:extLst>
      <p:ext uri="{BB962C8B-B14F-4D97-AF65-F5344CB8AC3E}">
        <p14:creationId xmlns:p14="http://schemas.microsoft.com/office/powerpoint/2010/main" val="71331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F65F4-39E8-3D74-C226-69752198012C}"/>
              </a:ext>
            </a:extLst>
          </p:cNvPr>
          <p:cNvSpPr>
            <a:spLocks noGrp="1"/>
          </p:cNvSpPr>
          <p:nvPr>
            <p:ph type="title"/>
          </p:nvPr>
        </p:nvSpPr>
        <p:spPr/>
        <p:txBody>
          <a:bodyPr/>
          <a:lstStyle/>
          <a:p>
            <a:r>
              <a:rPr lang="en-US" dirty="0"/>
              <a:t>Another example to see if you understand things…</a:t>
            </a:r>
          </a:p>
        </p:txBody>
      </p:sp>
      <p:sp>
        <p:nvSpPr>
          <p:cNvPr id="3" name="Content Placeholder 2">
            <a:extLst>
              <a:ext uri="{FF2B5EF4-FFF2-40B4-BE49-F238E27FC236}">
                <a16:creationId xmlns:a16="http://schemas.microsoft.com/office/drawing/2014/main" id="{9453972B-AF3F-F8C7-A088-B6614A22C10D}"/>
              </a:ext>
            </a:extLst>
          </p:cNvPr>
          <p:cNvSpPr>
            <a:spLocks noGrp="1"/>
          </p:cNvSpPr>
          <p:nvPr>
            <p:ph idx="1"/>
          </p:nvPr>
        </p:nvSpPr>
        <p:spPr/>
        <p:txBody>
          <a:bodyPr/>
          <a:lstStyle/>
          <a:p>
            <a:endParaRPr lang="en-US" dirty="0"/>
          </a:p>
          <a:p>
            <a:r>
              <a:rPr lang="en-US" dirty="0"/>
              <a:t>Self-study the </a:t>
            </a:r>
            <a:r>
              <a:rPr lang="en-US" b="1" dirty="0">
                <a:latin typeface="Roboto Mono" panose="00000009000000000000" pitchFamily="49" charset="0"/>
                <a:ea typeface="Roboto Mono" panose="00000009000000000000" pitchFamily="49" charset="0"/>
              </a:rPr>
              <a:t>class Animal</a:t>
            </a:r>
            <a:r>
              <a:rPr lang="en-US" dirty="0"/>
              <a:t> example under section, </a:t>
            </a:r>
            <a:r>
              <a:rPr lang="en-US" b="1" dirty="0"/>
              <a:t>“A more complex example”</a:t>
            </a:r>
            <a:r>
              <a:rPr lang="en-US" dirty="0"/>
              <a:t>.</a:t>
            </a:r>
          </a:p>
          <a:p>
            <a:pPr lvl="1"/>
            <a:r>
              <a:rPr lang="en-US" dirty="0"/>
              <a:t>Link: </a:t>
            </a:r>
            <a:r>
              <a:rPr lang="en-US" dirty="0">
                <a:hlinkClick r:id="rId2"/>
              </a:rPr>
              <a:t>https://www.learncpp.com/cpp-tutorial/virtual-functions/</a:t>
            </a:r>
            <a:endParaRPr lang="en-US" dirty="0"/>
          </a:p>
          <a:p>
            <a:pPr lvl="1"/>
            <a:endParaRPr lang="en-US" dirty="0"/>
          </a:p>
          <a:p>
            <a:pPr lvl="1"/>
            <a:endParaRPr lang="en-US" dirty="0"/>
          </a:p>
          <a:p>
            <a:r>
              <a:rPr lang="en-US" dirty="0"/>
              <a:t>You can assume </a:t>
            </a:r>
            <a:r>
              <a:rPr lang="en-US" b="1" dirty="0">
                <a:solidFill>
                  <a:schemeClr val="accent1"/>
                </a:solidFill>
                <a:latin typeface="Roboto Mono" panose="00000009000000000000" pitchFamily="49" charset="0"/>
                <a:ea typeface="Roboto Mono" panose="00000009000000000000" pitchFamily="49" charset="0"/>
              </a:rPr>
              <a:t>std::</a:t>
            </a:r>
            <a:r>
              <a:rPr lang="en-US" b="1" dirty="0" err="1">
                <a:solidFill>
                  <a:schemeClr val="accent1"/>
                </a:solidFill>
                <a:latin typeface="Roboto Mono" panose="00000009000000000000" pitchFamily="49" charset="0"/>
                <a:ea typeface="Roboto Mono" panose="00000009000000000000" pitchFamily="49" charset="0"/>
              </a:rPr>
              <a:t>string_view</a:t>
            </a:r>
            <a:r>
              <a:rPr lang="en-US" dirty="0"/>
              <a:t> to be </a:t>
            </a:r>
            <a:r>
              <a:rPr lang="en-US" b="1" dirty="0">
                <a:solidFill>
                  <a:schemeClr val="accent1"/>
                </a:solidFill>
                <a:latin typeface="Roboto Mono" panose="00000009000000000000" pitchFamily="49" charset="0"/>
                <a:ea typeface="Roboto Mono" panose="00000009000000000000" pitchFamily="49" charset="0"/>
              </a:rPr>
              <a:t>std::string</a:t>
            </a:r>
            <a:r>
              <a:rPr lang="en-US" dirty="0"/>
              <a:t> to keep things simple to understand. </a:t>
            </a:r>
          </a:p>
          <a:p>
            <a:pPr lvl="1"/>
            <a:endParaRPr lang="en-US" dirty="0"/>
          </a:p>
        </p:txBody>
      </p:sp>
    </p:spTree>
    <p:extLst>
      <p:ext uri="{BB962C8B-B14F-4D97-AF65-F5344CB8AC3E}">
        <p14:creationId xmlns:p14="http://schemas.microsoft.com/office/powerpoint/2010/main" val="1608232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9DD892-C9EA-1BBD-73D2-8CDF21B64DC9}"/>
              </a:ext>
            </a:extLst>
          </p:cNvPr>
          <p:cNvSpPr>
            <a:spLocks noGrp="1"/>
          </p:cNvSpPr>
          <p:nvPr>
            <p:ph type="ctrTitle"/>
          </p:nvPr>
        </p:nvSpPr>
        <p:spPr/>
        <p:txBody>
          <a:bodyPr/>
          <a:lstStyle/>
          <a:p>
            <a:r>
              <a:rPr lang="en-US" dirty="0"/>
              <a:t>Virtual Destructors</a:t>
            </a:r>
          </a:p>
        </p:txBody>
      </p:sp>
      <p:sp>
        <p:nvSpPr>
          <p:cNvPr id="5" name="Subtitle 4">
            <a:extLst>
              <a:ext uri="{FF2B5EF4-FFF2-40B4-BE49-F238E27FC236}">
                <a16:creationId xmlns:a16="http://schemas.microsoft.com/office/drawing/2014/main" id="{66E82526-701D-4472-F057-829CA641657C}"/>
              </a:ext>
            </a:extLst>
          </p:cNvPr>
          <p:cNvSpPr>
            <a:spLocks noGrp="1"/>
          </p:cNvSpPr>
          <p:nvPr>
            <p:ph type="subTitle" idx="1"/>
          </p:nvPr>
        </p:nvSpPr>
        <p:spPr/>
        <p:txBody>
          <a:bodyPr/>
          <a:lstStyle/>
          <a:p>
            <a:endParaRPr lang="en-US" dirty="0"/>
          </a:p>
        </p:txBody>
      </p:sp>
      <p:sp>
        <p:nvSpPr>
          <p:cNvPr id="9" name="TextBox 8">
            <a:extLst>
              <a:ext uri="{FF2B5EF4-FFF2-40B4-BE49-F238E27FC236}">
                <a16:creationId xmlns:a16="http://schemas.microsoft.com/office/drawing/2014/main" id="{55CBB8D6-1348-95E2-68F0-CE8D262574F7}"/>
              </a:ext>
            </a:extLst>
          </p:cNvPr>
          <p:cNvSpPr txBox="1"/>
          <p:nvPr/>
        </p:nvSpPr>
        <p:spPr>
          <a:xfrm>
            <a:off x="631115" y="6217484"/>
            <a:ext cx="10929769" cy="369332"/>
          </a:xfrm>
          <a:prstGeom prst="rect">
            <a:avLst/>
          </a:prstGeom>
          <a:noFill/>
        </p:spPr>
        <p:txBody>
          <a:bodyPr wrap="square">
            <a:spAutoFit/>
          </a:bodyPr>
          <a:lstStyle/>
          <a:p>
            <a:r>
              <a:rPr lang="en-US">
                <a:hlinkClick r:id="rId2"/>
              </a:rPr>
              <a:t>https://www.learncpp.com/cpp-tutorial/virtual-destructors-virtual-assignment-and-overriding-virtualization/</a:t>
            </a:r>
            <a:endParaRPr lang="en-US" dirty="0"/>
          </a:p>
        </p:txBody>
      </p:sp>
    </p:spTree>
    <p:extLst>
      <p:ext uri="{BB962C8B-B14F-4D97-AF65-F5344CB8AC3E}">
        <p14:creationId xmlns:p14="http://schemas.microsoft.com/office/powerpoint/2010/main" val="2309326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F0BFB-C5CD-64F2-1FD8-2089B2DECC5A}"/>
              </a:ext>
            </a:extLst>
          </p:cNvPr>
          <p:cNvSpPr>
            <a:spLocks noGrp="1"/>
          </p:cNvSpPr>
          <p:nvPr>
            <p:ph type="title"/>
          </p:nvPr>
        </p:nvSpPr>
        <p:spPr/>
        <p:txBody>
          <a:bodyPr/>
          <a:lstStyle/>
          <a:p>
            <a:r>
              <a:rPr lang="en-US" dirty="0"/>
              <a:t>Destruction of Child Objects</a:t>
            </a:r>
          </a:p>
        </p:txBody>
      </p:sp>
      <p:sp>
        <p:nvSpPr>
          <p:cNvPr id="3" name="Content Placeholder 2">
            <a:extLst>
              <a:ext uri="{FF2B5EF4-FFF2-40B4-BE49-F238E27FC236}">
                <a16:creationId xmlns:a16="http://schemas.microsoft.com/office/drawing/2014/main" id="{D0D018D3-F94D-F89A-0FE4-F97C9C699D67}"/>
              </a:ext>
            </a:extLst>
          </p:cNvPr>
          <p:cNvSpPr>
            <a:spLocks noGrp="1"/>
          </p:cNvSpPr>
          <p:nvPr>
            <p:ph idx="1"/>
          </p:nvPr>
        </p:nvSpPr>
        <p:spPr/>
        <p:txBody>
          <a:bodyPr>
            <a:normAutofit fontScale="92500" lnSpcReduction="20000"/>
          </a:bodyPr>
          <a:lstStyle/>
          <a:p>
            <a:r>
              <a:rPr lang="en-US" dirty="0"/>
              <a:t>A child/derived object is composed of multiple parts.</a:t>
            </a:r>
          </a:p>
          <a:p>
            <a:pPr lvl="1"/>
            <a:r>
              <a:rPr lang="en-US" dirty="0"/>
              <a:t>It has one part corresponding to each of its parent.</a:t>
            </a:r>
          </a:p>
          <a:p>
            <a:pPr lvl="1"/>
            <a:r>
              <a:rPr lang="en-US" dirty="0"/>
              <a:t>And it has one part that is its own.</a:t>
            </a:r>
          </a:p>
          <a:p>
            <a:pPr lvl="1"/>
            <a:endParaRPr lang="en-US" dirty="0"/>
          </a:p>
          <a:p>
            <a:r>
              <a:rPr lang="en-US" dirty="0"/>
              <a:t>For child objects to be destructed correctly, all relevant destructors should be called.</a:t>
            </a:r>
          </a:p>
          <a:p>
            <a:pPr lvl="1"/>
            <a:r>
              <a:rPr lang="en-US" dirty="0"/>
              <a:t>Recall the order of destruction.</a:t>
            </a:r>
          </a:p>
          <a:p>
            <a:endParaRPr lang="en-US" dirty="0"/>
          </a:p>
          <a:p>
            <a:r>
              <a:rPr lang="en-US" dirty="0">
                <a:solidFill>
                  <a:schemeClr val="accent1"/>
                </a:solidFill>
              </a:rPr>
              <a:t>Based on the above, review the code file discussed in class.</a:t>
            </a:r>
          </a:p>
          <a:p>
            <a:pPr lvl="1"/>
            <a:r>
              <a:rPr lang="en-US" b="1" dirty="0">
                <a:solidFill>
                  <a:schemeClr val="accent1"/>
                </a:solidFill>
                <a:latin typeface="Roboto Mono" panose="00000009000000000000" pitchFamily="49" charset="0"/>
                <a:ea typeface="Roboto Mono" panose="00000009000000000000" pitchFamily="49" charset="0"/>
              </a:rPr>
              <a:t>virtualDtors.cpp</a:t>
            </a:r>
          </a:p>
          <a:p>
            <a:pPr lvl="1"/>
            <a:endParaRPr lang="en-US" dirty="0"/>
          </a:p>
          <a:p>
            <a:r>
              <a:rPr lang="en-US" dirty="0"/>
              <a:t>On the following slides, you’ll find another example to explain virtual destructors.</a:t>
            </a:r>
          </a:p>
        </p:txBody>
      </p:sp>
    </p:spTree>
    <p:extLst>
      <p:ext uri="{BB962C8B-B14F-4D97-AF65-F5344CB8AC3E}">
        <p14:creationId xmlns:p14="http://schemas.microsoft.com/office/powerpoint/2010/main" val="30212558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C4E3EE-0B99-83C5-737D-80443F645DB6}"/>
              </a:ext>
            </a:extLst>
          </p:cNvPr>
          <p:cNvPicPr>
            <a:picLocks noChangeAspect="1"/>
          </p:cNvPicPr>
          <p:nvPr/>
        </p:nvPicPr>
        <p:blipFill>
          <a:blip r:embed="rId3"/>
          <a:stretch>
            <a:fillRect/>
          </a:stretch>
        </p:blipFill>
        <p:spPr>
          <a:xfrm>
            <a:off x="215153" y="603279"/>
            <a:ext cx="7569393" cy="5651441"/>
          </a:xfrm>
          <a:prstGeom prst="rect">
            <a:avLst/>
          </a:prstGeom>
        </p:spPr>
      </p:pic>
      <p:sp>
        <p:nvSpPr>
          <p:cNvPr id="6" name="TextBox 5">
            <a:extLst>
              <a:ext uri="{FF2B5EF4-FFF2-40B4-BE49-F238E27FC236}">
                <a16:creationId xmlns:a16="http://schemas.microsoft.com/office/drawing/2014/main" id="{7C09B77A-D941-B96B-45D8-1DDE62B59404}"/>
              </a:ext>
            </a:extLst>
          </p:cNvPr>
          <p:cNvSpPr txBox="1"/>
          <p:nvPr/>
        </p:nvSpPr>
        <p:spPr>
          <a:xfrm>
            <a:off x="107576" y="64029"/>
            <a:ext cx="10919012" cy="369332"/>
          </a:xfrm>
          <a:prstGeom prst="rect">
            <a:avLst/>
          </a:prstGeom>
          <a:noFill/>
        </p:spPr>
        <p:txBody>
          <a:bodyPr wrap="square">
            <a:spAutoFit/>
          </a:bodyPr>
          <a:lstStyle/>
          <a:p>
            <a:r>
              <a:rPr lang="en-US" dirty="0"/>
              <a:t>Since I’m dealing with dynamic memory, I decided to make my own </a:t>
            </a:r>
            <a:r>
              <a:rPr lang="en-US" b="1" dirty="0">
                <a:latin typeface="Roboto Mono" panose="00000009000000000000" pitchFamily="49" charset="0"/>
                <a:ea typeface="Roboto Mono" panose="00000009000000000000" pitchFamily="49" charset="0"/>
              </a:rPr>
              <a:t>Derived::~Derived()</a:t>
            </a:r>
            <a:r>
              <a:rPr lang="en-US" dirty="0"/>
              <a:t>.</a:t>
            </a:r>
          </a:p>
        </p:txBody>
      </p:sp>
      <p:sp>
        <p:nvSpPr>
          <p:cNvPr id="7" name="TextBox 6">
            <a:extLst>
              <a:ext uri="{FF2B5EF4-FFF2-40B4-BE49-F238E27FC236}">
                <a16:creationId xmlns:a16="http://schemas.microsoft.com/office/drawing/2014/main" id="{F2C5D7AC-00F7-2F8C-88B3-23F2E256A80C}"/>
              </a:ext>
            </a:extLst>
          </p:cNvPr>
          <p:cNvSpPr txBox="1"/>
          <p:nvPr/>
        </p:nvSpPr>
        <p:spPr>
          <a:xfrm>
            <a:off x="7896114" y="2842392"/>
            <a:ext cx="4242096" cy="3139321"/>
          </a:xfrm>
          <a:prstGeom prst="rect">
            <a:avLst/>
          </a:prstGeom>
          <a:noFill/>
          <a:ln>
            <a:solidFill>
              <a:schemeClr val="accent1"/>
            </a:solidFill>
          </a:ln>
        </p:spPr>
        <p:txBody>
          <a:bodyPr wrap="square">
            <a:spAutoFit/>
          </a:bodyPr>
          <a:lstStyle/>
          <a:p>
            <a:r>
              <a:rPr lang="en-US" b="1" i="1" u="sng" dirty="0">
                <a:solidFill>
                  <a:schemeClr val="accent1"/>
                </a:solidFill>
              </a:rPr>
              <a:t>Questions</a:t>
            </a:r>
          </a:p>
          <a:p>
            <a:pPr marL="285750" indent="-285750">
              <a:buFont typeface="Arial" panose="020B0604020202020204" pitchFamily="34" charset="0"/>
              <a:buChar char="•"/>
            </a:pPr>
            <a:r>
              <a:rPr lang="en-US" i="1" dirty="0">
                <a:solidFill>
                  <a:schemeClr val="accent1"/>
                </a:solidFill>
              </a:rPr>
              <a:t>For line 31, could I have done this: </a:t>
            </a:r>
          </a:p>
          <a:p>
            <a:pPr algn="ctr"/>
            <a:endParaRPr lang="en-US" b="1" dirty="0">
              <a:solidFill>
                <a:schemeClr val="accent1"/>
              </a:solidFill>
              <a:latin typeface="Roboto Mono" panose="00000009000000000000" pitchFamily="49" charset="0"/>
              <a:ea typeface="Roboto Mono" panose="00000009000000000000" pitchFamily="49" charset="0"/>
            </a:endParaRPr>
          </a:p>
          <a:p>
            <a:pPr algn="ctr"/>
            <a:r>
              <a:rPr lang="en-US" b="1" dirty="0">
                <a:solidFill>
                  <a:schemeClr val="accent1"/>
                </a:solidFill>
                <a:latin typeface="Roboto Mono" panose="00000009000000000000" pitchFamily="49" charset="0"/>
                <a:ea typeface="Roboto Mono" panose="00000009000000000000" pitchFamily="49" charset="0"/>
              </a:rPr>
              <a:t>Base* base{ new Derived(5) };</a:t>
            </a:r>
          </a:p>
          <a:p>
            <a:pPr marL="285750" indent="-285750">
              <a:buFont typeface="Arial" panose="020B0604020202020204" pitchFamily="34" charset="0"/>
              <a:buChar char="•"/>
            </a:pPr>
            <a:endParaRPr lang="en-US" i="1" dirty="0">
              <a:solidFill>
                <a:schemeClr val="accent1"/>
              </a:solidFill>
            </a:endParaRPr>
          </a:p>
          <a:p>
            <a:pPr marL="285750" indent="-285750">
              <a:buFont typeface="Arial" panose="020B0604020202020204" pitchFamily="34" charset="0"/>
              <a:buChar char="•"/>
            </a:pPr>
            <a:r>
              <a:rPr lang="en-US" i="1" dirty="0">
                <a:solidFill>
                  <a:schemeClr val="accent1"/>
                </a:solidFill>
              </a:rPr>
              <a:t>What happens when line 31 is executed?</a:t>
            </a:r>
          </a:p>
          <a:p>
            <a:pPr marL="285750" indent="-285750">
              <a:buFont typeface="Arial" panose="020B0604020202020204" pitchFamily="34" charset="0"/>
              <a:buChar char="•"/>
            </a:pPr>
            <a:endParaRPr lang="en-US" i="1" dirty="0">
              <a:solidFill>
                <a:schemeClr val="accent1"/>
              </a:solidFill>
            </a:endParaRPr>
          </a:p>
          <a:p>
            <a:pPr marL="285750" indent="-285750">
              <a:buFont typeface="Arial" panose="020B0604020202020204" pitchFamily="34" charset="0"/>
              <a:buChar char="•"/>
            </a:pPr>
            <a:r>
              <a:rPr lang="en-US" i="1" dirty="0">
                <a:solidFill>
                  <a:schemeClr val="accent1"/>
                </a:solidFill>
              </a:rPr>
              <a:t>What happens if I had skipped line 34?</a:t>
            </a:r>
          </a:p>
          <a:p>
            <a:pPr marL="742950" lvl="1" indent="-285750">
              <a:buFont typeface="Arial" panose="020B0604020202020204" pitchFamily="34" charset="0"/>
              <a:buChar char="•"/>
            </a:pPr>
            <a:r>
              <a:rPr lang="en-US" i="1" dirty="0">
                <a:solidFill>
                  <a:schemeClr val="accent1"/>
                </a:solidFill>
              </a:rPr>
              <a:t>Memory leak (against line 31).</a:t>
            </a:r>
          </a:p>
        </p:txBody>
      </p:sp>
      <p:pic>
        <p:nvPicPr>
          <p:cNvPr id="12" name="Picture 11">
            <a:extLst>
              <a:ext uri="{FF2B5EF4-FFF2-40B4-BE49-F238E27FC236}">
                <a16:creationId xmlns:a16="http://schemas.microsoft.com/office/drawing/2014/main" id="{2B952BE0-EA61-96D9-4A2E-ACE344B15D5A}"/>
              </a:ext>
            </a:extLst>
          </p:cNvPr>
          <p:cNvPicPr>
            <a:picLocks noChangeAspect="1"/>
          </p:cNvPicPr>
          <p:nvPr/>
        </p:nvPicPr>
        <p:blipFill>
          <a:blip r:embed="rId4"/>
          <a:stretch>
            <a:fillRect/>
          </a:stretch>
        </p:blipFill>
        <p:spPr>
          <a:xfrm>
            <a:off x="7315200" y="680057"/>
            <a:ext cx="4240443" cy="1915639"/>
          </a:xfrm>
          <a:prstGeom prst="rect">
            <a:avLst/>
          </a:prstGeom>
        </p:spPr>
      </p:pic>
      <p:sp>
        <p:nvSpPr>
          <p:cNvPr id="13" name="Rectangle 12">
            <a:extLst>
              <a:ext uri="{FF2B5EF4-FFF2-40B4-BE49-F238E27FC236}">
                <a16:creationId xmlns:a16="http://schemas.microsoft.com/office/drawing/2014/main" id="{7FC128FB-9585-116E-6E97-B516DADC843B}"/>
              </a:ext>
            </a:extLst>
          </p:cNvPr>
          <p:cNvSpPr/>
          <p:nvPr/>
        </p:nvSpPr>
        <p:spPr>
          <a:xfrm>
            <a:off x="1807285" y="1430767"/>
            <a:ext cx="1979407" cy="3550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BA09CC-F297-6541-5DBC-2F311F412047}"/>
              </a:ext>
            </a:extLst>
          </p:cNvPr>
          <p:cNvSpPr/>
          <p:nvPr/>
        </p:nvSpPr>
        <p:spPr>
          <a:xfrm>
            <a:off x="2119257" y="4919831"/>
            <a:ext cx="5615494" cy="3550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4EEF7E6B-62B2-22CA-8A1C-94EE34FCE982}"/>
              </a:ext>
            </a:extLst>
          </p:cNvPr>
          <p:cNvSpPr/>
          <p:nvPr/>
        </p:nvSpPr>
        <p:spPr>
          <a:xfrm>
            <a:off x="6992471" y="1140311"/>
            <a:ext cx="322729" cy="15060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18C61E2F-C4AE-B410-DECE-447AABE3BB2F}"/>
              </a:ext>
            </a:extLst>
          </p:cNvPr>
          <p:cNvSpPr/>
          <p:nvPr/>
        </p:nvSpPr>
        <p:spPr>
          <a:xfrm>
            <a:off x="6983506" y="1751172"/>
            <a:ext cx="322729" cy="15060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3843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C4E3EE-0B99-83C5-737D-80443F645DB6}"/>
              </a:ext>
            </a:extLst>
          </p:cNvPr>
          <p:cNvPicPr>
            <a:picLocks noChangeAspect="1"/>
          </p:cNvPicPr>
          <p:nvPr/>
        </p:nvPicPr>
        <p:blipFill>
          <a:blip r:embed="rId3"/>
          <a:stretch>
            <a:fillRect/>
          </a:stretch>
        </p:blipFill>
        <p:spPr>
          <a:xfrm>
            <a:off x="215153" y="603279"/>
            <a:ext cx="7569393" cy="5651441"/>
          </a:xfrm>
          <a:prstGeom prst="rect">
            <a:avLst/>
          </a:prstGeom>
        </p:spPr>
      </p:pic>
      <p:sp>
        <p:nvSpPr>
          <p:cNvPr id="6" name="TextBox 5">
            <a:extLst>
              <a:ext uri="{FF2B5EF4-FFF2-40B4-BE49-F238E27FC236}">
                <a16:creationId xmlns:a16="http://schemas.microsoft.com/office/drawing/2014/main" id="{7C09B77A-D941-B96B-45D8-1DDE62B59404}"/>
              </a:ext>
            </a:extLst>
          </p:cNvPr>
          <p:cNvSpPr txBox="1"/>
          <p:nvPr/>
        </p:nvSpPr>
        <p:spPr>
          <a:xfrm>
            <a:off x="107576" y="64029"/>
            <a:ext cx="10919012" cy="369332"/>
          </a:xfrm>
          <a:prstGeom prst="rect">
            <a:avLst/>
          </a:prstGeom>
          <a:noFill/>
        </p:spPr>
        <p:txBody>
          <a:bodyPr wrap="square">
            <a:spAutoFit/>
          </a:bodyPr>
          <a:lstStyle/>
          <a:p>
            <a:r>
              <a:rPr lang="en-US" dirty="0"/>
              <a:t>What happens when I do, </a:t>
            </a:r>
            <a:r>
              <a:rPr lang="en-US" b="1" dirty="0">
                <a:latin typeface="Roboto Mono" panose="00000009000000000000" pitchFamily="49" charset="0"/>
                <a:ea typeface="Roboto Mono" panose="00000009000000000000" pitchFamily="49" charset="0"/>
              </a:rPr>
              <a:t>delete base;</a:t>
            </a:r>
            <a:r>
              <a:rPr lang="en-US" dirty="0"/>
              <a:t> ?</a:t>
            </a:r>
          </a:p>
        </p:txBody>
      </p:sp>
      <p:sp>
        <p:nvSpPr>
          <p:cNvPr id="7" name="TextBox 6">
            <a:extLst>
              <a:ext uri="{FF2B5EF4-FFF2-40B4-BE49-F238E27FC236}">
                <a16:creationId xmlns:a16="http://schemas.microsoft.com/office/drawing/2014/main" id="{F2C5D7AC-00F7-2F8C-88B3-23F2E256A80C}"/>
              </a:ext>
            </a:extLst>
          </p:cNvPr>
          <p:cNvSpPr txBox="1"/>
          <p:nvPr/>
        </p:nvSpPr>
        <p:spPr>
          <a:xfrm>
            <a:off x="7896114" y="2842392"/>
            <a:ext cx="4242096" cy="3416320"/>
          </a:xfrm>
          <a:prstGeom prst="rect">
            <a:avLst/>
          </a:prstGeom>
          <a:noFill/>
          <a:ln>
            <a:solidFill>
              <a:schemeClr val="accent1"/>
            </a:solidFill>
          </a:ln>
        </p:spPr>
        <p:txBody>
          <a:bodyPr wrap="square">
            <a:spAutoFit/>
          </a:bodyPr>
          <a:lstStyle/>
          <a:p>
            <a:r>
              <a:rPr lang="en-US" i="1" dirty="0">
                <a:solidFill>
                  <a:schemeClr val="accent1"/>
                </a:solidFill>
                <a:ea typeface="Roboto Mono" panose="00000009000000000000" pitchFamily="49" charset="0"/>
              </a:rPr>
              <a:t>Whose </a:t>
            </a:r>
            <a:r>
              <a:rPr lang="en-US" i="1" dirty="0" err="1">
                <a:solidFill>
                  <a:schemeClr val="accent1"/>
                </a:solidFill>
                <a:ea typeface="Roboto Mono" panose="00000009000000000000" pitchFamily="49" charset="0"/>
              </a:rPr>
              <a:t>dtor</a:t>
            </a:r>
            <a:r>
              <a:rPr lang="en-US" i="1" dirty="0">
                <a:solidFill>
                  <a:schemeClr val="accent1"/>
                </a:solidFill>
                <a:ea typeface="Roboto Mono" panose="00000009000000000000" pitchFamily="49" charset="0"/>
              </a:rPr>
              <a:t> should be called?</a:t>
            </a:r>
          </a:p>
          <a:p>
            <a:pPr marL="285750" indent="-285750">
              <a:buFont typeface="Arial" panose="020B0604020202020204" pitchFamily="34" charset="0"/>
              <a:buChar char="•"/>
            </a:pPr>
            <a:r>
              <a:rPr lang="en-US" b="1" dirty="0">
                <a:solidFill>
                  <a:schemeClr val="accent1"/>
                </a:solidFill>
                <a:latin typeface="Roboto Mono" panose="00000009000000000000" pitchFamily="49" charset="0"/>
                <a:ea typeface="Roboto Mono" panose="00000009000000000000" pitchFamily="49" charset="0"/>
              </a:rPr>
              <a:t>base</a:t>
            </a:r>
            <a:r>
              <a:rPr lang="en-US" i="1" dirty="0">
                <a:solidFill>
                  <a:schemeClr val="accent1"/>
                </a:solidFill>
              </a:rPr>
              <a:t> is a </a:t>
            </a:r>
            <a:r>
              <a:rPr lang="en-US" b="1" dirty="0">
                <a:solidFill>
                  <a:schemeClr val="accent1"/>
                </a:solidFill>
                <a:latin typeface="Roboto Mono" panose="00000009000000000000" pitchFamily="49" charset="0"/>
                <a:ea typeface="Roboto Mono" panose="00000009000000000000" pitchFamily="49" charset="0"/>
              </a:rPr>
              <a:t>Base*</a:t>
            </a:r>
            <a:r>
              <a:rPr lang="en-US" i="1" dirty="0">
                <a:solidFill>
                  <a:schemeClr val="accent1"/>
                </a:solidFill>
              </a:rPr>
              <a:t>.</a:t>
            </a:r>
          </a:p>
          <a:p>
            <a:pPr marL="285750" indent="-285750">
              <a:buFont typeface="Arial" panose="020B0604020202020204" pitchFamily="34" charset="0"/>
              <a:buChar char="•"/>
            </a:pPr>
            <a:endParaRPr lang="en-US" i="1" dirty="0">
              <a:solidFill>
                <a:schemeClr val="accent1"/>
              </a:solidFill>
            </a:endParaRPr>
          </a:p>
          <a:p>
            <a:pPr marL="285750" indent="-285750">
              <a:buFont typeface="Arial" panose="020B0604020202020204" pitchFamily="34" charset="0"/>
              <a:buChar char="•"/>
            </a:pPr>
            <a:r>
              <a:rPr lang="en-US" i="1" dirty="0">
                <a:solidFill>
                  <a:schemeClr val="accent1"/>
                </a:solidFill>
              </a:rPr>
              <a:t>So </a:t>
            </a:r>
            <a:r>
              <a:rPr lang="en-US" b="1" dirty="0">
                <a:solidFill>
                  <a:schemeClr val="accent1"/>
                </a:solidFill>
                <a:latin typeface="Roboto Mono" panose="00000009000000000000" pitchFamily="49" charset="0"/>
                <a:ea typeface="Roboto Mono" panose="00000009000000000000" pitchFamily="49" charset="0"/>
              </a:rPr>
              <a:t>Base::~Base()</a:t>
            </a:r>
            <a:r>
              <a:rPr lang="en-US" i="1" dirty="0">
                <a:solidFill>
                  <a:schemeClr val="accent1"/>
                </a:solidFill>
              </a:rPr>
              <a:t> would be called.</a:t>
            </a:r>
          </a:p>
          <a:p>
            <a:pPr marL="285750" indent="-285750">
              <a:buFont typeface="Arial" panose="020B0604020202020204" pitchFamily="34" charset="0"/>
              <a:buChar char="•"/>
            </a:pPr>
            <a:endParaRPr lang="en-US" i="1" dirty="0">
              <a:solidFill>
                <a:schemeClr val="accent1"/>
              </a:solidFill>
            </a:endParaRPr>
          </a:p>
          <a:p>
            <a:pPr marL="285750" indent="-285750">
              <a:buFont typeface="Arial" panose="020B0604020202020204" pitchFamily="34" charset="0"/>
              <a:buChar char="•"/>
            </a:pPr>
            <a:r>
              <a:rPr lang="en-US" i="1" dirty="0">
                <a:solidFill>
                  <a:schemeClr val="accent1"/>
                </a:solidFill>
              </a:rPr>
              <a:t>Note that once it has executed, </a:t>
            </a:r>
            <a:r>
              <a:rPr lang="en-US" b="1" dirty="0">
                <a:solidFill>
                  <a:schemeClr val="accent1"/>
                </a:solidFill>
                <a:latin typeface="Roboto Mono" panose="00000009000000000000" pitchFamily="49" charset="0"/>
                <a:ea typeface="Roboto Mono" panose="00000009000000000000" pitchFamily="49" charset="0"/>
              </a:rPr>
              <a:t>Derived::~Derived()</a:t>
            </a:r>
            <a:r>
              <a:rPr lang="en-US" i="1" dirty="0">
                <a:solidFill>
                  <a:schemeClr val="accent1"/>
                </a:solidFill>
              </a:rPr>
              <a:t> doesn’t get called.</a:t>
            </a:r>
          </a:p>
          <a:p>
            <a:pPr marL="285750" indent="-285750">
              <a:buFont typeface="Arial" panose="020B0604020202020204" pitchFamily="34" charset="0"/>
              <a:buChar char="•"/>
            </a:pPr>
            <a:endParaRPr lang="en-US" i="1" dirty="0">
              <a:solidFill>
                <a:schemeClr val="accent1"/>
              </a:solidFill>
            </a:endParaRPr>
          </a:p>
          <a:p>
            <a:pPr marL="285750" indent="-285750">
              <a:buFont typeface="Arial" panose="020B0604020202020204" pitchFamily="34" charset="0"/>
              <a:buChar char="•"/>
            </a:pPr>
            <a:r>
              <a:rPr lang="en-US" i="1" dirty="0">
                <a:solidFill>
                  <a:schemeClr val="accent1"/>
                </a:solidFill>
              </a:rPr>
              <a:t>Not only has memory leaked, but the object also didn’t destruct properly.</a:t>
            </a:r>
          </a:p>
        </p:txBody>
      </p:sp>
      <p:pic>
        <p:nvPicPr>
          <p:cNvPr id="12" name="Picture 11">
            <a:extLst>
              <a:ext uri="{FF2B5EF4-FFF2-40B4-BE49-F238E27FC236}">
                <a16:creationId xmlns:a16="http://schemas.microsoft.com/office/drawing/2014/main" id="{2B952BE0-EA61-96D9-4A2E-ACE344B15D5A}"/>
              </a:ext>
            </a:extLst>
          </p:cNvPr>
          <p:cNvPicPr>
            <a:picLocks noChangeAspect="1"/>
          </p:cNvPicPr>
          <p:nvPr/>
        </p:nvPicPr>
        <p:blipFill>
          <a:blip r:embed="rId4"/>
          <a:stretch>
            <a:fillRect/>
          </a:stretch>
        </p:blipFill>
        <p:spPr>
          <a:xfrm>
            <a:off x="7315200" y="680057"/>
            <a:ext cx="4240443" cy="1915639"/>
          </a:xfrm>
          <a:prstGeom prst="rect">
            <a:avLst/>
          </a:prstGeom>
        </p:spPr>
      </p:pic>
      <p:sp>
        <p:nvSpPr>
          <p:cNvPr id="13" name="Rectangle 12">
            <a:extLst>
              <a:ext uri="{FF2B5EF4-FFF2-40B4-BE49-F238E27FC236}">
                <a16:creationId xmlns:a16="http://schemas.microsoft.com/office/drawing/2014/main" id="{7FC128FB-9585-116E-6E97-B516DADC843B}"/>
              </a:ext>
            </a:extLst>
          </p:cNvPr>
          <p:cNvSpPr/>
          <p:nvPr/>
        </p:nvSpPr>
        <p:spPr>
          <a:xfrm>
            <a:off x="1807285" y="1430767"/>
            <a:ext cx="1979407" cy="3550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BA09CC-F297-6541-5DBC-2F311F412047}"/>
              </a:ext>
            </a:extLst>
          </p:cNvPr>
          <p:cNvSpPr/>
          <p:nvPr/>
        </p:nvSpPr>
        <p:spPr>
          <a:xfrm>
            <a:off x="2119257" y="4919831"/>
            <a:ext cx="5615494" cy="3550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BA55642-B90B-DC91-E9C5-57F1174C9D60}"/>
              </a:ext>
            </a:extLst>
          </p:cNvPr>
          <p:cNvPicPr>
            <a:picLocks noChangeAspect="1"/>
          </p:cNvPicPr>
          <p:nvPr/>
        </p:nvPicPr>
        <p:blipFill>
          <a:blip r:embed="rId5"/>
          <a:stretch>
            <a:fillRect/>
          </a:stretch>
        </p:blipFill>
        <p:spPr>
          <a:xfrm>
            <a:off x="3999849" y="3013501"/>
            <a:ext cx="3624336" cy="678599"/>
          </a:xfrm>
          <a:prstGeom prst="rect">
            <a:avLst/>
          </a:prstGeom>
          <a:ln w="19050">
            <a:solidFill>
              <a:schemeClr val="tx1"/>
            </a:solidFill>
          </a:ln>
        </p:spPr>
      </p:pic>
    </p:spTree>
    <p:extLst>
      <p:ext uri="{BB962C8B-B14F-4D97-AF65-F5344CB8AC3E}">
        <p14:creationId xmlns:p14="http://schemas.microsoft.com/office/powerpoint/2010/main" val="1064096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C4E3EE-0B99-83C5-737D-80443F645DB6}"/>
              </a:ext>
            </a:extLst>
          </p:cNvPr>
          <p:cNvPicPr>
            <a:picLocks noChangeAspect="1"/>
          </p:cNvPicPr>
          <p:nvPr/>
        </p:nvPicPr>
        <p:blipFill>
          <a:blip r:embed="rId3"/>
          <a:stretch>
            <a:fillRect/>
          </a:stretch>
        </p:blipFill>
        <p:spPr>
          <a:xfrm>
            <a:off x="215153" y="603279"/>
            <a:ext cx="7569393" cy="5651441"/>
          </a:xfrm>
          <a:prstGeom prst="rect">
            <a:avLst/>
          </a:prstGeom>
        </p:spPr>
      </p:pic>
      <p:sp>
        <p:nvSpPr>
          <p:cNvPr id="6" name="TextBox 5">
            <a:extLst>
              <a:ext uri="{FF2B5EF4-FFF2-40B4-BE49-F238E27FC236}">
                <a16:creationId xmlns:a16="http://schemas.microsoft.com/office/drawing/2014/main" id="{7C09B77A-D941-B96B-45D8-1DDE62B59404}"/>
              </a:ext>
            </a:extLst>
          </p:cNvPr>
          <p:cNvSpPr txBox="1"/>
          <p:nvPr/>
        </p:nvSpPr>
        <p:spPr>
          <a:xfrm>
            <a:off x="107576" y="64029"/>
            <a:ext cx="10919012" cy="369332"/>
          </a:xfrm>
          <a:prstGeom prst="rect">
            <a:avLst/>
          </a:prstGeom>
          <a:noFill/>
        </p:spPr>
        <p:txBody>
          <a:bodyPr wrap="square">
            <a:spAutoFit/>
          </a:bodyPr>
          <a:lstStyle/>
          <a:p>
            <a:r>
              <a:rPr lang="en-US" dirty="0"/>
              <a:t>What happens when I do, </a:t>
            </a:r>
            <a:r>
              <a:rPr lang="en-US" b="1" dirty="0">
                <a:latin typeface="Roboto Mono" panose="00000009000000000000" pitchFamily="49" charset="0"/>
                <a:ea typeface="Roboto Mono" panose="00000009000000000000" pitchFamily="49" charset="0"/>
              </a:rPr>
              <a:t>delete base;</a:t>
            </a:r>
            <a:r>
              <a:rPr lang="en-US" dirty="0"/>
              <a:t> ?</a:t>
            </a:r>
          </a:p>
        </p:txBody>
      </p:sp>
      <p:sp>
        <p:nvSpPr>
          <p:cNvPr id="7" name="TextBox 6">
            <a:extLst>
              <a:ext uri="{FF2B5EF4-FFF2-40B4-BE49-F238E27FC236}">
                <a16:creationId xmlns:a16="http://schemas.microsoft.com/office/drawing/2014/main" id="{F2C5D7AC-00F7-2F8C-88B3-23F2E256A80C}"/>
              </a:ext>
            </a:extLst>
          </p:cNvPr>
          <p:cNvSpPr txBox="1"/>
          <p:nvPr/>
        </p:nvSpPr>
        <p:spPr>
          <a:xfrm>
            <a:off x="7896114" y="2842392"/>
            <a:ext cx="4242096" cy="3416320"/>
          </a:xfrm>
          <a:prstGeom prst="rect">
            <a:avLst/>
          </a:prstGeom>
          <a:noFill/>
          <a:ln>
            <a:solidFill>
              <a:schemeClr val="accent1"/>
            </a:solidFill>
          </a:ln>
        </p:spPr>
        <p:txBody>
          <a:bodyPr wrap="square">
            <a:spAutoFit/>
          </a:bodyPr>
          <a:lstStyle/>
          <a:p>
            <a:r>
              <a:rPr lang="en-US" i="1" dirty="0">
                <a:solidFill>
                  <a:schemeClr val="accent1"/>
                </a:solidFill>
                <a:ea typeface="Roboto Mono" panose="00000009000000000000" pitchFamily="49" charset="0"/>
              </a:rPr>
              <a:t>Whose </a:t>
            </a:r>
            <a:r>
              <a:rPr lang="en-US" i="1" dirty="0" err="1">
                <a:solidFill>
                  <a:schemeClr val="accent1"/>
                </a:solidFill>
                <a:ea typeface="Roboto Mono" panose="00000009000000000000" pitchFamily="49" charset="0"/>
              </a:rPr>
              <a:t>dtor</a:t>
            </a:r>
            <a:r>
              <a:rPr lang="en-US" i="1" dirty="0">
                <a:solidFill>
                  <a:schemeClr val="accent1"/>
                </a:solidFill>
                <a:ea typeface="Roboto Mono" panose="00000009000000000000" pitchFamily="49" charset="0"/>
              </a:rPr>
              <a:t> should be called?</a:t>
            </a:r>
          </a:p>
          <a:p>
            <a:pPr marL="285750" indent="-285750">
              <a:buFont typeface="Arial" panose="020B0604020202020204" pitchFamily="34" charset="0"/>
              <a:buChar char="•"/>
            </a:pPr>
            <a:r>
              <a:rPr lang="en-US" b="1" dirty="0">
                <a:solidFill>
                  <a:schemeClr val="accent1"/>
                </a:solidFill>
                <a:latin typeface="Roboto Mono" panose="00000009000000000000" pitchFamily="49" charset="0"/>
                <a:ea typeface="Roboto Mono" panose="00000009000000000000" pitchFamily="49" charset="0"/>
              </a:rPr>
              <a:t>base</a:t>
            </a:r>
            <a:r>
              <a:rPr lang="en-US" i="1" dirty="0">
                <a:solidFill>
                  <a:schemeClr val="accent1"/>
                </a:solidFill>
              </a:rPr>
              <a:t> is a </a:t>
            </a:r>
            <a:r>
              <a:rPr lang="en-US" b="1" dirty="0">
                <a:solidFill>
                  <a:schemeClr val="accent1"/>
                </a:solidFill>
                <a:latin typeface="Roboto Mono" panose="00000009000000000000" pitchFamily="49" charset="0"/>
                <a:ea typeface="Roboto Mono" panose="00000009000000000000" pitchFamily="49" charset="0"/>
              </a:rPr>
              <a:t>Base*</a:t>
            </a:r>
            <a:r>
              <a:rPr lang="en-US" i="1" dirty="0">
                <a:solidFill>
                  <a:schemeClr val="accent1"/>
                </a:solidFill>
              </a:rPr>
              <a:t>.</a:t>
            </a:r>
          </a:p>
          <a:p>
            <a:pPr marL="285750" indent="-285750">
              <a:buFont typeface="Arial" panose="020B0604020202020204" pitchFamily="34" charset="0"/>
              <a:buChar char="•"/>
            </a:pPr>
            <a:endParaRPr lang="en-US" i="1" dirty="0">
              <a:solidFill>
                <a:schemeClr val="accent1"/>
              </a:solidFill>
            </a:endParaRPr>
          </a:p>
          <a:p>
            <a:pPr marL="285750" indent="-285750">
              <a:buFont typeface="Arial" panose="020B0604020202020204" pitchFamily="34" charset="0"/>
              <a:buChar char="•"/>
            </a:pPr>
            <a:r>
              <a:rPr lang="en-US" i="1" dirty="0">
                <a:solidFill>
                  <a:schemeClr val="accent1"/>
                </a:solidFill>
              </a:rPr>
              <a:t>So </a:t>
            </a:r>
            <a:r>
              <a:rPr lang="en-US" b="1" dirty="0">
                <a:solidFill>
                  <a:schemeClr val="accent1"/>
                </a:solidFill>
                <a:latin typeface="Roboto Mono" panose="00000009000000000000" pitchFamily="49" charset="0"/>
                <a:ea typeface="Roboto Mono" panose="00000009000000000000" pitchFamily="49" charset="0"/>
              </a:rPr>
              <a:t>Base::~Base()</a:t>
            </a:r>
            <a:r>
              <a:rPr lang="en-US" i="1" dirty="0">
                <a:solidFill>
                  <a:schemeClr val="accent1"/>
                </a:solidFill>
              </a:rPr>
              <a:t> would be called.</a:t>
            </a:r>
          </a:p>
          <a:p>
            <a:pPr marL="285750" indent="-285750">
              <a:buFont typeface="Arial" panose="020B0604020202020204" pitchFamily="34" charset="0"/>
              <a:buChar char="•"/>
            </a:pPr>
            <a:endParaRPr lang="en-US" i="1" dirty="0">
              <a:solidFill>
                <a:schemeClr val="accent1"/>
              </a:solidFill>
            </a:endParaRPr>
          </a:p>
          <a:p>
            <a:pPr marL="285750" indent="-285750">
              <a:buFont typeface="Arial" panose="020B0604020202020204" pitchFamily="34" charset="0"/>
              <a:buChar char="•"/>
            </a:pPr>
            <a:r>
              <a:rPr lang="en-US" i="1" dirty="0">
                <a:solidFill>
                  <a:schemeClr val="accent1"/>
                </a:solidFill>
              </a:rPr>
              <a:t>Note that once it has executed, </a:t>
            </a:r>
            <a:r>
              <a:rPr lang="en-US" b="1" dirty="0">
                <a:solidFill>
                  <a:schemeClr val="accent1"/>
                </a:solidFill>
                <a:latin typeface="Roboto Mono" panose="00000009000000000000" pitchFamily="49" charset="0"/>
                <a:ea typeface="Roboto Mono" panose="00000009000000000000" pitchFamily="49" charset="0"/>
              </a:rPr>
              <a:t>Derived::~Derived()</a:t>
            </a:r>
            <a:r>
              <a:rPr lang="en-US" i="1" dirty="0">
                <a:solidFill>
                  <a:schemeClr val="accent1"/>
                </a:solidFill>
              </a:rPr>
              <a:t> doesn’t get called.</a:t>
            </a:r>
          </a:p>
          <a:p>
            <a:pPr marL="285750" indent="-285750">
              <a:buFont typeface="Arial" panose="020B0604020202020204" pitchFamily="34" charset="0"/>
              <a:buChar char="•"/>
            </a:pPr>
            <a:endParaRPr lang="en-US" i="1" dirty="0">
              <a:solidFill>
                <a:schemeClr val="accent1"/>
              </a:solidFill>
            </a:endParaRPr>
          </a:p>
          <a:p>
            <a:pPr marL="285750" indent="-285750">
              <a:buFont typeface="Arial" panose="020B0604020202020204" pitchFamily="34" charset="0"/>
              <a:buChar char="•"/>
            </a:pPr>
            <a:r>
              <a:rPr lang="en-US" i="1" dirty="0">
                <a:solidFill>
                  <a:schemeClr val="accent1"/>
                </a:solidFill>
              </a:rPr>
              <a:t>Not only has memory leaked, but the object also didn’t destruct properly.</a:t>
            </a:r>
          </a:p>
        </p:txBody>
      </p:sp>
      <p:pic>
        <p:nvPicPr>
          <p:cNvPr id="12" name="Picture 11">
            <a:extLst>
              <a:ext uri="{FF2B5EF4-FFF2-40B4-BE49-F238E27FC236}">
                <a16:creationId xmlns:a16="http://schemas.microsoft.com/office/drawing/2014/main" id="{2B952BE0-EA61-96D9-4A2E-ACE344B15D5A}"/>
              </a:ext>
            </a:extLst>
          </p:cNvPr>
          <p:cNvPicPr>
            <a:picLocks noChangeAspect="1"/>
          </p:cNvPicPr>
          <p:nvPr/>
        </p:nvPicPr>
        <p:blipFill>
          <a:blip r:embed="rId4"/>
          <a:stretch>
            <a:fillRect/>
          </a:stretch>
        </p:blipFill>
        <p:spPr>
          <a:xfrm>
            <a:off x="7315200" y="680057"/>
            <a:ext cx="4240443" cy="1915639"/>
          </a:xfrm>
          <a:prstGeom prst="rect">
            <a:avLst/>
          </a:prstGeom>
        </p:spPr>
      </p:pic>
      <p:sp>
        <p:nvSpPr>
          <p:cNvPr id="13" name="Rectangle 12">
            <a:extLst>
              <a:ext uri="{FF2B5EF4-FFF2-40B4-BE49-F238E27FC236}">
                <a16:creationId xmlns:a16="http://schemas.microsoft.com/office/drawing/2014/main" id="{7FC128FB-9585-116E-6E97-B516DADC843B}"/>
              </a:ext>
            </a:extLst>
          </p:cNvPr>
          <p:cNvSpPr/>
          <p:nvPr/>
        </p:nvSpPr>
        <p:spPr>
          <a:xfrm>
            <a:off x="1807285" y="1430767"/>
            <a:ext cx="1979407" cy="3550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BA09CC-F297-6541-5DBC-2F311F412047}"/>
              </a:ext>
            </a:extLst>
          </p:cNvPr>
          <p:cNvSpPr/>
          <p:nvPr/>
        </p:nvSpPr>
        <p:spPr>
          <a:xfrm>
            <a:off x="2119257" y="4919831"/>
            <a:ext cx="5615494" cy="3550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BA55642-B90B-DC91-E9C5-57F1174C9D60}"/>
              </a:ext>
            </a:extLst>
          </p:cNvPr>
          <p:cNvPicPr>
            <a:picLocks noChangeAspect="1"/>
          </p:cNvPicPr>
          <p:nvPr/>
        </p:nvPicPr>
        <p:blipFill>
          <a:blip r:embed="rId5"/>
          <a:stretch>
            <a:fillRect/>
          </a:stretch>
        </p:blipFill>
        <p:spPr>
          <a:xfrm>
            <a:off x="3999849" y="3013501"/>
            <a:ext cx="3624336" cy="678599"/>
          </a:xfrm>
          <a:prstGeom prst="rect">
            <a:avLst/>
          </a:prstGeom>
          <a:ln w="19050">
            <a:solidFill>
              <a:schemeClr val="tx1"/>
            </a:solidFill>
          </a:ln>
        </p:spPr>
      </p:pic>
      <p:sp>
        <p:nvSpPr>
          <p:cNvPr id="2" name="Rectangle 1">
            <a:extLst>
              <a:ext uri="{FF2B5EF4-FFF2-40B4-BE49-F238E27FC236}">
                <a16:creationId xmlns:a16="http://schemas.microsoft.com/office/drawing/2014/main" id="{80EF1210-DD12-0894-A9C3-E67860866E79}"/>
              </a:ext>
            </a:extLst>
          </p:cNvPr>
          <p:cNvSpPr/>
          <p:nvPr/>
        </p:nvSpPr>
        <p:spPr>
          <a:xfrm>
            <a:off x="0" y="0"/>
            <a:ext cx="12192000" cy="6857999"/>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96D8FAE-F74E-A764-5059-726EE821858B}"/>
              </a:ext>
            </a:extLst>
          </p:cNvPr>
          <p:cNvSpPr txBox="1"/>
          <p:nvPr/>
        </p:nvSpPr>
        <p:spPr>
          <a:xfrm>
            <a:off x="3460376" y="2453688"/>
            <a:ext cx="5271248" cy="1938992"/>
          </a:xfrm>
          <a:prstGeom prst="rect">
            <a:avLst/>
          </a:prstGeom>
          <a:noFill/>
          <a:ln>
            <a:solidFill>
              <a:schemeClr val="accent1">
                <a:shade val="15000"/>
              </a:schemeClr>
            </a:solidFill>
          </a:ln>
        </p:spPr>
        <p:txBody>
          <a:bodyPr wrap="square" rtlCol="0">
            <a:spAutoFit/>
          </a:bodyPr>
          <a:lstStyle/>
          <a:p>
            <a:pPr algn="ctr"/>
            <a:r>
              <a:rPr lang="en-US" sz="2000" i="1" dirty="0"/>
              <a:t>We actually want </a:t>
            </a:r>
            <a:r>
              <a:rPr lang="en-US" sz="2000" b="1" dirty="0">
                <a:latin typeface="Roboto Mono" panose="00000009000000000000" pitchFamily="49" charset="0"/>
                <a:ea typeface="Roboto Mono" panose="00000009000000000000" pitchFamily="49" charset="0"/>
              </a:rPr>
              <a:t>Derived::~Derived()</a:t>
            </a:r>
            <a:r>
              <a:rPr lang="en-US" sz="2000" i="1" dirty="0"/>
              <a:t> to be called first, and after finishing execution, this will automatically call </a:t>
            </a:r>
            <a:r>
              <a:rPr lang="en-US" sz="2000" b="1" dirty="0">
                <a:latin typeface="Roboto Mono" panose="00000009000000000000" pitchFamily="49" charset="0"/>
                <a:ea typeface="Roboto Mono" panose="00000009000000000000" pitchFamily="49" charset="0"/>
              </a:rPr>
              <a:t>Base::~Base()</a:t>
            </a:r>
            <a:r>
              <a:rPr lang="en-US" sz="2000" i="1" dirty="0"/>
              <a:t>.</a:t>
            </a:r>
          </a:p>
          <a:p>
            <a:pPr algn="ctr"/>
            <a:endParaRPr lang="en-US" sz="2000" i="1" dirty="0"/>
          </a:p>
          <a:p>
            <a:pPr algn="ctr"/>
            <a:r>
              <a:rPr lang="en-US" sz="2000" i="1" dirty="0"/>
              <a:t>This is where </a:t>
            </a:r>
            <a:r>
              <a:rPr lang="en-US" sz="2000" b="1" i="1" dirty="0"/>
              <a:t>virtual destructors </a:t>
            </a:r>
            <a:r>
              <a:rPr lang="en-US" sz="2000" i="1" dirty="0"/>
              <a:t>come in.</a:t>
            </a:r>
          </a:p>
        </p:txBody>
      </p:sp>
    </p:spTree>
    <p:extLst>
      <p:ext uri="{BB962C8B-B14F-4D97-AF65-F5344CB8AC3E}">
        <p14:creationId xmlns:p14="http://schemas.microsoft.com/office/powerpoint/2010/main" val="32924004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C09B77A-D941-B96B-45D8-1DDE62B59404}"/>
              </a:ext>
            </a:extLst>
          </p:cNvPr>
          <p:cNvSpPr txBox="1"/>
          <p:nvPr/>
        </p:nvSpPr>
        <p:spPr>
          <a:xfrm>
            <a:off x="107576" y="64029"/>
            <a:ext cx="10919012" cy="615553"/>
          </a:xfrm>
          <a:prstGeom prst="rect">
            <a:avLst/>
          </a:prstGeom>
          <a:noFill/>
        </p:spPr>
        <p:txBody>
          <a:bodyPr wrap="square">
            <a:spAutoFit/>
          </a:bodyPr>
          <a:lstStyle/>
          <a:p>
            <a:r>
              <a:rPr lang="en-US" dirty="0"/>
              <a:t>Note the modifications to the </a:t>
            </a:r>
            <a:r>
              <a:rPr lang="en-US" dirty="0" err="1"/>
              <a:t>dtors</a:t>
            </a:r>
            <a:r>
              <a:rPr lang="en-US" dirty="0"/>
              <a:t>.</a:t>
            </a:r>
          </a:p>
          <a:p>
            <a:r>
              <a:rPr lang="en-US" sz="1600" i="1" dirty="0">
                <a:solidFill>
                  <a:schemeClr val="accent1"/>
                </a:solidFill>
              </a:rPr>
              <a:t>Note that </a:t>
            </a:r>
            <a:r>
              <a:rPr lang="en-US" sz="1600" b="1" dirty="0">
                <a:solidFill>
                  <a:schemeClr val="accent1"/>
                </a:solidFill>
                <a:latin typeface="Roboto Mono" panose="00000009000000000000" pitchFamily="49" charset="0"/>
                <a:ea typeface="Roboto Mono" panose="00000009000000000000" pitchFamily="49" charset="0"/>
              </a:rPr>
              <a:t>virtual</a:t>
            </a:r>
            <a:r>
              <a:rPr lang="en-US" sz="1600" i="1" dirty="0">
                <a:solidFill>
                  <a:schemeClr val="accent1"/>
                </a:solidFill>
              </a:rPr>
              <a:t> on line 22 is optional.</a:t>
            </a:r>
            <a:endParaRPr lang="en-US" i="1" dirty="0">
              <a:solidFill>
                <a:schemeClr val="accent1"/>
              </a:solidFill>
            </a:endParaRPr>
          </a:p>
        </p:txBody>
      </p:sp>
      <p:sp>
        <p:nvSpPr>
          <p:cNvPr id="7" name="TextBox 6">
            <a:extLst>
              <a:ext uri="{FF2B5EF4-FFF2-40B4-BE49-F238E27FC236}">
                <a16:creationId xmlns:a16="http://schemas.microsoft.com/office/drawing/2014/main" id="{F2C5D7AC-00F7-2F8C-88B3-23F2E256A80C}"/>
              </a:ext>
            </a:extLst>
          </p:cNvPr>
          <p:cNvSpPr txBox="1"/>
          <p:nvPr/>
        </p:nvSpPr>
        <p:spPr>
          <a:xfrm>
            <a:off x="7896114" y="2842392"/>
            <a:ext cx="4242096" cy="2585323"/>
          </a:xfrm>
          <a:prstGeom prst="rect">
            <a:avLst/>
          </a:prstGeom>
          <a:noFill/>
          <a:ln>
            <a:solidFill>
              <a:schemeClr val="accent1"/>
            </a:solidFill>
          </a:ln>
        </p:spPr>
        <p:txBody>
          <a:bodyPr wrap="square">
            <a:spAutoFit/>
          </a:bodyPr>
          <a:lstStyle/>
          <a:p>
            <a:r>
              <a:rPr lang="en-US" i="1" dirty="0">
                <a:solidFill>
                  <a:schemeClr val="accent1"/>
                </a:solidFill>
                <a:ea typeface="Roboto Mono" panose="00000009000000000000" pitchFamily="49" charset="0"/>
              </a:rPr>
              <a:t>The call would have resolved to </a:t>
            </a:r>
            <a:r>
              <a:rPr lang="en-US" b="1" dirty="0">
                <a:solidFill>
                  <a:schemeClr val="accent1"/>
                </a:solidFill>
                <a:latin typeface="Roboto Mono" panose="00000009000000000000" pitchFamily="49" charset="0"/>
                <a:ea typeface="Roboto Mono" panose="00000009000000000000" pitchFamily="49" charset="0"/>
              </a:rPr>
              <a:t>Base::~Base()</a:t>
            </a:r>
            <a:r>
              <a:rPr lang="en-US" i="1" dirty="0">
                <a:solidFill>
                  <a:schemeClr val="accent1"/>
                </a:solidFill>
                <a:ea typeface="Roboto Mono" panose="00000009000000000000" pitchFamily="49" charset="0"/>
              </a:rPr>
              <a:t>, but because it’s virtual, the compiler goes to the most </a:t>
            </a:r>
            <a:r>
              <a:rPr lang="en-US" i="1" dirty="0" err="1">
                <a:solidFill>
                  <a:schemeClr val="accent1"/>
                </a:solidFill>
                <a:ea typeface="Roboto Mono" panose="00000009000000000000" pitchFamily="49" charset="0"/>
              </a:rPr>
              <a:t>derived’s</a:t>
            </a:r>
            <a:r>
              <a:rPr lang="en-US" i="1" dirty="0">
                <a:solidFill>
                  <a:schemeClr val="accent1"/>
                </a:solidFill>
                <a:ea typeface="Roboto Mono" panose="00000009000000000000" pitchFamily="49" charset="0"/>
              </a:rPr>
              <a:t> destructor </a:t>
            </a:r>
            <a:r>
              <a:rPr lang="en-US" sz="1600" i="1" dirty="0">
                <a:solidFill>
                  <a:schemeClr val="accent1"/>
                </a:solidFill>
                <a:ea typeface="Roboto Mono" panose="00000009000000000000" pitchFamily="49" charset="0"/>
              </a:rPr>
              <a:t>(</a:t>
            </a:r>
            <a:r>
              <a:rPr lang="en-US" sz="1600" i="1" dirty="0" err="1">
                <a:solidFill>
                  <a:schemeClr val="accent1"/>
                </a:solidFill>
                <a:ea typeface="Roboto Mono" panose="00000009000000000000" pitchFamily="49" charset="0"/>
              </a:rPr>
              <a:t>wrt</a:t>
            </a:r>
            <a:r>
              <a:rPr lang="en-US" sz="1600" i="1" dirty="0">
                <a:solidFill>
                  <a:schemeClr val="accent1"/>
                </a:solidFill>
                <a:ea typeface="Roboto Mono" panose="00000009000000000000" pitchFamily="49" charset="0"/>
              </a:rPr>
              <a:t> to the object being pointed to by </a:t>
            </a:r>
            <a:r>
              <a:rPr lang="en-US" sz="1600" b="1" dirty="0">
                <a:solidFill>
                  <a:schemeClr val="accent1"/>
                </a:solidFill>
                <a:latin typeface="Roboto Mono" panose="00000009000000000000" pitchFamily="49" charset="0"/>
                <a:ea typeface="Roboto Mono" panose="00000009000000000000" pitchFamily="49" charset="0"/>
              </a:rPr>
              <a:t>base</a:t>
            </a:r>
            <a:r>
              <a:rPr lang="en-US" sz="1600" i="1" dirty="0">
                <a:solidFill>
                  <a:schemeClr val="accent1"/>
                </a:solidFill>
                <a:ea typeface="Roboto Mono" panose="00000009000000000000" pitchFamily="49" charset="0"/>
              </a:rPr>
              <a:t>)</a:t>
            </a:r>
            <a:r>
              <a:rPr lang="en-US" i="1" dirty="0">
                <a:solidFill>
                  <a:schemeClr val="accent1"/>
                </a:solidFill>
                <a:ea typeface="Roboto Mono" panose="00000009000000000000" pitchFamily="49" charset="0"/>
              </a:rPr>
              <a:t>, which is </a:t>
            </a:r>
            <a:r>
              <a:rPr lang="en-US" b="1" dirty="0">
                <a:solidFill>
                  <a:schemeClr val="accent1"/>
                </a:solidFill>
                <a:latin typeface="Roboto Mono" panose="00000009000000000000" pitchFamily="49" charset="0"/>
                <a:ea typeface="Roboto Mono" panose="00000009000000000000" pitchFamily="49" charset="0"/>
              </a:rPr>
              <a:t>Derived::~Derived()</a:t>
            </a:r>
            <a:r>
              <a:rPr lang="en-US" i="1" dirty="0">
                <a:solidFill>
                  <a:schemeClr val="accent1"/>
                </a:solidFill>
                <a:ea typeface="Roboto Mono" panose="00000009000000000000" pitchFamily="49" charset="0"/>
              </a:rPr>
              <a:t>.</a:t>
            </a:r>
          </a:p>
          <a:p>
            <a:endParaRPr lang="en-US" i="1" dirty="0">
              <a:solidFill>
                <a:schemeClr val="accent1"/>
              </a:solidFill>
              <a:ea typeface="Roboto Mono" panose="00000009000000000000" pitchFamily="49" charset="0"/>
            </a:endParaRPr>
          </a:p>
          <a:p>
            <a:r>
              <a:rPr lang="en-US" i="1" dirty="0">
                <a:solidFill>
                  <a:schemeClr val="accent1"/>
                </a:solidFill>
                <a:ea typeface="Roboto Mono" panose="00000009000000000000" pitchFamily="49" charset="0"/>
              </a:rPr>
              <a:t>Once </a:t>
            </a:r>
            <a:r>
              <a:rPr lang="en-US" b="1" dirty="0">
                <a:solidFill>
                  <a:schemeClr val="accent1"/>
                </a:solidFill>
                <a:latin typeface="Roboto Mono" panose="00000009000000000000" pitchFamily="49" charset="0"/>
                <a:ea typeface="Roboto Mono" panose="00000009000000000000" pitchFamily="49" charset="0"/>
              </a:rPr>
              <a:t>~Derived()</a:t>
            </a:r>
            <a:r>
              <a:rPr lang="en-US" i="1" dirty="0">
                <a:solidFill>
                  <a:schemeClr val="accent1"/>
                </a:solidFill>
                <a:ea typeface="Roboto Mono" panose="00000009000000000000" pitchFamily="49" charset="0"/>
              </a:rPr>
              <a:t> is complete, it then automatically calls </a:t>
            </a:r>
            <a:r>
              <a:rPr lang="en-US" b="1" dirty="0">
                <a:solidFill>
                  <a:schemeClr val="accent1"/>
                </a:solidFill>
                <a:latin typeface="Roboto Mono" panose="00000009000000000000" pitchFamily="49" charset="0"/>
                <a:ea typeface="Roboto Mono" panose="00000009000000000000" pitchFamily="49" charset="0"/>
              </a:rPr>
              <a:t>~Base()</a:t>
            </a:r>
            <a:r>
              <a:rPr lang="en-US" i="1" dirty="0">
                <a:solidFill>
                  <a:schemeClr val="accent1"/>
                </a:solidFill>
                <a:ea typeface="Roboto Mono" panose="00000009000000000000" pitchFamily="49" charset="0"/>
              </a:rPr>
              <a:t> as usual.</a:t>
            </a:r>
            <a:endParaRPr lang="en-US" i="1" dirty="0">
              <a:solidFill>
                <a:schemeClr val="accent1"/>
              </a:solidFill>
            </a:endParaRPr>
          </a:p>
        </p:txBody>
      </p:sp>
      <p:pic>
        <p:nvPicPr>
          <p:cNvPr id="4" name="Picture 3">
            <a:extLst>
              <a:ext uri="{FF2B5EF4-FFF2-40B4-BE49-F238E27FC236}">
                <a16:creationId xmlns:a16="http://schemas.microsoft.com/office/drawing/2014/main" id="{32BF795C-C300-8AE9-5894-07F0B86BC6A3}"/>
              </a:ext>
            </a:extLst>
          </p:cNvPr>
          <p:cNvPicPr>
            <a:picLocks noChangeAspect="1"/>
          </p:cNvPicPr>
          <p:nvPr/>
        </p:nvPicPr>
        <p:blipFill>
          <a:blip r:embed="rId3"/>
          <a:stretch>
            <a:fillRect/>
          </a:stretch>
        </p:blipFill>
        <p:spPr>
          <a:xfrm>
            <a:off x="107576" y="680056"/>
            <a:ext cx="4769225" cy="5800149"/>
          </a:xfrm>
          <a:prstGeom prst="rect">
            <a:avLst/>
          </a:prstGeom>
        </p:spPr>
      </p:pic>
      <p:pic>
        <p:nvPicPr>
          <p:cNvPr id="9" name="Picture 8">
            <a:extLst>
              <a:ext uri="{FF2B5EF4-FFF2-40B4-BE49-F238E27FC236}">
                <a16:creationId xmlns:a16="http://schemas.microsoft.com/office/drawing/2014/main" id="{7313D98D-6CDB-78F8-4667-B12EDBE3785B}"/>
              </a:ext>
            </a:extLst>
          </p:cNvPr>
          <p:cNvPicPr>
            <a:picLocks noChangeAspect="1"/>
          </p:cNvPicPr>
          <p:nvPr/>
        </p:nvPicPr>
        <p:blipFill>
          <a:blip r:embed="rId4"/>
          <a:stretch>
            <a:fillRect/>
          </a:stretch>
        </p:blipFill>
        <p:spPr>
          <a:xfrm>
            <a:off x="7493525" y="680056"/>
            <a:ext cx="4242096" cy="1956443"/>
          </a:xfrm>
          <a:prstGeom prst="rect">
            <a:avLst/>
          </a:prstGeom>
        </p:spPr>
      </p:pic>
      <p:sp>
        <p:nvSpPr>
          <p:cNvPr id="10" name="Arrow: Left 9">
            <a:extLst>
              <a:ext uri="{FF2B5EF4-FFF2-40B4-BE49-F238E27FC236}">
                <a16:creationId xmlns:a16="http://schemas.microsoft.com/office/drawing/2014/main" id="{135ACFEE-6C73-51FF-BA27-48FCAD99BEE6}"/>
              </a:ext>
            </a:extLst>
          </p:cNvPr>
          <p:cNvSpPr/>
          <p:nvPr/>
        </p:nvSpPr>
        <p:spPr>
          <a:xfrm>
            <a:off x="4261822" y="1592132"/>
            <a:ext cx="785308" cy="22591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Left 10">
            <a:extLst>
              <a:ext uri="{FF2B5EF4-FFF2-40B4-BE49-F238E27FC236}">
                <a16:creationId xmlns:a16="http://schemas.microsoft.com/office/drawing/2014/main" id="{D6A54888-CC19-774C-A463-73976BB0CD23}"/>
              </a:ext>
            </a:extLst>
          </p:cNvPr>
          <p:cNvSpPr/>
          <p:nvPr/>
        </p:nvSpPr>
        <p:spPr>
          <a:xfrm>
            <a:off x="4484147" y="5174428"/>
            <a:ext cx="785308" cy="22591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9AF64308-5C6C-C9E2-3A34-411D92524327}"/>
              </a:ext>
            </a:extLst>
          </p:cNvPr>
          <p:cNvPicPr>
            <a:picLocks noChangeAspect="1"/>
          </p:cNvPicPr>
          <p:nvPr/>
        </p:nvPicPr>
        <p:blipFill>
          <a:blip r:embed="rId5"/>
          <a:stretch>
            <a:fillRect/>
          </a:stretch>
        </p:blipFill>
        <p:spPr>
          <a:xfrm>
            <a:off x="3680321" y="2711658"/>
            <a:ext cx="4017379" cy="1252170"/>
          </a:xfrm>
          <a:prstGeom prst="rect">
            <a:avLst/>
          </a:prstGeom>
          <a:ln w="19050">
            <a:solidFill>
              <a:schemeClr val="tx1"/>
            </a:solidFill>
          </a:ln>
        </p:spPr>
      </p:pic>
    </p:spTree>
    <p:extLst>
      <p:ext uri="{BB962C8B-B14F-4D97-AF65-F5344CB8AC3E}">
        <p14:creationId xmlns:p14="http://schemas.microsoft.com/office/powerpoint/2010/main" val="2378726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D063F-5F3C-18E1-3DDC-2AE5B8782C20}"/>
              </a:ext>
            </a:extLst>
          </p:cNvPr>
          <p:cNvSpPr>
            <a:spLocks noGrp="1"/>
          </p:cNvSpPr>
          <p:nvPr>
            <p:ph type="title"/>
          </p:nvPr>
        </p:nvSpPr>
        <p:spPr/>
        <p:txBody>
          <a:bodyPr/>
          <a:lstStyle/>
          <a:p>
            <a:r>
              <a:rPr lang="en-US" dirty="0"/>
              <a:t>Virtual Destructors</a:t>
            </a:r>
          </a:p>
        </p:txBody>
      </p:sp>
      <p:sp>
        <p:nvSpPr>
          <p:cNvPr id="3" name="Content Placeholder 2">
            <a:extLst>
              <a:ext uri="{FF2B5EF4-FFF2-40B4-BE49-F238E27FC236}">
                <a16:creationId xmlns:a16="http://schemas.microsoft.com/office/drawing/2014/main" id="{6782AA19-5C2B-58C4-3CD2-203DA8D21C3B}"/>
              </a:ext>
            </a:extLst>
          </p:cNvPr>
          <p:cNvSpPr>
            <a:spLocks noGrp="1"/>
          </p:cNvSpPr>
          <p:nvPr>
            <p:ph idx="1"/>
          </p:nvPr>
        </p:nvSpPr>
        <p:spPr/>
        <p:txBody>
          <a:bodyPr/>
          <a:lstStyle/>
          <a:p>
            <a:r>
              <a:rPr lang="en-US" dirty="0">
                <a:solidFill>
                  <a:schemeClr val="accent1"/>
                </a:solidFill>
              </a:rPr>
              <a:t>When dealing with inheritance, </a:t>
            </a:r>
            <a:r>
              <a:rPr lang="en-US" b="1" dirty="0">
                <a:solidFill>
                  <a:schemeClr val="accent1"/>
                </a:solidFill>
              </a:rPr>
              <a:t>always </a:t>
            </a:r>
            <a:r>
              <a:rPr lang="en-US" dirty="0">
                <a:solidFill>
                  <a:schemeClr val="accent1"/>
                </a:solidFill>
              </a:rPr>
              <a:t>make your destructors </a:t>
            </a:r>
            <a:r>
              <a:rPr lang="en-US" b="1" dirty="0">
                <a:solidFill>
                  <a:schemeClr val="accent1"/>
                </a:solidFill>
              </a:rPr>
              <a:t>virtual</a:t>
            </a:r>
            <a:r>
              <a:rPr lang="en-US" dirty="0">
                <a:solidFill>
                  <a:schemeClr val="accent1"/>
                </a:solidFill>
              </a:rPr>
              <a:t>.</a:t>
            </a:r>
          </a:p>
          <a:p>
            <a:endParaRPr lang="en-US" dirty="0">
              <a:solidFill>
                <a:schemeClr val="accent1"/>
              </a:solidFill>
            </a:endParaRPr>
          </a:p>
          <a:p>
            <a:r>
              <a:rPr lang="en-US" dirty="0"/>
              <a:t>Even though the destructors in the child classes would be implicitly considered virtual, it can be a good idea to add </a:t>
            </a:r>
            <a:r>
              <a:rPr lang="en-US" b="1" dirty="0">
                <a:latin typeface="Roboto Mono" panose="00000009000000000000" pitchFamily="49" charset="0"/>
                <a:ea typeface="Roboto Mono" panose="00000009000000000000" pitchFamily="49" charset="0"/>
              </a:rPr>
              <a:t>virtual</a:t>
            </a:r>
            <a:r>
              <a:rPr lang="en-US" dirty="0"/>
              <a:t> for the sake of readability.</a:t>
            </a:r>
            <a:endParaRPr lang="en-US" b="1" dirty="0">
              <a:solidFill>
                <a:schemeClr val="accent1"/>
              </a:solidFill>
              <a:latin typeface="Roboto Mono" panose="00000009000000000000" pitchFamily="49" charset="0"/>
              <a:ea typeface="Roboto Mono" panose="00000009000000000000" pitchFamily="49" charset="0"/>
            </a:endParaRPr>
          </a:p>
        </p:txBody>
      </p:sp>
    </p:spTree>
    <p:extLst>
      <p:ext uri="{BB962C8B-B14F-4D97-AF65-F5344CB8AC3E}">
        <p14:creationId xmlns:p14="http://schemas.microsoft.com/office/powerpoint/2010/main" val="4024422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64A736-E128-9911-28FD-F1746D228D2B}"/>
              </a:ext>
            </a:extLst>
          </p:cNvPr>
          <p:cNvSpPr txBox="1"/>
          <p:nvPr/>
        </p:nvSpPr>
        <p:spPr>
          <a:xfrm>
            <a:off x="81579" y="2595028"/>
            <a:ext cx="4762948" cy="3970318"/>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private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m_num</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err="1">
                <a:solidFill>
                  <a:srgbClr val="7A3E9D"/>
                </a:solidFill>
                <a:effectLst/>
                <a:latin typeface="Roboto Mono" panose="00000009000000000000" pitchFamily="49" charset="0"/>
              </a:rPr>
              <a:t>m_num</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0</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0" dirty="0" err="1">
                <a:solidFill>
                  <a:srgbClr val="7A3E9D"/>
                </a:solidFill>
                <a:effectLst/>
                <a:latin typeface="Roboto Mono" panose="00000009000000000000" pitchFamily="49" charset="0"/>
              </a:rPr>
              <a:t>cout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In Base()</a:t>
            </a:r>
            <a:r>
              <a:rPr lang="en-US" sz="1400" b="0" dirty="0">
                <a:solidFill>
                  <a:srgbClr val="777777"/>
                </a:solidFill>
                <a:effectLst/>
                <a:latin typeface="Roboto Mono" panose="00000009000000000000" pitchFamily="49" charset="0"/>
              </a:rPr>
              <a:t>\n";</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this</a:t>
            </a:r>
            <a:r>
              <a:rPr lang="en-US" sz="1400" b="0" dirty="0">
                <a:solidFill>
                  <a:srgbClr val="777777"/>
                </a:solidFill>
                <a:effectLst/>
                <a:latin typeface="Roboto Mono" panose="00000009000000000000" pitchFamily="49" charset="0"/>
              </a:rPr>
              <a:t>-&gt;</a:t>
            </a:r>
            <a:r>
              <a:rPr lang="en-US" sz="1400" b="1" dirty="0" err="1">
                <a:solidFill>
                  <a:srgbClr val="AA3731"/>
                </a:solidFill>
                <a:effectLst/>
                <a:latin typeface="Roboto Mono" panose="00000009000000000000" pitchFamily="49" charset="0"/>
              </a:rPr>
              <a:t>isBase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virtual</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bool</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isBase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0" dirty="0" err="1">
                <a:solidFill>
                  <a:srgbClr val="7A3E9D"/>
                </a:solidFill>
                <a:effectLst/>
                <a:latin typeface="Roboto Mono" panose="00000009000000000000" pitchFamily="49" charset="0"/>
              </a:rPr>
              <a:t>cout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In Base::</a:t>
            </a:r>
            <a:r>
              <a:rPr lang="en-US" sz="1400" b="0" dirty="0" err="1">
                <a:solidFill>
                  <a:srgbClr val="448C27"/>
                </a:solidFill>
                <a:effectLst/>
                <a:latin typeface="Roboto Mono" panose="00000009000000000000" pitchFamily="49" charset="0"/>
              </a:rPr>
              <a:t>isBase</a:t>
            </a:r>
            <a:r>
              <a:rPr lang="en-US" sz="1400" b="0" dirty="0">
                <a:solidFill>
                  <a:srgbClr val="448C27"/>
                </a:solidFill>
                <a:effectLst/>
                <a:latin typeface="Roboto Mono" panose="00000009000000000000" pitchFamily="49" charset="0"/>
              </a:rPr>
              <a:t>()</a:t>
            </a:r>
            <a:r>
              <a:rPr lang="en-US" sz="1400" b="0" dirty="0">
                <a:solidFill>
                  <a:srgbClr val="777777"/>
                </a:solidFill>
                <a:effectLst/>
                <a:latin typeface="Roboto Mono" panose="00000009000000000000" pitchFamily="49" charset="0"/>
              </a:rPr>
              <a:t>\n";</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true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br>
              <a:rPr lang="en-US" sz="1400" b="0" dirty="0">
                <a:solidFill>
                  <a:srgbClr val="333333"/>
                </a:solidFill>
                <a:effectLst/>
                <a:latin typeface="Roboto Mono" panose="00000009000000000000" pitchFamily="49" charset="0"/>
              </a:rPr>
            </a:b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7" name="TextBox 6">
            <a:extLst>
              <a:ext uri="{FF2B5EF4-FFF2-40B4-BE49-F238E27FC236}">
                <a16:creationId xmlns:a16="http://schemas.microsoft.com/office/drawing/2014/main" id="{F270DB71-D141-4151-F80A-C2BF6C0649F4}"/>
              </a:ext>
            </a:extLst>
          </p:cNvPr>
          <p:cNvSpPr txBox="1"/>
          <p:nvPr/>
        </p:nvSpPr>
        <p:spPr>
          <a:xfrm>
            <a:off x="6207163" y="866967"/>
            <a:ext cx="5128708" cy="3108543"/>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class</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public</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A3E9D"/>
                </a:solidFill>
                <a:effectLst/>
                <a:latin typeface="Roboto Mono" panose="00000009000000000000" pitchFamily="49" charset="0"/>
              </a:rPr>
              <a:t>public</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Derived</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0" dirty="0" err="1">
                <a:solidFill>
                  <a:srgbClr val="7A3E9D"/>
                </a:solidFill>
                <a:effectLst/>
                <a:latin typeface="Roboto Mono" panose="00000009000000000000" pitchFamily="49" charset="0"/>
              </a:rPr>
              <a:t>cout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In Derived()</a:t>
            </a:r>
            <a:r>
              <a:rPr lang="en-US" sz="1400" b="0" dirty="0">
                <a:solidFill>
                  <a:srgbClr val="777777"/>
                </a:solidFill>
                <a:effectLst/>
                <a:latin typeface="Roboto Mono" panose="00000009000000000000" pitchFamily="49" charset="0"/>
              </a:rPr>
              <a:t>\n";</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7A3E9D"/>
                </a:solidFill>
                <a:effectLst/>
                <a:latin typeface="Roboto Mono" panose="00000009000000000000" pitchFamily="49" charset="0"/>
              </a:rPr>
              <a:t>bool</a:t>
            </a:r>
            <a:r>
              <a:rPr lang="en-US" sz="1400" b="0" dirty="0">
                <a:solidFill>
                  <a:srgbClr val="333333"/>
                </a:solidFill>
                <a:effectLst/>
                <a:latin typeface="Roboto Mono" panose="00000009000000000000" pitchFamily="49" charset="0"/>
              </a:rPr>
              <a:t> </a:t>
            </a:r>
            <a:r>
              <a:rPr lang="en-US" sz="1400" b="1" dirty="0" err="1">
                <a:solidFill>
                  <a:srgbClr val="AA3731"/>
                </a:solidFill>
                <a:effectLst/>
                <a:latin typeface="Roboto Mono" panose="00000009000000000000" pitchFamily="49" charset="0"/>
              </a:rPr>
              <a:t>isBase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const</a:t>
            </a: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override</a:t>
            </a:r>
            <a:r>
              <a:rPr lang="en-US" sz="1400" b="0" dirty="0">
                <a:solidFill>
                  <a:srgbClr val="333333"/>
                </a:solidFill>
                <a:effectLst/>
                <a:latin typeface="Roboto Mono" panose="00000009000000000000" pitchFamily="49" charset="0"/>
              </a:rPr>
              <a:t> </a:t>
            </a: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0" dirty="0" err="1">
                <a:solidFill>
                  <a:srgbClr val="7A3E9D"/>
                </a:solidFill>
                <a:effectLst/>
                <a:latin typeface="Roboto Mono" panose="00000009000000000000" pitchFamily="49" charset="0"/>
              </a:rPr>
              <a:t>cout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In Derived::</a:t>
            </a:r>
            <a:r>
              <a:rPr lang="en-US" sz="1400" b="0" dirty="0" err="1">
                <a:solidFill>
                  <a:srgbClr val="448C27"/>
                </a:solidFill>
                <a:effectLst/>
                <a:latin typeface="Roboto Mono" panose="00000009000000000000" pitchFamily="49" charset="0"/>
              </a:rPr>
              <a:t>isBase</a:t>
            </a:r>
            <a:r>
              <a:rPr lang="en-US" sz="1400" b="0" dirty="0">
                <a:solidFill>
                  <a:srgbClr val="448C27"/>
                </a:solidFill>
                <a:effectLst/>
                <a:latin typeface="Roboto Mono" panose="00000009000000000000" pitchFamily="49" charset="0"/>
              </a:rPr>
              <a:t>()</a:t>
            </a:r>
            <a:r>
              <a:rPr lang="en-US" sz="1400" b="0" dirty="0">
                <a:solidFill>
                  <a:srgbClr val="777777"/>
                </a:solidFill>
                <a:effectLst/>
                <a:latin typeface="Roboto Mono" panose="00000009000000000000" pitchFamily="49" charset="0"/>
              </a:rPr>
              <a:t>\n";</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false</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9" name="TextBox 8">
            <a:extLst>
              <a:ext uri="{FF2B5EF4-FFF2-40B4-BE49-F238E27FC236}">
                <a16:creationId xmlns:a16="http://schemas.microsoft.com/office/drawing/2014/main" id="{B7A8D4E4-32E0-B75E-402D-D0615B6D43D6}"/>
              </a:ext>
            </a:extLst>
          </p:cNvPr>
          <p:cNvSpPr txBox="1"/>
          <p:nvPr/>
        </p:nvSpPr>
        <p:spPr>
          <a:xfrm>
            <a:off x="6207163" y="4474628"/>
            <a:ext cx="5903258" cy="1600438"/>
          </a:xfrm>
          <a:prstGeom prst="rect">
            <a:avLst/>
          </a:prstGeom>
          <a:noFill/>
        </p:spPr>
        <p:txBody>
          <a:bodyPr wrap="square">
            <a:spAutoFit/>
          </a:bodyPr>
          <a:lstStyle/>
          <a:p>
            <a:r>
              <a:rPr lang="en-US" sz="1400" b="0" dirty="0">
                <a:solidFill>
                  <a:srgbClr val="7A3E9D"/>
                </a:solidFill>
                <a:effectLst/>
                <a:latin typeface="Roboto Mono" panose="00000009000000000000" pitchFamily="49" charset="0"/>
              </a:rPr>
              <a:t>int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main</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std</a:t>
            </a:r>
            <a:r>
              <a:rPr lang="en-US" sz="1400" b="0" dirty="0">
                <a:solidFill>
                  <a:srgbClr val="777777"/>
                </a:solidFill>
                <a:effectLst/>
                <a:latin typeface="Roboto Mono" panose="00000009000000000000" pitchFamily="49" charset="0"/>
              </a:rPr>
              <a:t>::</a:t>
            </a:r>
            <a:r>
              <a:rPr lang="en-US" sz="1400" b="0" dirty="0" err="1">
                <a:solidFill>
                  <a:srgbClr val="7A3E9D"/>
                </a:solidFill>
                <a:effectLst/>
                <a:latin typeface="Roboto Mono" panose="00000009000000000000" pitchFamily="49" charset="0"/>
              </a:rPr>
              <a:t>cout</a:t>
            </a:r>
            <a:r>
              <a:rPr lang="en-US" sz="1400" b="0" dirty="0">
                <a:solidFill>
                  <a:srgbClr val="333333"/>
                </a:solidFill>
                <a:effectLst/>
                <a:latin typeface="Roboto Mono" panose="00000009000000000000" pitchFamily="49" charset="0"/>
              </a:rPr>
              <a:t> </a:t>
            </a:r>
            <a:r>
              <a:rPr lang="en-US" sz="1400" b="1" dirty="0">
                <a:solidFill>
                  <a:srgbClr val="AA3731"/>
                </a:solidFill>
                <a:effectLst/>
                <a:latin typeface="Roboto Mono" panose="00000009000000000000" pitchFamily="49" charset="0"/>
              </a:rPr>
              <a:t>&lt;&lt;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r>
              <a:rPr lang="en-US" sz="1400" b="0" dirty="0">
                <a:solidFill>
                  <a:srgbClr val="448C27"/>
                </a:solidFill>
                <a:effectLst/>
                <a:latin typeface="Roboto Mono" panose="00000009000000000000" pitchFamily="49" charset="0"/>
              </a:rPr>
              <a:t>Creating a Derived type object.</a:t>
            </a:r>
            <a:r>
              <a:rPr lang="en-US" sz="1400" b="0" dirty="0">
                <a:solidFill>
                  <a:srgbClr val="777777"/>
                </a:solidFill>
                <a:effectLst/>
                <a:latin typeface="Roboto Mono" panose="00000009000000000000" pitchFamily="49" charset="0"/>
              </a:rPr>
              <a:t>\n";</a:t>
            </a:r>
            <a:endParaRPr lang="en-US" sz="1400" b="0" dirty="0">
              <a:solidFill>
                <a:srgbClr val="333333"/>
              </a:solidFill>
              <a:effectLst/>
              <a:latin typeface="Roboto Mono" panose="00000009000000000000" pitchFamily="49" charset="0"/>
            </a:endParaRPr>
          </a:p>
          <a:p>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err="1">
                <a:solidFill>
                  <a:srgbClr val="7A3E9D"/>
                </a:solidFill>
                <a:effectLst/>
                <a:latin typeface="Roboto Mono" panose="00000009000000000000" pitchFamily="49" charset="0"/>
              </a:rPr>
              <a:t>pBase</a:t>
            </a:r>
            <a:r>
              <a:rPr lang="en-US" sz="1400" b="0" dirty="0">
                <a:solidFill>
                  <a:srgbClr val="777777"/>
                </a:solidFill>
                <a:effectLst/>
                <a:latin typeface="Roboto Mono" panose="00000009000000000000" pitchFamily="49" charset="0"/>
              </a:rPr>
              <a:t>{</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new</a:t>
            </a:r>
            <a:r>
              <a:rPr lang="en-US" sz="1400" b="0" dirty="0">
                <a:solidFill>
                  <a:srgbClr val="333333"/>
                </a:solidFill>
                <a:effectLst/>
                <a:latin typeface="Roboto Mono" panose="00000009000000000000" pitchFamily="49" charset="0"/>
              </a:rPr>
              <a:t> </a:t>
            </a:r>
            <a:r>
              <a:rPr lang="en-US" sz="1400" b="1" dirty="0">
                <a:solidFill>
                  <a:srgbClr val="7A3E9D"/>
                </a:solidFill>
                <a:effectLst/>
                <a:latin typeface="Roboto Mono" panose="00000009000000000000" pitchFamily="49" charset="0"/>
              </a:rPr>
              <a:t>Derived</a:t>
            </a:r>
            <a:r>
              <a:rPr lang="en-US" sz="1400" b="0" dirty="0">
                <a:solidFill>
                  <a:srgbClr val="333333"/>
                </a:solidFill>
                <a:effectLst/>
                <a:latin typeface="Roboto Mono" panose="00000009000000000000" pitchFamily="49" charset="0"/>
              </a:rPr>
              <a:t> </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br>
              <a:rPr lang="en-US" sz="1400" b="0" dirty="0">
                <a:solidFill>
                  <a:srgbClr val="333333"/>
                </a:solidFill>
                <a:effectLst/>
                <a:latin typeface="Roboto Mono" panose="00000009000000000000" pitchFamily="49" charset="0"/>
              </a:rPr>
            </a:br>
            <a:r>
              <a:rPr lang="en-US" sz="1400" b="0" dirty="0">
                <a:solidFill>
                  <a:srgbClr val="333333"/>
                </a:solidFill>
                <a:effectLst/>
                <a:latin typeface="Roboto Mono" panose="00000009000000000000" pitchFamily="49" charset="0"/>
              </a:rPr>
              <a:t>    </a:t>
            </a:r>
            <a:r>
              <a:rPr lang="en-US" sz="1400" b="0" dirty="0">
                <a:solidFill>
                  <a:srgbClr val="4B69C6"/>
                </a:solidFill>
                <a:effectLst/>
                <a:latin typeface="Roboto Mono" panose="00000009000000000000" pitchFamily="49" charset="0"/>
              </a:rPr>
              <a:t>return</a:t>
            </a:r>
            <a:r>
              <a:rPr lang="en-US" sz="1400" b="0" dirty="0">
                <a:solidFill>
                  <a:srgbClr val="333333"/>
                </a:solidFill>
                <a:effectLst/>
                <a:latin typeface="Roboto Mono" panose="00000009000000000000" pitchFamily="49" charset="0"/>
              </a:rPr>
              <a:t> </a:t>
            </a:r>
            <a:r>
              <a:rPr lang="en-US" sz="1400" b="0" dirty="0">
                <a:solidFill>
                  <a:srgbClr val="9C5D27"/>
                </a:solidFill>
                <a:effectLst/>
                <a:latin typeface="Roboto Mono" panose="00000009000000000000" pitchFamily="49" charset="0"/>
              </a:rPr>
              <a:t>0</a:t>
            </a:r>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a:p>
            <a:r>
              <a:rPr lang="en-US" sz="1400" b="0" dirty="0">
                <a:solidFill>
                  <a:srgbClr val="777777"/>
                </a:solidFill>
                <a:effectLst/>
                <a:latin typeface="Roboto Mono" panose="00000009000000000000" pitchFamily="49" charset="0"/>
              </a:rPr>
              <a:t>}</a:t>
            </a:r>
            <a:endParaRPr lang="en-US" sz="1400" b="0" dirty="0">
              <a:solidFill>
                <a:srgbClr val="333333"/>
              </a:solidFill>
              <a:effectLst/>
              <a:latin typeface="Roboto Mono" panose="00000009000000000000" pitchFamily="49" charset="0"/>
            </a:endParaRPr>
          </a:p>
        </p:txBody>
      </p:sp>
      <p:sp>
        <p:nvSpPr>
          <p:cNvPr id="10" name="TextBox 9">
            <a:extLst>
              <a:ext uri="{FF2B5EF4-FFF2-40B4-BE49-F238E27FC236}">
                <a16:creationId xmlns:a16="http://schemas.microsoft.com/office/drawing/2014/main" id="{18F95FE1-40EE-2729-B54A-F0F269C4C348}"/>
              </a:ext>
            </a:extLst>
          </p:cNvPr>
          <p:cNvSpPr txBox="1"/>
          <p:nvPr/>
        </p:nvSpPr>
        <p:spPr>
          <a:xfrm>
            <a:off x="107576" y="860098"/>
            <a:ext cx="4335332" cy="369332"/>
          </a:xfrm>
          <a:prstGeom prst="rect">
            <a:avLst/>
          </a:prstGeom>
          <a:noFill/>
        </p:spPr>
        <p:txBody>
          <a:bodyPr wrap="square">
            <a:spAutoFit/>
          </a:bodyPr>
          <a:lstStyle/>
          <a:p>
            <a:r>
              <a:rPr lang="en-US" dirty="0"/>
              <a:t>What is the output of this program?</a:t>
            </a:r>
            <a:endParaRPr lang="en-US" b="1" dirty="0">
              <a:solidFill>
                <a:schemeClr val="accent1"/>
              </a:solidFill>
              <a:latin typeface="Roboto Mono" panose="00000009000000000000" pitchFamily="49" charset="0"/>
              <a:ea typeface="Roboto Mono" panose="00000009000000000000" pitchFamily="49" charset="0"/>
            </a:endParaRPr>
          </a:p>
        </p:txBody>
      </p:sp>
      <p:pic>
        <p:nvPicPr>
          <p:cNvPr id="12" name="Picture 11">
            <a:extLst>
              <a:ext uri="{FF2B5EF4-FFF2-40B4-BE49-F238E27FC236}">
                <a16:creationId xmlns:a16="http://schemas.microsoft.com/office/drawing/2014/main" id="{D36CF8B6-5242-E2CB-4A90-CBB0046D00A8}"/>
              </a:ext>
            </a:extLst>
          </p:cNvPr>
          <p:cNvPicPr>
            <a:picLocks noChangeAspect="1"/>
          </p:cNvPicPr>
          <p:nvPr/>
        </p:nvPicPr>
        <p:blipFill>
          <a:blip r:embed="rId3"/>
          <a:stretch>
            <a:fillRect/>
          </a:stretch>
        </p:blipFill>
        <p:spPr>
          <a:xfrm>
            <a:off x="1750066" y="1249437"/>
            <a:ext cx="3800880" cy="1270709"/>
          </a:xfrm>
          <a:prstGeom prst="rect">
            <a:avLst/>
          </a:prstGeom>
        </p:spPr>
      </p:pic>
      <p:sp>
        <p:nvSpPr>
          <p:cNvPr id="14" name="TextBox 13">
            <a:extLst>
              <a:ext uri="{FF2B5EF4-FFF2-40B4-BE49-F238E27FC236}">
                <a16:creationId xmlns:a16="http://schemas.microsoft.com/office/drawing/2014/main" id="{EFF2A995-D4C9-9DB9-4940-90A420B96EC3}"/>
              </a:ext>
            </a:extLst>
          </p:cNvPr>
          <p:cNvSpPr txBox="1"/>
          <p:nvPr/>
        </p:nvSpPr>
        <p:spPr>
          <a:xfrm>
            <a:off x="3048897" y="165032"/>
            <a:ext cx="6094206" cy="369332"/>
          </a:xfrm>
          <a:prstGeom prst="rect">
            <a:avLst/>
          </a:prstGeom>
          <a:noFill/>
          <a:ln w="19050">
            <a:solidFill>
              <a:schemeClr val="accent1"/>
            </a:solidFill>
          </a:ln>
        </p:spPr>
        <p:txBody>
          <a:bodyPr wrap="square">
            <a:spAutoFit/>
          </a:bodyPr>
          <a:lstStyle/>
          <a:p>
            <a:pPr algn="ctr"/>
            <a:r>
              <a:rPr lang="en-US" b="1" i="1" dirty="0">
                <a:solidFill>
                  <a:schemeClr val="accent1"/>
                </a:solidFill>
                <a:ea typeface="Roboto Mono" panose="00000009000000000000" pitchFamily="49" charset="0"/>
              </a:rPr>
              <a:t>Don’t call virtual methods from within </a:t>
            </a:r>
            <a:r>
              <a:rPr lang="en-US" b="1" i="1" dirty="0" err="1">
                <a:solidFill>
                  <a:schemeClr val="accent1"/>
                </a:solidFill>
                <a:ea typeface="Roboto Mono" panose="00000009000000000000" pitchFamily="49" charset="0"/>
              </a:rPr>
              <a:t>ctors</a:t>
            </a:r>
            <a:r>
              <a:rPr lang="en-US" b="1" i="1" dirty="0">
                <a:solidFill>
                  <a:schemeClr val="accent1"/>
                </a:solidFill>
                <a:ea typeface="Roboto Mono" panose="00000009000000000000" pitchFamily="49" charset="0"/>
              </a:rPr>
              <a:t> and </a:t>
            </a:r>
            <a:r>
              <a:rPr lang="en-US" b="1" i="1" dirty="0" err="1">
                <a:solidFill>
                  <a:schemeClr val="accent1"/>
                </a:solidFill>
                <a:ea typeface="Roboto Mono" panose="00000009000000000000" pitchFamily="49" charset="0"/>
              </a:rPr>
              <a:t>dtors</a:t>
            </a:r>
            <a:r>
              <a:rPr lang="en-US" b="1" i="1" dirty="0">
                <a:solidFill>
                  <a:schemeClr val="accent1"/>
                </a:solidFill>
                <a:ea typeface="Roboto Mono" panose="00000009000000000000" pitchFamily="49" charset="0"/>
              </a:rPr>
              <a:t>. </a:t>
            </a:r>
          </a:p>
        </p:txBody>
      </p:sp>
      <p:sp>
        <p:nvSpPr>
          <p:cNvPr id="15" name="TextBox 14">
            <a:extLst>
              <a:ext uri="{FF2B5EF4-FFF2-40B4-BE49-F238E27FC236}">
                <a16:creationId xmlns:a16="http://schemas.microsoft.com/office/drawing/2014/main" id="{BEC561E5-634D-4E0B-E4D5-FCF147BC937B}"/>
              </a:ext>
            </a:extLst>
          </p:cNvPr>
          <p:cNvSpPr txBox="1"/>
          <p:nvPr/>
        </p:nvSpPr>
        <p:spPr>
          <a:xfrm>
            <a:off x="9010426" y="4289962"/>
            <a:ext cx="3099995" cy="369332"/>
          </a:xfrm>
          <a:prstGeom prst="rect">
            <a:avLst/>
          </a:prstGeom>
          <a:noFill/>
          <a:ln>
            <a:solidFill>
              <a:schemeClr val="accent1"/>
            </a:solidFill>
          </a:ln>
        </p:spPr>
        <p:txBody>
          <a:bodyPr wrap="square">
            <a:spAutoFit/>
          </a:bodyPr>
          <a:lstStyle/>
          <a:p>
            <a:r>
              <a:rPr lang="en-US" i="1" dirty="0">
                <a:solidFill>
                  <a:schemeClr val="accent1"/>
                </a:solidFill>
              </a:rPr>
              <a:t>Any problems with </a:t>
            </a:r>
            <a:r>
              <a:rPr lang="en-US" b="1" dirty="0">
                <a:solidFill>
                  <a:schemeClr val="accent1"/>
                </a:solidFill>
                <a:latin typeface="Roboto Mono" panose="00000009000000000000" pitchFamily="49" charset="0"/>
                <a:ea typeface="Roboto Mono" panose="00000009000000000000" pitchFamily="49" charset="0"/>
              </a:rPr>
              <a:t>main()</a:t>
            </a:r>
            <a:r>
              <a:rPr lang="en-US" i="1" dirty="0">
                <a:solidFill>
                  <a:schemeClr val="accent1"/>
                </a:solidFill>
              </a:rPr>
              <a:t>?</a:t>
            </a:r>
            <a:endParaRPr lang="en-US" b="1" i="1" dirty="0">
              <a:solidFill>
                <a:schemeClr val="accent1"/>
              </a:solidFill>
              <a:latin typeface="Roboto Mono" panose="00000009000000000000" pitchFamily="49" charset="0"/>
              <a:ea typeface="Roboto Mono" panose="00000009000000000000" pitchFamily="49" charset="0"/>
            </a:endParaRPr>
          </a:p>
        </p:txBody>
      </p:sp>
      <p:sp>
        <p:nvSpPr>
          <p:cNvPr id="16" name="Rectangle 15">
            <a:extLst>
              <a:ext uri="{FF2B5EF4-FFF2-40B4-BE49-F238E27FC236}">
                <a16:creationId xmlns:a16="http://schemas.microsoft.com/office/drawing/2014/main" id="{A314A6E1-2DB6-C798-87BB-BF78C58D1463}"/>
              </a:ext>
            </a:extLst>
          </p:cNvPr>
          <p:cNvSpPr/>
          <p:nvPr/>
        </p:nvSpPr>
        <p:spPr>
          <a:xfrm>
            <a:off x="928495" y="4551740"/>
            <a:ext cx="1793190" cy="22465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1063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P spid="14" grpId="0" animBg="1"/>
      <p:bldP spid="1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8453</TotalTime>
  <Words>5446</Words>
  <Application>Microsoft Office PowerPoint</Application>
  <PresentationFormat>Widescreen</PresentationFormat>
  <Paragraphs>896</Paragraphs>
  <Slides>42</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Cascadia Code</vt:lpstr>
      <vt:lpstr>Roboto Mono</vt:lpstr>
      <vt:lpstr>Office Theme</vt:lpstr>
      <vt:lpstr>Inheritance</vt:lpstr>
      <vt:lpstr>Runtime Polymorphism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Virtual Functions</vt:lpstr>
      <vt:lpstr>Virtual Functions</vt:lpstr>
      <vt:lpstr>PowerPoint Presentation</vt:lpstr>
      <vt:lpstr>Virtual Functions</vt:lpstr>
      <vt:lpstr>PowerPoint Presentation</vt:lpstr>
      <vt:lpstr>PowerPoint Presentation</vt:lpstr>
      <vt:lpstr>PowerPoint Presentation</vt:lpstr>
      <vt:lpstr>Virtual Functions</vt:lpstr>
      <vt:lpstr>PowerPoint Presentation</vt:lpstr>
      <vt:lpstr>PowerPoint Presentation</vt:lpstr>
      <vt:lpstr>PowerPoint Presentation</vt:lpstr>
      <vt:lpstr>More examples to help you understand the ways override could help you with…</vt:lpstr>
      <vt:lpstr>override </vt:lpstr>
      <vt:lpstr>PowerPoint Presentation</vt:lpstr>
      <vt:lpstr>Explanation about the same-ish example from learncpp</vt:lpstr>
      <vt:lpstr>PowerPoint Presentation</vt:lpstr>
      <vt:lpstr>Runtime Polymorphism</vt:lpstr>
      <vt:lpstr>Runtime Polymorphism</vt:lpstr>
      <vt:lpstr>Another example to see if you understand things…</vt:lpstr>
      <vt:lpstr>Virtual Destructors</vt:lpstr>
      <vt:lpstr>Destruction of Child Objects</vt:lpstr>
      <vt:lpstr>PowerPoint Presentation</vt:lpstr>
      <vt:lpstr>PowerPoint Presentation</vt:lpstr>
      <vt:lpstr>PowerPoint Presentation</vt:lpstr>
      <vt:lpstr>PowerPoint Presentation</vt:lpstr>
      <vt:lpstr>Virtual Destructors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Runtime Polymorphism</dc:title>
  <dc:creator>Mohammad Salman</dc:creator>
  <cp:lastModifiedBy>Mohammad Salman</cp:lastModifiedBy>
  <cp:revision>1</cp:revision>
  <dcterms:created xsi:type="dcterms:W3CDTF">2023-10-23T14:12:52Z</dcterms:created>
  <dcterms:modified xsi:type="dcterms:W3CDTF">2023-10-29T11:33:43Z</dcterms:modified>
</cp:coreProperties>
</file>