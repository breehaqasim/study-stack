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3" r:id="rId4"/>
    <p:sldId id="268" r:id="rId5"/>
    <p:sldId id="269" r:id="rId6"/>
    <p:sldId id="258" r:id="rId7"/>
    <p:sldId id="260" r:id="rId8"/>
    <p:sldId id="263" r:id="rId9"/>
    <p:sldId id="264" r:id="rId10"/>
    <p:sldId id="265" r:id="rId11"/>
    <p:sldId id="266" r:id="rId12"/>
    <p:sldId id="286" r:id="rId13"/>
    <p:sldId id="271" r:id="rId14"/>
    <p:sldId id="272" r:id="rId15"/>
    <p:sldId id="273" r:id="rId16"/>
    <p:sldId id="274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4" r:id="rId25"/>
    <p:sldId id="285" r:id="rId26"/>
    <p:sldId id="262" r:id="rId27"/>
    <p:sldId id="26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04" autoAdjust="0"/>
    <p:restoredTop sz="85209" autoAdjust="0"/>
  </p:normalViewPr>
  <p:slideViewPr>
    <p:cSldViewPr snapToGrid="0">
      <p:cViewPr varScale="1">
        <p:scale>
          <a:sx n="72" d="100"/>
          <a:sy n="72" d="100"/>
        </p:scale>
        <p:origin x="108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723D114D-6D37-4794-8FB1-F87D00A37DC8}"/>
    <pc:docChg chg="undo redo custSel addSld delSld modSld sldOrd modMainMaster">
      <pc:chgData name="Mohammad Salman" userId="cfd6754c-e613-4f6f-bb98-36aef69d8c31" providerId="ADAL" clId="{723D114D-6D37-4794-8FB1-F87D00A37DC8}" dt="2023-10-31T10:02:53.266" v="9744" actId="47"/>
      <pc:docMkLst>
        <pc:docMk/>
      </pc:docMkLst>
      <pc:sldChg chg="modSp new mod">
        <pc:chgData name="Mohammad Salman" userId="cfd6754c-e613-4f6f-bb98-36aef69d8c31" providerId="ADAL" clId="{723D114D-6D37-4794-8FB1-F87D00A37DC8}" dt="2023-10-29T12:02:43.725" v="437" actId="20577"/>
        <pc:sldMkLst>
          <pc:docMk/>
          <pc:sldMk cId="4035877135" sldId="256"/>
        </pc:sldMkLst>
        <pc:spChg chg="mod">
          <ac:chgData name="Mohammad Salman" userId="cfd6754c-e613-4f6f-bb98-36aef69d8c31" providerId="ADAL" clId="{723D114D-6D37-4794-8FB1-F87D00A37DC8}" dt="2023-10-29T12:02:33.141" v="399" actId="20577"/>
          <ac:spMkLst>
            <pc:docMk/>
            <pc:sldMk cId="4035877135" sldId="256"/>
            <ac:spMk id="2" creationId="{F1172175-0429-1D78-F816-4B3D6C12039F}"/>
          </ac:spMkLst>
        </pc:spChg>
        <pc:spChg chg="mod">
          <ac:chgData name="Mohammad Salman" userId="cfd6754c-e613-4f6f-bb98-36aef69d8c31" providerId="ADAL" clId="{723D114D-6D37-4794-8FB1-F87D00A37DC8}" dt="2023-10-29T12:02:43.725" v="437" actId="20577"/>
          <ac:spMkLst>
            <pc:docMk/>
            <pc:sldMk cId="4035877135" sldId="256"/>
            <ac:spMk id="3" creationId="{1B632DF5-40DF-6FA8-9A65-9A5EE5D15612}"/>
          </ac:spMkLst>
        </pc:spChg>
      </pc:sldChg>
      <pc:sldChg chg="modSp new mod ord">
        <pc:chgData name="Mohammad Salman" userId="cfd6754c-e613-4f6f-bb98-36aef69d8c31" providerId="ADAL" clId="{723D114D-6D37-4794-8FB1-F87D00A37DC8}" dt="2023-10-30T06:59:04.246" v="8704" actId="113"/>
        <pc:sldMkLst>
          <pc:docMk/>
          <pc:sldMk cId="3492709718" sldId="257"/>
        </pc:sldMkLst>
        <pc:spChg chg="mod">
          <ac:chgData name="Mohammad Salman" userId="cfd6754c-e613-4f6f-bb98-36aef69d8c31" providerId="ADAL" clId="{723D114D-6D37-4794-8FB1-F87D00A37DC8}" dt="2023-10-29T11:41:31.559" v="284" actId="20577"/>
          <ac:spMkLst>
            <pc:docMk/>
            <pc:sldMk cId="3492709718" sldId="257"/>
            <ac:spMk id="2" creationId="{8157B02D-92A1-02BC-0187-3BF98C5D9FBB}"/>
          </ac:spMkLst>
        </pc:spChg>
        <pc:spChg chg="mod">
          <ac:chgData name="Mohammad Salman" userId="cfd6754c-e613-4f6f-bb98-36aef69d8c31" providerId="ADAL" clId="{723D114D-6D37-4794-8FB1-F87D00A37DC8}" dt="2023-10-30T06:59:04.246" v="8704" actId="113"/>
          <ac:spMkLst>
            <pc:docMk/>
            <pc:sldMk cId="3492709718" sldId="257"/>
            <ac:spMk id="3" creationId="{5B3162B4-92F4-A5E8-E872-371AA6DF4040}"/>
          </ac:spMkLst>
        </pc:spChg>
      </pc:sldChg>
      <pc:sldChg chg="new del">
        <pc:chgData name="Mohammad Salman" userId="cfd6754c-e613-4f6f-bb98-36aef69d8c31" providerId="ADAL" clId="{723D114D-6D37-4794-8FB1-F87D00A37DC8}" dt="2023-10-29T12:02:36.338" v="401" actId="680"/>
        <pc:sldMkLst>
          <pc:docMk/>
          <pc:sldMk cId="781045484" sldId="258"/>
        </pc:sldMkLst>
      </pc:sldChg>
      <pc:sldChg chg="addSp delSp modSp new mod modClrScheme chgLayout">
        <pc:chgData name="Mohammad Salman" userId="cfd6754c-e613-4f6f-bb98-36aef69d8c31" providerId="ADAL" clId="{723D114D-6D37-4794-8FB1-F87D00A37DC8}" dt="2023-10-29T12:15:00.926" v="649" actId="1076"/>
        <pc:sldMkLst>
          <pc:docMk/>
          <pc:sldMk cId="3311331363" sldId="258"/>
        </pc:sldMkLst>
        <pc:spChg chg="del mod ord">
          <ac:chgData name="Mohammad Salman" userId="cfd6754c-e613-4f6f-bb98-36aef69d8c31" providerId="ADAL" clId="{723D114D-6D37-4794-8FB1-F87D00A37DC8}" dt="2023-10-29T12:03:06.899" v="439" actId="700"/>
          <ac:spMkLst>
            <pc:docMk/>
            <pc:sldMk cId="3311331363" sldId="258"/>
            <ac:spMk id="2" creationId="{C0114D63-898A-FC4C-2EE9-DC3CD566F1BD}"/>
          </ac:spMkLst>
        </pc:spChg>
        <pc:spChg chg="del mod ord">
          <ac:chgData name="Mohammad Salman" userId="cfd6754c-e613-4f6f-bb98-36aef69d8c31" providerId="ADAL" clId="{723D114D-6D37-4794-8FB1-F87D00A37DC8}" dt="2023-10-29T12:03:06.899" v="439" actId="700"/>
          <ac:spMkLst>
            <pc:docMk/>
            <pc:sldMk cId="3311331363" sldId="258"/>
            <ac:spMk id="3" creationId="{B92262EB-EC3C-8EA2-5CD4-4D0E9A9B147D}"/>
          </ac:spMkLst>
        </pc:spChg>
        <pc:spChg chg="add mod ord">
          <ac:chgData name="Mohammad Salman" userId="cfd6754c-e613-4f6f-bb98-36aef69d8c31" providerId="ADAL" clId="{723D114D-6D37-4794-8FB1-F87D00A37DC8}" dt="2023-10-29T12:03:14.346" v="469" actId="20577"/>
          <ac:spMkLst>
            <pc:docMk/>
            <pc:sldMk cId="3311331363" sldId="258"/>
            <ac:spMk id="4" creationId="{10761DBD-E920-8C7E-B08B-7182CEF03A2C}"/>
          </ac:spMkLst>
        </pc:spChg>
        <pc:spChg chg="add mod ord">
          <ac:chgData name="Mohammad Salman" userId="cfd6754c-e613-4f6f-bb98-36aef69d8c31" providerId="ADAL" clId="{723D114D-6D37-4794-8FB1-F87D00A37DC8}" dt="2023-10-29T12:03:34.296" v="537" actId="113"/>
          <ac:spMkLst>
            <pc:docMk/>
            <pc:sldMk cId="3311331363" sldId="258"/>
            <ac:spMk id="5" creationId="{930A54A9-1F91-81BB-C5FA-D8014E1E5F72}"/>
          </ac:spMkLst>
        </pc:spChg>
        <pc:spChg chg="add del">
          <ac:chgData name="Mohammad Salman" userId="cfd6754c-e613-4f6f-bb98-36aef69d8c31" providerId="ADAL" clId="{723D114D-6D37-4794-8FB1-F87D00A37DC8}" dt="2023-10-29T12:14:36.164" v="641" actId="22"/>
          <ac:spMkLst>
            <pc:docMk/>
            <pc:sldMk cId="3311331363" sldId="258"/>
            <ac:spMk id="7" creationId="{445CA098-D4D4-22AC-F49B-29A8CE510333}"/>
          </ac:spMkLst>
        </pc:spChg>
        <pc:spChg chg="add mod">
          <ac:chgData name="Mohammad Salman" userId="cfd6754c-e613-4f6f-bb98-36aef69d8c31" providerId="ADAL" clId="{723D114D-6D37-4794-8FB1-F87D00A37DC8}" dt="2023-10-29T12:15:00.926" v="649" actId="1076"/>
          <ac:spMkLst>
            <pc:docMk/>
            <pc:sldMk cId="3311331363" sldId="258"/>
            <ac:spMk id="9" creationId="{0B6D94C2-7C91-6EAC-F799-7E3BBF7AA797}"/>
          </ac:spMkLst>
        </pc:spChg>
      </pc:sldChg>
      <pc:sldChg chg="addSp modSp new del mod">
        <pc:chgData name="Mohammad Salman" userId="cfd6754c-e613-4f6f-bb98-36aef69d8c31" providerId="ADAL" clId="{723D114D-6D37-4794-8FB1-F87D00A37DC8}" dt="2023-10-31T10:02:53.266" v="9744" actId="47"/>
        <pc:sldMkLst>
          <pc:docMk/>
          <pc:sldMk cId="2175168824" sldId="259"/>
        </pc:sldMkLst>
        <pc:spChg chg="mod">
          <ac:chgData name="Mohammad Salman" userId="cfd6754c-e613-4f6f-bb98-36aef69d8c31" providerId="ADAL" clId="{723D114D-6D37-4794-8FB1-F87D00A37DC8}" dt="2023-10-29T12:11:46.415" v="591" actId="20577"/>
          <ac:spMkLst>
            <pc:docMk/>
            <pc:sldMk cId="2175168824" sldId="259"/>
            <ac:spMk id="2" creationId="{4BE49751-E2D5-D714-7661-8BF44F1ED2FB}"/>
          </ac:spMkLst>
        </pc:spChg>
        <pc:spChg chg="mod">
          <ac:chgData name="Mohammad Salman" userId="cfd6754c-e613-4f6f-bb98-36aef69d8c31" providerId="ADAL" clId="{723D114D-6D37-4794-8FB1-F87D00A37DC8}" dt="2023-10-29T18:23:20.871" v="7875" actId="14100"/>
          <ac:spMkLst>
            <pc:docMk/>
            <pc:sldMk cId="2175168824" sldId="259"/>
            <ac:spMk id="3" creationId="{6FC1EF7C-189C-1019-D545-7623D38E585C}"/>
          </ac:spMkLst>
        </pc:spChg>
        <pc:picChg chg="add mod">
          <ac:chgData name="Mohammad Salman" userId="cfd6754c-e613-4f6f-bb98-36aef69d8c31" providerId="ADAL" clId="{723D114D-6D37-4794-8FB1-F87D00A37DC8}" dt="2023-10-29T18:23:25.812" v="7876" actId="1076"/>
          <ac:picMkLst>
            <pc:docMk/>
            <pc:sldMk cId="2175168824" sldId="259"/>
            <ac:picMk id="5" creationId="{5A996385-FF16-7A2B-BD43-1CD33823B544}"/>
          </ac:picMkLst>
        </pc:picChg>
      </pc:sldChg>
      <pc:sldChg chg="modSp new mod">
        <pc:chgData name="Mohammad Salman" userId="cfd6754c-e613-4f6f-bb98-36aef69d8c31" providerId="ADAL" clId="{723D114D-6D37-4794-8FB1-F87D00A37DC8}" dt="2023-10-29T18:27:49.878" v="8134" actId="114"/>
        <pc:sldMkLst>
          <pc:docMk/>
          <pc:sldMk cId="1298734344" sldId="260"/>
        </pc:sldMkLst>
        <pc:spChg chg="mod">
          <ac:chgData name="Mohammad Salman" userId="cfd6754c-e613-4f6f-bb98-36aef69d8c31" providerId="ADAL" clId="{723D114D-6D37-4794-8FB1-F87D00A37DC8}" dt="2023-10-29T13:18:49.792" v="1447" actId="20577"/>
          <ac:spMkLst>
            <pc:docMk/>
            <pc:sldMk cId="1298734344" sldId="260"/>
            <ac:spMk id="2" creationId="{A277822C-4596-5510-9EEC-A3A317F5216E}"/>
          </ac:spMkLst>
        </pc:spChg>
        <pc:spChg chg="mod">
          <ac:chgData name="Mohammad Salman" userId="cfd6754c-e613-4f6f-bb98-36aef69d8c31" providerId="ADAL" clId="{723D114D-6D37-4794-8FB1-F87D00A37DC8}" dt="2023-10-29T18:27:49.878" v="8134" actId="114"/>
          <ac:spMkLst>
            <pc:docMk/>
            <pc:sldMk cId="1298734344" sldId="260"/>
            <ac:spMk id="3" creationId="{44C164D2-A686-014A-6C2F-2B429EE1FC69}"/>
          </ac:spMkLst>
        </pc:spChg>
      </pc:sldChg>
      <pc:sldChg chg="modSp new mod modAnim">
        <pc:chgData name="Mohammad Salman" userId="cfd6754c-e613-4f6f-bb98-36aef69d8c31" providerId="ADAL" clId="{723D114D-6D37-4794-8FB1-F87D00A37DC8}" dt="2023-10-31T09:59:19.119" v="9743" actId="20577"/>
        <pc:sldMkLst>
          <pc:docMk/>
          <pc:sldMk cId="2674259518" sldId="261"/>
        </pc:sldMkLst>
        <pc:spChg chg="mod">
          <ac:chgData name="Mohammad Salman" userId="cfd6754c-e613-4f6f-bb98-36aef69d8c31" providerId="ADAL" clId="{723D114D-6D37-4794-8FB1-F87D00A37DC8}" dt="2023-10-29T16:13:15.731" v="7577"/>
          <ac:spMkLst>
            <pc:docMk/>
            <pc:sldMk cId="2674259518" sldId="261"/>
            <ac:spMk id="2" creationId="{698B130E-996E-2977-6F87-0563F97C5266}"/>
          </ac:spMkLst>
        </pc:spChg>
        <pc:spChg chg="mod">
          <ac:chgData name="Mohammad Salman" userId="cfd6754c-e613-4f6f-bb98-36aef69d8c31" providerId="ADAL" clId="{723D114D-6D37-4794-8FB1-F87D00A37DC8}" dt="2023-10-31T09:59:19.119" v="9743" actId="20577"/>
          <ac:spMkLst>
            <pc:docMk/>
            <pc:sldMk cId="2674259518" sldId="261"/>
            <ac:spMk id="3" creationId="{F4929C62-E641-2F08-8F55-03FE6859F0B3}"/>
          </ac:spMkLst>
        </pc:spChg>
      </pc:sldChg>
      <pc:sldChg chg="modSp new mod">
        <pc:chgData name="Mohammad Salman" userId="cfd6754c-e613-4f6f-bb98-36aef69d8c31" providerId="ADAL" clId="{723D114D-6D37-4794-8FB1-F87D00A37DC8}" dt="2023-10-31T09:55:24.316" v="9623"/>
        <pc:sldMkLst>
          <pc:docMk/>
          <pc:sldMk cId="3110073547" sldId="262"/>
        </pc:sldMkLst>
        <pc:spChg chg="mod">
          <ac:chgData name="Mohammad Salman" userId="cfd6754c-e613-4f6f-bb98-36aef69d8c31" providerId="ADAL" clId="{723D114D-6D37-4794-8FB1-F87D00A37DC8}" dt="2023-10-29T16:12:53.468" v="7574" actId="20577"/>
          <ac:spMkLst>
            <pc:docMk/>
            <pc:sldMk cId="3110073547" sldId="262"/>
            <ac:spMk id="2" creationId="{00B8B89E-8A07-F9EC-F119-05F4B94550C7}"/>
          </ac:spMkLst>
        </pc:spChg>
        <pc:spChg chg="mod">
          <ac:chgData name="Mohammad Salman" userId="cfd6754c-e613-4f6f-bb98-36aef69d8c31" providerId="ADAL" clId="{723D114D-6D37-4794-8FB1-F87D00A37DC8}" dt="2023-10-31T09:55:24.316" v="9623"/>
          <ac:spMkLst>
            <pc:docMk/>
            <pc:sldMk cId="3110073547" sldId="262"/>
            <ac:spMk id="3" creationId="{4EB1F7E2-6AFB-0BA3-DF9A-262DDC3A7C52}"/>
          </ac:spMkLst>
        </pc:spChg>
      </pc:sldChg>
      <pc:sldChg chg="addSp delSp modSp new mod ord addAnim delAnim modAnim">
        <pc:chgData name="Mohammad Salman" userId="cfd6754c-e613-4f6f-bb98-36aef69d8c31" providerId="ADAL" clId="{723D114D-6D37-4794-8FB1-F87D00A37DC8}" dt="2023-10-30T07:20:23.334" v="8950"/>
        <pc:sldMkLst>
          <pc:docMk/>
          <pc:sldMk cId="3060400769" sldId="263"/>
        </pc:sldMkLst>
        <pc:spChg chg="del">
          <ac:chgData name="Mohammad Salman" userId="cfd6754c-e613-4f6f-bb98-36aef69d8c31" providerId="ADAL" clId="{723D114D-6D37-4794-8FB1-F87D00A37DC8}" dt="2023-10-29T12:34:34.969" v="991" actId="478"/>
          <ac:spMkLst>
            <pc:docMk/>
            <pc:sldMk cId="3060400769" sldId="263"/>
            <ac:spMk id="2" creationId="{159EC668-E2DE-B98E-C921-3A7E5F3B32E9}"/>
          </ac:spMkLst>
        </pc:spChg>
        <pc:spChg chg="del">
          <ac:chgData name="Mohammad Salman" userId="cfd6754c-e613-4f6f-bb98-36aef69d8c31" providerId="ADAL" clId="{723D114D-6D37-4794-8FB1-F87D00A37DC8}" dt="2023-10-29T12:34:34.969" v="991" actId="478"/>
          <ac:spMkLst>
            <pc:docMk/>
            <pc:sldMk cId="3060400769" sldId="263"/>
            <ac:spMk id="3" creationId="{A4F1CFE3-536C-4C29-E5C4-B472C91E6563}"/>
          </ac:spMkLst>
        </pc:spChg>
        <pc:spChg chg="add del mod">
          <ac:chgData name="Mohammad Salman" userId="cfd6754c-e613-4f6f-bb98-36aef69d8c31" providerId="ADAL" clId="{723D114D-6D37-4794-8FB1-F87D00A37DC8}" dt="2023-10-29T12:37:45.232" v="1279" actId="478"/>
          <ac:spMkLst>
            <pc:docMk/>
            <pc:sldMk cId="3060400769" sldId="263"/>
            <ac:spMk id="4" creationId="{78DF6F11-6AAB-5BCD-BC76-DBEB4BB4F1F0}"/>
          </ac:spMkLst>
        </pc:spChg>
        <pc:spChg chg="add del mod">
          <ac:chgData name="Mohammad Salman" userId="cfd6754c-e613-4f6f-bb98-36aef69d8c31" providerId="ADAL" clId="{723D114D-6D37-4794-8FB1-F87D00A37DC8}" dt="2023-10-29T12:37:45.232" v="1279" actId="478"/>
          <ac:spMkLst>
            <pc:docMk/>
            <pc:sldMk cId="3060400769" sldId="263"/>
            <ac:spMk id="5" creationId="{0BAFE034-CA80-FF66-3AD5-7CB04EEE2BD7}"/>
          </ac:spMkLst>
        </pc:spChg>
        <pc:spChg chg="add del mod">
          <ac:chgData name="Mohammad Salman" userId="cfd6754c-e613-4f6f-bb98-36aef69d8c31" providerId="ADAL" clId="{723D114D-6D37-4794-8FB1-F87D00A37DC8}" dt="2023-10-29T12:37:45.232" v="1279" actId="478"/>
          <ac:spMkLst>
            <pc:docMk/>
            <pc:sldMk cId="3060400769" sldId="263"/>
            <ac:spMk id="6" creationId="{61435C2E-C521-1B20-FC5A-DBB76D473A4F}"/>
          </ac:spMkLst>
        </pc:spChg>
        <pc:spChg chg="add del mod">
          <ac:chgData name="Mohammad Salman" userId="cfd6754c-e613-4f6f-bb98-36aef69d8c31" providerId="ADAL" clId="{723D114D-6D37-4794-8FB1-F87D00A37DC8}" dt="2023-10-29T12:37:47.470" v="1280" actId="478"/>
          <ac:spMkLst>
            <pc:docMk/>
            <pc:sldMk cId="3060400769" sldId="263"/>
            <ac:spMk id="9" creationId="{EDA8D066-CAC9-1F5C-A963-9037D6730719}"/>
          </ac:spMkLst>
        </pc:spChg>
        <pc:spChg chg="add del mod">
          <ac:chgData name="Mohammad Salman" userId="cfd6754c-e613-4f6f-bb98-36aef69d8c31" providerId="ADAL" clId="{723D114D-6D37-4794-8FB1-F87D00A37DC8}" dt="2023-10-29T12:37:50.890" v="1281" actId="478"/>
          <ac:spMkLst>
            <pc:docMk/>
            <pc:sldMk cId="3060400769" sldId="263"/>
            <ac:spMk id="10" creationId="{3E8AA871-10F6-E5D8-0EFE-9587436262E9}"/>
          </ac:spMkLst>
        </pc:spChg>
        <pc:spChg chg="add del mod">
          <ac:chgData name="Mohammad Salman" userId="cfd6754c-e613-4f6f-bb98-36aef69d8c31" providerId="ADAL" clId="{723D114D-6D37-4794-8FB1-F87D00A37DC8}" dt="2023-10-29T12:37:45.232" v="1279" actId="478"/>
          <ac:spMkLst>
            <pc:docMk/>
            <pc:sldMk cId="3060400769" sldId="263"/>
            <ac:spMk id="12" creationId="{86E4B555-117A-FE31-063C-81E30DF318DB}"/>
          </ac:spMkLst>
        </pc:spChg>
        <pc:spChg chg="add del mod">
          <ac:chgData name="Mohammad Salman" userId="cfd6754c-e613-4f6f-bb98-36aef69d8c31" providerId="ADAL" clId="{723D114D-6D37-4794-8FB1-F87D00A37DC8}" dt="2023-10-29T12:37:45.232" v="1279" actId="478"/>
          <ac:spMkLst>
            <pc:docMk/>
            <pc:sldMk cId="3060400769" sldId="263"/>
            <ac:spMk id="13" creationId="{6B2C701E-5E2E-A1D4-5FA9-17DB6956C848}"/>
          </ac:spMkLst>
        </pc:spChg>
        <pc:spChg chg="add del mod">
          <ac:chgData name="Mohammad Salman" userId="cfd6754c-e613-4f6f-bb98-36aef69d8c31" providerId="ADAL" clId="{723D114D-6D37-4794-8FB1-F87D00A37DC8}" dt="2023-10-29T12:37:45.232" v="1279" actId="478"/>
          <ac:spMkLst>
            <pc:docMk/>
            <pc:sldMk cId="3060400769" sldId="263"/>
            <ac:spMk id="16" creationId="{EE45B485-673F-9EE6-2FC5-74DCBD93F827}"/>
          </ac:spMkLst>
        </pc:spChg>
        <pc:spChg chg="add del mod">
          <ac:chgData name="Mohammad Salman" userId="cfd6754c-e613-4f6f-bb98-36aef69d8c31" providerId="ADAL" clId="{723D114D-6D37-4794-8FB1-F87D00A37DC8}" dt="2023-10-29T12:37:45.232" v="1279" actId="478"/>
          <ac:spMkLst>
            <pc:docMk/>
            <pc:sldMk cId="3060400769" sldId="263"/>
            <ac:spMk id="17" creationId="{554248FA-F91A-727E-F5E2-137D6CC9E2D8}"/>
          </ac:spMkLst>
        </pc:spChg>
        <pc:spChg chg="add del mod">
          <ac:chgData name="Mohammad Salman" userId="cfd6754c-e613-4f6f-bb98-36aef69d8c31" providerId="ADAL" clId="{723D114D-6D37-4794-8FB1-F87D00A37DC8}" dt="2023-10-29T12:37:45.232" v="1279" actId="478"/>
          <ac:spMkLst>
            <pc:docMk/>
            <pc:sldMk cId="3060400769" sldId="263"/>
            <ac:spMk id="20" creationId="{D4C67991-95CB-89FA-4473-7A38A4B8ECD5}"/>
          </ac:spMkLst>
        </pc:spChg>
        <pc:spChg chg="add del mod">
          <ac:chgData name="Mohammad Salman" userId="cfd6754c-e613-4f6f-bb98-36aef69d8c31" providerId="ADAL" clId="{723D114D-6D37-4794-8FB1-F87D00A37DC8}" dt="2023-10-29T12:37:45.232" v="1279" actId="478"/>
          <ac:spMkLst>
            <pc:docMk/>
            <pc:sldMk cId="3060400769" sldId="263"/>
            <ac:spMk id="21" creationId="{3708B644-32F0-C449-784B-CC28BD252C5A}"/>
          </ac:spMkLst>
        </pc:spChg>
        <pc:spChg chg="add del mod">
          <ac:chgData name="Mohammad Salman" userId="cfd6754c-e613-4f6f-bb98-36aef69d8c31" providerId="ADAL" clId="{723D114D-6D37-4794-8FB1-F87D00A37DC8}" dt="2023-10-29T12:37:45.232" v="1279" actId="478"/>
          <ac:spMkLst>
            <pc:docMk/>
            <pc:sldMk cId="3060400769" sldId="263"/>
            <ac:spMk id="22" creationId="{D420A6DC-EDD6-0B3E-B673-E89CADB9E29C}"/>
          </ac:spMkLst>
        </pc:spChg>
        <pc:spChg chg="add mod">
          <ac:chgData name="Mohammad Salman" userId="cfd6754c-e613-4f6f-bb98-36aef69d8c31" providerId="ADAL" clId="{723D114D-6D37-4794-8FB1-F87D00A37DC8}" dt="2023-10-29T13:20:39.132" v="1696" actId="20577"/>
          <ac:spMkLst>
            <pc:docMk/>
            <pc:sldMk cId="3060400769" sldId="263"/>
            <ac:spMk id="23" creationId="{6C150F0C-8243-9E10-B3AC-04DCF6AE364F}"/>
          </ac:spMkLst>
        </pc:spChg>
        <pc:spChg chg="add del mod">
          <ac:chgData name="Mohammad Salman" userId="cfd6754c-e613-4f6f-bb98-36aef69d8c31" providerId="ADAL" clId="{723D114D-6D37-4794-8FB1-F87D00A37DC8}" dt="2023-10-29T18:27:17.909" v="8129" actId="478"/>
          <ac:spMkLst>
            <pc:docMk/>
            <pc:sldMk cId="3060400769" sldId="263"/>
            <ac:spMk id="24" creationId="{D5916983-E7F5-9CD8-28F1-96D0165D32B5}"/>
          </ac:spMkLst>
        </pc:spChg>
        <pc:spChg chg="add mod">
          <ac:chgData name="Mohammad Salman" userId="cfd6754c-e613-4f6f-bb98-36aef69d8c31" providerId="ADAL" clId="{723D114D-6D37-4794-8FB1-F87D00A37DC8}" dt="2023-10-29T12:40:11.528" v="1311" actId="1076"/>
          <ac:spMkLst>
            <pc:docMk/>
            <pc:sldMk cId="3060400769" sldId="263"/>
            <ac:spMk id="27" creationId="{CFA5DDC2-28F5-100A-C1C4-9B9BD4059D01}"/>
          </ac:spMkLst>
        </pc:spChg>
        <pc:spChg chg="add mod">
          <ac:chgData name="Mohammad Salman" userId="cfd6754c-e613-4f6f-bb98-36aef69d8c31" providerId="ADAL" clId="{723D114D-6D37-4794-8FB1-F87D00A37DC8}" dt="2023-10-29T12:40:11.528" v="1311" actId="1076"/>
          <ac:spMkLst>
            <pc:docMk/>
            <pc:sldMk cId="3060400769" sldId="263"/>
            <ac:spMk id="28" creationId="{6809C190-F86E-C1DD-B401-5B66B49B79E1}"/>
          </ac:spMkLst>
        </pc:spChg>
        <pc:spChg chg="add mod">
          <ac:chgData name="Mohammad Salman" userId="cfd6754c-e613-4f6f-bb98-36aef69d8c31" providerId="ADAL" clId="{723D114D-6D37-4794-8FB1-F87D00A37DC8}" dt="2023-10-29T12:40:11.528" v="1311" actId="1076"/>
          <ac:spMkLst>
            <pc:docMk/>
            <pc:sldMk cId="3060400769" sldId="263"/>
            <ac:spMk id="29" creationId="{3187CECF-C464-3D75-D455-AF2EA51851A6}"/>
          </ac:spMkLst>
        </pc:spChg>
        <pc:spChg chg="add mod">
          <ac:chgData name="Mohammad Salman" userId="cfd6754c-e613-4f6f-bb98-36aef69d8c31" providerId="ADAL" clId="{723D114D-6D37-4794-8FB1-F87D00A37DC8}" dt="2023-10-29T12:40:11.528" v="1311" actId="1076"/>
          <ac:spMkLst>
            <pc:docMk/>
            <pc:sldMk cId="3060400769" sldId="263"/>
            <ac:spMk id="32" creationId="{CE129CBD-8302-5F3C-3008-64F05DCE4549}"/>
          </ac:spMkLst>
        </pc:spChg>
        <pc:spChg chg="add mod">
          <ac:chgData name="Mohammad Salman" userId="cfd6754c-e613-4f6f-bb98-36aef69d8c31" providerId="ADAL" clId="{723D114D-6D37-4794-8FB1-F87D00A37DC8}" dt="2023-10-29T12:40:11.528" v="1311" actId="1076"/>
          <ac:spMkLst>
            <pc:docMk/>
            <pc:sldMk cId="3060400769" sldId="263"/>
            <ac:spMk id="33" creationId="{1D9AF774-7C65-69E8-6368-99D2150D8FCF}"/>
          </ac:spMkLst>
        </pc:spChg>
        <pc:spChg chg="add mod">
          <ac:chgData name="Mohammad Salman" userId="cfd6754c-e613-4f6f-bb98-36aef69d8c31" providerId="ADAL" clId="{723D114D-6D37-4794-8FB1-F87D00A37DC8}" dt="2023-10-29T12:40:11.528" v="1311" actId="1076"/>
          <ac:spMkLst>
            <pc:docMk/>
            <pc:sldMk cId="3060400769" sldId="263"/>
            <ac:spMk id="35" creationId="{28DE40DB-78FE-6BB3-1E81-2B90E669CE36}"/>
          </ac:spMkLst>
        </pc:spChg>
        <pc:spChg chg="add mod">
          <ac:chgData name="Mohammad Salman" userId="cfd6754c-e613-4f6f-bb98-36aef69d8c31" providerId="ADAL" clId="{723D114D-6D37-4794-8FB1-F87D00A37DC8}" dt="2023-10-29T12:40:11.528" v="1311" actId="1076"/>
          <ac:spMkLst>
            <pc:docMk/>
            <pc:sldMk cId="3060400769" sldId="263"/>
            <ac:spMk id="36" creationId="{1DC7DBC7-8203-6F0C-1349-622F5F64F2D3}"/>
          </ac:spMkLst>
        </pc:spChg>
        <pc:spChg chg="add mod">
          <ac:chgData name="Mohammad Salman" userId="cfd6754c-e613-4f6f-bb98-36aef69d8c31" providerId="ADAL" clId="{723D114D-6D37-4794-8FB1-F87D00A37DC8}" dt="2023-10-29T12:40:11.528" v="1311" actId="1076"/>
          <ac:spMkLst>
            <pc:docMk/>
            <pc:sldMk cId="3060400769" sldId="263"/>
            <ac:spMk id="39" creationId="{A330140E-853A-02E2-DE0D-DB7E5FD7CB50}"/>
          </ac:spMkLst>
        </pc:spChg>
        <pc:spChg chg="add mod">
          <ac:chgData name="Mohammad Salman" userId="cfd6754c-e613-4f6f-bb98-36aef69d8c31" providerId="ADAL" clId="{723D114D-6D37-4794-8FB1-F87D00A37DC8}" dt="2023-10-29T12:40:11.528" v="1311" actId="1076"/>
          <ac:spMkLst>
            <pc:docMk/>
            <pc:sldMk cId="3060400769" sldId="263"/>
            <ac:spMk id="40" creationId="{DA4C6127-3D00-E486-0BE0-CC35FF296616}"/>
          </ac:spMkLst>
        </pc:spChg>
        <pc:spChg chg="add mod">
          <ac:chgData name="Mohammad Salman" userId="cfd6754c-e613-4f6f-bb98-36aef69d8c31" providerId="ADAL" clId="{723D114D-6D37-4794-8FB1-F87D00A37DC8}" dt="2023-10-29T12:40:11.528" v="1311" actId="1076"/>
          <ac:spMkLst>
            <pc:docMk/>
            <pc:sldMk cId="3060400769" sldId="263"/>
            <ac:spMk id="43" creationId="{2B5C9BED-67FF-A511-11BA-3FC3FA8E8337}"/>
          </ac:spMkLst>
        </pc:spChg>
        <pc:spChg chg="add mod">
          <ac:chgData name="Mohammad Salman" userId="cfd6754c-e613-4f6f-bb98-36aef69d8c31" providerId="ADAL" clId="{723D114D-6D37-4794-8FB1-F87D00A37DC8}" dt="2023-10-29T12:40:11.528" v="1311" actId="1076"/>
          <ac:spMkLst>
            <pc:docMk/>
            <pc:sldMk cId="3060400769" sldId="263"/>
            <ac:spMk id="44" creationId="{18756650-FB41-91D6-67C4-4028A19FD44F}"/>
          </ac:spMkLst>
        </pc:spChg>
        <pc:spChg chg="add mod">
          <ac:chgData name="Mohammad Salman" userId="cfd6754c-e613-4f6f-bb98-36aef69d8c31" providerId="ADAL" clId="{723D114D-6D37-4794-8FB1-F87D00A37DC8}" dt="2023-10-29T12:40:11.528" v="1311" actId="1076"/>
          <ac:spMkLst>
            <pc:docMk/>
            <pc:sldMk cId="3060400769" sldId="263"/>
            <ac:spMk id="45" creationId="{EDD3240F-F72C-93B5-9A66-7B9729BB1A23}"/>
          </ac:spMkLst>
        </pc:spChg>
        <pc:spChg chg="add mod">
          <ac:chgData name="Mohammad Salman" userId="cfd6754c-e613-4f6f-bb98-36aef69d8c31" providerId="ADAL" clId="{723D114D-6D37-4794-8FB1-F87D00A37DC8}" dt="2023-10-29T12:38:09.346" v="1288" actId="571"/>
          <ac:spMkLst>
            <pc:docMk/>
            <pc:sldMk cId="3060400769" sldId="263"/>
            <ac:spMk id="50" creationId="{3CE12D51-95AB-1A89-432E-D46072B38A23}"/>
          </ac:spMkLst>
        </pc:spChg>
        <pc:spChg chg="add mod">
          <ac:chgData name="Mohammad Salman" userId="cfd6754c-e613-4f6f-bb98-36aef69d8c31" providerId="ADAL" clId="{723D114D-6D37-4794-8FB1-F87D00A37DC8}" dt="2023-10-29T12:38:09.346" v="1288" actId="571"/>
          <ac:spMkLst>
            <pc:docMk/>
            <pc:sldMk cId="3060400769" sldId="263"/>
            <ac:spMk id="51" creationId="{690B8238-CF2C-61B1-AE60-57A9789288D8}"/>
          </ac:spMkLst>
        </pc:spChg>
        <pc:cxnChg chg="add del mod">
          <ac:chgData name="Mohammad Salman" userId="cfd6754c-e613-4f6f-bb98-36aef69d8c31" providerId="ADAL" clId="{723D114D-6D37-4794-8FB1-F87D00A37DC8}" dt="2023-10-29T12:37:45.232" v="1279" actId="478"/>
          <ac:cxnSpMkLst>
            <pc:docMk/>
            <pc:sldMk cId="3060400769" sldId="263"/>
            <ac:cxnSpMk id="7" creationId="{1A05FB65-FE88-B495-7697-9C3885C07C48}"/>
          </ac:cxnSpMkLst>
        </pc:cxnChg>
        <pc:cxnChg chg="add del mod">
          <ac:chgData name="Mohammad Salman" userId="cfd6754c-e613-4f6f-bb98-36aef69d8c31" providerId="ADAL" clId="{723D114D-6D37-4794-8FB1-F87D00A37DC8}" dt="2023-10-29T12:37:45.232" v="1279" actId="478"/>
          <ac:cxnSpMkLst>
            <pc:docMk/>
            <pc:sldMk cId="3060400769" sldId="263"/>
            <ac:cxnSpMk id="8" creationId="{9360DCE4-60D6-7E61-173E-14EA08161DA9}"/>
          </ac:cxnSpMkLst>
        </pc:cxnChg>
        <pc:cxnChg chg="add del mod">
          <ac:chgData name="Mohammad Salman" userId="cfd6754c-e613-4f6f-bb98-36aef69d8c31" providerId="ADAL" clId="{723D114D-6D37-4794-8FB1-F87D00A37DC8}" dt="2023-10-29T12:37:47.470" v="1280" actId="478"/>
          <ac:cxnSpMkLst>
            <pc:docMk/>
            <pc:sldMk cId="3060400769" sldId="263"/>
            <ac:cxnSpMk id="11" creationId="{EA3F86EE-C576-3050-8E3A-2DEA670ABA34}"/>
          </ac:cxnSpMkLst>
        </pc:cxnChg>
        <pc:cxnChg chg="add del mod">
          <ac:chgData name="Mohammad Salman" userId="cfd6754c-e613-4f6f-bb98-36aef69d8c31" providerId="ADAL" clId="{723D114D-6D37-4794-8FB1-F87D00A37DC8}" dt="2023-10-29T12:37:45.232" v="1279" actId="478"/>
          <ac:cxnSpMkLst>
            <pc:docMk/>
            <pc:sldMk cId="3060400769" sldId="263"/>
            <ac:cxnSpMk id="14" creationId="{9D9D4A36-D1BE-BB03-EC9B-276196125E3E}"/>
          </ac:cxnSpMkLst>
        </pc:cxnChg>
        <pc:cxnChg chg="add del mod">
          <ac:chgData name="Mohammad Salman" userId="cfd6754c-e613-4f6f-bb98-36aef69d8c31" providerId="ADAL" clId="{723D114D-6D37-4794-8FB1-F87D00A37DC8}" dt="2023-10-29T12:37:45.232" v="1279" actId="478"/>
          <ac:cxnSpMkLst>
            <pc:docMk/>
            <pc:sldMk cId="3060400769" sldId="263"/>
            <ac:cxnSpMk id="15" creationId="{2F1CADE6-AAA3-A3A9-AE52-402C11EFB498}"/>
          </ac:cxnSpMkLst>
        </pc:cxnChg>
        <pc:cxnChg chg="add del mod">
          <ac:chgData name="Mohammad Salman" userId="cfd6754c-e613-4f6f-bb98-36aef69d8c31" providerId="ADAL" clId="{723D114D-6D37-4794-8FB1-F87D00A37DC8}" dt="2023-10-29T12:37:45.232" v="1279" actId="478"/>
          <ac:cxnSpMkLst>
            <pc:docMk/>
            <pc:sldMk cId="3060400769" sldId="263"/>
            <ac:cxnSpMk id="18" creationId="{3D063EE0-7C46-71D8-2A91-12B5BF916B76}"/>
          </ac:cxnSpMkLst>
        </pc:cxnChg>
        <pc:cxnChg chg="add del mod">
          <ac:chgData name="Mohammad Salman" userId="cfd6754c-e613-4f6f-bb98-36aef69d8c31" providerId="ADAL" clId="{723D114D-6D37-4794-8FB1-F87D00A37DC8}" dt="2023-10-29T12:37:45.232" v="1279" actId="478"/>
          <ac:cxnSpMkLst>
            <pc:docMk/>
            <pc:sldMk cId="3060400769" sldId="263"/>
            <ac:cxnSpMk id="19" creationId="{6AEC8664-EFCD-FD33-F914-718950C9BB75}"/>
          </ac:cxnSpMkLst>
        </pc:cxnChg>
        <pc:cxnChg chg="add mod">
          <ac:chgData name="Mohammad Salman" userId="cfd6754c-e613-4f6f-bb98-36aef69d8c31" providerId="ADAL" clId="{723D114D-6D37-4794-8FB1-F87D00A37DC8}" dt="2023-10-29T12:40:11.528" v="1311" actId="1076"/>
          <ac:cxnSpMkLst>
            <pc:docMk/>
            <pc:sldMk cId="3060400769" sldId="263"/>
            <ac:cxnSpMk id="30" creationId="{4F0D79A6-2719-3209-2940-234E7E4B9E70}"/>
          </ac:cxnSpMkLst>
        </pc:cxnChg>
        <pc:cxnChg chg="add mod">
          <ac:chgData name="Mohammad Salman" userId="cfd6754c-e613-4f6f-bb98-36aef69d8c31" providerId="ADAL" clId="{723D114D-6D37-4794-8FB1-F87D00A37DC8}" dt="2023-10-29T12:40:11.528" v="1311" actId="1076"/>
          <ac:cxnSpMkLst>
            <pc:docMk/>
            <pc:sldMk cId="3060400769" sldId="263"/>
            <ac:cxnSpMk id="31" creationId="{7380C629-7D93-3D1F-2AAB-94409F24A1B8}"/>
          </ac:cxnSpMkLst>
        </pc:cxnChg>
        <pc:cxnChg chg="add mod">
          <ac:chgData name="Mohammad Salman" userId="cfd6754c-e613-4f6f-bb98-36aef69d8c31" providerId="ADAL" clId="{723D114D-6D37-4794-8FB1-F87D00A37DC8}" dt="2023-10-29T12:40:39.244" v="1315" actId="14100"/>
          <ac:cxnSpMkLst>
            <pc:docMk/>
            <pc:sldMk cId="3060400769" sldId="263"/>
            <ac:cxnSpMk id="34" creationId="{FFA05923-CDF4-0AFD-AEAF-2E72FEAFA3A3}"/>
          </ac:cxnSpMkLst>
        </pc:cxnChg>
        <pc:cxnChg chg="add mod">
          <ac:chgData name="Mohammad Salman" userId="cfd6754c-e613-4f6f-bb98-36aef69d8c31" providerId="ADAL" clId="{723D114D-6D37-4794-8FB1-F87D00A37DC8}" dt="2023-10-29T12:40:11.528" v="1311" actId="1076"/>
          <ac:cxnSpMkLst>
            <pc:docMk/>
            <pc:sldMk cId="3060400769" sldId="263"/>
            <ac:cxnSpMk id="37" creationId="{32B380B2-CC8C-95AC-90FA-C8CA75EFFF68}"/>
          </ac:cxnSpMkLst>
        </pc:cxnChg>
        <pc:cxnChg chg="add mod">
          <ac:chgData name="Mohammad Salman" userId="cfd6754c-e613-4f6f-bb98-36aef69d8c31" providerId="ADAL" clId="{723D114D-6D37-4794-8FB1-F87D00A37DC8}" dt="2023-10-29T12:40:11.528" v="1311" actId="1076"/>
          <ac:cxnSpMkLst>
            <pc:docMk/>
            <pc:sldMk cId="3060400769" sldId="263"/>
            <ac:cxnSpMk id="38" creationId="{6E39C6F6-EEDE-022A-C833-D01D7ABF960A}"/>
          </ac:cxnSpMkLst>
        </pc:cxnChg>
        <pc:cxnChg chg="add mod">
          <ac:chgData name="Mohammad Salman" userId="cfd6754c-e613-4f6f-bb98-36aef69d8c31" providerId="ADAL" clId="{723D114D-6D37-4794-8FB1-F87D00A37DC8}" dt="2023-10-29T12:40:11.528" v="1311" actId="1076"/>
          <ac:cxnSpMkLst>
            <pc:docMk/>
            <pc:sldMk cId="3060400769" sldId="263"/>
            <ac:cxnSpMk id="41" creationId="{CE758584-54E3-FE79-E729-943B2288A603}"/>
          </ac:cxnSpMkLst>
        </pc:cxnChg>
        <pc:cxnChg chg="add mod">
          <ac:chgData name="Mohammad Salman" userId="cfd6754c-e613-4f6f-bb98-36aef69d8c31" providerId="ADAL" clId="{723D114D-6D37-4794-8FB1-F87D00A37DC8}" dt="2023-10-29T12:40:11.528" v="1311" actId="1076"/>
          <ac:cxnSpMkLst>
            <pc:docMk/>
            <pc:sldMk cId="3060400769" sldId="263"/>
            <ac:cxnSpMk id="42" creationId="{D7416886-C4AE-A0F1-95AB-0DEE181E569B}"/>
          </ac:cxnSpMkLst>
        </pc:cxnChg>
      </pc:sldChg>
      <pc:sldChg chg="addSp delSp modSp new mod ord">
        <pc:chgData name="Mohammad Salman" userId="cfd6754c-e613-4f6f-bb98-36aef69d8c31" providerId="ADAL" clId="{723D114D-6D37-4794-8FB1-F87D00A37DC8}" dt="2023-10-29T18:27:26.345" v="8131" actId="20577"/>
        <pc:sldMkLst>
          <pc:docMk/>
          <pc:sldMk cId="2017940411" sldId="264"/>
        </pc:sldMkLst>
        <pc:spChg chg="del">
          <ac:chgData name="Mohammad Salman" userId="cfd6754c-e613-4f6f-bb98-36aef69d8c31" providerId="ADAL" clId="{723D114D-6D37-4794-8FB1-F87D00A37DC8}" dt="2023-10-29T12:41:00.415" v="1317" actId="478"/>
          <ac:spMkLst>
            <pc:docMk/>
            <pc:sldMk cId="2017940411" sldId="264"/>
            <ac:spMk id="2" creationId="{13912C81-1EE4-A20B-91B6-551699F20539}"/>
          </ac:spMkLst>
        </pc:spChg>
        <pc:spChg chg="del">
          <ac:chgData name="Mohammad Salman" userId="cfd6754c-e613-4f6f-bb98-36aef69d8c31" providerId="ADAL" clId="{723D114D-6D37-4794-8FB1-F87D00A37DC8}" dt="2023-10-29T12:41:00.415" v="1317" actId="478"/>
          <ac:spMkLst>
            <pc:docMk/>
            <pc:sldMk cId="2017940411" sldId="264"/>
            <ac:spMk id="3" creationId="{EF32DC9F-FF79-BF1E-3B4D-2110374226DD}"/>
          </ac:spMkLst>
        </pc:spChg>
        <pc:spChg chg="add mod">
          <ac:chgData name="Mohammad Salman" userId="cfd6754c-e613-4f6f-bb98-36aef69d8c31" providerId="ADAL" clId="{723D114D-6D37-4794-8FB1-F87D00A37DC8}" dt="2023-10-29T12:42:00.268" v="1417" actId="404"/>
          <ac:spMkLst>
            <pc:docMk/>
            <pc:sldMk cId="2017940411" sldId="264"/>
            <ac:spMk id="4" creationId="{1AE91328-82BE-D97E-BC45-F25EFEEAA5EF}"/>
          </ac:spMkLst>
        </pc:spChg>
        <pc:spChg chg="add mod">
          <ac:chgData name="Mohammad Salman" userId="cfd6754c-e613-4f6f-bb98-36aef69d8c31" providerId="ADAL" clId="{723D114D-6D37-4794-8FB1-F87D00A37DC8}" dt="2023-10-29T12:42:00.268" v="1417" actId="404"/>
          <ac:spMkLst>
            <pc:docMk/>
            <pc:sldMk cId="2017940411" sldId="264"/>
            <ac:spMk id="5" creationId="{0CA08E3A-05A6-E996-0A73-BC2E0FD0A42A}"/>
          </ac:spMkLst>
        </pc:spChg>
        <pc:spChg chg="add mod">
          <ac:chgData name="Mohammad Salman" userId="cfd6754c-e613-4f6f-bb98-36aef69d8c31" providerId="ADAL" clId="{723D114D-6D37-4794-8FB1-F87D00A37DC8}" dt="2023-10-29T12:42:00.268" v="1417" actId="404"/>
          <ac:spMkLst>
            <pc:docMk/>
            <pc:sldMk cId="2017940411" sldId="264"/>
            <ac:spMk id="6" creationId="{1EC36DE3-F72E-6E1E-6C00-898608A857D4}"/>
          </ac:spMkLst>
        </pc:spChg>
        <pc:spChg chg="add mod">
          <ac:chgData name="Mohammad Salman" userId="cfd6754c-e613-4f6f-bb98-36aef69d8c31" providerId="ADAL" clId="{723D114D-6D37-4794-8FB1-F87D00A37DC8}" dt="2023-10-29T12:41:50.101" v="1415" actId="404"/>
          <ac:spMkLst>
            <pc:docMk/>
            <pc:sldMk cId="2017940411" sldId="264"/>
            <ac:spMk id="9" creationId="{9484FED5-720E-EE34-8F8B-310BD0626B4E}"/>
          </ac:spMkLst>
        </pc:spChg>
        <pc:spChg chg="add mod">
          <ac:chgData name="Mohammad Salman" userId="cfd6754c-e613-4f6f-bb98-36aef69d8c31" providerId="ADAL" clId="{723D114D-6D37-4794-8FB1-F87D00A37DC8}" dt="2023-10-29T12:41:50.101" v="1415" actId="404"/>
          <ac:spMkLst>
            <pc:docMk/>
            <pc:sldMk cId="2017940411" sldId="264"/>
            <ac:spMk id="10" creationId="{F42DAE80-BDCB-0E40-3CD6-06DD992164BD}"/>
          </ac:spMkLst>
        </pc:spChg>
        <pc:spChg chg="add mod">
          <ac:chgData name="Mohammad Salman" userId="cfd6754c-e613-4f6f-bb98-36aef69d8c31" providerId="ADAL" clId="{723D114D-6D37-4794-8FB1-F87D00A37DC8}" dt="2023-10-29T12:42:00.268" v="1417" actId="404"/>
          <ac:spMkLst>
            <pc:docMk/>
            <pc:sldMk cId="2017940411" sldId="264"/>
            <ac:spMk id="12" creationId="{3C7A8686-3F45-E5D5-6CFD-3B821DD24487}"/>
          </ac:spMkLst>
        </pc:spChg>
        <pc:spChg chg="add mod">
          <ac:chgData name="Mohammad Salman" userId="cfd6754c-e613-4f6f-bb98-36aef69d8c31" providerId="ADAL" clId="{723D114D-6D37-4794-8FB1-F87D00A37DC8}" dt="2023-10-29T12:42:00.268" v="1417" actId="404"/>
          <ac:spMkLst>
            <pc:docMk/>
            <pc:sldMk cId="2017940411" sldId="264"/>
            <ac:spMk id="14" creationId="{4C0F969E-91AF-0E5B-A476-FF3BF0B0751E}"/>
          </ac:spMkLst>
        </pc:spChg>
        <pc:spChg chg="add del mod">
          <ac:chgData name="Mohammad Salman" userId="cfd6754c-e613-4f6f-bb98-36aef69d8c31" providerId="ADAL" clId="{723D114D-6D37-4794-8FB1-F87D00A37DC8}" dt="2023-10-29T12:41:14.654" v="1319" actId="478"/>
          <ac:spMkLst>
            <pc:docMk/>
            <pc:sldMk cId="2017940411" sldId="264"/>
            <ac:spMk id="16" creationId="{AC44F6D8-A467-B5FE-B111-B1886FF40830}"/>
          </ac:spMkLst>
        </pc:spChg>
        <pc:spChg chg="add mod">
          <ac:chgData name="Mohammad Salman" userId="cfd6754c-e613-4f6f-bb98-36aef69d8c31" providerId="ADAL" clId="{723D114D-6D37-4794-8FB1-F87D00A37DC8}" dt="2023-10-29T12:42:05.646" v="1418" actId="1076"/>
          <ac:spMkLst>
            <pc:docMk/>
            <pc:sldMk cId="2017940411" sldId="264"/>
            <ac:spMk id="17" creationId="{61B56BEF-E59D-4A8E-9F66-082AD4389658}"/>
          </ac:spMkLst>
        </pc:spChg>
        <pc:spChg chg="add mod">
          <ac:chgData name="Mohammad Salman" userId="cfd6754c-e613-4f6f-bb98-36aef69d8c31" providerId="ADAL" clId="{723D114D-6D37-4794-8FB1-F87D00A37DC8}" dt="2023-10-29T18:27:26.345" v="8131" actId="20577"/>
          <ac:spMkLst>
            <pc:docMk/>
            <pc:sldMk cId="2017940411" sldId="264"/>
            <ac:spMk id="18" creationId="{2998D00D-1030-41C6-CA08-548556A8372B}"/>
          </ac:spMkLst>
        </pc:spChg>
        <pc:cxnChg chg="add mod">
          <ac:chgData name="Mohammad Salman" userId="cfd6754c-e613-4f6f-bb98-36aef69d8c31" providerId="ADAL" clId="{723D114D-6D37-4794-8FB1-F87D00A37DC8}" dt="2023-10-29T12:42:00.268" v="1417" actId="404"/>
          <ac:cxnSpMkLst>
            <pc:docMk/>
            <pc:sldMk cId="2017940411" sldId="264"/>
            <ac:cxnSpMk id="7" creationId="{9DE2CFD6-AC42-9DA0-44EB-18ED5034C851}"/>
          </ac:cxnSpMkLst>
        </pc:cxnChg>
        <pc:cxnChg chg="add mod">
          <ac:chgData name="Mohammad Salman" userId="cfd6754c-e613-4f6f-bb98-36aef69d8c31" providerId="ADAL" clId="{723D114D-6D37-4794-8FB1-F87D00A37DC8}" dt="2023-10-29T12:42:00.268" v="1417" actId="404"/>
          <ac:cxnSpMkLst>
            <pc:docMk/>
            <pc:sldMk cId="2017940411" sldId="264"/>
            <ac:cxnSpMk id="8" creationId="{3977941F-2223-350A-E2AF-2108562A37AC}"/>
          </ac:cxnSpMkLst>
        </pc:cxnChg>
        <pc:cxnChg chg="add mod">
          <ac:chgData name="Mohammad Salman" userId="cfd6754c-e613-4f6f-bb98-36aef69d8c31" providerId="ADAL" clId="{723D114D-6D37-4794-8FB1-F87D00A37DC8}" dt="2023-10-29T12:41:50.101" v="1415" actId="404"/>
          <ac:cxnSpMkLst>
            <pc:docMk/>
            <pc:sldMk cId="2017940411" sldId="264"/>
            <ac:cxnSpMk id="11" creationId="{5DDD6871-8057-1B20-EE09-643C06E9C319}"/>
          </ac:cxnSpMkLst>
        </pc:cxnChg>
        <pc:cxnChg chg="add mod">
          <ac:chgData name="Mohammad Salman" userId="cfd6754c-e613-4f6f-bb98-36aef69d8c31" providerId="ADAL" clId="{723D114D-6D37-4794-8FB1-F87D00A37DC8}" dt="2023-10-29T12:42:00.268" v="1417" actId="404"/>
          <ac:cxnSpMkLst>
            <pc:docMk/>
            <pc:sldMk cId="2017940411" sldId="264"/>
            <ac:cxnSpMk id="13" creationId="{11411041-9603-B5F8-7906-B2646055B6CF}"/>
          </ac:cxnSpMkLst>
        </pc:cxnChg>
        <pc:cxnChg chg="add mod">
          <ac:chgData name="Mohammad Salman" userId="cfd6754c-e613-4f6f-bb98-36aef69d8c31" providerId="ADAL" clId="{723D114D-6D37-4794-8FB1-F87D00A37DC8}" dt="2023-10-29T12:42:00.268" v="1417" actId="404"/>
          <ac:cxnSpMkLst>
            <pc:docMk/>
            <pc:sldMk cId="2017940411" sldId="264"/>
            <ac:cxnSpMk id="15" creationId="{72ED1932-1C97-0CB3-835F-F7D9C9F0F823}"/>
          </ac:cxnSpMkLst>
        </pc:cxnChg>
      </pc:sldChg>
      <pc:sldChg chg="modSp add mod modAnim modNotesTx">
        <pc:chgData name="Mohammad Salman" userId="cfd6754c-e613-4f6f-bb98-36aef69d8c31" providerId="ADAL" clId="{723D114D-6D37-4794-8FB1-F87D00A37DC8}" dt="2023-10-30T08:38:59.496" v="9089" actId="20577"/>
        <pc:sldMkLst>
          <pc:docMk/>
          <pc:sldMk cId="610094037" sldId="265"/>
        </pc:sldMkLst>
        <pc:spChg chg="mod">
          <ac:chgData name="Mohammad Salman" userId="cfd6754c-e613-4f6f-bb98-36aef69d8c31" providerId="ADAL" clId="{723D114D-6D37-4794-8FB1-F87D00A37DC8}" dt="2023-10-30T08:38:36.637" v="9069" actId="21"/>
          <ac:spMkLst>
            <pc:docMk/>
            <pc:sldMk cId="610094037" sldId="265"/>
            <ac:spMk id="3" creationId="{44C164D2-A686-014A-6C2F-2B429EE1FC69}"/>
          </ac:spMkLst>
        </pc:spChg>
      </pc:sldChg>
      <pc:sldChg chg="addSp delSp modSp new mod ord modAnim">
        <pc:chgData name="Mohammad Salman" userId="cfd6754c-e613-4f6f-bb98-36aef69d8c31" providerId="ADAL" clId="{723D114D-6D37-4794-8FB1-F87D00A37DC8}" dt="2023-10-30T08:45:35.388" v="9101"/>
        <pc:sldMkLst>
          <pc:docMk/>
          <pc:sldMk cId="1992560785" sldId="266"/>
        </pc:sldMkLst>
        <pc:spChg chg="del">
          <ac:chgData name="Mohammad Salman" userId="cfd6754c-e613-4f6f-bb98-36aef69d8c31" providerId="ADAL" clId="{723D114D-6D37-4794-8FB1-F87D00A37DC8}" dt="2023-10-29T13:56:48.137" v="2356" actId="478"/>
          <ac:spMkLst>
            <pc:docMk/>
            <pc:sldMk cId="1992560785" sldId="266"/>
            <ac:spMk id="2" creationId="{36D70E27-685E-DF29-988D-91B750C97AB9}"/>
          </ac:spMkLst>
        </pc:spChg>
        <pc:spChg chg="del">
          <ac:chgData name="Mohammad Salman" userId="cfd6754c-e613-4f6f-bb98-36aef69d8c31" providerId="ADAL" clId="{723D114D-6D37-4794-8FB1-F87D00A37DC8}" dt="2023-10-29T13:56:48.137" v="2356" actId="478"/>
          <ac:spMkLst>
            <pc:docMk/>
            <pc:sldMk cId="1992560785" sldId="266"/>
            <ac:spMk id="3" creationId="{7F1C1B8C-0EB2-29D2-2DF9-F8F10ABD1978}"/>
          </ac:spMkLst>
        </pc:spChg>
        <pc:spChg chg="add mod">
          <ac:chgData name="Mohammad Salman" userId="cfd6754c-e613-4f6f-bb98-36aef69d8c31" providerId="ADAL" clId="{723D114D-6D37-4794-8FB1-F87D00A37DC8}" dt="2023-10-29T14:46:23.425" v="3970" actId="1076"/>
          <ac:spMkLst>
            <pc:docMk/>
            <pc:sldMk cId="1992560785" sldId="266"/>
            <ac:spMk id="5" creationId="{B98F8679-EC17-6B0B-14FC-0335E3958155}"/>
          </ac:spMkLst>
        </pc:spChg>
        <pc:spChg chg="add mod">
          <ac:chgData name="Mohammad Salman" userId="cfd6754c-e613-4f6f-bb98-36aef69d8c31" providerId="ADAL" clId="{723D114D-6D37-4794-8FB1-F87D00A37DC8}" dt="2023-10-29T18:28:55.688" v="8179" actId="20577"/>
          <ac:spMkLst>
            <pc:docMk/>
            <pc:sldMk cId="1992560785" sldId="266"/>
            <ac:spMk id="6" creationId="{AF8CCDD0-76DF-176E-B9E2-2A048073CAA0}"/>
          </ac:spMkLst>
        </pc:spChg>
        <pc:spChg chg="add mod">
          <ac:chgData name="Mohammad Salman" userId="cfd6754c-e613-4f6f-bb98-36aef69d8c31" providerId="ADAL" clId="{723D114D-6D37-4794-8FB1-F87D00A37DC8}" dt="2023-10-29T14:46:23.425" v="3970" actId="1076"/>
          <ac:spMkLst>
            <pc:docMk/>
            <pc:sldMk cId="1992560785" sldId="266"/>
            <ac:spMk id="7" creationId="{B4B8B0C8-6E56-F231-6A43-DB216C9C8A9F}"/>
          </ac:spMkLst>
        </pc:spChg>
        <pc:spChg chg="add mod">
          <ac:chgData name="Mohammad Salman" userId="cfd6754c-e613-4f6f-bb98-36aef69d8c31" providerId="ADAL" clId="{723D114D-6D37-4794-8FB1-F87D00A37DC8}" dt="2023-10-29T14:46:23.425" v="3970" actId="1076"/>
          <ac:spMkLst>
            <pc:docMk/>
            <pc:sldMk cId="1992560785" sldId="266"/>
            <ac:spMk id="8" creationId="{F2EC584E-381A-1767-00BE-8970D79D6556}"/>
          </ac:spMkLst>
        </pc:spChg>
        <pc:spChg chg="add mod">
          <ac:chgData name="Mohammad Salman" userId="cfd6754c-e613-4f6f-bb98-36aef69d8c31" providerId="ADAL" clId="{723D114D-6D37-4794-8FB1-F87D00A37DC8}" dt="2023-10-29T14:46:23.425" v="3970" actId="1076"/>
          <ac:spMkLst>
            <pc:docMk/>
            <pc:sldMk cId="1992560785" sldId="266"/>
            <ac:spMk id="9" creationId="{1A09A299-32F9-E3EC-CEF5-FFFC3445A1D0}"/>
          </ac:spMkLst>
        </pc:spChg>
        <pc:spChg chg="add mod">
          <ac:chgData name="Mohammad Salman" userId="cfd6754c-e613-4f6f-bb98-36aef69d8c31" providerId="ADAL" clId="{723D114D-6D37-4794-8FB1-F87D00A37DC8}" dt="2023-10-29T14:46:23.425" v="3970" actId="1076"/>
          <ac:spMkLst>
            <pc:docMk/>
            <pc:sldMk cId="1992560785" sldId="266"/>
            <ac:spMk id="10" creationId="{3D069CC7-D956-22DA-3EF9-AA60425B4AE0}"/>
          </ac:spMkLst>
        </pc:spChg>
        <pc:spChg chg="add mod">
          <ac:chgData name="Mohammad Salman" userId="cfd6754c-e613-4f6f-bb98-36aef69d8c31" providerId="ADAL" clId="{723D114D-6D37-4794-8FB1-F87D00A37DC8}" dt="2023-10-29T18:29:50.575" v="8266" actId="20577"/>
          <ac:spMkLst>
            <pc:docMk/>
            <pc:sldMk cId="1992560785" sldId="266"/>
            <ac:spMk id="12" creationId="{2E6C329C-2D11-52CE-61E3-FE2892D85EFA}"/>
          </ac:spMkLst>
        </pc:spChg>
        <pc:spChg chg="add mod">
          <ac:chgData name="Mohammad Salman" userId="cfd6754c-e613-4f6f-bb98-36aef69d8c31" providerId="ADAL" clId="{723D114D-6D37-4794-8FB1-F87D00A37DC8}" dt="2023-10-30T08:45:12.377" v="9096" actId="1076"/>
          <ac:spMkLst>
            <pc:docMk/>
            <pc:sldMk cId="1992560785" sldId="266"/>
            <ac:spMk id="13" creationId="{468A2489-3B76-64E2-6DB7-5992E98BE7B2}"/>
          </ac:spMkLst>
        </pc:spChg>
        <pc:grpChg chg="add mod">
          <ac:chgData name="Mohammad Salman" userId="cfd6754c-e613-4f6f-bb98-36aef69d8c31" providerId="ADAL" clId="{723D114D-6D37-4794-8FB1-F87D00A37DC8}" dt="2023-10-29T14:42:07.504" v="3911" actId="164"/>
          <ac:grpSpMkLst>
            <pc:docMk/>
            <pc:sldMk cId="1992560785" sldId="266"/>
            <ac:grpSpMk id="11" creationId="{E44D322E-0625-5098-7921-CAC8B1BD559E}"/>
          </ac:grpSpMkLst>
        </pc:grpChg>
      </pc:sldChg>
      <pc:sldChg chg="modSp add del mod modAnim">
        <pc:chgData name="Mohammad Salman" userId="cfd6754c-e613-4f6f-bb98-36aef69d8c31" providerId="ADAL" clId="{723D114D-6D37-4794-8FB1-F87D00A37DC8}" dt="2023-10-29T15:05:55.656" v="4650" actId="47"/>
        <pc:sldMkLst>
          <pc:docMk/>
          <pc:sldMk cId="1156933945" sldId="267"/>
        </pc:sldMkLst>
        <pc:spChg chg="mod">
          <ac:chgData name="Mohammad Salman" userId="cfd6754c-e613-4f6f-bb98-36aef69d8c31" providerId="ADAL" clId="{723D114D-6D37-4794-8FB1-F87D00A37DC8}" dt="2023-10-29T13:23:51.391" v="2196" actId="20577"/>
          <ac:spMkLst>
            <pc:docMk/>
            <pc:sldMk cId="1156933945" sldId="267"/>
            <ac:spMk id="3" creationId="{44C164D2-A686-014A-6C2F-2B429EE1FC69}"/>
          </ac:spMkLst>
        </pc:spChg>
      </pc:sldChg>
      <pc:sldChg chg="addSp delSp modSp new mod modAnim modNotesTx">
        <pc:chgData name="Mohammad Salman" userId="cfd6754c-e613-4f6f-bb98-36aef69d8c31" providerId="ADAL" clId="{723D114D-6D37-4794-8FB1-F87D00A37DC8}" dt="2023-10-30T07:10:48.350" v="8948" actId="20577"/>
        <pc:sldMkLst>
          <pc:docMk/>
          <pc:sldMk cId="1683859865" sldId="268"/>
        </pc:sldMkLst>
        <pc:spChg chg="del">
          <ac:chgData name="Mohammad Salman" userId="cfd6754c-e613-4f6f-bb98-36aef69d8c31" providerId="ADAL" clId="{723D114D-6D37-4794-8FB1-F87D00A37DC8}" dt="2023-10-29T14:09:09.377" v="2612" actId="478"/>
          <ac:spMkLst>
            <pc:docMk/>
            <pc:sldMk cId="1683859865" sldId="268"/>
            <ac:spMk id="2" creationId="{C2516AC2-BF07-9EF8-A910-190D0524F2C0}"/>
          </ac:spMkLst>
        </pc:spChg>
        <pc:spChg chg="del">
          <ac:chgData name="Mohammad Salman" userId="cfd6754c-e613-4f6f-bb98-36aef69d8c31" providerId="ADAL" clId="{723D114D-6D37-4794-8FB1-F87D00A37DC8}" dt="2023-10-29T14:09:09.377" v="2612" actId="478"/>
          <ac:spMkLst>
            <pc:docMk/>
            <pc:sldMk cId="1683859865" sldId="268"/>
            <ac:spMk id="3" creationId="{EC78A581-8F36-CCF1-77CD-742F8518EFAA}"/>
          </ac:spMkLst>
        </pc:spChg>
        <pc:spChg chg="add del mod">
          <ac:chgData name="Mohammad Salman" userId="cfd6754c-e613-4f6f-bb98-36aef69d8c31" providerId="ADAL" clId="{723D114D-6D37-4794-8FB1-F87D00A37DC8}" dt="2023-10-29T14:09:11.630" v="2614"/>
          <ac:spMkLst>
            <pc:docMk/>
            <pc:sldMk cId="1683859865" sldId="268"/>
            <ac:spMk id="4" creationId="{7A26C5DC-C2F4-F51A-D1AA-F45002FE2207}"/>
          </ac:spMkLst>
        </pc:spChg>
        <pc:spChg chg="add mod">
          <ac:chgData name="Mohammad Salman" userId="cfd6754c-e613-4f6f-bb98-36aef69d8c31" providerId="ADAL" clId="{723D114D-6D37-4794-8FB1-F87D00A37DC8}" dt="2023-10-29T14:17:58.365" v="2983" actId="20577"/>
          <ac:spMkLst>
            <pc:docMk/>
            <pc:sldMk cId="1683859865" sldId="268"/>
            <ac:spMk id="6" creationId="{D28AA54E-B7D3-461C-2263-D25B55724A4B}"/>
          </ac:spMkLst>
        </pc:spChg>
        <pc:spChg chg="add mod">
          <ac:chgData name="Mohammad Salman" userId="cfd6754c-e613-4f6f-bb98-36aef69d8c31" providerId="ADAL" clId="{723D114D-6D37-4794-8FB1-F87D00A37DC8}" dt="2023-10-29T14:22:20.734" v="3105" actId="20577"/>
          <ac:spMkLst>
            <pc:docMk/>
            <pc:sldMk cId="1683859865" sldId="268"/>
            <ac:spMk id="8" creationId="{E3318799-76E5-93C3-0E99-AF2725E91022}"/>
          </ac:spMkLst>
        </pc:spChg>
        <pc:spChg chg="add mod">
          <ac:chgData name="Mohammad Salman" userId="cfd6754c-e613-4f6f-bb98-36aef69d8c31" providerId="ADAL" clId="{723D114D-6D37-4794-8FB1-F87D00A37DC8}" dt="2023-10-29T14:15:09.933" v="2968" actId="113"/>
          <ac:spMkLst>
            <pc:docMk/>
            <pc:sldMk cId="1683859865" sldId="268"/>
            <ac:spMk id="9" creationId="{1D172440-746C-781B-5DA1-8F1706C8A164}"/>
          </ac:spMkLst>
        </pc:spChg>
        <pc:spChg chg="add mod">
          <ac:chgData name="Mohammad Salman" userId="cfd6754c-e613-4f6f-bb98-36aef69d8c31" providerId="ADAL" clId="{723D114D-6D37-4794-8FB1-F87D00A37DC8}" dt="2023-10-29T14:11:40.739" v="2743" actId="1038"/>
          <ac:spMkLst>
            <pc:docMk/>
            <pc:sldMk cId="1683859865" sldId="268"/>
            <ac:spMk id="10" creationId="{C7212FA0-3F24-7969-8829-55E8691D1392}"/>
          </ac:spMkLst>
        </pc:spChg>
        <pc:spChg chg="add mod">
          <ac:chgData name="Mohammad Salman" userId="cfd6754c-e613-4f6f-bb98-36aef69d8c31" providerId="ADAL" clId="{723D114D-6D37-4794-8FB1-F87D00A37DC8}" dt="2023-10-29T14:20:12.414" v="3070" actId="14100"/>
          <ac:spMkLst>
            <pc:docMk/>
            <pc:sldMk cId="1683859865" sldId="268"/>
            <ac:spMk id="11" creationId="{9F495E89-BC54-2A28-8960-5203510214D8}"/>
          </ac:spMkLst>
        </pc:spChg>
        <pc:spChg chg="add mod">
          <ac:chgData name="Mohammad Salman" userId="cfd6754c-e613-4f6f-bb98-36aef69d8c31" providerId="ADAL" clId="{723D114D-6D37-4794-8FB1-F87D00A37DC8}" dt="2023-10-29T14:18:12.577" v="2986" actId="14100"/>
          <ac:spMkLst>
            <pc:docMk/>
            <pc:sldMk cId="1683859865" sldId="268"/>
            <ac:spMk id="18" creationId="{156B4B45-0DD4-403D-4F07-9B1EF07DE88D}"/>
          </ac:spMkLst>
        </pc:spChg>
        <pc:picChg chg="add mod">
          <ac:chgData name="Mohammad Salman" userId="cfd6754c-e613-4f6f-bb98-36aef69d8c31" providerId="ADAL" clId="{723D114D-6D37-4794-8FB1-F87D00A37DC8}" dt="2023-10-29T14:16:49.330" v="2975" actId="14100"/>
          <ac:picMkLst>
            <pc:docMk/>
            <pc:sldMk cId="1683859865" sldId="268"/>
            <ac:picMk id="17" creationId="{CF866E02-810A-C841-7C43-16F939E43181}"/>
          </ac:picMkLst>
        </pc:picChg>
        <pc:cxnChg chg="add mod">
          <ac:chgData name="Mohammad Salman" userId="cfd6754c-e613-4f6f-bb98-36aef69d8c31" providerId="ADAL" clId="{723D114D-6D37-4794-8FB1-F87D00A37DC8}" dt="2023-10-29T14:20:12.414" v="3070" actId="14100"/>
          <ac:cxnSpMkLst>
            <pc:docMk/>
            <pc:sldMk cId="1683859865" sldId="268"/>
            <ac:cxnSpMk id="13" creationId="{0563755F-A7C0-A0CC-D4DE-B25B10574DB7}"/>
          </ac:cxnSpMkLst>
        </pc:cxnChg>
        <pc:cxnChg chg="add mod">
          <ac:chgData name="Mohammad Salman" userId="cfd6754c-e613-4f6f-bb98-36aef69d8c31" providerId="ADAL" clId="{723D114D-6D37-4794-8FB1-F87D00A37DC8}" dt="2023-10-29T14:20:12.414" v="3070" actId="14100"/>
          <ac:cxnSpMkLst>
            <pc:docMk/>
            <pc:sldMk cId="1683859865" sldId="268"/>
            <ac:cxnSpMk id="19" creationId="{194423B1-2B82-BB11-9945-3C4C915E808A}"/>
          </ac:cxnSpMkLst>
        </pc:cxnChg>
      </pc:sldChg>
      <pc:sldChg chg="addSp delSp modSp add mod delAnim modAnim">
        <pc:chgData name="Mohammad Salman" userId="cfd6754c-e613-4f6f-bb98-36aef69d8c31" providerId="ADAL" clId="{723D114D-6D37-4794-8FB1-F87D00A37DC8}" dt="2023-10-30T07:18:46.698" v="8949" actId="115"/>
        <pc:sldMkLst>
          <pc:docMk/>
          <pc:sldMk cId="754464697" sldId="269"/>
        </pc:sldMkLst>
        <pc:spChg chg="mod">
          <ac:chgData name="Mohammad Salman" userId="cfd6754c-e613-4f6f-bb98-36aef69d8c31" providerId="ADAL" clId="{723D114D-6D37-4794-8FB1-F87D00A37DC8}" dt="2023-10-29T14:24:51.588" v="3111" actId="20577"/>
          <ac:spMkLst>
            <pc:docMk/>
            <pc:sldMk cId="754464697" sldId="269"/>
            <ac:spMk id="6" creationId="{D28AA54E-B7D3-461C-2263-D25B55724A4B}"/>
          </ac:spMkLst>
        </pc:spChg>
        <pc:spChg chg="add mod">
          <ac:chgData name="Mohammad Salman" userId="cfd6754c-e613-4f6f-bb98-36aef69d8c31" providerId="ADAL" clId="{723D114D-6D37-4794-8FB1-F87D00A37DC8}" dt="2023-10-29T14:26:26.561" v="3123" actId="1076"/>
          <ac:spMkLst>
            <pc:docMk/>
            <pc:sldMk cId="754464697" sldId="269"/>
            <ac:spMk id="7" creationId="{6E361233-D243-C6D0-0689-055507B2C73B}"/>
          </ac:spMkLst>
        </pc:spChg>
        <pc:spChg chg="del">
          <ac:chgData name="Mohammad Salman" userId="cfd6754c-e613-4f6f-bb98-36aef69d8c31" providerId="ADAL" clId="{723D114D-6D37-4794-8FB1-F87D00A37DC8}" dt="2023-10-29T14:24:59.751" v="3113" actId="478"/>
          <ac:spMkLst>
            <pc:docMk/>
            <pc:sldMk cId="754464697" sldId="269"/>
            <ac:spMk id="10" creationId="{C7212FA0-3F24-7969-8829-55E8691D1392}"/>
          </ac:spMkLst>
        </pc:spChg>
        <pc:spChg chg="del">
          <ac:chgData name="Mohammad Salman" userId="cfd6754c-e613-4f6f-bb98-36aef69d8c31" providerId="ADAL" clId="{723D114D-6D37-4794-8FB1-F87D00A37DC8}" dt="2023-10-29T14:24:56.254" v="3112" actId="478"/>
          <ac:spMkLst>
            <pc:docMk/>
            <pc:sldMk cId="754464697" sldId="269"/>
            <ac:spMk id="11" creationId="{9F495E89-BC54-2A28-8960-5203510214D8}"/>
          </ac:spMkLst>
        </pc:spChg>
        <pc:spChg chg="add mod">
          <ac:chgData name="Mohammad Salman" userId="cfd6754c-e613-4f6f-bb98-36aef69d8c31" providerId="ADAL" clId="{723D114D-6D37-4794-8FB1-F87D00A37DC8}" dt="2023-10-30T07:18:46.698" v="8949" actId="115"/>
          <ac:spMkLst>
            <pc:docMk/>
            <pc:sldMk cId="754464697" sldId="269"/>
            <ac:spMk id="12" creationId="{FA70B048-5D6D-9C3D-54E5-50CFD9627A04}"/>
          </ac:spMkLst>
        </pc:spChg>
        <pc:spChg chg="del">
          <ac:chgData name="Mohammad Salman" userId="cfd6754c-e613-4f6f-bb98-36aef69d8c31" providerId="ADAL" clId="{723D114D-6D37-4794-8FB1-F87D00A37DC8}" dt="2023-10-29T14:24:59.751" v="3113" actId="478"/>
          <ac:spMkLst>
            <pc:docMk/>
            <pc:sldMk cId="754464697" sldId="269"/>
            <ac:spMk id="18" creationId="{156B4B45-0DD4-403D-4F07-9B1EF07DE88D}"/>
          </ac:spMkLst>
        </pc:spChg>
        <pc:picChg chg="add mod">
          <ac:chgData name="Mohammad Salman" userId="cfd6754c-e613-4f6f-bb98-36aef69d8c31" providerId="ADAL" clId="{723D114D-6D37-4794-8FB1-F87D00A37DC8}" dt="2023-10-29T14:25:47.636" v="3117" actId="1076"/>
          <ac:picMkLst>
            <pc:docMk/>
            <pc:sldMk cId="754464697" sldId="269"/>
            <ac:picMk id="5" creationId="{D1452D21-49DC-9BBA-F226-8C2F5C329658}"/>
          </ac:picMkLst>
        </pc:picChg>
        <pc:picChg chg="del">
          <ac:chgData name="Mohammad Salman" userId="cfd6754c-e613-4f6f-bb98-36aef69d8c31" providerId="ADAL" clId="{723D114D-6D37-4794-8FB1-F87D00A37DC8}" dt="2023-10-29T14:25:07.467" v="3114" actId="478"/>
          <ac:picMkLst>
            <pc:docMk/>
            <pc:sldMk cId="754464697" sldId="269"/>
            <ac:picMk id="17" creationId="{CF866E02-810A-C841-7C43-16F939E43181}"/>
          </ac:picMkLst>
        </pc:picChg>
        <pc:cxnChg chg="del mod">
          <ac:chgData name="Mohammad Salman" userId="cfd6754c-e613-4f6f-bb98-36aef69d8c31" providerId="ADAL" clId="{723D114D-6D37-4794-8FB1-F87D00A37DC8}" dt="2023-10-29T14:24:59.751" v="3113" actId="478"/>
          <ac:cxnSpMkLst>
            <pc:docMk/>
            <pc:sldMk cId="754464697" sldId="269"/>
            <ac:cxnSpMk id="13" creationId="{0563755F-A7C0-A0CC-D4DE-B25B10574DB7}"/>
          </ac:cxnSpMkLst>
        </pc:cxnChg>
        <pc:cxnChg chg="del mod">
          <ac:chgData name="Mohammad Salman" userId="cfd6754c-e613-4f6f-bb98-36aef69d8c31" providerId="ADAL" clId="{723D114D-6D37-4794-8FB1-F87D00A37DC8}" dt="2023-10-29T14:24:59.751" v="3113" actId="478"/>
          <ac:cxnSpMkLst>
            <pc:docMk/>
            <pc:sldMk cId="754464697" sldId="269"/>
            <ac:cxnSpMk id="19" creationId="{194423B1-2B82-BB11-9945-3C4C915E808A}"/>
          </ac:cxnSpMkLst>
        </pc:cxnChg>
      </pc:sldChg>
      <pc:sldChg chg="modSp add del mod">
        <pc:chgData name="Mohammad Salman" userId="cfd6754c-e613-4f6f-bb98-36aef69d8c31" providerId="ADAL" clId="{723D114D-6D37-4794-8FB1-F87D00A37DC8}" dt="2023-10-30T08:42:27.065" v="9092" actId="47"/>
        <pc:sldMkLst>
          <pc:docMk/>
          <pc:sldMk cId="3285069139" sldId="270"/>
        </pc:sldMkLst>
        <pc:spChg chg="mod">
          <ac:chgData name="Mohammad Salman" userId="cfd6754c-e613-4f6f-bb98-36aef69d8c31" providerId="ADAL" clId="{723D114D-6D37-4794-8FB1-F87D00A37DC8}" dt="2023-10-30T08:41:48.177" v="9091" actId="20577"/>
          <ac:spMkLst>
            <pc:docMk/>
            <pc:sldMk cId="3285069139" sldId="270"/>
            <ac:spMk id="3" creationId="{44C164D2-A686-014A-6C2F-2B429EE1FC69}"/>
          </ac:spMkLst>
        </pc:spChg>
      </pc:sldChg>
      <pc:sldChg chg="addSp delSp modSp new mod delAnim modAnim modNotesTx">
        <pc:chgData name="Mohammad Salman" userId="cfd6754c-e613-4f6f-bb98-36aef69d8c31" providerId="ADAL" clId="{723D114D-6D37-4794-8FB1-F87D00A37DC8}" dt="2023-10-30T08:56:09.157" v="9268"/>
        <pc:sldMkLst>
          <pc:docMk/>
          <pc:sldMk cId="3400184358" sldId="271"/>
        </pc:sldMkLst>
        <pc:spChg chg="del">
          <ac:chgData name="Mohammad Salman" userId="cfd6754c-e613-4f6f-bb98-36aef69d8c31" providerId="ADAL" clId="{723D114D-6D37-4794-8FB1-F87D00A37DC8}" dt="2023-10-29T14:44:11.503" v="3913" actId="478"/>
          <ac:spMkLst>
            <pc:docMk/>
            <pc:sldMk cId="3400184358" sldId="271"/>
            <ac:spMk id="2" creationId="{85484665-0511-1E49-C839-31ACD19DB503}"/>
          </ac:spMkLst>
        </pc:spChg>
        <pc:spChg chg="del">
          <ac:chgData name="Mohammad Salman" userId="cfd6754c-e613-4f6f-bb98-36aef69d8c31" providerId="ADAL" clId="{723D114D-6D37-4794-8FB1-F87D00A37DC8}" dt="2023-10-29T14:44:11.503" v="3913" actId="478"/>
          <ac:spMkLst>
            <pc:docMk/>
            <pc:sldMk cId="3400184358" sldId="271"/>
            <ac:spMk id="3" creationId="{3846E60F-8951-BDF3-B3F4-F2222692CE2E}"/>
          </ac:spMkLst>
        </pc:spChg>
        <pc:spChg chg="add mod">
          <ac:chgData name="Mohammad Salman" userId="cfd6754c-e613-4f6f-bb98-36aef69d8c31" providerId="ADAL" clId="{723D114D-6D37-4794-8FB1-F87D00A37DC8}" dt="2023-10-29T14:48:10.252" v="4022" actId="1076"/>
          <ac:spMkLst>
            <pc:docMk/>
            <pc:sldMk cId="3400184358" sldId="271"/>
            <ac:spMk id="5" creationId="{36D51F70-6AA6-610E-EAF4-80978115B5FC}"/>
          </ac:spMkLst>
        </pc:spChg>
        <pc:spChg chg="add mod">
          <ac:chgData name="Mohammad Salman" userId="cfd6754c-e613-4f6f-bb98-36aef69d8c31" providerId="ADAL" clId="{723D114D-6D37-4794-8FB1-F87D00A37DC8}" dt="2023-10-29T14:48:10.679" v="4023" actId="1076"/>
          <ac:spMkLst>
            <pc:docMk/>
            <pc:sldMk cId="3400184358" sldId="271"/>
            <ac:spMk id="7" creationId="{2BC842E4-7A12-3E26-7BB6-244020D48ECA}"/>
          </ac:spMkLst>
        </pc:spChg>
        <pc:spChg chg="add mod">
          <ac:chgData name="Mohammad Salman" userId="cfd6754c-e613-4f6f-bb98-36aef69d8c31" providerId="ADAL" clId="{723D114D-6D37-4794-8FB1-F87D00A37DC8}" dt="2023-10-29T14:47:59.937" v="4017" actId="1076"/>
          <ac:spMkLst>
            <pc:docMk/>
            <pc:sldMk cId="3400184358" sldId="271"/>
            <ac:spMk id="8" creationId="{C0EDADD3-D5B1-EE71-7A03-C1E45EE507F8}"/>
          </ac:spMkLst>
        </pc:spChg>
        <pc:spChg chg="add mod">
          <ac:chgData name="Mohammad Salman" userId="cfd6754c-e613-4f6f-bb98-36aef69d8c31" providerId="ADAL" clId="{723D114D-6D37-4794-8FB1-F87D00A37DC8}" dt="2023-10-29T14:50:00.682" v="4050" actId="14100"/>
          <ac:spMkLst>
            <pc:docMk/>
            <pc:sldMk cId="3400184358" sldId="271"/>
            <ac:spMk id="11" creationId="{85203812-2C29-FBE2-7702-7FEDE5D34C58}"/>
          </ac:spMkLst>
        </pc:spChg>
        <pc:spChg chg="add mod">
          <ac:chgData name="Mohammad Salman" userId="cfd6754c-e613-4f6f-bb98-36aef69d8c31" providerId="ADAL" clId="{723D114D-6D37-4794-8FB1-F87D00A37DC8}" dt="2023-10-30T08:54:18.264" v="9244" actId="14100"/>
          <ac:spMkLst>
            <pc:docMk/>
            <pc:sldMk cId="3400184358" sldId="271"/>
            <ac:spMk id="12" creationId="{5E9A4E4D-C102-7F16-5A34-CD7DF11FA2CC}"/>
          </ac:spMkLst>
        </pc:spChg>
        <pc:spChg chg="add mod">
          <ac:chgData name="Mohammad Salman" userId="cfd6754c-e613-4f6f-bb98-36aef69d8c31" providerId="ADAL" clId="{723D114D-6D37-4794-8FB1-F87D00A37DC8}" dt="2023-10-29T14:57:15.142" v="4385" actId="1076"/>
          <ac:spMkLst>
            <pc:docMk/>
            <pc:sldMk cId="3400184358" sldId="271"/>
            <ac:spMk id="13" creationId="{BCC47344-C2BC-74DE-718C-3E0D51080E4F}"/>
          </ac:spMkLst>
        </pc:spChg>
        <pc:spChg chg="add mod">
          <ac:chgData name="Mohammad Salman" userId="cfd6754c-e613-4f6f-bb98-36aef69d8c31" providerId="ADAL" clId="{723D114D-6D37-4794-8FB1-F87D00A37DC8}" dt="2023-10-30T08:52:04.138" v="9239" actId="1036"/>
          <ac:spMkLst>
            <pc:docMk/>
            <pc:sldMk cId="3400184358" sldId="271"/>
            <ac:spMk id="14" creationId="{6CEF9EF2-32BC-CD5D-0034-8D150F1A6C86}"/>
          </ac:spMkLst>
        </pc:spChg>
        <pc:spChg chg="add mod">
          <ac:chgData name="Mohammad Salman" userId="cfd6754c-e613-4f6f-bb98-36aef69d8c31" providerId="ADAL" clId="{723D114D-6D37-4794-8FB1-F87D00A37DC8}" dt="2023-10-30T08:52:57.632" v="9242" actId="1076"/>
          <ac:spMkLst>
            <pc:docMk/>
            <pc:sldMk cId="3400184358" sldId="271"/>
            <ac:spMk id="15" creationId="{D7391B3C-884C-A410-6795-93D218363A50}"/>
          </ac:spMkLst>
        </pc:spChg>
        <pc:spChg chg="add del mod">
          <ac:chgData name="Mohammad Salman" userId="cfd6754c-e613-4f6f-bb98-36aef69d8c31" providerId="ADAL" clId="{723D114D-6D37-4794-8FB1-F87D00A37DC8}" dt="2023-10-30T08:55:24.396" v="9259" actId="478"/>
          <ac:spMkLst>
            <pc:docMk/>
            <pc:sldMk cId="3400184358" sldId="271"/>
            <ac:spMk id="16" creationId="{B643383D-CF69-C00B-9EC9-AFB01F418E3F}"/>
          </ac:spMkLst>
        </pc:spChg>
        <pc:spChg chg="add mod">
          <ac:chgData name="Mohammad Salman" userId="cfd6754c-e613-4f6f-bb98-36aef69d8c31" providerId="ADAL" clId="{723D114D-6D37-4794-8FB1-F87D00A37DC8}" dt="2023-10-30T08:55:33.517" v="9261" actId="1076"/>
          <ac:spMkLst>
            <pc:docMk/>
            <pc:sldMk cId="3400184358" sldId="271"/>
            <ac:spMk id="17" creationId="{63801956-FE35-4AB9-D548-72554FD12B58}"/>
          </ac:spMkLst>
        </pc:spChg>
        <pc:spChg chg="add mod">
          <ac:chgData name="Mohammad Salman" userId="cfd6754c-e613-4f6f-bb98-36aef69d8c31" providerId="ADAL" clId="{723D114D-6D37-4794-8FB1-F87D00A37DC8}" dt="2023-10-30T08:55:39.594" v="9263" actId="1076"/>
          <ac:spMkLst>
            <pc:docMk/>
            <pc:sldMk cId="3400184358" sldId="271"/>
            <ac:spMk id="18" creationId="{ECDE9EE5-B1C7-EBB2-FADA-F0B6B2F3E630}"/>
          </ac:spMkLst>
        </pc:spChg>
        <pc:picChg chg="add mod">
          <ac:chgData name="Mohammad Salman" userId="cfd6754c-e613-4f6f-bb98-36aef69d8c31" providerId="ADAL" clId="{723D114D-6D37-4794-8FB1-F87D00A37DC8}" dt="2023-10-30T08:54:27.420" v="9251" actId="1076"/>
          <ac:picMkLst>
            <pc:docMk/>
            <pc:sldMk cId="3400184358" sldId="271"/>
            <ac:picMk id="10" creationId="{A7542BF8-090A-D50F-37EF-54681FCBA234}"/>
          </ac:picMkLst>
        </pc:picChg>
      </pc:sldChg>
      <pc:sldChg chg="addSp delSp modSp new mod modAnim">
        <pc:chgData name="Mohammad Salman" userId="cfd6754c-e613-4f6f-bb98-36aef69d8c31" providerId="ADAL" clId="{723D114D-6D37-4794-8FB1-F87D00A37DC8}" dt="2023-10-30T09:01:05.703" v="9387" actId="20577"/>
        <pc:sldMkLst>
          <pc:docMk/>
          <pc:sldMk cId="2521680514" sldId="272"/>
        </pc:sldMkLst>
        <pc:spChg chg="del">
          <ac:chgData name="Mohammad Salman" userId="cfd6754c-e613-4f6f-bb98-36aef69d8c31" providerId="ADAL" clId="{723D114D-6D37-4794-8FB1-F87D00A37DC8}" dt="2023-10-29T14:52:07.651" v="4130" actId="478"/>
          <ac:spMkLst>
            <pc:docMk/>
            <pc:sldMk cId="2521680514" sldId="272"/>
            <ac:spMk id="2" creationId="{E1C5C6AD-2ED2-88B1-D02E-C4457C9B648F}"/>
          </ac:spMkLst>
        </pc:spChg>
        <pc:spChg chg="del">
          <ac:chgData name="Mohammad Salman" userId="cfd6754c-e613-4f6f-bb98-36aef69d8c31" providerId="ADAL" clId="{723D114D-6D37-4794-8FB1-F87D00A37DC8}" dt="2023-10-29T14:52:07.651" v="4130" actId="478"/>
          <ac:spMkLst>
            <pc:docMk/>
            <pc:sldMk cId="2521680514" sldId="272"/>
            <ac:spMk id="3" creationId="{445C961A-C7C9-AE9D-A64D-C73342E9FD06}"/>
          </ac:spMkLst>
        </pc:spChg>
        <pc:spChg chg="add mod">
          <ac:chgData name="Mohammad Salman" userId="cfd6754c-e613-4f6f-bb98-36aef69d8c31" providerId="ADAL" clId="{723D114D-6D37-4794-8FB1-F87D00A37DC8}" dt="2023-10-29T14:58:50.403" v="4407" actId="1076"/>
          <ac:spMkLst>
            <pc:docMk/>
            <pc:sldMk cId="2521680514" sldId="272"/>
            <ac:spMk id="5" creationId="{659E605A-FAE5-843F-473C-BA02F4995FCB}"/>
          </ac:spMkLst>
        </pc:spChg>
        <pc:spChg chg="add mod">
          <ac:chgData name="Mohammad Salman" userId="cfd6754c-e613-4f6f-bb98-36aef69d8c31" providerId="ADAL" clId="{723D114D-6D37-4794-8FB1-F87D00A37DC8}" dt="2023-10-29T14:58:22.011" v="4395" actId="1076"/>
          <ac:spMkLst>
            <pc:docMk/>
            <pc:sldMk cId="2521680514" sldId="272"/>
            <ac:spMk id="7" creationId="{EA79954C-A958-8FC1-BC41-6F7C1D478D27}"/>
          </ac:spMkLst>
        </pc:spChg>
        <pc:spChg chg="add mod">
          <ac:chgData name="Mohammad Salman" userId="cfd6754c-e613-4f6f-bb98-36aef69d8c31" providerId="ADAL" clId="{723D114D-6D37-4794-8FB1-F87D00A37DC8}" dt="2023-10-29T14:59:46.831" v="4414" actId="1076"/>
          <ac:spMkLst>
            <pc:docMk/>
            <pc:sldMk cId="2521680514" sldId="272"/>
            <ac:spMk id="9" creationId="{75D1A5BC-62B7-4DE5-87EF-DFFCE41F5F5C}"/>
          </ac:spMkLst>
        </pc:spChg>
        <pc:spChg chg="add mod">
          <ac:chgData name="Mohammad Salman" userId="cfd6754c-e613-4f6f-bb98-36aef69d8c31" providerId="ADAL" clId="{723D114D-6D37-4794-8FB1-F87D00A37DC8}" dt="2023-10-30T09:01:05.703" v="9387" actId="20577"/>
          <ac:spMkLst>
            <pc:docMk/>
            <pc:sldMk cId="2521680514" sldId="272"/>
            <ac:spMk id="10" creationId="{DB15919A-2873-4408-E37D-D58949EE3AFE}"/>
          </ac:spMkLst>
        </pc:spChg>
        <pc:spChg chg="add mod">
          <ac:chgData name="Mohammad Salman" userId="cfd6754c-e613-4f6f-bb98-36aef69d8c31" providerId="ADAL" clId="{723D114D-6D37-4794-8FB1-F87D00A37DC8}" dt="2023-10-30T08:57:31.223" v="9296" actId="692"/>
          <ac:spMkLst>
            <pc:docMk/>
            <pc:sldMk cId="2521680514" sldId="272"/>
            <ac:spMk id="11" creationId="{EA39549D-80A1-A254-D4D2-D959ADB42CF7}"/>
          </ac:spMkLst>
        </pc:spChg>
        <pc:spChg chg="add mod">
          <ac:chgData name="Mohammad Salman" userId="cfd6754c-e613-4f6f-bb98-36aef69d8c31" providerId="ADAL" clId="{723D114D-6D37-4794-8FB1-F87D00A37DC8}" dt="2023-10-30T08:57:54.708" v="9300" actId="14100"/>
          <ac:spMkLst>
            <pc:docMk/>
            <pc:sldMk cId="2521680514" sldId="272"/>
            <ac:spMk id="12" creationId="{372A4C8D-AD6F-B569-6434-8EBF8B6004A1}"/>
          </ac:spMkLst>
        </pc:spChg>
        <pc:spChg chg="add del">
          <ac:chgData name="Mohammad Salman" userId="cfd6754c-e613-4f6f-bb98-36aef69d8c31" providerId="ADAL" clId="{723D114D-6D37-4794-8FB1-F87D00A37DC8}" dt="2023-10-30T08:58:21.861" v="9302" actId="478"/>
          <ac:spMkLst>
            <pc:docMk/>
            <pc:sldMk cId="2521680514" sldId="272"/>
            <ac:spMk id="13" creationId="{52D1E884-18C5-36B5-919F-26F2DA0EFEF6}"/>
          </ac:spMkLst>
        </pc:spChg>
        <pc:spChg chg="add mod">
          <ac:chgData name="Mohammad Salman" userId="cfd6754c-e613-4f6f-bb98-36aef69d8c31" providerId="ADAL" clId="{723D114D-6D37-4794-8FB1-F87D00A37DC8}" dt="2023-10-30T08:58:33.201" v="9304" actId="1076"/>
          <ac:spMkLst>
            <pc:docMk/>
            <pc:sldMk cId="2521680514" sldId="272"/>
            <ac:spMk id="14" creationId="{EBA7BAF7-2BEE-14C2-7EA7-6A7CFBDC3BC4}"/>
          </ac:spMkLst>
        </pc:spChg>
        <pc:spChg chg="add mod">
          <ac:chgData name="Mohammad Salman" userId="cfd6754c-e613-4f6f-bb98-36aef69d8c31" providerId="ADAL" clId="{723D114D-6D37-4794-8FB1-F87D00A37DC8}" dt="2023-10-30T09:00:40.767" v="9382" actId="692"/>
          <ac:spMkLst>
            <pc:docMk/>
            <pc:sldMk cId="2521680514" sldId="272"/>
            <ac:spMk id="15" creationId="{02E73D8A-7E26-C16E-168C-CCC910E9F6FB}"/>
          </ac:spMkLst>
        </pc:spChg>
      </pc:sldChg>
      <pc:sldChg chg="addSp delSp modSp new mod modAnim">
        <pc:chgData name="Mohammad Salman" userId="cfd6754c-e613-4f6f-bb98-36aef69d8c31" providerId="ADAL" clId="{723D114D-6D37-4794-8FB1-F87D00A37DC8}" dt="2023-10-29T15:03:45.199" v="4649"/>
        <pc:sldMkLst>
          <pc:docMk/>
          <pc:sldMk cId="586518233" sldId="273"/>
        </pc:sldMkLst>
        <pc:spChg chg="del">
          <ac:chgData name="Mohammad Salman" userId="cfd6754c-e613-4f6f-bb98-36aef69d8c31" providerId="ADAL" clId="{723D114D-6D37-4794-8FB1-F87D00A37DC8}" dt="2023-10-29T15:01:51.180" v="4637" actId="478"/>
          <ac:spMkLst>
            <pc:docMk/>
            <pc:sldMk cId="586518233" sldId="273"/>
            <ac:spMk id="2" creationId="{5870D842-ED1F-B14D-A5D1-C16CFCC11EB4}"/>
          </ac:spMkLst>
        </pc:spChg>
        <pc:spChg chg="del">
          <ac:chgData name="Mohammad Salman" userId="cfd6754c-e613-4f6f-bb98-36aef69d8c31" providerId="ADAL" clId="{723D114D-6D37-4794-8FB1-F87D00A37DC8}" dt="2023-10-29T15:01:51.180" v="4637" actId="478"/>
          <ac:spMkLst>
            <pc:docMk/>
            <pc:sldMk cId="586518233" sldId="273"/>
            <ac:spMk id="3" creationId="{14801241-3958-225E-71C9-D2132F21C8DB}"/>
          </ac:spMkLst>
        </pc:spChg>
        <pc:spChg chg="add mod">
          <ac:chgData name="Mohammad Salman" userId="cfd6754c-e613-4f6f-bb98-36aef69d8c31" providerId="ADAL" clId="{723D114D-6D37-4794-8FB1-F87D00A37DC8}" dt="2023-10-29T15:03:22.397" v="4645" actId="14100"/>
          <ac:spMkLst>
            <pc:docMk/>
            <pc:sldMk cId="586518233" sldId="273"/>
            <ac:spMk id="6" creationId="{0F5C2060-E3AB-7291-5109-D22AD3FC01AC}"/>
          </ac:spMkLst>
        </pc:spChg>
        <pc:spChg chg="add mod">
          <ac:chgData name="Mohammad Salman" userId="cfd6754c-e613-4f6f-bb98-36aef69d8c31" providerId="ADAL" clId="{723D114D-6D37-4794-8FB1-F87D00A37DC8}" dt="2023-10-29T15:03:34.026" v="4648" actId="14100"/>
          <ac:spMkLst>
            <pc:docMk/>
            <pc:sldMk cId="586518233" sldId="273"/>
            <ac:spMk id="7" creationId="{00C0B347-966F-957D-45CE-BEA78672DE25}"/>
          </ac:spMkLst>
        </pc:spChg>
        <pc:spChg chg="add mod">
          <ac:chgData name="Mohammad Salman" userId="cfd6754c-e613-4f6f-bb98-36aef69d8c31" providerId="ADAL" clId="{723D114D-6D37-4794-8FB1-F87D00A37DC8}" dt="2023-10-29T15:03:45.199" v="4649"/>
          <ac:spMkLst>
            <pc:docMk/>
            <pc:sldMk cId="586518233" sldId="273"/>
            <ac:spMk id="8" creationId="{45CD2909-66A1-4C33-2BE1-EE8E93AC96DF}"/>
          </ac:spMkLst>
        </pc:spChg>
        <pc:picChg chg="add mod">
          <ac:chgData name="Mohammad Salman" userId="cfd6754c-e613-4f6f-bb98-36aef69d8c31" providerId="ADAL" clId="{723D114D-6D37-4794-8FB1-F87D00A37DC8}" dt="2023-10-29T15:02:37.099" v="4640" actId="1076"/>
          <ac:picMkLst>
            <pc:docMk/>
            <pc:sldMk cId="586518233" sldId="273"/>
            <ac:picMk id="5" creationId="{EF349C9C-24BD-5BFC-A0EF-8DC2A777738E}"/>
          </ac:picMkLst>
        </pc:picChg>
      </pc:sldChg>
      <pc:sldChg chg="addSp delSp modSp new mod delAnim modAnim">
        <pc:chgData name="Mohammad Salman" userId="cfd6754c-e613-4f6f-bb98-36aef69d8c31" providerId="ADAL" clId="{723D114D-6D37-4794-8FB1-F87D00A37DC8}" dt="2023-10-30T11:34:12.564" v="9524" actId="6549"/>
        <pc:sldMkLst>
          <pc:docMk/>
          <pc:sldMk cId="2862363966" sldId="274"/>
        </pc:sldMkLst>
        <pc:spChg chg="del">
          <ac:chgData name="Mohammad Salman" userId="cfd6754c-e613-4f6f-bb98-36aef69d8c31" providerId="ADAL" clId="{723D114D-6D37-4794-8FB1-F87D00A37DC8}" dt="2023-10-29T15:06:35.533" v="4652" actId="478"/>
          <ac:spMkLst>
            <pc:docMk/>
            <pc:sldMk cId="2862363966" sldId="274"/>
            <ac:spMk id="2" creationId="{19923E06-0C80-0398-8B64-119B0A78DEA8}"/>
          </ac:spMkLst>
        </pc:spChg>
        <pc:spChg chg="del">
          <ac:chgData name="Mohammad Salman" userId="cfd6754c-e613-4f6f-bb98-36aef69d8c31" providerId="ADAL" clId="{723D114D-6D37-4794-8FB1-F87D00A37DC8}" dt="2023-10-29T15:06:35.533" v="4652" actId="478"/>
          <ac:spMkLst>
            <pc:docMk/>
            <pc:sldMk cId="2862363966" sldId="274"/>
            <ac:spMk id="3" creationId="{C4503855-7DDC-7247-2491-78E65BB7092E}"/>
          </ac:spMkLst>
        </pc:spChg>
        <pc:spChg chg="add mod">
          <ac:chgData name="Mohammad Salman" userId="cfd6754c-e613-4f6f-bb98-36aef69d8c31" providerId="ADAL" clId="{723D114D-6D37-4794-8FB1-F87D00A37DC8}" dt="2023-10-30T11:34:12.564" v="9524" actId="6549"/>
          <ac:spMkLst>
            <pc:docMk/>
            <pc:sldMk cId="2862363966" sldId="274"/>
            <ac:spMk id="4" creationId="{C98F69F6-59E5-9781-58B3-55B6082405D3}"/>
          </ac:spMkLst>
        </pc:spChg>
        <pc:spChg chg="add mod">
          <ac:chgData name="Mohammad Salman" userId="cfd6754c-e613-4f6f-bb98-36aef69d8c31" providerId="ADAL" clId="{723D114D-6D37-4794-8FB1-F87D00A37DC8}" dt="2023-10-29T15:14:29.968" v="4952" actId="20577"/>
          <ac:spMkLst>
            <pc:docMk/>
            <pc:sldMk cId="2862363966" sldId="274"/>
            <ac:spMk id="6" creationId="{940255B4-A2FB-1434-AB19-AC4DFC11DBA1}"/>
          </ac:spMkLst>
        </pc:spChg>
        <pc:spChg chg="add mod">
          <ac:chgData name="Mohammad Salman" userId="cfd6754c-e613-4f6f-bb98-36aef69d8c31" providerId="ADAL" clId="{723D114D-6D37-4794-8FB1-F87D00A37DC8}" dt="2023-10-29T15:13:56.229" v="4949" actId="1076"/>
          <ac:spMkLst>
            <pc:docMk/>
            <pc:sldMk cId="2862363966" sldId="274"/>
            <ac:spMk id="8" creationId="{8B49CEF5-38DB-95F8-3A07-EB73411BC0FF}"/>
          </ac:spMkLst>
        </pc:spChg>
        <pc:spChg chg="add del mod">
          <ac:chgData name="Mohammad Salman" userId="cfd6754c-e613-4f6f-bb98-36aef69d8c31" providerId="ADAL" clId="{723D114D-6D37-4794-8FB1-F87D00A37DC8}" dt="2023-10-30T09:04:06.629" v="9398" actId="478"/>
          <ac:spMkLst>
            <pc:docMk/>
            <pc:sldMk cId="2862363966" sldId="274"/>
            <ac:spMk id="9" creationId="{6A05A9AF-FC15-8E74-C15D-97E043CD2DB1}"/>
          </ac:spMkLst>
        </pc:spChg>
        <pc:spChg chg="add del mod">
          <ac:chgData name="Mohammad Salman" userId="cfd6754c-e613-4f6f-bb98-36aef69d8c31" providerId="ADAL" clId="{723D114D-6D37-4794-8FB1-F87D00A37DC8}" dt="2023-10-30T09:04:17.915" v="9399" actId="478"/>
          <ac:spMkLst>
            <pc:docMk/>
            <pc:sldMk cId="2862363966" sldId="274"/>
            <ac:spMk id="10" creationId="{9739B3D5-398D-6E8B-7D4C-4EB330008916}"/>
          </ac:spMkLst>
        </pc:spChg>
        <pc:spChg chg="add del mod">
          <ac:chgData name="Mohammad Salman" userId="cfd6754c-e613-4f6f-bb98-36aef69d8c31" providerId="ADAL" clId="{723D114D-6D37-4794-8FB1-F87D00A37DC8}" dt="2023-10-30T09:04:17.915" v="9399" actId="478"/>
          <ac:spMkLst>
            <pc:docMk/>
            <pc:sldMk cId="2862363966" sldId="274"/>
            <ac:spMk id="11" creationId="{26BD5427-4DEA-13F6-DFE4-0D0DBC371254}"/>
          </ac:spMkLst>
        </pc:spChg>
      </pc:sldChg>
      <pc:sldChg chg="addSp delSp modSp add del mod delAnim modAnim">
        <pc:chgData name="Mohammad Salman" userId="cfd6754c-e613-4f6f-bb98-36aef69d8c31" providerId="ADAL" clId="{723D114D-6D37-4794-8FB1-F87D00A37DC8}" dt="2023-10-29T15:21:54.996" v="5386" actId="47"/>
        <pc:sldMkLst>
          <pc:docMk/>
          <pc:sldMk cId="1157021481" sldId="275"/>
        </pc:sldMkLst>
        <pc:spChg chg="add del mod">
          <ac:chgData name="Mohammad Salman" userId="cfd6754c-e613-4f6f-bb98-36aef69d8c31" providerId="ADAL" clId="{723D114D-6D37-4794-8FB1-F87D00A37DC8}" dt="2023-10-29T15:17:55.943" v="5101" actId="478"/>
          <ac:spMkLst>
            <pc:docMk/>
            <pc:sldMk cId="1157021481" sldId="275"/>
            <ac:spMk id="2" creationId="{F8F4D2D8-9E27-40AD-121A-4A24A9F856F5}"/>
          </ac:spMkLst>
        </pc:spChg>
        <pc:spChg chg="add del mod">
          <ac:chgData name="Mohammad Salman" userId="cfd6754c-e613-4f6f-bb98-36aef69d8c31" providerId="ADAL" clId="{723D114D-6D37-4794-8FB1-F87D00A37DC8}" dt="2023-10-29T15:17:55.943" v="5101" actId="478"/>
          <ac:spMkLst>
            <pc:docMk/>
            <pc:sldMk cId="1157021481" sldId="275"/>
            <ac:spMk id="3" creationId="{8BD37422-47C8-A7C5-B4DC-9064834543F3}"/>
          </ac:spMkLst>
        </pc:spChg>
        <pc:spChg chg="add del mod">
          <ac:chgData name="Mohammad Salman" userId="cfd6754c-e613-4f6f-bb98-36aef69d8c31" providerId="ADAL" clId="{723D114D-6D37-4794-8FB1-F87D00A37DC8}" dt="2023-10-29T15:17:58.425" v="5102" actId="478"/>
          <ac:spMkLst>
            <pc:docMk/>
            <pc:sldMk cId="1157021481" sldId="275"/>
            <ac:spMk id="5" creationId="{B934EE0C-46A5-0B16-080F-E9AD71FCD78B}"/>
          </ac:spMkLst>
        </pc:spChg>
        <pc:spChg chg="add del mod">
          <ac:chgData name="Mohammad Salman" userId="cfd6754c-e613-4f6f-bb98-36aef69d8c31" providerId="ADAL" clId="{723D114D-6D37-4794-8FB1-F87D00A37DC8}" dt="2023-10-29T15:17:58.425" v="5102" actId="478"/>
          <ac:spMkLst>
            <pc:docMk/>
            <pc:sldMk cId="1157021481" sldId="275"/>
            <ac:spMk id="7" creationId="{F6EB896A-DE36-4989-CF1C-543E5F29F8CB}"/>
          </ac:spMkLst>
        </pc:spChg>
      </pc:sldChg>
      <pc:sldChg chg="addSp modSp add mod modAnim">
        <pc:chgData name="Mohammad Salman" userId="cfd6754c-e613-4f6f-bb98-36aef69d8c31" providerId="ADAL" clId="{723D114D-6D37-4794-8FB1-F87D00A37DC8}" dt="2023-10-30T09:03:38.869" v="9397"/>
        <pc:sldMkLst>
          <pc:docMk/>
          <pc:sldMk cId="1768954153" sldId="276"/>
        </pc:sldMkLst>
        <pc:spChg chg="mod">
          <ac:chgData name="Mohammad Salman" userId="cfd6754c-e613-4f6f-bb98-36aef69d8c31" providerId="ADAL" clId="{723D114D-6D37-4794-8FB1-F87D00A37DC8}" dt="2023-10-29T18:36:53.340" v="8380" actId="20577"/>
          <ac:spMkLst>
            <pc:docMk/>
            <pc:sldMk cId="1768954153" sldId="276"/>
            <ac:spMk id="4" creationId="{C98F69F6-59E5-9781-58B3-55B6082405D3}"/>
          </ac:spMkLst>
        </pc:spChg>
        <pc:spChg chg="add mod">
          <ac:chgData name="Mohammad Salman" userId="cfd6754c-e613-4f6f-bb98-36aef69d8c31" providerId="ADAL" clId="{723D114D-6D37-4794-8FB1-F87D00A37DC8}" dt="2023-10-29T15:21:17.770" v="5384" actId="14100"/>
          <ac:spMkLst>
            <pc:docMk/>
            <pc:sldMk cId="1768954153" sldId="276"/>
            <ac:spMk id="9" creationId="{A6DDDA8A-FD79-CD03-9E25-601380E35B3B}"/>
          </ac:spMkLst>
        </pc:spChg>
        <pc:spChg chg="add mod">
          <ac:chgData name="Mohammad Salman" userId="cfd6754c-e613-4f6f-bb98-36aef69d8c31" providerId="ADAL" clId="{723D114D-6D37-4794-8FB1-F87D00A37DC8}" dt="2023-10-29T18:39:58.411" v="8398" actId="1076"/>
          <ac:spMkLst>
            <pc:docMk/>
            <pc:sldMk cId="1768954153" sldId="276"/>
            <ac:spMk id="10" creationId="{0067C231-41E4-3772-5AC2-ED42CD695425}"/>
          </ac:spMkLst>
        </pc:spChg>
        <pc:spChg chg="add mod">
          <ac:chgData name="Mohammad Salman" userId="cfd6754c-e613-4f6f-bb98-36aef69d8c31" providerId="ADAL" clId="{723D114D-6D37-4794-8FB1-F87D00A37DC8}" dt="2023-10-29T18:39:58.411" v="8398" actId="1076"/>
          <ac:spMkLst>
            <pc:docMk/>
            <pc:sldMk cId="1768954153" sldId="276"/>
            <ac:spMk id="11" creationId="{529F0C85-1903-3DE9-0192-AD0DB87FC3D6}"/>
          </ac:spMkLst>
        </pc:spChg>
        <pc:cxnChg chg="add mod">
          <ac:chgData name="Mohammad Salman" userId="cfd6754c-e613-4f6f-bb98-36aef69d8c31" providerId="ADAL" clId="{723D114D-6D37-4794-8FB1-F87D00A37DC8}" dt="2023-10-29T18:40:26.669" v="8404" actId="14100"/>
          <ac:cxnSpMkLst>
            <pc:docMk/>
            <pc:sldMk cId="1768954153" sldId="276"/>
            <ac:cxnSpMk id="13" creationId="{3CDA9F5F-C4D8-CB19-BDD4-5157D459A05B}"/>
          </ac:cxnSpMkLst>
        </pc:cxnChg>
        <pc:cxnChg chg="add mod">
          <ac:chgData name="Mohammad Salman" userId="cfd6754c-e613-4f6f-bb98-36aef69d8c31" providerId="ADAL" clId="{723D114D-6D37-4794-8FB1-F87D00A37DC8}" dt="2023-10-29T18:40:21.805" v="8402" actId="14100"/>
          <ac:cxnSpMkLst>
            <pc:docMk/>
            <pc:sldMk cId="1768954153" sldId="276"/>
            <ac:cxnSpMk id="14" creationId="{07CF5B61-0F6C-CF62-47F7-34B3C331DC55}"/>
          </ac:cxnSpMkLst>
        </pc:cxnChg>
      </pc:sldChg>
      <pc:sldChg chg="addSp delSp modSp new mod modAnim">
        <pc:chgData name="Mohammad Salman" userId="cfd6754c-e613-4f6f-bb98-36aef69d8c31" providerId="ADAL" clId="{723D114D-6D37-4794-8FB1-F87D00A37DC8}" dt="2023-10-31T09:53:15.957" v="9602" actId="20577"/>
        <pc:sldMkLst>
          <pc:docMk/>
          <pc:sldMk cId="1905843807" sldId="277"/>
        </pc:sldMkLst>
        <pc:spChg chg="del">
          <ac:chgData name="Mohammad Salman" userId="cfd6754c-e613-4f6f-bb98-36aef69d8c31" providerId="ADAL" clId="{723D114D-6D37-4794-8FB1-F87D00A37DC8}" dt="2023-10-29T15:27:41.448" v="5497" actId="478"/>
          <ac:spMkLst>
            <pc:docMk/>
            <pc:sldMk cId="1905843807" sldId="277"/>
            <ac:spMk id="2" creationId="{C1B24081-6539-5271-21B3-AEEA6FE51DEA}"/>
          </ac:spMkLst>
        </pc:spChg>
        <pc:spChg chg="del">
          <ac:chgData name="Mohammad Salman" userId="cfd6754c-e613-4f6f-bb98-36aef69d8c31" providerId="ADAL" clId="{723D114D-6D37-4794-8FB1-F87D00A37DC8}" dt="2023-10-29T15:27:41.448" v="5497" actId="478"/>
          <ac:spMkLst>
            <pc:docMk/>
            <pc:sldMk cId="1905843807" sldId="277"/>
            <ac:spMk id="3" creationId="{2E656A11-05C9-410E-77F6-A9FEB3B60D23}"/>
          </ac:spMkLst>
        </pc:spChg>
        <pc:spChg chg="add mod">
          <ac:chgData name="Mohammad Salman" userId="cfd6754c-e613-4f6f-bb98-36aef69d8c31" providerId="ADAL" clId="{723D114D-6D37-4794-8FB1-F87D00A37DC8}" dt="2023-10-29T15:31:18.856" v="5636" actId="1076"/>
          <ac:spMkLst>
            <pc:docMk/>
            <pc:sldMk cId="1905843807" sldId="277"/>
            <ac:spMk id="7" creationId="{B7B2858A-72C5-20D2-62DE-E659A51A7E35}"/>
          </ac:spMkLst>
        </pc:spChg>
        <pc:spChg chg="add mod">
          <ac:chgData name="Mohammad Salman" userId="cfd6754c-e613-4f6f-bb98-36aef69d8c31" providerId="ADAL" clId="{723D114D-6D37-4794-8FB1-F87D00A37DC8}" dt="2023-10-31T09:53:15.957" v="9602" actId="20577"/>
          <ac:spMkLst>
            <pc:docMk/>
            <pc:sldMk cId="1905843807" sldId="277"/>
            <ac:spMk id="8" creationId="{15C1D7FB-ABC3-0C97-9785-B5B2DBCEBC32}"/>
          </ac:spMkLst>
        </pc:spChg>
        <pc:spChg chg="add mod">
          <ac:chgData name="Mohammad Salman" userId="cfd6754c-e613-4f6f-bb98-36aef69d8c31" providerId="ADAL" clId="{723D114D-6D37-4794-8FB1-F87D00A37DC8}" dt="2023-10-29T15:31:24.454" v="5637" actId="14100"/>
          <ac:spMkLst>
            <pc:docMk/>
            <pc:sldMk cId="1905843807" sldId="277"/>
            <ac:spMk id="10" creationId="{B6A0D095-1C03-2353-2FB7-7EE851AF60BB}"/>
          </ac:spMkLst>
        </pc:spChg>
        <pc:spChg chg="add mod">
          <ac:chgData name="Mohammad Salman" userId="cfd6754c-e613-4f6f-bb98-36aef69d8c31" providerId="ADAL" clId="{723D114D-6D37-4794-8FB1-F87D00A37DC8}" dt="2023-10-29T15:32:13.988" v="5651" actId="14100"/>
          <ac:spMkLst>
            <pc:docMk/>
            <pc:sldMk cId="1905843807" sldId="277"/>
            <ac:spMk id="11" creationId="{0FAEC005-7B28-485A-AC18-563BA25B9BCB}"/>
          </ac:spMkLst>
        </pc:spChg>
        <pc:spChg chg="add mod">
          <ac:chgData name="Mohammad Salman" userId="cfd6754c-e613-4f6f-bb98-36aef69d8c31" providerId="ADAL" clId="{723D114D-6D37-4794-8FB1-F87D00A37DC8}" dt="2023-10-29T15:32:19.744" v="5653" actId="1076"/>
          <ac:spMkLst>
            <pc:docMk/>
            <pc:sldMk cId="1905843807" sldId="277"/>
            <ac:spMk id="12" creationId="{A07DEA1D-420D-FDDA-C8CA-AC5CD8F4999A}"/>
          </ac:spMkLst>
        </pc:spChg>
        <pc:picChg chg="add mod">
          <ac:chgData name="Mohammad Salman" userId="cfd6754c-e613-4f6f-bb98-36aef69d8c31" providerId="ADAL" clId="{723D114D-6D37-4794-8FB1-F87D00A37DC8}" dt="2023-10-29T15:31:38.677" v="5640" actId="1076"/>
          <ac:picMkLst>
            <pc:docMk/>
            <pc:sldMk cId="1905843807" sldId="277"/>
            <ac:picMk id="5" creationId="{734BFACC-D621-F63E-7DD0-0605DB2A039E}"/>
          </ac:picMkLst>
        </pc:picChg>
      </pc:sldChg>
      <pc:sldChg chg="addSp delSp modSp new mod modAnim">
        <pc:chgData name="Mohammad Salman" userId="cfd6754c-e613-4f6f-bb98-36aef69d8c31" providerId="ADAL" clId="{723D114D-6D37-4794-8FB1-F87D00A37DC8}" dt="2023-10-30T09:06:18.432" v="9407"/>
        <pc:sldMkLst>
          <pc:docMk/>
          <pc:sldMk cId="538011176" sldId="278"/>
        </pc:sldMkLst>
        <pc:spChg chg="del">
          <ac:chgData name="Mohammad Salman" userId="cfd6754c-e613-4f6f-bb98-36aef69d8c31" providerId="ADAL" clId="{723D114D-6D37-4794-8FB1-F87D00A37DC8}" dt="2023-10-29T15:33:17.538" v="5655" actId="478"/>
          <ac:spMkLst>
            <pc:docMk/>
            <pc:sldMk cId="538011176" sldId="278"/>
            <ac:spMk id="2" creationId="{246D290D-8161-7BF1-60ED-BE3812693078}"/>
          </ac:spMkLst>
        </pc:spChg>
        <pc:spChg chg="del">
          <ac:chgData name="Mohammad Salman" userId="cfd6754c-e613-4f6f-bb98-36aef69d8c31" providerId="ADAL" clId="{723D114D-6D37-4794-8FB1-F87D00A37DC8}" dt="2023-10-29T15:33:17.538" v="5655" actId="478"/>
          <ac:spMkLst>
            <pc:docMk/>
            <pc:sldMk cId="538011176" sldId="278"/>
            <ac:spMk id="3" creationId="{C2DA2F43-0F54-9344-15A9-7BFC1CBE0A22}"/>
          </ac:spMkLst>
        </pc:spChg>
        <pc:spChg chg="add mod">
          <ac:chgData name="Mohammad Salman" userId="cfd6754c-e613-4f6f-bb98-36aef69d8c31" providerId="ADAL" clId="{723D114D-6D37-4794-8FB1-F87D00A37DC8}" dt="2023-10-29T18:44:43.540" v="8593" actId="20577"/>
          <ac:spMkLst>
            <pc:docMk/>
            <pc:sldMk cId="538011176" sldId="278"/>
            <ac:spMk id="4" creationId="{BCF37A1F-2645-F325-B2C3-92D7C73C7B43}"/>
          </ac:spMkLst>
        </pc:spChg>
        <pc:spChg chg="add mod">
          <ac:chgData name="Mohammad Salman" userId="cfd6754c-e613-4f6f-bb98-36aef69d8c31" providerId="ADAL" clId="{723D114D-6D37-4794-8FB1-F87D00A37DC8}" dt="2023-10-29T15:39:01.907" v="5859" actId="1035"/>
          <ac:spMkLst>
            <pc:docMk/>
            <pc:sldMk cId="538011176" sldId="278"/>
            <ac:spMk id="6" creationId="{0845FE56-5D06-F46B-70D8-EB6B5301B12E}"/>
          </ac:spMkLst>
        </pc:spChg>
        <pc:spChg chg="add mod">
          <ac:chgData name="Mohammad Salman" userId="cfd6754c-e613-4f6f-bb98-36aef69d8c31" providerId="ADAL" clId="{723D114D-6D37-4794-8FB1-F87D00A37DC8}" dt="2023-10-29T15:39:01.907" v="5859" actId="1035"/>
          <ac:spMkLst>
            <pc:docMk/>
            <pc:sldMk cId="538011176" sldId="278"/>
            <ac:spMk id="8" creationId="{A9F6A344-964C-E9F4-DA68-45D76C6306AD}"/>
          </ac:spMkLst>
        </pc:spChg>
        <pc:spChg chg="add mod">
          <ac:chgData name="Mohammad Salman" userId="cfd6754c-e613-4f6f-bb98-36aef69d8c31" providerId="ADAL" clId="{723D114D-6D37-4794-8FB1-F87D00A37DC8}" dt="2023-10-29T15:39:01.907" v="5859" actId="1035"/>
          <ac:spMkLst>
            <pc:docMk/>
            <pc:sldMk cId="538011176" sldId="278"/>
            <ac:spMk id="10" creationId="{D7DD40DE-255C-74D2-EC55-54DA607B18F9}"/>
          </ac:spMkLst>
        </pc:spChg>
        <pc:spChg chg="add mod">
          <ac:chgData name="Mohammad Salman" userId="cfd6754c-e613-4f6f-bb98-36aef69d8c31" providerId="ADAL" clId="{723D114D-6D37-4794-8FB1-F87D00A37DC8}" dt="2023-10-29T15:40:42.378" v="5919" actId="1035"/>
          <ac:spMkLst>
            <pc:docMk/>
            <pc:sldMk cId="538011176" sldId="278"/>
            <ac:spMk id="11" creationId="{C3979E98-2BBA-D7A6-8CE9-312F6415104B}"/>
          </ac:spMkLst>
        </pc:spChg>
        <pc:spChg chg="add mod">
          <ac:chgData name="Mohammad Salman" userId="cfd6754c-e613-4f6f-bb98-36aef69d8c31" providerId="ADAL" clId="{723D114D-6D37-4794-8FB1-F87D00A37DC8}" dt="2023-10-29T15:40:54.967" v="5922" actId="14100"/>
          <ac:spMkLst>
            <pc:docMk/>
            <pc:sldMk cId="538011176" sldId="278"/>
            <ac:spMk id="12" creationId="{11193A34-4AD9-D89D-0E17-4EBCF68CE4AD}"/>
          </ac:spMkLst>
        </pc:spChg>
        <pc:spChg chg="add mod">
          <ac:chgData name="Mohammad Salman" userId="cfd6754c-e613-4f6f-bb98-36aef69d8c31" providerId="ADAL" clId="{723D114D-6D37-4794-8FB1-F87D00A37DC8}" dt="2023-10-29T15:41:31.060" v="5929" actId="14100"/>
          <ac:spMkLst>
            <pc:docMk/>
            <pc:sldMk cId="538011176" sldId="278"/>
            <ac:spMk id="16" creationId="{06591976-6162-A7BB-64B4-34FB527F7AC1}"/>
          </ac:spMkLst>
        </pc:spChg>
        <pc:spChg chg="add mod">
          <ac:chgData name="Mohammad Salman" userId="cfd6754c-e613-4f6f-bb98-36aef69d8c31" providerId="ADAL" clId="{723D114D-6D37-4794-8FB1-F87D00A37DC8}" dt="2023-10-29T15:44:03.032" v="6005" actId="1076"/>
          <ac:spMkLst>
            <pc:docMk/>
            <pc:sldMk cId="538011176" sldId="278"/>
            <ac:spMk id="20" creationId="{65978E93-6705-A060-93D8-5CB4A2DB625A}"/>
          </ac:spMkLst>
        </pc:spChg>
        <pc:cxnChg chg="add mod">
          <ac:chgData name="Mohammad Salman" userId="cfd6754c-e613-4f6f-bb98-36aef69d8c31" providerId="ADAL" clId="{723D114D-6D37-4794-8FB1-F87D00A37DC8}" dt="2023-10-29T15:41:16.931" v="5926" actId="14100"/>
          <ac:cxnSpMkLst>
            <pc:docMk/>
            <pc:sldMk cId="538011176" sldId="278"/>
            <ac:cxnSpMk id="14" creationId="{C3D26D76-2E50-FB19-48B5-F5804301A914}"/>
          </ac:cxnSpMkLst>
        </pc:cxnChg>
        <pc:cxnChg chg="add mod">
          <ac:chgData name="Mohammad Salman" userId="cfd6754c-e613-4f6f-bb98-36aef69d8c31" providerId="ADAL" clId="{723D114D-6D37-4794-8FB1-F87D00A37DC8}" dt="2023-10-29T15:41:42.260" v="5932" actId="14100"/>
          <ac:cxnSpMkLst>
            <pc:docMk/>
            <pc:sldMk cId="538011176" sldId="278"/>
            <ac:cxnSpMk id="17" creationId="{5638124B-7788-819F-D1B7-0101143AF8DA}"/>
          </ac:cxnSpMkLst>
        </pc:cxnChg>
      </pc:sldChg>
      <pc:sldChg chg="addSp delSp modSp add mod modAnim">
        <pc:chgData name="Mohammad Salman" userId="cfd6754c-e613-4f6f-bb98-36aef69d8c31" providerId="ADAL" clId="{723D114D-6D37-4794-8FB1-F87D00A37DC8}" dt="2023-10-29T18:47:47.933" v="8676"/>
        <pc:sldMkLst>
          <pc:docMk/>
          <pc:sldMk cId="2584838151" sldId="279"/>
        </pc:sldMkLst>
        <pc:spChg chg="mod">
          <ac:chgData name="Mohammad Salman" userId="cfd6754c-e613-4f6f-bb98-36aef69d8c31" providerId="ADAL" clId="{723D114D-6D37-4794-8FB1-F87D00A37DC8}" dt="2023-10-29T18:47:47.933" v="8676"/>
          <ac:spMkLst>
            <pc:docMk/>
            <pc:sldMk cId="2584838151" sldId="279"/>
            <ac:spMk id="4" creationId="{BCF37A1F-2645-F325-B2C3-92D7C73C7B43}"/>
          </ac:spMkLst>
        </pc:spChg>
        <pc:spChg chg="add mod">
          <ac:chgData name="Mohammad Salman" userId="cfd6754c-e613-4f6f-bb98-36aef69d8c31" providerId="ADAL" clId="{723D114D-6D37-4794-8FB1-F87D00A37DC8}" dt="2023-10-29T15:42:53.891" v="5948" actId="1035"/>
          <ac:spMkLst>
            <pc:docMk/>
            <pc:sldMk cId="2584838151" sldId="279"/>
            <ac:spMk id="5" creationId="{961A29D2-4D72-0A63-BEC7-F1B96564372F}"/>
          </ac:spMkLst>
        </pc:spChg>
        <pc:spChg chg="mod">
          <ac:chgData name="Mohammad Salman" userId="cfd6754c-e613-4f6f-bb98-36aef69d8c31" providerId="ADAL" clId="{723D114D-6D37-4794-8FB1-F87D00A37DC8}" dt="2023-10-29T15:42:21.261" v="5938" actId="14100"/>
          <ac:spMkLst>
            <pc:docMk/>
            <pc:sldMk cId="2584838151" sldId="279"/>
            <ac:spMk id="11" creationId="{C3979E98-2BBA-D7A6-8CE9-312F6415104B}"/>
          </ac:spMkLst>
        </pc:spChg>
        <pc:spChg chg="del">
          <ac:chgData name="Mohammad Salman" userId="cfd6754c-e613-4f6f-bb98-36aef69d8c31" providerId="ADAL" clId="{723D114D-6D37-4794-8FB1-F87D00A37DC8}" dt="2023-10-29T15:41:58.587" v="5934" actId="478"/>
          <ac:spMkLst>
            <pc:docMk/>
            <pc:sldMk cId="2584838151" sldId="279"/>
            <ac:spMk id="12" creationId="{11193A34-4AD9-D89D-0E17-4EBCF68CE4AD}"/>
          </ac:spMkLst>
        </pc:spChg>
        <pc:spChg chg="add mod">
          <ac:chgData name="Mohammad Salman" userId="cfd6754c-e613-4f6f-bb98-36aef69d8c31" providerId="ADAL" clId="{723D114D-6D37-4794-8FB1-F87D00A37DC8}" dt="2023-10-29T15:43:35.495" v="5975" actId="207"/>
          <ac:spMkLst>
            <pc:docMk/>
            <pc:sldMk cId="2584838151" sldId="279"/>
            <ac:spMk id="13" creationId="{1CDF751A-251C-E35B-A9E8-C25A0C15E301}"/>
          </ac:spMkLst>
        </pc:spChg>
        <pc:spChg chg="del">
          <ac:chgData name="Mohammad Salman" userId="cfd6754c-e613-4f6f-bb98-36aef69d8c31" providerId="ADAL" clId="{723D114D-6D37-4794-8FB1-F87D00A37DC8}" dt="2023-10-29T15:41:58.587" v="5934" actId="478"/>
          <ac:spMkLst>
            <pc:docMk/>
            <pc:sldMk cId="2584838151" sldId="279"/>
            <ac:spMk id="16" creationId="{06591976-6162-A7BB-64B4-34FB527F7AC1}"/>
          </ac:spMkLst>
        </pc:spChg>
        <pc:cxnChg chg="mod">
          <ac:chgData name="Mohammad Salman" userId="cfd6754c-e613-4f6f-bb98-36aef69d8c31" providerId="ADAL" clId="{723D114D-6D37-4794-8FB1-F87D00A37DC8}" dt="2023-10-29T15:43:04.690" v="5950" actId="14100"/>
          <ac:cxnSpMkLst>
            <pc:docMk/>
            <pc:sldMk cId="2584838151" sldId="279"/>
            <ac:cxnSpMk id="14" creationId="{C3D26D76-2E50-FB19-48B5-F5804301A914}"/>
          </ac:cxnSpMkLst>
        </pc:cxnChg>
        <pc:cxnChg chg="del mod">
          <ac:chgData name="Mohammad Salman" userId="cfd6754c-e613-4f6f-bb98-36aef69d8c31" providerId="ADAL" clId="{723D114D-6D37-4794-8FB1-F87D00A37DC8}" dt="2023-10-29T15:41:58.587" v="5934" actId="478"/>
          <ac:cxnSpMkLst>
            <pc:docMk/>
            <pc:sldMk cId="2584838151" sldId="279"/>
            <ac:cxnSpMk id="17" creationId="{5638124B-7788-819F-D1B7-0101143AF8DA}"/>
          </ac:cxnSpMkLst>
        </pc:cxnChg>
      </pc:sldChg>
      <pc:sldChg chg="delSp modSp add mod modAnim">
        <pc:chgData name="Mohammad Salman" userId="cfd6754c-e613-4f6f-bb98-36aef69d8c31" providerId="ADAL" clId="{723D114D-6D37-4794-8FB1-F87D00A37DC8}" dt="2023-10-29T18:47:50.650" v="8677"/>
        <pc:sldMkLst>
          <pc:docMk/>
          <pc:sldMk cId="751258894" sldId="280"/>
        </pc:sldMkLst>
        <pc:spChg chg="mod">
          <ac:chgData name="Mohammad Salman" userId="cfd6754c-e613-4f6f-bb98-36aef69d8c31" providerId="ADAL" clId="{723D114D-6D37-4794-8FB1-F87D00A37DC8}" dt="2023-10-29T18:47:50.650" v="8677"/>
          <ac:spMkLst>
            <pc:docMk/>
            <pc:sldMk cId="751258894" sldId="280"/>
            <ac:spMk id="4" creationId="{BCF37A1F-2645-F325-B2C3-92D7C73C7B43}"/>
          </ac:spMkLst>
        </pc:spChg>
        <pc:spChg chg="mod">
          <ac:chgData name="Mohammad Salman" userId="cfd6754c-e613-4f6f-bb98-36aef69d8c31" providerId="ADAL" clId="{723D114D-6D37-4794-8FB1-F87D00A37DC8}" dt="2023-10-29T15:44:59.860" v="6019" actId="692"/>
          <ac:spMkLst>
            <pc:docMk/>
            <pc:sldMk cId="751258894" sldId="280"/>
            <ac:spMk id="5" creationId="{961A29D2-4D72-0A63-BEC7-F1B96564372F}"/>
          </ac:spMkLst>
        </pc:spChg>
        <pc:spChg chg="mod">
          <ac:chgData name="Mohammad Salman" userId="cfd6754c-e613-4f6f-bb98-36aef69d8c31" providerId="ADAL" clId="{723D114D-6D37-4794-8FB1-F87D00A37DC8}" dt="2023-10-29T15:44:28.176" v="6012" actId="14100"/>
          <ac:spMkLst>
            <pc:docMk/>
            <pc:sldMk cId="751258894" sldId="280"/>
            <ac:spMk id="11" creationId="{C3979E98-2BBA-D7A6-8CE9-312F6415104B}"/>
          </ac:spMkLst>
        </pc:spChg>
        <pc:spChg chg="del">
          <ac:chgData name="Mohammad Salman" userId="cfd6754c-e613-4f6f-bb98-36aef69d8c31" providerId="ADAL" clId="{723D114D-6D37-4794-8FB1-F87D00A37DC8}" dt="2023-10-29T15:44:54.204" v="6018" actId="478"/>
          <ac:spMkLst>
            <pc:docMk/>
            <pc:sldMk cId="751258894" sldId="280"/>
            <ac:spMk id="13" creationId="{1CDF751A-251C-E35B-A9E8-C25A0C15E301}"/>
          </ac:spMkLst>
        </pc:spChg>
        <pc:cxnChg chg="del mod">
          <ac:chgData name="Mohammad Salman" userId="cfd6754c-e613-4f6f-bb98-36aef69d8c31" providerId="ADAL" clId="{723D114D-6D37-4794-8FB1-F87D00A37DC8}" dt="2023-10-29T15:44:52.888" v="6017" actId="478"/>
          <ac:cxnSpMkLst>
            <pc:docMk/>
            <pc:sldMk cId="751258894" sldId="280"/>
            <ac:cxnSpMk id="14" creationId="{C3D26D76-2E50-FB19-48B5-F5804301A914}"/>
          </ac:cxnSpMkLst>
        </pc:cxnChg>
      </pc:sldChg>
      <pc:sldChg chg="addSp modSp add mod modAnim">
        <pc:chgData name="Mohammad Salman" userId="cfd6754c-e613-4f6f-bb98-36aef69d8c31" providerId="ADAL" clId="{723D114D-6D37-4794-8FB1-F87D00A37DC8}" dt="2023-10-29T18:47:52.690" v="8678"/>
        <pc:sldMkLst>
          <pc:docMk/>
          <pc:sldMk cId="1591917112" sldId="281"/>
        </pc:sldMkLst>
        <pc:spChg chg="add mod">
          <ac:chgData name="Mohammad Salman" userId="cfd6754c-e613-4f6f-bb98-36aef69d8c31" providerId="ADAL" clId="{723D114D-6D37-4794-8FB1-F87D00A37DC8}" dt="2023-10-29T15:46:01.441" v="6066" actId="1076"/>
          <ac:spMkLst>
            <pc:docMk/>
            <pc:sldMk cId="1591917112" sldId="281"/>
            <ac:spMk id="3" creationId="{A37AC754-45E0-EA38-F40E-C40D907DD373}"/>
          </ac:spMkLst>
        </pc:spChg>
        <pc:spChg chg="mod">
          <ac:chgData name="Mohammad Salman" userId="cfd6754c-e613-4f6f-bb98-36aef69d8c31" providerId="ADAL" clId="{723D114D-6D37-4794-8FB1-F87D00A37DC8}" dt="2023-10-29T18:47:52.690" v="8678"/>
          <ac:spMkLst>
            <pc:docMk/>
            <pc:sldMk cId="1591917112" sldId="281"/>
            <ac:spMk id="4" creationId="{BCF37A1F-2645-F325-B2C3-92D7C73C7B43}"/>
          </ac:spMkLst>
        </pc:spChg>
        <pc:spChg chg="mod">
          <ac:chgData name="Mohammad Salman" userId="cfd6754c-e613-4f6f-bb98-36aef69d8c31" providerId="ADAL" clId="{723D114D-6D37-4794-8FB1-F87D00A37DC8}" dt="2023-10-29T15:45:31.421" v="6022" actId="692"/>
          <ac:spMkLst>
            <pc:docMk/>
            <pc:sldMk cId="1591917112" sldId="281"/>
            <ac:spMk id="5" creationId="{961A29D2-4D72-0A63-BEC7-F1B96564372F}"/>
          </ac:spMkLst>
        </pc:spChg>
        <pc:picChg chg="add mod">
          <ac:chgData name="Mohammad Salman" userId="cfd6754c-e613-4f6f-bb98-36aef69d8c31" providerId="ADAL" clId="{723D114D-6D37-4794-8FB1-F87D00A37DC8}" dt="2023-10-29T18:45:07.672" v="8606" actId="1076"/>
          <ac:picMkLst>
            <pc:docMk/>
            <pc:sldMk cId="1591917112" sldId="281"/>
            <ac:picMk id="13" creationId="{E5845567-AF26-A9ED-37B1-80A078461B46}"/>
          </ac:picMkLst>
        </pc:picChg>
        <pc:cxnChg chg="add mod">
          <ac:chgData name="Mohammad Salman" userId="cfd6754c-e613-4f6f-bb98-36aef69d8c31" providerId="ADAL" clId="{723D114D-6D37-4794-8FB1-F87D00A37DC8}" dt="2023-10-29T15:45:40.527" v="6024" actId="14100"/>
          <ac:cxnSpMkLst>
            <pc:docMk/>
            <pc:sldMk cId="1591917112" sldId="281"/>
            <ac:cxnSpMk id="2" creationId="{F417CAB9-645A-9020-0B41-6366F5031698}"/>
          </ac:cxnSpMkLst>
        </pc:cxnChg>
      </pc:sldChg>
      <pc:sldChg chg="addSp delSp modSp new mod modAnim">
        <pc:chgData name="Mohammad Salman" userId="cfd6754c-e613-4f6f-bb98-36aef69d8c31" providerId="ADAL" clId="{723D114D-6D37-4794-8FB1-F87D00A37DC8}" dt="2023-10-30T09:08:57.280" v="9408"/>
        <pc:sldMkLst>
          <pc:docMk/>
          <pc:sldMk cId="955371735" sldId="282"/>
        </pc:sldMkLst>
        <pc:spChg chg="del">
          <ac:chgData name="Mohammad Salman" userId="cfd6754c-e613-4f6f-bb98-36aef69d8c31" providerId="ADAL" clId="{723D114D-6D37-4794-8FB1-F87D00A37DC8}" dt="2023-10-29T15:51:58.536" v="6092" actId="478"/>
          <ac:spMkLst>
            <pc:docMk/>
            <pc:sldMk cId="955371735" sldId="282"/>
            <ac:spMk id="2" creationId="{C8D308C2-17C8-6F1A-DB60-A1D88CEE0706}"/>
          </ac:spMkLst>
        </pc:spChg>
        <pc:spChg chg="del">
          <ac:chgData name="Mohammad Salman" userId="cfd6754c-e613-4f6f-bb98-36aef69d8c31" providerId="ADAL" clId="{723D114D-6D37-4794-8FB1-F87D00A37DC8}" dt="2023-10-29T15:51:58.536" v="6092" actId="478"/>
          <ac:spMkLst>
            <pc:docMk/>
            <pc:sldMk cId="955371735" sldId="282"/>
            <ac:spMk id="3" creationId="{0853E5CD-3588-E6E6-54E8-FC73268DA067}"/>
          </ac:spMkLst>
        </pc:spChg>
        <pc:spChg chg="add mod">
          <ac:chgData name="Mohammad Salman" userId="cfd6754c-e613-4f6f-bb98-36aef69d8c31" providerId="ADAL" clId="{723D114D-6D37-4794-8FB1-F87D00A37DC8}" dt="2023-10-29T15:52:22.074" v="6097" actId="1076"/>
          <ac:spMkLst>
            <pc:docMk/>
            <pc:sldMk cId="955371735" sldId="282"/>
            <ac:spMk id="5" creationId="{E7F74744-5A51-2BD9-8F7A-4F0BAE9E2838}"/>
          </ac:spMkLst>
        </pc:spChg>
        <pc:spChg chg="add mod">
          <ac:chgData name="Mohammad Salman" userId="cfd6754c-e613-4f6f-bb98-36aef69d8c31" providerId="ADAL" clId="{723D114D-6D37-4794-8FB1-F87D00A37DC8}" dt="2023-10-29T15:55:49.238" v="6531" actId="113"/>
          <ac:spMkLst>
            <pc:docMk/>
            <pc:sldMk cId="955371735" sldId="282"/>
            <ac:spMk id="6" creationId="{E5C57340-ABAE-CE4E-8440-F3CB64AE70DC}"/>
          </ac:spMkLst>
        </pc:spChg>
        <pc:spChg chg="add mod">
          <ac:chgData name="Mohammad Salman" userId="cfd6754c-e613-4f6f-bb98-36aef69d8c31" providerId="ADAL" clId="{723D114D-6D37-4794-8FB1-F87D00A37DC8}" dt="2023-10-29T15:57:13.694" v="6539" actId="1076"/>
          <ac:spMkLst>
            <pc:docMk/>
            <pc:sldMk cId="955371735" sldId="282"/>
            <ac:spMk id="8" creationId="{2B548274-191D-6889-C0C2-2BFC9B7E2E90}"/>
          </ac:spMkLst>
        </pc:spChg>
        <pc:spChg chg="add mod">
          <ac:chgData name="Mohammad Salman" userId="cfd6754c-e613-4f6f-bb98-36aef69d8c31" providerId="ADAL" clId="{723D114D-6D37-4794-8FB1-F87D00A37DC8}" dt="2023-10-29T15:57:09.313" v="6538"/>
          <ac:spMkLst>
            <pc:docMk/>
            <pc:sldMk cId="955371735" sldId="282"/>
            <ac:spMk id="9" creationId="{B2DFC839-8365-99BD-0E96-83EC59FAF6D9}"/>
          </ac:spMkLst>
        </pc:spChg>
        <pc:spChg chg="add mod">
          <ac:chgData name="Mohammad Salman" userId="cfd6754c-e613-4f6f-bb98-36aef69d8c31" providerId="ADAL" clId="{723D114D-6D37-4794-8FB1-F87D00A37DC8}" dt="2023-10-29T15:59:26.224" v="6554" actId="1035"/>
          <ac:spMkLst>
            <pc:docMk/>
            <pc:sldMk cId="955371735" sldId="282"/>
            <ac:spMk id="12" creationId="{32B1213D-A20D-E695-440E-9C9C630B11FE}"/>
          </ac:spMkLst>
        </pc:spChg>
        <pc:spChg chg="add mod">
          <ac:chgData name="Mohammad Salman" userId="cfd6754c-e613-4f6f-bb98-36aef69d8c31" providerId="ADAL" clId="{723D114D-6D37-4794-8FB1-F87D00A37DC8}" dt="2023-10-29T15:59:37.988" v="6560" actId="14100"/>
          <ac:spMkLst>
            <pc:docMk/>
            <pc:sldMk cId="955371735" sldId="282"/>
            <ac:spMk id="13" creationId="{896448D5-F786-B76C-C4D3-E794BD45168E}"/>
          </ac:spMkLst>
        </pc:spChg>
        <pc:picChg chg="add mod">
          <ac:chgData name="Mohammad Salman" userId="cfd6754c-e613-4f6f-bb98-36aef69d8c31" providerId="ADAL" clId="{723D114D-6D37-4794-8FB1-F87D00A37DC8}" dt="2023-10-29T15:58:06.829" v="6546" actId="1076"/>
          <ac:picMkLst>
            <pc:docMk/>
            <pc:sldMk cId="955371735" sldId="282"/>
            <ac:picMk id="11" creationId="{95B6AAD8-2695-A152-5FE4-9982BCC35E3A}"/>
          </ac:picMkLst>
        </pc:picChg>
      </pc:sldChg>
      <pc:sldChg chg="addSp delSp modSp new mod modClrScheme chgLayout">
        <pc:chgData name="Mohammad Salman" userId="cfd6754c-e613-4f6f-bb98-36aef69d8c31" providerId="ADAL" clId="{723D114D-6D37-4794-8FB1-F87D00A37DC8}" dt="2023-10-29T18:24:09.833" v="7884" actId="20577"/>
        <pc:sldMkLst>
          <pc:docMk/>
          <pc:sldMk cId="122332029" sldId="283"/>
        </pc:sldMkLst>
        <pc:spChg chg="del mod ord">
          <ac:chgData name="Mohammad Salman" userId="cfd6754c-e613-4f6f-bb98-36aef69d8c31" providerId="ADAL" clId="{723D114D-6D37-4794-8FB1-F87D00A37DC8}" dt="2023-10-29T18:23:46.269" v="7878" actId="700"/>
          <ac:spMkLst>
            <pc:docMk/>
            <pc:sldMk cId="122332029" sldId="283"/>
            <ac:spMk id="2" creationId="{2D4786A6-D7FC-BBC7-0C1C-89846EA043E7}"/>
          </ac:spMkLst>
        </pc:spChg>
        <pc:spChg chg="del mod ord">
          <ac:chgData name="Mohammad Salman" userId="cfd6754c-e613-4f6f-bb98-36aef69d8c31" providerId="ADAL" clId="{723D114D-6D37-4794-8FB1-F87D00A37DC8}" dt="2023-10-29T18:23:46.269" v="7878" actId="700"/>
          <ac:spMkLst>
            <pc:docMk/>
            <pc:sldMk cId="122332029" sldId="283"/>
            <ac:spMk id="3" creationId="{51ED44EC-2155-48DA-B618-DC2298B3ECFF}"/>
          </ac:spMkLst>
        </pc:spChg>
        <pc:spChg chg="add mod ord">
          <ac:chgData name="Mohammad Salman" userId="cfd6754c-e613-4f6f-bb98-36aef69d8c31" providerId="ADAL" clId="{723D114D-6D37-4794-8FB1-F87D00A37DC8}" dt="2023-10-29T18:24:09.833" v="7884" actId="20577"/>
          <ac:spMkLst>
            <pc:docMk/>
            <pc:sldMk cId="122332029" sldId="283"/>
            <ac:spMk id="4" creationId="{B1AF1AFE-40D8-A119-4E3B-2E9BEBDB5ED0}"/>
          </ac:spMkLst>
        </pc:spChg>
        <pc:spChg chg="add mod ord">
          <ac:chgData name="Mohammad Salman" userId="cfd6754c-e613-4f6f-bb98-36aef69d8c31" providerId="ADAL" clId="{723D114D-6D37-4794-8FB1-F87D00A37DC8}" dt="2023-10-29T18:23:46.269" v="7878" actId="700"/>
          <ac:spMkLst>
            <pc:docMk/>
            <pc:sldMk cId="122332029" sldId="283"/>
            <ac:spMk id="5" creationId="{FB051B53-352E-F329-AD84-C2F200086F6F}"/>
          </ac:spMkLst>
        </pc:spChg>
      </pc:sldChg>
      <pc:sldChg chg="new del">
        <pc:chgData name="Mohammad Salman" userId="cfd6754c-e613-4f6f-bb98-36aef69d8c31" providerId="ADAL" clId="{723D114D-6D37-4794-8FB1-F87D00A37DC8}" dt="2023-10-29T16:05:54.103" v="6904" actId="680"/>
        <pc:sldMkLst>
          <pc:docMk/>
          <pc:sldMk cId="1997594343" sldId="283"/>
        </pc:sldMkLst>
      </pc:sldChg>
      <pc:sldChg chg="addSp delSp modSp new mod modClrScheme chgLayout modNotesTx">
        <pc:chgData name="Mohammad Salman" userId="cfd6754c-e613-4f6f-bb98-36aef69d8c31" providerId="ADAL" clId="{723D114D-6D37-4794-8FB1-F87D00A37DC8}" dt="2023-10-30T09:09:38.935" v="9431" actId="5793"/>
        <pc:sldMkLst>
          <pc:docMk/>
          <pc:sldMk cId="3057893650" sldId="284"/>
        </pc:sldMkLst>
        <pc:spChg chg="del mod ord">
          <ac:chgData name="Mohammad Salman" userId="cfd6754c-e613-4f6f-bb98-36aef69d8c31" providerId="ADAL" clId="{723D114D-6D37-4794-8FB1-F87D00A37DC8}" dt="2023-10-29T18:43:53.303" v="8461" actId="700"/>
          <ac:spMkLst>
            <pc:docMk/>
            <pc:sldMk cId="3057893650" sldId="284"/>
            <ac:spMk id="2" creationId="{B965539F-F90A-D382-8E0D-8F649BC8E792}"/>
          </ac:spMkLst>
        </pc:spChg>
        <pc:spChg chg="del mod ord">
          <ac:chgData name="Mohammad Salman" userId="cfd6754c-e613-4f6f-bb98-36aef69d8c31" providerId="ADAL" clId="{723D114D-6D37-4794-8FB1-F87D00A37DC8}" dt="2023-10-29T18:43:53.303" v="8461" actId="700"/>
          <ac:spMkLst>
            <pc:docMk/>
            <pc:sldMk cId="3057893650" sldId="284"/>
            <ac:spMk id="3" creationId="{3B4CE065-0524-C59B-57E5-B1B03F569819}"/>
          </ac:spMkLst>
        </pc:spChg>
        <pc:spChg chg="add mod ord">
          <ac:chgData name="Mohammad Salman" userId="cfd6754c-e613-4f6f-bb98-36aef69d8c31" providerId="ADAL" clId="{723D114D-6D37-4794-8FB1-F87D00A37DC8}" dt="2023-10-29T18:52:22.052" v="8689" actId="20577"/>
          <ac:spMkLst>
            <pc:docMk/>
            <pc:sldMk cId="3057893650" sldId="284"/>
            <ac:spMk id="4" creationId="{0F8F0E1A-3E48-02D9-13A0-9C3BAC2D52CE}"/>
          </ac:spMkLst>
        </pc:spChg>
        <pc:spChg chg="add mod ord">
          <ac:chgData name="Mohammad Salman" userId="cfd6754c-e613-4f6f-bb98-36aef69d8c31" providerId="ADAL" clId="{723D114D-6D37-4794-8FB1-F87D00A37DC8}" dt="2023-10-29T18:45:46.282" v="8675" actId="113"/>
          <ac:spMkLst>
            <pc:docMk/>
            <pc:sldMk cId="3057893650" sldId="284"/>
            <ac:spMk id="5" creationId="{B0B4CAD9-4A6D-9ED5-F8D7-E5D8EEE0C597}"/>
          </ac:spMkLst>
        </pc:spChg>
      </pc:sldChg>
      <pc:sldChg chg="addSp delSp modSp new mod modClrScheme chgLayout">
        <pc:chgData name="Mohammad Salman" userId="cfd6754c-e613-4f6f-bb98-36aef69d8c31" providerId="ADAL" clId="{723D114D-6D37-4794-8FB1-F87D00A37DC8}" dt="2023-10-29T18:52:52.072" v="8701" actId="20577"/>
        <pc:sldMkLst>
          <pc:docMk/>
          <pc:sldMk cId="1769268285" sldId="285"/>
        </pc:sldMkLst>
        <pc:spChg chg="del mod ord">
          <ac:chgData name="Mohammad Salman" userId="cfd6754c-e613-4f6f-bb98-36aef69d8c31" providerId="ADAL" clId="{723D114D-6D37-4794-8FB1-F87D00A37DC8}" dt="2023-10-29T18:52:48.569" v="8691" actId="700"/>
          <ac:spMkLst>
            <pc:docMk/>
            <pc:sldMk cId="1769268285" sldId="285"/>
            <ac:spMk id="2" creationId="{BB8655F1-77B3-A2E8-9647-CA27CE5F58C4}"/>
          </ac:spMkLst>
        </pc:spChg>
        <pc:spChg chg="del mod ord">
          <ac:chgData name="Mohammad Salman" userId="cfd6754c-e613-4f6f-bb98-36aef69d8c31" providerId="ADAL" clId="{723D114D-6D37-4794-8FB1-F87D00A37DC8}" dt="2023-10-29T18:52:48.569" v="8691" actId="700"/>
          <ac:spMkLst>
            <pc:docMk/>
            <pc:sldMk cId="1769268285" sldId="285"/>
            <ac:spMk id="3" creationId="{E7EFF2BA-2252-75AF-D6C4-B7799E9B8F11}"/>
          </ac:spMkLst>
        </pc:spChg>
        <pc:spChg chg="add mod ord">
          <ac:chgData name="Mohammad Salman" userId="cfd6754c-e613-4f6f-bb98-36aef69d8c31" providerId="ADAL" clId="{723D114D-6D37-4794-8FB1-F87D00A37DC8}" dt="2023-10-29T18:52:52.072" v="8701" actId="20577"/>
          <ac:spMkLst>
            <pc:docMk/>
            <pc:sldMk cId="1769268285" sldId="285"/>
            <ac:spMk id="4" creationId="{B70FEF11-AE53-E36B-5DA4-B4CD3ECA3C7A}"/>
          </ac:spMkLst>
        </pc:spChg>
        <pc:spChg chg="add mod ord">
          <ac:chgData name="Mohammad Salman" userId="cfd6754c-e613-4f6f-bb98-36aef69d8c31" providerId="ADAL" clId="{723D114D-6D37-4794-8FB1-F87D00A37DC8}" dt="2023-10-29T18:52:48.569" v="8691" actId="700"/>
          <ac:spMkLst>
            <pc:docMk/>
            <pc:sldMk cId="1769268285" sldId="285"/>
            <ac:spMk id="5" creationId="{EDA63932-058C-2CFE-45E4-D86BCD1AC413}"/>
          </ac:spMkLst>
        </pc:spChg>
      </pc:sldChg>
      <pc:sldChg chg="modSp add mod modAnim">
        <pc:chgData name="Mohammad Salman" userId="cfd6754c-e613-4f6f-bb98-36aef69d8c31" providerId="ADAL" clId="{723D114D-6D37-4794-8FB1-F87D00A37DC8}" dt="2023-10-30T08:50:06.215" v="9216" actId="27636"/>
        <pc:sldMkLst>
          <pc:docMk/>
          <pc:sldMk cId="3114270972" sldId="286"/>
        </pc:sldMkLst>
        <pc:spChg chg="mod">
          <ac:chgData name="Mohammad Salman" userId="cfd6754c-e613-4f6f-bb98-36aef69d8c31" providerId="ADAL" clId="{723D114D-6D37-4794-8FB1-F87D00A37DC8}" dt="2023-10-30T08:50:06.215" v="9216" actId="27636"/>
          <ac:spMkLst>
            <pc:docMk/>
            <pc:sldMk cId="3114270972" sldId="286"/>
            <ac:spMk id="3" creationId="{44C164D2-A686-014A-6C2F-2B429EE1FC69}"/>
          </ac:spMkLst>
        </pc:spChg>
      </pc:sldChg>
      <pc:sldMasterChg chg="modSldLayout">
        <pc:chgData name="Mohammad Salman" userId="cfd6754c-e613-4f6f-bb98-36aef69d8c31" providerId="ADAL" clId="{723D114D-6D37-4794-8FB1-F87D00A37DC8}" dt="2023-10-29T11:39:46.379" v="2" actId="114"/>
        <pc:sldMasterMkLst>
          <pc:docMk/>
          <pc:sldMasterMk cId="4199582768" sldId="2147483648"/>
        </pc:sldMasterMkLst>
        <pc:sldLayoutChg chg="modSp setBg">
          <pc:chgData name="Mohammad Salman" userId="cfd6754c-e613-4f6f-bb98-36aef69d8c31" providerId="ADAL" clId="{723D114D-6D37-4794-8FB1-F87D00A37DC8}" dt="2023-10-29T11:39:46.379" v="2" actId="114"/>
          <pc:sldLayoutMkLst>
            <pc:docMk/>
            <pc:sldMasterMk cId="4199582768" sldId="2147483648"/>
            <pc:sldLayoutMk cId="1549941022" sldId="2147483649"/>
          </pc:sldLayoutMkLst>
          <pc:spChg chg="mod">
            <ac:chgData name="Mohammad Salman" userId="cfd6754c-e613-4f6f-bb98-36aef69d8c31" providerId="ADAL" clId="{723D114D-6D37-4794-8FB1-F87D00A37DC8}" dt="2023-10-29T11:39:46.379" v="2" actId="114"/>
            <ac:spMkLst>
              <pc:docMk/>
              <pc:sldMasterMk cId="4199582768" sldId="2147483648"/>
              <pc:sldLayoutMk cId="1549941022" sldId="2147483649"/>
              <ac:spMk id="3" creationId="{30726FDB-08E1-9120-9D87-E4DC2D086CB1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15103-8B26-41F0-8C82-22BADE3711D7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2A1F6-BD72-4A2B-91BB-1C8DA86E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03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parts – </a:t>
            </a:r>
          </a:p>
          <a:p>
            <a:r>
              <a:rPr lang="en-US" dirty="0"/>
              <a:t>- had I not written any </a:t>
            </a:r>
            <a:r>
              <a:rPr lang="en-US" dirty="0" err="1"/>
              <a:t>dtor</a:t>
            </a:r>
            <a:r>
              <a:rPr lang="en-US" dirty="0"/>
              <a:t>, compiler gives it to me. Writing default makes that explicit.</a:t>
            </a:r>
          </a:p>
          <a:p>
            <a:r>
              <a:rPr lang="en-US" dirty="0"/>
              <a:t>- because I’m working with inheritance, I want my base </a:t>
            </a:r>
            <a:r>
              <a:rPr lang="en-US" dirty="0" err="1"/>
              <a:t>dtor</a:t>
            </a:r>
            <a:r>
              <a:rPr lang="en-US" dirty="0"/>
              <a:t> to be virtual. Hence you see the virtual.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2A1F6-BD72-4A2B-91BB-1C8DA86EBC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69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2A1F6-BD72-4A2B-91BB-1C8DA86EBCB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79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i="1" dirty="0"/>
              <a:t>“Usually” implies that they may have a body. This use case is uncommon though.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2A1F6-BD72-4A2B-91BB-1C8DA86EBCB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51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problems here – delete p hasn’t been shown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2A1F6-BD72-4A2B-91BB-1C8DA86EBCB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86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pAni</a:t>
            </a:r>
            <a:r>
              <a:rPr lang="en-US" dirty="0"/>
              <a:t> wasn’t deleted.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2A1F6-BD72-4A2B-91BB-1C8DA86EBCB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59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DE9D-68EA-8AFE-1523-E3B3B1387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26FDB-08E1-9120-9D87-E4DC2D086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08F1A-39DD-A17A-5560-057852EFC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B44D-BA23-4327-BD4B-E8A03430CFAB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32563-8D8F-7E66-154D-70EE5BA30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C53EA-0B59-9CE2-894C-8E15B335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C46B5-71CC-42D6-B577-2176B44A1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41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9B76-50B5-A5BD-FBED-8AB88D22B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0F4EA-E9F7-F271-767F-70C888F15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AB891-D6CC-002E-E592-1FE60949B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B44D-BA23-4327-BD4B-E8A03430CFAB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7313-F6F8-BADF-B9AC-A9C425CD8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B012A-48A2-8E4F-6C50-4D6E8136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C46B5-71CC-42D6-B577-2176B44A1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97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AE2D-AA9B-2DD7-34A9-7DC557DE1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9DFC2-B14B-86A4-E208-F1B52C1BD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9A28D-F710-760B-DD0A-A79550A0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B44D-BA23-4327-BD4B-E8A03430CFAB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516E4-A066-F4F9-54DA-078C54E1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68CE3-9474-F353-CFE4-4BA28546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C46B5-71CC-42D6-B577-2176B44A1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9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718C5-2014-0C82-E9B8-EACDD83A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DDE13-33ED-B482-A0AC-3047842EA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3AA81-31EC-B25E-FBAF-8DBB53D61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FA622-C651-850B-DF97-45D69B3A6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B44D-BA23-4327-BD4B-E8A03430CFAB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A8060-DD14-E55B-4351-F7118F95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0B036-D8A9-2E2C-7376-10B840ACA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C46B5-71CC-42D6-B577-2176B44A1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4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4AF0-6B4A-ACB2-ECD9-3BF25BE27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619C6-EF7B-C92B-91D6-F68E430D6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9566D-6EBB-24E6-C770-C7FAAB4F9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5C275E-0262-A293-780E-88FD9D676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DFEC9F-6D7D-B4EE-88F6-3D125243F7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833844-34DC-0F83-AE6C-A7139396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B44D-BA23-4327-BD4B-E8A03430CFAB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4B411B-7670-1DA6-377C-634A67D6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2C51C1-5FCD-FD23-4A98-5110E0A4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C46B5-71CC-42D6-B577-2176B44A1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32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2E162-738D-53AE-75D2-C1357A50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F9135A-FCDD-7617-0E81-22A6AAEE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B44D-BA23-4327-BD4B-E8A03430CFAB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71C89-E53A-E662-4A67-3B2316287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3344D-CD0D-648E-A766-94EE5188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C46B5-71CC-42D6-B577-2176B44A1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6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DE37C-7C06-614A-4DC9-A9EA5C0F1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B44D-BA23-4327-BD4B-E8A03430CFAB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123C3-A549-60A6-BD2A-5ED910E1A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C2519-4672-27E6-C61D-15209013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C46B5-71CC-42D6-B577-2176B44A1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8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E0DE0-E5C4-7239-C89D-3F8022CF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721F6-87BE-37FE-FECA-9BCDE06DF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155A3-AB22-79BB-C706-AB0F5498F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018D-5C14-051A-183C-FA7F06DF6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B44D-BA23-4327-BD4B-E8A03430CFAB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24D66-0523-423B-2468-81C26583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17EF5-524A-53E4-B1F9-0ABC262E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C46B5-71CC-42D6-B577-2176B44A1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22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8522-293E-F80D-7039-CD727F56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A85F83-9EE1-1CE5-6CA1-CD196A31A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A40D7-CE04-2498-C027-1CABCEEC6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1D6F1-DB54-62C2-1BA9-1DC0FF12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B44D-BA23-4327-BD4B-E8A03430CFAB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679ED-F3DB-E46E-2F4C-2D583BE4E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975F4-73D4-170A-B330-253EC9CC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C46B5-71CC-42D6-B577-2176B44A1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31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30501-5D2C-9E15-4413-64C34ED13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2D694-DC0E-FDD0-C319-B856F7126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679E8-ECA6-3114-B03E-84DF5164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B44D-BA23-4327-BD4B-E8A03430CFAB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BA24F-128F-9960-3194-D07B683C0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1F8B5-7835-EADD-3ECE-F921AA19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C46B5-71CC-42D6-B577-2176B44A1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57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3915EC-F7D8-2366-242F-5AB0053FCB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8839B-D7EB-E7B1-689F-A40912EE7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B9349-454E-5E21-7638-F8C61F64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B44D-BA23-4327-BD4B-E8A03430CFAB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4C7DF-C964-B854-9E9D-022B055CD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34180-0011-CF48-83A5-26993D08F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C46B5-71CC-42D6-B577-2176B44A1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D52322-E7EC-373A-4B94-5ED9C62A9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A5D80-CC4B-09CE-B20D-EF09827DC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EA823-D839-38EB-90AC-1354476B1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CB44D-BA23-4327-BD4B-E8A03430CFAB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BE22D-C4B4-03BE-C39D-01679ACA2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F4389-E76E-8AB6-C74E-CEE3BF11E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C46B5-71CC-42D6-B577-2176B44A1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8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pure-virtual-functions-abstract-base-classes-and-interface-classes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pure-virtual-functions-abstract-base-classes-and-interface-classes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2175-0429-1D78-F816-4B3D6C120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32DF5-40DF-6FA8-9A65-9A5EE5D156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Mohammad Salman</a:t>
            </a:r>
          </a:p>
          <a:p>
            <a:r>
              <a:rPr lang="en-US" dirty="0"/>
              <a:t>Dean’s Fellow</a:t>
            </a:r>
          </a:p>
        </p:txBody>
      </p:sp>
    </p:spTree>
    <p:extLst>
      <p:ext uri="{BB962C8B-B14F-4D97-AF65-F5344CB8AC3E}">
        <p14:creationId xmlns:p14="http://schemas.microsoft.com/office/powerpoint/2010/main" val="4035877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B02D-92A1-02BC-0187-3BF98C5D9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162B4-92F4-A5E8-E872-371AA6DF4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plagiarisms are, unfortunately, quite common. </a:t>
            </a:r>
          </a:p>
          <a:p>
            <a:endParaRPr lang="en-US" dirty="0"/>
          </a:p>
          <a:p>
            <a:r>
              <a:rPr lang="en-US" dirty="0"/>
              <a:t>Some advice: please don’t plagiarize.</a:t>
            </a:r>
          </a:p>
          <a:p>
            <a:endParaRPr lang="en-US" dirty="0"/>
          </a:p>
          <a:p>
            <a:r>
              <a:rPr lang="en-US" dirty="0"/>
              <a:t>If you’re using AI or online resources, please cite your resources.</a:t>
            </a:r>
          </a:p>
          <a:p>
            <a:pPr lvl="1"/>
            <a:r>
              <a:rPr lang="en-US" b="1" dirty="0"/>
              <a:t>Understand what type of help is legitimate, and what help is not!</a:t>
            </a:r>
          </a:p>
          <a:p>
            <a:endParaRPr lang="en-US" dirty="0"/>
          </a:p>
          <a:p>
            <a:r>
              <a:rPr lang="en-US" dirty="0"/>
              <a:t>Don’t use a past project.</a:t>
            </a:r>
          </a:p>
        </p:txBody>
      </p:sp>
    </p:spTree>
    <p:extLst>
      <p:ext uri="{BB962C8B-B14F-4D97-AF65-F5344CB8AC3E}">
        <p14:creationId xmlns:p14="http://schemas.microsoft.com/office/powerpoint/2010/main" val="3492709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AF1AFE-40D8-A119-4E3B-2E9BEBDB5E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Warmup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051B53-352E-F329-AD84-C2F200086F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8AA54E-B7D3-461C-2263-D25B55724A4B}"/>
              </a:ext>
            </a:extLst>
          </p:cNvPr>
          <p:cNvSpPr txBox="1"/>
          <p:nvPr/>
        </p:nvSpPr>
        <p:spPr>
          <a:xfrm>
            <a:off x="244548" y="1525035"/>
            <a:ext cx="635827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Base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"Base"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~Base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Derived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: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Base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"Derived"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  <a:endParaRPr lang="en-US" sz="14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b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</a:b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latin typeface="Roboto Mono" panose="00000009000000000000" pitchFamily="49" charset="0"/>
              </a:rPr>
              <a:t>virtual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400" dirty="0">
                <a:solidFill>
                  <a:srgbClr val="268BD2"/>
                </a:solidFill>
                <a:latin typeface="Roboto Mono" panose="00000009000000000000" pitchFamily="49" charset="0"/>
              </a:rPr>
              <a:t>~Derived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() </a:t>
            </a:r>
            <a:r>
              <a:rPr lang="en-US" sz="1400" dirty="0">
                <a:solidFill>
                  <a:srgbClr val="859900"/>
                </a:solidFill>
                <a:latin typeface="Roboto Mono" panose="00000009000000000000" pitchFamily="49" charset="0"/>
              </a:rPr>
              <a:t>=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400" dirty="0">
                <a:solidFill>
                  <a:srgbClr val="859900"/>
                </a:solidFill>
                <a:latin typeface="Roboto Mono" panose="00000009000000000000" pitchFamily="49" charset="0"/>
              </a:rPr>
              <a:t>default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18799-76E5-93C3-0E99-AF2725E91022}"/>
              </a:ext>
            </a:extLst>
          </p:cNvPr>
          <p:cNvSpPr txBox="1"/>
          <p:nvPr/>
        </p:nvSpPr>
        <p:spPr>
          <a:xfrm>
            <a:off x="7315199" y="1925144"/>
            <a:ext cx="42875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Base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Derived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-&gt;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    delete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>
                <a:solidFill>
                  <a:srgbClr val="268BD2"/>
                </a:solidFill>
                <a:latin typeface="Roboto Mono" panose="00000009000000000000" pitchFamily="49" charset="0"/>
              </a:rPr>
              <a:t>p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172440-746C-781B-5DA1-8F1706C8A164}"/>
              </a:ext>
            </a:extLst>
          </p:cNvPr>
          <p:cNvSpPr txBox="1"/>
          <p:nvPr/>
        </p:nvSpPr>
        <p:spPr>
          <a:xfrm>
            <a:off x="231543" y="94690"/>
            <a:ext cx="11728911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What will be the output of this program?</a:t>
            </a:r>
          </a:p>
          <a:p>
            <a:endParaRPr lang="en-US" sz="2000" dirty="0"/>
          </a:p>
          <a:p>
            <a:r>
              <a:rPr lang="en-US" sz="2000" dirty="0"/>
              <a:t>Is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Derived::</a:t>
            </a:r>
            <a:r>
              <a:rPr lang="en-US" sz="2000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getName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  <a:r>
              <a:rPr lang="en-US" sz="2000" dirty="0"/>
              <a:t> overriding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Base::</a:t>
            </a:r>
            <a:r>
              <a:rPr lang="en-US" sz="2000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getName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  <a:r>
              <a:rPr lang="en-US" sz="20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212FA0-3F24-7969-8829-55E8691D1392}"/>
              </a:ext>
            </a:extLst>
          </p:cNvPr>
          <p:cNvSpPr/>
          <p:nvPr/>
        </p:nvSpPr>
        <p:spPr>
          <a:xfrm>
            <a:off x="701751" y="2594345"/>
            <a:ext cx="2892055" cy="28707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95E89-BC54-2A28-8960-5203510214D8}"/>
              </a:ext>
            </a:extLst>
          </p:cNvPr>
          <p:cNvSpPr txBox="1"/>
          <p:nvPr/>
        </p:nvSpPr>
        <p:spPr>
          <a:xfrm>
            <a:off x="7721894" y="4460602"/>
            <a:ext cx="3880884" cy="224676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Tells the compiler to provide a destructor.</a:t>
            </a:r>
          </a:p>
          <a:p>
            <a:r>
              <a:rPr lang="en-US" sz="2000" i="1" dirty="0">
                <a:solidFill>
                  <a:schemeClr val="accent1"/>
                </a:solidFill>
              </a:rPr>
              <a:t>I could have alternatively written though writing the </a:t>
            </a:r>
            <a:r>
              <a:rPr lang="en-US" sz="2000" i="1" dirty="0" err="1">
                <a:solidFill>
                  <a:schemeClr val="accent1"/>
                </a:solidFill>
              </a:rPr>
              <a:t>derived’s</a:t>
            </a:r>
            <a:r>
              <a:rPr lang="en-US" sz="2000" i="1" dirty="0">
                <a:solidFill>
                  <a:schemeClr val="accent1"/>
                </a:solidFill>
              </a:rPr>
              <a:t> </a:t>
            </a:r>
            <a:r>
              <a:rPr lang="en-US" sz="2000" i="1" dirty="0" err="1">
                <a:solidFill>
                  <a:schemeClr val="accent1"/>
                </a:solidFill>
              </a:rPr>
              <a:t>dtor</a:t>
            </a:r>
            <a:r>
              <a:rPr lang="en-US" sz="2000" i="1" dirty="0">
                <a:solidFill>
                  <a:schemeClr val="accent1"/>
                </a:solidFill>
              </a:rPr>
              <a:t> is optional.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virtual ~Base() {}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virtual ~Derived() {}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0563755F-A7C0-A0CC-D4DE-B25B10574DB7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3593806" y="2737885"/>
            <a:ext cx="4128088" cy="28461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CF866E02-810A-C841-7C43-16F939E43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571" y="106934"/>
            <a:ext cx="2589193" cy="99117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6B4B45-0DD4-403D-4F07-9B1EF07DE88D}"/>
              </a:ext>
            </a:extLst>
          </p:cNvPr>
          <p:cNvSpPr/>
          <p:nvPr/>
        </p:nvSpPr>
        <p:spPr>
          <a:xfrm>
            <a:off x="701751" y="4526156"/>
            <a:ext cx="3200398" cy="28707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194423B1-2B82-BB11-9945-3C4C915E808A}"/>
              </a:ext>
            </a:extLst>
          </p:cNvPr>
          <p:cNvCxnSpPr>
            <a:cxnSpLocks/>
            <a:stCxn id="18" idx="3"/>
            <a:endCxn id="11" idx="1"/>
          </p:cNvCxnSpPr>
          <p:nvPr/>
        </p:nvCxnSpPr>
        <p:spPr>
          <a:xfrm>
            <a:off x="3902149" y="4669696"/>
            <a:ext cx="3819745" cy="91429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85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8AA54E-B7D3-461C-2263-D25B55724A4B}"/>
              </a:ext>
            </a:extLst>
          </p:cNvPr>
          <p:cNvSpPr txBox="1"/>
          <p:nvPr/>
        </p:nvSpPr>
        <p:spPr>
          <a:xfrm>
            <a:off x="244548" y="1525035"/>
            <a:ext cx="635827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Base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"Base"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~Base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Derived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: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Base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"Derived"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  <a:endParaRPr lang="en-US" sz="14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b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</a:b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latin typeface="Roboto Mono" panose="00000009000000000000" pitchFamily="49" charset="0"/>
              </a:rPr>
              <a:t>virtual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400" dirty="0">
                <a:solidFill>
                  <a:srgbClr val="268BD2"/>
                </a:solidFill>
                <a:latin typeface="Roboto Mono" panose="00000009000000000000" pitchFamily="49" charset="0"/>
              </a:rPr>
              <a:t>~Derived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() </a:t>
            </a:r>
            <a:r>
              <a:rPr lang="en-US" sz="1400" dirty="0">
                <a:solidFill>
                  <a:srgbClr val="859900"/>
                </a:solidFill>
                <a:latin typeface="Roboto Mono" panose="00000009000000000000" pitchFamily="49" charset="0"/>
              </a:rPr>
              <a:t>=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400" dirty="0">
                <a:solidFill>
                  <a:srgbClr val="859900"/>
                </a:solidFill>
                <a:latin typeface="Roboto Mono" panose="00000009000000000000" pitchFamily="49" charset="0"/>
              </a:rPr>
              <a:t>default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18799-76E5-93C3-0E99-AF2725E91022}"/>
              </a:ext>
            </a:extLst>
          </p:cNvPr>
          <p:cNvSpPr txBox="1"/>
          <p:nvPr/>
        </p:nvSpPr>
        <p:spPr>
          <a:xfrm>
            <a:off x="7315199" y="1925144"/>
            <a:ext cx="42875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Base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Derived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-&gt;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    delete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>
                <a:solidFill>
                  <a:srgbClr val="268BD2"/>
                </a:solidFill>
                <a:latin typeface="Roboto Mono" panose="00000009000000000000" pitchFamily="49" charset="0"/>
              </a:rPr>
              <a:t>p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172440-746C-781B-5DA1-8F1706C8A164}"/>
              </a:ext>
            </a:extLst>
          </p:cNvPr>
          <p:cNvSpPr txBox="1"/>
          <p:nvPr/>
        </p:nvSpPr>
        <p:spPr>
          <a:xfrm>
            <a:off x="231543" y="94690"/>
            <a:ext cx="11728911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What will be the output of this program?</a:t>
            </a:r>
          </a:p>
          <a:p>
            <a:endParaRPr lang="en-US" sz="2000" dirty="0"/>
          </a:p>
          <a:p>
            <a:r>
              <a:rPr lang="en-US" sz="2000" dirty="0"/>
              <a:t>Is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Derived::</a:t>
            </a:r>
            <a:r>
              <a:rPr lang="en-US" sz="2000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getName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  <a:r>
              <a:rPr lang="en-US" sz="2000" dirty="0"/>
              <a:t> overriding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Base::</a:t>
            </a:r>
            <a:r>
              <a:rPr lang="en-US" sz="2000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getName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  <a:r>
              <a:rPr lang="en-US" sz="2000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52D21-49DC-9BBA-F226-8C2F5C329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449" y="143910"/>
            <a:ext cx="2201329" cy="917222"/>
          </a:xfrm>
          <a:prstGeom prst="rect">
            <a:avLst/>
          </a:prstGeom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6E361233-D243-C6D0-0689-055507B2C73B}"/>
              </a:ext>
            </a:extLst>
          </p:cNvPr>
          <p:cNvSpPr/>
          <p:nvPr/>
        </p:nvSpPr>
        <p:spPr>
          <a:xfrm rot="18634669">
            <a:off x="3492861" y="3700131"/>
            <a:ext cx="435935" cy="38277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70B048-5D6D-9C3D-54E5-50CFD9627A04}"/>
              </a:ext>
            </a:extLst>
          </p:cNvPr>
          <p:cNvSpPr txBox="1"/>
          <p:nvPr/>
        </p:nvSpPr>
        <p:spPr>
          <a:xfrm>
            <a:off x="231543" y="5236762"/>
            <a:ext cx="11474904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i="1" dirty="0"/>
              <a:t>As soon as the return type and signature get matched,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Derived::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getName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  <a:r>
              <a:rPr lang="en-US" dirty="0"/>
              <a:t> </a:t>
            </a:r>
            <a:r>
              <a:rPr lang="en-US" i="1" dirty="0"/>
              <a:t>overrides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Base::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getName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  <a:r>
              <a:rPr lang="en-US" i="1" dirty="0"/>
              <a:t>. As such, writing both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virtual</a:t>
            </a:r>
            <a:r>
              <a:rPr lang="en-US" dirty="0"/>
              <a:t> </a:t>
            </a:r>
            <a:r>
              <a:rPr lang="en-US" i="1" dirty="0"/>
              <a:t>and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override</a:t>
            </a:r>
            <a:r>
              <a:rPr lang="en-US" dirty="0"/>
              <a:t> </a:t>
            </a:r>
            <a:r>
              <a:rPr lang="en-US" i="1" dirty="0"/>
              <a:t>are optional with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Derived::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getName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  <a:r>
              <a:rPr lang="en-US" i="1" dirty="0"/>
              <a:t>. </a:t>
            </a:r>
          </a:p>
          <a:p>
            <a:endParaRPr lang="en-US" i="1" dirty="0"/>
          </a:p>
          <a:p>
            <a:r>
              <a:rPr lang="en-US" i="1" u="sng" dirty="0"/>
              <a:t>However, writing </a:t>
            </a:r>
            <a:r>
              <a:rPr lang="en-US" b="1" u="sng" dirty="0">
                <a:latin typeface="Roboto Mono" panose="00000009000000000000" pitchFamily="49" charset="0"/>
                <a:ea typeface="Roboto Mono" panose="00000009000000000000" pitchFamily="49" charset="0"/>
              </a:rPr>
              <a:t>override</a:t>
            </a:r>
            <a:r>
              <a:rPr lang="en-US" u="sng" dirty="0"/>
              <a:t> </a:t>
            </a:r>
            <a:r>
              <a:rPr lang="en-US" i="1" u="sng" dirty="0"/>
              <a:t>is recommended</a:t>
            </a:r>
            <a:r>
              <a:rPr lang="en-US" i="1" dirty="0"/>
              <a:t>. Helps to avoid mistakes and improves readability. Also,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override</a:t>
            </a:r>
            <a:r>
              <a:rPr lang="en-US" i="1" dirty="0"/>
              <a:t> implies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virtual</a:t>
            </a:r>
            <a:r>
              <a:rPr lang="en-US" i="1" dirty="0"/>
              <a:t>, so only writing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override</a:t>
            </a:r>
            <a:r>
              <a:rPr lang="en-US" i="1" dirty="0"/>
              <a:t> is sufficient.</a:t>
            </a:r>
          </a:p>
        </p:txBody>
      </p:sp>
    </p:spTree>
    <p:extLst>
      <p:ext uri="{BB962C8B-B14F-4D97-AF65-F5344CB8AC3E}">
        <p14:creationId xmlns:p14="http://schemas.microsoft.com/office/powerpoint/2010/main" val="75446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761DBD-E920-8C7E-B08B-7182CEF03A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Pure Virtual Functions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30A54A9-1F91-81BB-C5FA-D8014E1E5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</a:t>
            </a:r>
            <a:r>
              <a:rPr lang="en-US" b="1" dirty="0"/>
              <a:t>Abstract Base Classes</a:t>
            </a:r>
            <a:r>
              <a:rPr lang="en-US" dirty="0"/>
              <a:t> and </a:t>
            </a:r>
            <a:r>
              <a:rPr lang="en-US" b="1" dirty="0"/>
              <a:t>Interfaces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6D94C2-7C91-6EAC-F799-7E3BBF7AA797}"/>
              </a:ext>
            </a:extLst>
          </p:cNvPr>
          <p:cNvSpPr txBox="1"/>
          <p:nvPr/>
        </p:nvSpPr>
        <p:spPr>
          <a:xfrm>
            <a:off x="613144" y="6146747"/>
            <a:ext cx="10965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https://www.learncpp.com/cpp-tutorial/pure-virtual-functions-abstract-base-classes-and-interface-classes/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331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822C-4596-5510-9EEC-A3A317F52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Base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164D2-A686-014A-6C2F-2B429EE1F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times, when developing an inheritance hierarchy, you will find that instantiating objects of the </a:t>
            </a:r>
            <a:r>
              <a:rPr lang="en-US" i="1" dirty="0"/>
              <a:t>most-base</a:t>
            </a:r>
            <a:r>
              <a:rPr lang="en-US" dirty="0"/>
              <a:t> class won’t make sense.</a:t>
            </a:r>
          </a:p>
        </p:txBody>
      </p:sp>
    </p:spTree>
    <p:extLst>
      <p:ext uri="{BB962C8B-B14F-4D97-AF65-F5344CB8AC3E}">
        <p14:creationId xmlns:p14="http://schemas.microsoft.com/office/powerpoint/2010/main" val="1298734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6C150F0C-8243-9E10-B3AC-04DCF6AE364F}"/>
              </a:ext>
            </a:extLst>
          </p:cNvPr>
          <p:cNvSpPr txBox="1"/>
          <p:nvPr/>
        </p:nvSpPr>
        <p:spPr>
          <a:xfrm>
            <a:off x="231543" y="94690"/>
            <a:ext cx="11728911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In this situation, you probably would never create an object of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class Robot</a:t>
            </a:r>
            <a:r>
              <a:rPr lang="en-US" sz="2000" dirty="0"/>
              <a:t>, because it is too general, and the objects that you’ll want are probably more specific than this.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A5DDC2-28F5-100A-C1C4-9B9BD4059D01}"/>
              </a:ext>
            </a:extLst>
          </p:cNvPr>
          <p:cNvSpPr txBox="1"/>
          <p:nvPr/>
        </p:nvSpPr>
        <p:spPr>
          <a:xfrm>
            <a:off x="6388545" y="1626813"/>
            <a:ext cx="1187073" cy="64633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class Robot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09C190-F86E-C1DD-B401-5B66B49B79E1}"/>
              </a:ext>
            </a:extLst>
          </p:cNvPr>
          <p:cNvSpPr txBox="1"/>
          <p:nvPr/>
        </p:nvSpPr>
        <p:spPr>
          <a:xfrm>
            <a:off x="3765776" y="3387261"/>
            <a:ext cx="2215841" cy="64633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class </a:t>
            </a:r>
            <a:r>
              <a:rPr lang="en-US" b="1" dirty="0" err="1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GroundedRobot</a:t>
            </a:r>
            <a:endParaRPr lang="en-US" b="1" dirty="0">
              <a:solidFill>
                <a:srgbClr val="00B050"/>
              </a:solidFill>
              <a:latin typeface="Roboto Mono" panose="00000009000000000000" pitchFamily="49" charset="0"/>
              <a:ea typeface="Roboto Mono" panose="00000009000000000000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87CECF-C464-3D75-D455-AF2EA51851A6}"/>
              </a:ext>
            </a:extLst>
          </p:cNvPr>
          <p:cNvSpPr txBox="1"/>
          <p:nvPr/>
        </p:nvSpPr>
        <p:spPr>
          <a:xfrm>
            <a:off x="8169154" y="3387261"/>
            <a:ext cx="2049144" cy="64633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class </a:t>
            </a:r>
            <a:r>
              <a:rPr lang="en-US" b="1" dirty="0" err="1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AirRobot</a:t>
            </a:r>
            <a:endParaRPr lang="en-US" b="1" dirty="0">
              <a:solidFill>
                <a:srgbClr val="00B050"/>
              </a:solidFill>
              <a:latin typeface="Roboto Mono" panose="00000009000000000000" pitchFamily="49" charset="0"/>
              <a:ea typeface="Roboto Mono" panose="00000009000000000000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F0D79A6-2719-3209-2940-234E7E4B9E70}"/>
              </a:ext>
            </a:extLst>
          </p:cNvPr>
          <p:cNvCxnSpPr>
            <a:cxnSpLocks/>
            <a:stCxn id="28" idx="0"/>
            <a:endCxn id="27" idx="2"/>
          </p:cNvCxnSpPr>
          <p:nvPr/>
        </p:nvCxnSpPr>
        <p:spPr>
          <a:xfrm rot="5400000" flipH="1" flipV="1">
            <a:off x="5370831" y="1776011"/>
            <a:ext cx="1114117" cy="2108385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380C629-7D93-3D1F-2AAB-94409F24A1B8}"/>
              </a:ext>
            </a:extLst>
          </p:cNvPr>
          <p:cNvCxnSpPr>
            <a:cxnSpLocks/>
            <a:stCxn id="29" idx="0"/>
            <a:endCxn id="27" idx="2"/>
          </p:cNvCxnSpPr>
          <p:nvPr/>
        </p:nvCxnSpPr>
        <p:spPr>
          <a:xfrm rot="16200000" flipV="1">
            <a:off x="7530846" y="1724381"/>
            <a:ext cx="1114117" cy="221164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E129CBD-8302-5F3C-3008-64F05DCE4549}"/>
              </a:ext>
            </a:extLst>
          </p:cNvPr>
          <p:cNvSpPr txBox="1"/>
          <p:nvPr/>
        </p:nvSpPr>
        <p:spPr>
          <a:xfrm>
            <a:off x="294804" y="1400901"/>
            <a:ext cx="2917012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i="1" dirty="0"/>
              <a:t>More general / abstract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9AF774-7C65-69E8-6368-99D2150D8FCF}"/>
              </a:ext>
            </a:extLst>
          </p:cNvPr>
          <p:cNvSpPr txBox="1"/>
          <p:nvPr/>
        </p:nvSpPr>
        <p:spPr>
          <a:xfrm>
            <a:off x="294803" y="6195366"/>
            <a:ext cx="252590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i="1" dirty="0"/>
              <a:t>Less general / abstract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FA05923-CDF4-0AFD-AEAF-2E72FEAFA3A3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1557755" y="1770233"/>
            <a:ext cx="20484" cy="44251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8DE40DB-78FE-6BB3-1E81-2B90E669CE36}"/>
              </a:ext>
            </a:extLst>
          </p:cNvPr>
          <p:cNvSpPr txBox="1"/>
          <p:nvPr/>
        </p:nvSpPr>
        <p:spPr>
          <a:xfrm>
            <a:off x="2103894" y="5257089"/>
            <a:ext cx="2215841" cy="64633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class </a:t>
            </a:r>
            <a:r>
              <a:rPr lang="en-US" b="1" dirty="0" err="1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TrackedWheels</a:t>
            </a:r>
            <a:endParaRPr lang="en-US" b="1" dirty="0">
              <a:solidFill>
                <a:srgbClr val="00B050"/>
              </a:solidFill>
              <a:latin typeface="Roboto Mono" panose="00000009000000000000" pitchFamily="49" charset="0"/>
              <a:ea typeface="Roboto Mono" panose="00000009000000000000" pitchFamily="49" charset="0"/>
              <a:cs typeface="Cascadia Code" panose="020B06090200000200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C7DBC7-8203-6F0C-1349-622F5F64F2D3}"/>
              </a:ext>
            </a:extLst>
          </p:cNvPr>
          <p:cNvSpPr txBox="1"/>
          <p:nvPr/>
        </p:nvSpPr>
        <p:spPr>
          <a:xfrm>
            <a:off x="4773350" y="5257089"/>
            <a:ext cx="2215841" cy="64633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class </a:t>
            </a:r>
            <a:r>
              <a:rPr lang="en-US" b="1" dirty="0" err="1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RegularWheels</a:t>
            </a:r>
            <a:endParaRPr lang="en-US" b="1" dirty="0">
              <a:solidFill>
                <a:srgbClr val="00B050"/>
              </a:solidFill>
              <a:latin typeface="Roboto Mono" panose="00000009000000000000" pitchFamily="49" charset="0"/>
              <a:ea typeface="Roboto Mono" panose="00000009000000000000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32B380B2-CC8C-95AC-90FA-C8CA75EFFF68}"/>
              </a:ext>
            </a:extLst>
          </p:cNvPr>
          <p:cNvCxnSpPr>
            <a:cxnSpLocks/>
            <a:stCxn id="35" idx="0"/>
            <a:endCxn id="28" idx="2"/>
          </p:cNvCxnSpPr>
          <p:nvPr/>
        </p:nvCxnSpPr>
        <p:spPr>
          <a:xfrm rot="5400000" flipH="1" flipV="1">
            <a:off x="3431008" y="3814400"/>
            <a:ext cx="1223497" cy="1661882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E39C6F6-EEDE-022A-C833-D01D7ABF960A}"/>
              </a:ext>
            </a:extLst>
          </p:cNvPr>
          <p:cNvCxnSpPr>
            <a:cxnSpLocks/>
            <a:stCxn id="36" idx="0"/>
            <a:endCxn id="28" idx="2"/>
          </p:cNvCxnSpPr>
          <p:nvPr/>
        </p:nvCxnSpPr>
        <p:spPr>
          <a:xfrm rot="16200000" flipV="1">
            <a:off x="4765736" y="4141554"/>
            <a:ext cx="1223497" cy="100757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330140E-853A-02E2-DE0D-DB7E5FD7CB50}"/>
              </a:ext>
            </a:extLst>
          </p:cNvPr>
          <p:cNvSpPr txBox="1"/>
          <p:nvPr/>
        </p:nvSpPr>
        <p:spPr>
          <a:xfrm>
            <a:off x="7718772" y="5253653"/>
            <a:ext cx="1179963" cy="64633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class VTOL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4C6127-3D00-E486-0BE0-CC35FF296616}"/>
              </a:ext>
            </a:extLst>
          </p:cNvPr>
          <p:cNvSpPr txBox="1"/>
          <p:nvPr/>
        </p:nvSpPr>
        <p:spPr>
          <a:xfrm>
            <a:off x="9628316" y="5257089"/>
            <a:ext cx="1179963" cy="64633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class CTOL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E758584-54E3-FE79-E729-943B2288A603}"/>
              </a:ext>
            </a:extLst>
          </p:cNvPr>
          <p:cNvCxnSpPr>
            <a:cxnSpLocks/>
            <a:stCxn id="39" idx="0"/>
            <a:endCxn id="29" idx="2"/>
          </p:cNvCxnSpPr>
          <p:nvPr/>
        </p:nvCxnSpPr>
        <p:spPr>
          <a:xfrm rot="5400000" flipH="1" flipV="1">
            <a:off x="8141210" y="4201137"/>
            <a:ext cx="1220061" cy="884972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7416886-C4AE-A0F1-95AB-0DEE181E569B}"/>
              </a:ext>
            </a:extLst>
          </p:cNvPr>
          <p:cNvCxnSpPr>
            <a:cxnSpLocks/>
            <a:stCxn id="40" idx="0"/>
            <a:endCxn id="29" idx="2"/>
          </p:cNvCxnSpPr>
          <p:nvPr/>
        </p:nvCxnSpPr>
        <p:spPr>
          <a:xfrm rot="16200000" flipV="1">
            <a:off x="9094264" y="4133055"/>
            <a:ext cx="1223497" cy="1024572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2B5C9BED-67FF-A511-11BA-3FC3FA8E8337}"/>
              </a:ext>
            </a:extLst>
          </p:cNvPr>
          <p:cNvSpPr/>
          <p:nvPr/>
        </p:nvSpPr>
        <p:spPr>
          <a:xfrm>
            <a:off x="4793016" y="4030156"/>
            <a:ext cx="161365" cy="148092"/>
          </a:xfrm>
          <a:prstGeom prst="triangle">
            <a:avLst/>
          </a:prstGeom>
          <a:solidFill>
            <a:schemeClr val="bg1"/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18756650-FB41-91D6-67C4-4028A19FD44F}"/>
              </a:ext>
            </a:extLst>
          </p:cNvPr>
          <p:cNvSpPr/>
          <p:nvPr/>
        </p:nvSpPr>
        <p:spPr>
          <a:xfrm>
            <a:off x="9113042" y="4030156"/>
            <a:ext cx="161365" cy="148092"/>
          </a:xfrm>
          <a:prstGeom prst="triangle">
            <a:avLst/>
          </a:prstGeom>
          <a:solidFill>
            <a:schemeClr val="bg1"/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EDD3240F-F72C-93B5-9A66-7B9729BB1A23}"/>
              </a:ext>
            </a:extLst>
          </p:cNvPr>
          <p:cNvSpPr/>
          <p:nvPr/>
        </p:nvSpPr>
        <p:spPr>
          <a:xfrm>
            <a:off x="6908508" y="2273143"/>
            <a:ext cx="161365" cy="148092"/>
          </a:xfrm>
          <a:prstGeom prst="triangle">
            <a:avLst/>
          </a:prstGeom>
          <a:solidFill>
            <a:schemeClr val="bg1"/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00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E91328-82BE-D97E-BC45-F25EFEEAA5EF}"/>
              </a:ext>
            </a:extLst>
          </p:cNvPr>
          <p:cNvSpPr txBox="1"/>
          <p:nvPr/>
        </p:nvSpPr>
        <p:spPr>
          <a:xfrm>
            <a:off x="5747135" y="2465170"/>
            <a:ext cx="1477634" cy="64633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class Employee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A08E3A-05A6-E996-0A73-BC2E0FD0A42A}"/>
              </a:ext>
            </a:extLst>
          </p:cNvPr>
          <p:cNvSpPr txBox="1"/>
          <p:nvPr/>
        </p:nvSpPr>
        <p:spPr>
          <a:xfrm>
            <a:off x="1882586" y="4738543"/>
            <a:ext cx="1959963" cy="64633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class Supervisor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C36DE3-F72E-6E1E-6C00-898608A857D4}"/>
              </a:ext>
            </a:extLst>
          </p:cNvPr>
          <p:cNvSpPr txBox="1"/>
          <p:nvPr/>
        </p:nvSpPr>
        <p:spPr>
          <a:xfrm>
            <a:off x="4457434" y="4738543"/>
            <a:ext cx="1591945" cy="64633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class Engineer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DE2CFD6-AC42-9DA0-44EB-18ED5034C851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rot="5400000" flipH="1" flipV="1">
            <a:off x="3860739" y="2113330"/>
            <a:ext cx="1627042" cy="362338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3977941F-2223-350A-E2AF-2108562A37AC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rot="5400000" flipH="1" flipV="1">
            <a:off x="5056158" y="3308750"/>
            <a:ext cx="1627042" cy="1232545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84FED5-720E-EE34-8F8B-310BD0626B4E}"/>
              </a:ext>
            </a:extLst>
          </p:cNvPr>
          <p:cNvSpPr txBox="1"/>
          <p:nvPr/>
        </p:nvSpPr>
        <p:spPr>
          <a:xfrm>
            <a:off x="0" y="1822579"/>
            <a:ext cx="311574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i="1" dirty="0"/>
              <a:t>More general / abstract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2DAE80-BDCB-0E40-3CD6-06DD992164BD}"/>
              </a:ext>
            </a:extLst>
          </p:cNvPr>
          <p:cNvSpPr txBox="1"/>
          <p:nvPr/>
        </p:nvSpPr>
        <p:spPr>
          <a:xfrm>
            <a:off x="0" y="5680397"/>
            <a:ext cx="2697988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i="1" dirty="0"/>
              <a:t>Less general / abstract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DD6871-8057-1B20-EE09-643C06E9C319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348994" y="2222689"/>
            <a:ext cx="0" cy="34577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C7A8686-3F45-E5D5-6CFD-3B821DD24487}"/>
              </a:ext>
            </a:extLst>
          </p:cNvPr>
          <p:cNvSpPr txBox="1"/>
          <p:nvPr/>
        </p:nvSpPr>
        <p:spPr>
          <a:xfrm>
            <a:off x="6729010" y="4738543"/>
            <a:ext cx="2128161" cy="64633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class </a:t>
            </a:r>
            <a:r>
              <a:rPr lang="en-US" b="1" dirty="0" err="1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CookingStaff</a:t>
            </a:r>
            <a:endParaRPr lang="en-US" b="1" dirty="0">
              <a:solidFill>
                <a:srgbClr val="00B050"/>
              </a:solidFill>
              <a:latin typeface="Roboto Mono" panose="00000009000000000000" pitchFamily="49" charset="0"/>
              <a:ea typeface="Roboto Mono" panose="00000009000000000000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1411041-9603-B5F8-7906-B2646055B6CF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rot="16200000" flipV="1">
            <a:off x="6326001" y="3271452"/>
            <a:ext cx="1627042" cy="1307139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C0F969E-91AF-0E5B-A476-FF3BF0B0751E}"/>
              </a:ext>
            </a:extLst>
          </p:cNvPr>
          <p:cNvSpPr txBox="1"/>
          <p:nvPr/>
        </p:nvSpPr>
        <p:spPr>
          <a:xfrm>
            <a:off x="9433629" y="4738543"/>
            <a:ext cx="2325513" cy="64633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class </a:t>
            </a:r>
            <a:r>
              <a:rPr lang="en-US" b="1" dirty="0" err="1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ascadia Code" panose="020B0609020000020004" pitchFamily="49" charset="0"/>
              </a:rPr>
              <a:t>CleaningStaff</a:t>
            </a:r>
            <a:endParaRPr lang="en-US" b="1" dirty="0">
              <a:solidFill>
                <a:srgbClr val="00B050"/>
              </a:solidFill>
              <a:latin typeface="Roboto Mono" panose="00000009000000000000" pitchFamily="49" charset="0"/>
              <a:ea typeface="Roboto Mono" panose="00000009000000000000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2ED1932-1C97-0CB3-835F-F7D9C9F0F823}"/>
              </a:ext>
            </a:extLst>
          </p:cNvPr>
          <p:cNvCxnSpPr>
            <a:cxnSpLocks/>
            <a:stCxn id="14" idx="0"/>
            <a:endCxn id="4" idx="2"/>
          </p:cNvCxnSpPr>
          <p:nvPr/>
        </p:nvCxnSpPr>
        <p:spPr>
          <a:xfrm rot="16200000" flipV="1">
            <a:off x="7727648" y="1869805"/>
            <a:ext cx="1627042" cy="411043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1B56BEF-E59D-4A8E-9F66-082AD4389658}"/>
              </a:ext>
            </a:extLst>
          </p:cNvPr>
          <p:cNvSpPr/>
          <p:nvPr/>
        </p:nvSpPr>
        <p:spPr>
          <a:xfrm>
            <a:off x="6405269" y="3111499"/>
            <a:ext cx="161365" cy="148092"/>
          </a:xfrm>
          <a:prstGeom prst="triangle">
            <a:avLst/>
          </a:prstGeom>
          <a:solidFill>
            <a:schemeClr val="bg1"/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98D00D-1030-41C6-CA08-548556A8372B}"/>
              </a:ext>
            </a:extLst>
          </p:cNvPr>
          <p:cNvSpPr txBox="1"/>
          <p:nvPr/>
        </p:nvSpPr>
        <p:spPr>
          <a:xfrm>
            <a:off x="231543" y="94690"/>
            <a:ext cx="11728911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Similar situation here too.</a:t>
            </a:r>
          </a:p>
        </p:txBody>
      </p:sp>
    </p:spTree>
    <p:extLst>
      <p:ext uri="{BB962C8B-B14F-4D97-AF65-F5344CB8AC3E}">
        <p14:creationId xmlns:p14="http://schemas.microsoft.com/office/powerpoint/2010/main" val="2017940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822C-4596-5510-9EEC-A3A317F52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Base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164D2-A686-014A-6C2F-2B429EE1F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Enter </a:t>
            </a:r>
            <a:r>
              <a:rPr lang="en-US" b="1" dirty="0"/>
              <a:t>pure virtual functions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Such functions (</a:t>
            </a:r>
            <a:r>
              <a:rPr lang="en-US" b="1" dirty="0"/>
              <a:t>usually</a:t>
            </a:r>
            <a:r>
              <a:rPr lang="en-US" dirty="0"/>
              <a:t>) have no definitions (i.e. function bodies).</a:t>
            </a:r>
          </a:p>
          <a:p>
            <a:pPr lvl="1"/>
            <a:r>
              <a:rPr lang="en-US" dirty="0"/>
              <a:t>As such, these functions are meant to be defined by derived classes.</a:t>
            </a:r>
          </a:p>
          <a:p>
            <a:endParaRPr lang="en-US" dirty="0"/>
          </a:p>
          <a:p>
            <a:r>
              <a:rPr lang="en-US" dirty="0"/>
              <a:t>When we add a pure virtual function to our class, we are effectively saying, </a:t>
            </a:r>
            <a:r>
              <a:rPr lang="en-US" i="1" dirty="0">
                <a:solidFill>
                  <a:schemeClr val="accent1"/>
                </a:solidFill>
              </a:rPr>
              <a:t>“it is up to the derived classes to implement this function”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009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8F8679-EC17-6B0B-14FC-0335E3958155}"/>
              </a:ext>
            </a:extLst>
          </p:cNvPr>
          <p:cNvSpPr txBox="1"/>
          <p:nvPr/>
        </p:nvSpPr>
        <p:spPr>
          <a:xfrm>
            <a:off x="630865" y="2028616"/>
            <a:ext cx="1093027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Base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sayHi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"Hi"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// a normal non-virtual function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"Base"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// a normal virtual function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getValue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dirty="0">
                <a:solidFill>
                  <a:srgbClr val="D33682"/>
                </a:solidFill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// a pure virtual function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doSomething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dirty="0">
                <a:solidFill>
                  <a:srgbClr val="D33682"/>
                </a:solidFill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// Compile error: can not set non-virtual functions to 0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8CCDD0-76DF-176E-B9E2-2A048073CAA0}"/>
              </a:ext>
            </a:extLst>
          </p:cNvPr>
          <p:cNvSpPr txBox="1"/>
          <p:nvPr/>
        </p:nvSpPr>
        <p:spPr>
          <a:xfrm>
            <a:off x="231543" y="94690"/>
            <a:ext cx="11728911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These are what </a:t>
            </a:r>
            <a:r>
              <a:rPr lang="en-US" sz="2000" b="1" dirty="0"/>
              <a:t>pure virtual functions </a:t>
            </a:r>
            <a:r>
              <a:rPr lang="en-US" sz="2000" dirty="0"/>
              <a:t>look like, and how they compare with other types of member functions.</a:t>
            </a:r>
          </a:p>
          <a:p>
            <a:endParaRPr lang="en-US" sz="2000" dirty="0"/>
          </a:p>
          <a:p>
            <a:r>
              <a:rPr lang="en-US" sz="2000" dirty="0"/>
              <a:t>Note that a function body isn’t required for </a:t>
            </a:r>
            <a:r>
              <a:rPr lang="en-US" sz="2000" b="1" dirty="0"/>
              <a:t>pure virtual methods</a:t>
            </a:r>
            <a:r>
              <a:rPr lang="en-US" sz="2000" dirty="0"/>
              <a:t>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8B0C8-6E56-F231-6A43-DB216C9C8A9F}"/>
              </a:ext>
            </a:extLst>
          </p:cNvPr>
          <p:cNvSpPr/>
          <p:nvPr/>
        </p:nvSpPr>
        <p:spPr>
          <a:xfrm>
            <a:off x="1137685" y="3274828"/>
            <a:ext cx="999461" cy="27644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EC584E-381A-1767-00BE-8970D79D6556}"/>
              </a:ext>
            </a:extLst>
          </p:cNvPr>
          <p:cNvSpPr/>
          <p:nvPr/>
        </p:nvSpPr>
        <p:spPr>
          <a:xfrm>
            <a:off x="1137684" y="3768572"/>
            <a:ext cx="999461" cy="27644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09A299-32F9-E3EC-CEF5-FFFC3445A1D0}"/>
              </a:ext>
            </a:extLst>
          </p:cNvPr>
          <p:cNvSpPr/>
          <p:nvPr/>
        </p:nvSpPr>
        <p:spPr>
          <a:xfrm>
            <a:off x="4692502" y="3768571"/>
            <a:ext cx="517451" cy="27644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069CC7-D956-22DA-3EF9-AA60425B4AE0}"/>
              </a:ext>
            </a:extLst>
          </p:cNvPr>
          <p:cNvSpPr/>
          <p:nvPr/>
        </p:nvSpPr>
        <p:spPr>
          <a:xfrm>
            <a:off x="3324446" y="4250580"/>
            <a:ext cx="517451" cy="27644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6C329C-2D11-52CE-61E3-FE2892D85EFA}"/>
              </a:ext>
            </a:extLst>
          </p:cNvPr>
          <p:cNvSpPr txBox="1"/>
          <p:nvPr/>
        </p:nvSpPr>
        <p:spPr>
          <a:xfrm>
            <a:off x="231543" y="5291230"/>
            <a:ext cx="11728911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i="1" dirty="0"/>
              <a:t>Is something wrong here? Could I have made this class better?</a:t>
            </a:r>
          </a:p>
          <a:p>
            <a:r>
              <a:rPr lang="en-US" sz="2000" i="1" dirty="0"/>
              <a:t>If I have virtual methods, I intend on deriving more classes from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class Base</a:t>
            </a:r>
            <a:r>
              <a:rPr lang="en-US" sz="2000" i="1" dirty="0"/>
              <a:t>. Which means…</a:t>
            </a:r>
          </a:p>
          <a:p>
            <a:endParaRPr lang="en-US" sz="2000" i="1" dirty="0"/>
          </a:p>
          <a:p>
            <a:r>
              <a:rPr lang="en-US" sz="2000" i="1" dirty="0"/>
              <a:t>I should make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Base::~Base()</a:t>
            </a:r>
            <a:r>
              <a:rPr lang="en-US" sz="2000" i="1" dirty="0"/>
              <a:t> virtual!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68A2489-3B76-64E2-6DB7-5992E98BE7B2}"/>
              </a:ext>
            </a:extLst>
          </p:cNvPr>
          <p:cNvSpPr/>
          <p:nvPr/>
        </p:nvSpPr>
        <p:spPr>
          <a:xfrm>
            <a:off x="469605" y="3768571"/>
            <a:ext cx="414670" cy="2764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6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822C-4596-5510-9EEC-A3A317F52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Base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164D2-A686-014A-6C2F-2B429EE1F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There are two main consequences of introducing a pure virtual function.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Any class with </a:t>
            </a:r>
            <a:r>
              <a:rPr lang="en-US" u="sng" dirty="0"/>
              <a:t>at least one pure virtual function</a:t>
            </a:r>
            <a:r>
              <a:rPr lang="en-US" dirty="0"/>
              <a:t> becomes an </a:t>
            </a:r>
            <a:r>
              <a:rPr lang="en-US" b="1" dirty="0"/>
              <a:t>abstract base class</a:t>
            </a:r>
            <a:r>
              <a:rPr lang="en-US" dirty="0"/>
              <a:t>, which means that it </a:t>
            </a:r>
            <a:r>
              <a:rPr lang="en-US" b="1" dirty="0"/>
              <a:t>cannot be instantiated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You cannot create objects of an abstract base class.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Any derived class should define a body for this function. </a:t>
            </a:r>
          </a:p>
          <a:p>
            <a:pPr lvl="1"/>
            <a:r>
              <a:rPr lang="en-US" dirty="0"/>
              <a:t>If not, then that derived class will </a:t>
            </a:r>
            <a:r>
              <a:rPr lang="en-US" b="1" u="sng" dirty="0"/>
              <a:t>also </a:t>
            </a:r>
            <a:r>
              <a:rPr lang="en-US" u="sng" dirty="0"/>
              <a:t>be considered an abstract base class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So can’t create objects.</a:t>
            </a:r>
          </a:p>
        </p:txBody>
      </p:sp>
    </p:spTree>
    <p:extLst>
      <p:ext uri="{BB962C8B-B14F-4D97-AF65-F5344CB8AC3E}">
        <p14:creationId xmlns:p14="http://schemas.microsoft.com/office/powerpoint/2010/main" val="311427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D51F70-6AA6-610E-EAF4-80978115B5FC}"/>
              </a:ext>
            </a:extLst>
          </p:cNvPr>
          <p:cNvSpPr txBox="1"/>
          <p:nvPr/>
        </p:nvSpPr>
        <p:spPr>
          <a:xfrm>
            <a:off x="148856" y="3751302"/>
            <a:ext cx="30435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Base</a:t>
            </a: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b1</a:t>
            </a: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Base</a:t>
            </a:r>
            <a:r>
              <a:rPr lang="en-US" sz="160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Base</a:t>
            </a: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endParaRPr lang="en-US" sz="1600" dirty="0">
              <a:solidFill>
                <a:srgbClr val="859900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dirty="0">
                <a:solidFill>
                  <a:srgbClr val="859900"/>
                </a:solidFill>
                <a:latin typeface="Roboto Mono" panose="00000009000000000000" pitchFamily="49" charset="0"/>
              </a:rPr>
              <a:t>    </a:t>
            </a:r>
            <a:r>
              <a:rPr lang="en-US" sz="160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delete</a:t>
            </a: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842E4-7A12-3E26-7BB6-244020D48ECA}"/>
              </a:ext>
            </a:extLst>
          </p:cNvPr>
          <p:cNvSpPr txBox="1"/>
          <p:nvPr/>
        </p:nvSpPr>
        <p:spPr>
          <a:xfrm>
            <a:off x="148856" y="571953"/>
            <a:ext cx="736836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Base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sayHi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"Hi"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"Base"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getValue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int </a:t>
            </a:r>
            <a:r>
              <a:rPr lang="en-US" sz="1600" b="0" i="1" dirty="0" err="1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doSomething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() = 0;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DADD3-D5B1-EE71-7A03-C1E45EE507F8}"/>
              </a:ext>
            </a:extLst>
          </p:cNvPr>
          <p:cNvSpPr txBox="1"/>
          <p:nvPr/>
        </p:nvSpPr>
        <p:spPr>
          <a:xfrm>
            <a:off x="231543" y="94690"/>
            <a:ext cx="11728911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You can no longer instantiate objects of type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Base</a:t>
            </a:r>
            <a:r>
              <a:rPr lang="en-US" sz="20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542BF8-090A-D50F-37EF-54681FCBA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583" y="2549085"/>
            <a:ext cx="6477561" cy="42142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203812-2C29-FBE2-7702-7FEDE5D34C58}"/>
              </a:ext>
            </a:extLst>
          </p:cNvPr>
          <p:cNvSpPr/>
          <p:nvPr/>
        </p:nvSpPr>
        <p:spPr>
          <a:xfrm>
            <a:off x="5475767" y="3538446"/>
            <a:ext cx="6631175" cy="188855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9A4E4D-C102-7F16-5A34-CD7DF11FA2CC}"/>
              </a:ext>
            </a:extLst>
          </p:cNvPr>
          <p:cNvSpPr/>
          <p:nvPr/>
        </p:nvSpPr>
        <p:spPr>
          <a:xfrm>
            <a:off x="5475766" y="5427006"/>
            <a:ext cx="6631175" cy="53786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C47344-C2BC-74DE-718C-3E0D51080E4F}"/>
              </a:ext>
            </a:extLst>
          </p:cNvPr>
          <p:cNvSpPr txBox="1"/>
          <p:nvPr/>
        </p:nvSpPr>
        <p:spPr>
          <a:xfrm>
            <a:off x="7949459" y="1178884"/>
            <a:ext cx="2964758" cy="101566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Again,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Base::~Base()</a:t>
            </a:r>
            <a:r>
              <a:rPr lang="en-US" sz="2000" i="1" dirty="0">
                <a:solidFill>
                  <a:schemeClr val="accent1"/>
                </a:solidFill>
              </a:rPr>
              <a:t> should be virtual here. By default, it isn’t virtual.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CEF9EF2-32BC-CD5D-0034-8D150F1A6C86}"/>
              </a:ext>
            </a:extLst>
          </p:cNvPr>
          <p:cNvSpPr/>
          <p:nvPr/>
        </p:nvSpPr>
        <p:spPr>
          <a:xfrm>
            <a:off x="148855" y="5235622"/>
            <a:ext cx="414670" cy="2764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7391B3C-884C-A410-6795-93D218363A50}"/>
              </a:ext>
            </a:extLst>
          </p:cNvPr>
          <p:cNvSpPr/>
          <p:nvPr/>
        </p:nvSpPr>
        <p:spPr>
          <a:xfrm>
            <a:off x="148855" y="2306741"/>
            <a:ext cx="414670" cy="2764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3801956-FE35-4AB9-D548-72554FD12B58}"/>
              </a:ext>
            </a:extLst>
          </p:cNvPr>
          <p:cNvSpPr/>
          <p:nvPr/>
        </p:nvSpPr>
        <p:spPr>
          <a:xfrm>
            <a:off x="5061096" y="2740002"/>
            <a:ext cx="414670" cy="2764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CDE9EE5-B1C7-EBB2-FADA-F0B6B2F3E630}"/>
              </a:ext>
            </a:extLst>
          </p:cNvPr>
          <p:cNvSpPr/>
          <p:nvPr/>
        </p:nvSpPr>
        <p:spPr>
          <a:xfrm>
            <a:off x="5061096" y="6087640"/>
            <a:ext cx="414670" cy="2764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8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9E605A-FAE5-843F-473C-BA02F4995FCB}"/>
              </a:ext>
            </a:extLst>
          </p:cNvPr>
          <p:cNvSpPr txBox="1"/>
          <p:nvPr/>
        </p:nvSpPr>
        <p:spPr>
          <a:xfrm>
            <a:off x="217716" y="1252687"/>
            <a:ext cx="730431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Base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sayHi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"Hi"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"Base"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getValue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~Base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9954C-A958-8FC1-BC41-6F7C1D478D27}"/>
              </a:ext>
            </a:extLst>
          </p:cNvPr>
          <p:cNvSpPr txBox="1"/>
          <p:nvPr/>
        </p:nvSpPr>
        <p:spPr>
          <a:xfrm>
            <a:off x="217716" y="4467923"/>
            <a:ext cx="780505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Derived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: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Base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override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"Derived"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~Derived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D1A5BC-62B7-4DE5-87EF-DFFCE41F5F5C}"/>
              </a:ext>
            </a:extLst>
          </p:cNvPr>
          <p:cNvSpPr txBox="1"/>
          <p:nvPr/>
        </p:nvSpPr>
        <p:spPr>
          <a:xfrm>
            <a:off x="7931888" y="1252687"/>
            <a:ext cx="40423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Derived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d1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Derived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Derived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delete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15919A-2873-4408-E37D-D58949EE3AFE}"/>
              </a:ext>
            </a:extLst>
          </p:cNvPr>
          <p:cNvSpPr txBox="1"/>
          <p:nvPr/>
        </p:nvSpPr>
        <p:spPr>
          <a:xfrm>
            <a:off x="231543" y="94690"/>
            <a:ext cx="11728911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Because you didn’t define the pure virtual function in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Derived</a:t>
            </a:r>
            <a:r>
              <a:rPr lang="en-US" sz="2000" dirty="0"/>
              <a:t>, it is also considered </a:t>
            </a:r>
            <a:r>
              <a:rPr lang="en-US" sz="2000" b="1" dirty="0"/>
              <a:t>abstract</a:t>
            </a:r>
            <a:r>
              <a:rPr lang="en-US" sz="2000" dirty="0"/>
              <a:t>. Hence, you can’t instantiate objects of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Derived</a:t>
            </a:r>
            <a:r>
              <a:rPr lang="en-US" sz="2000" dirty="0"/>
              <a:t> as well.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39549D-80A1-A254-D4D2-D959ADB42CF7}"/>
              </a:ext>
            </a:extLst>
          </p:cNvPr>
          <p:cNvSpPr/>
          <p:nvPr/>
        </p:nvSpPr>
        <p:spPr>
          <a:xfrm>
            <a:off x="723014" y="2488019"/>
            <a:ext cx="6709143" cy="29771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2A4C8D-AD6F-B569-6434-8EBF8B6004A1}"/>
              </a:ext>
            </a:extLst>
          </p:cNvPr>
          <p:cNvSpPr/>
          <p:nvPr/>
        </p:nvSpPr>
        <p:spPr>
          <a:xfrm>
            <a:off x="723013" y="5227008"/>
            <a:ext cx="7208875" cy="30192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BA7BAF7-2BEE-14C2-7EA7-6A7CFBDC3BC4}"/>
              </a:ext>
            </a:extLst>
          </p:cNvPr>
          <p:cNvSpPr/>
          <p:nvPr/>
        </p:nvSpPr>
        <p:spPr>
          <a:xfrm>
            <a:off x="217716" y="2997857"/>
            <a:ext cx="414670" cy="2764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E73D8A-7E26-C16E-168C-CCC910E9F6FB}"/>
              </a:ext>
            </a:extLst>
          </p:cNvPr>
          <p:cNvSpPr txBox="1"/>
          <p:nvPr/>
        </p:nvSpPr>
        <p:spPr>
          <a:xfrm>
            <a:off x="8437185" y="4868032"/>
            <a:ext cx="2551814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Overriding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Base::</a:t>
            </a:r>
            <a:r>
              <a:rPr lang="en-US" sz="20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getName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  <a:r>
              <a:rPr lang="en-US" sz="2000" i="1" dirty="0">
                <a:solidFill>
                  <a:schemeClr val="accent1"/>
                </a:solidFill>
              </a:rPr>
              <a:t>, however, is optional.</a:t>
            </a:r>
          </a:p>
        </p:txBody>
      </p:sp>
    </p:spTree>
    <p:extLst>
      <p:ext uri="{BB962C8B-B14F-4D97-AF65-F5344CB8AC3E}">
        <p14:creationId xmlns:p14="http://schemas.microsoft.com/office/powerpoint/2010/main" val="252168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349C9C-24BD-5BFC-A0EF-8DC2A7777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525" y="1581932"/>
            <a:ext cx="8836950" cy="36941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5C2060-E3AB-7291-5109-D22AD3FC01AC}"/>
              </a:ext>
            </a:extLst>
          </p:cNvPr>
          <p:cNvSpPr/>
          <p:nvPr/>
        </p:nvSpPr>
        <p:spPr>
          <a:xfrm>
            <a:off x="1513367" y="1964828"/>
            <a:ext cx="9165266" cy="259653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C0B347-966F-957D-45CE-BEA78672DE25}"/>
              </a:ext>
            </a:extLst>
          </p:cNvPr>
          <p:cNvSpPr/>
          <p:nvPr/>
        </p:nvSpPr>
        <p:spPr>
          <a:xfrm>
            <a:off x="1513367" y="4561367"/>
            <a:ext cx="9165266" cy="83288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CD2909-66A1-4C33-2BE1-EE8E93AC96DF}"/>
              </a:ext>
            </a:extLst>
          </p:cNvPr>
          <p:cNvSpPr txBox="1"/>
          <p:nvPr/>
        </p:nvSpPr>
        <p:spPr>
          <a:xfrm>
            <a:off x="231543" y="94690"/>
            <a:ext cx="11728911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Because you didn’t define the pure virtual function in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Derived</a:t>
            </a:r>
            <a:r>
              <a:rPr lang="en-US" sz="2000" dirty="0"/>
              <a:t>, it is also considered </a:t>
            </a:r>
            <a:r>
              <a:rPr lang="en-US" sz="2000" b="1" dirty="0"/>
              <a:t>abstract</a:t>
            </a:r>
            <a:r>
              <a:rPr lang="en-US" sz="2000" dirty="0"/>
              <a:t>. Hence, you can’t instantiate objects of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Derived</a:t>
            </a:r>
            <a:r>
              <a:rPr lang="en-US" sz="2000" dirty="0"/>
              <a:t> as well.</a:t>
            </a:r>
          </a:p>
        </p:txBody>
      </p:sp>
    </p:spTree>
    <p:extLst>
      <p:ext uri="{BB962C8B-B14F-4D97-AF65-F5344CB8AC3E}">
        <p14:creationId xmlns:p14="http://schemas.microsoft.com/office/powerpoint/2010/main" val="58651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8F69F6-59E5-9781-58B3-55B6082405D3}"/>
              </a:ext>
            </a:extLst>
          </p:cNvPr>
          <p:cNvSpPr txBox="1"/>
          <p:nvPr/>
        </p:nvSpPr>
        <p:spPr>
          <a:xfrm>
            <a:off x="156529" y="94690"/>
            <a:ext cx="11878941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/>
              <a:t>An example to further motivate the advantage of having an Abstract Base Class.</a:t>
            </a:r>
          </a:p>
          <a:p>
            <a:r>
              <a:rPr lang="en-US" dirty="0"/>
              <a:t>Since you are forced to define pure virtual functions in derived classes, this provides an inherent benefit. Let’s see what that looks like.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255B4-A2FB-1434-AB19-AC4DFC11DBA1}"/>
              </a:ext>
            </a:extLst>
          </p:cNvPr>
          <p:cNvSpPr txBox="1"/>
          <p:nvPr/>
        </p:nvSpPr>
        <p:spPr>
          <a:xfrm>
            <a:off x="231543" y="1944871"/>
            <a:ext cx="623305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protected: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Prevents us from making Animal objects in public.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Derived classes can still use this.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"???"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~Animal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49CEF5-38DB-95F8-3A07-EB73411BC0FF}"/>
              </a:ext>
            </a:extLst>
          </p:cNvPr>
          <p:cNvSpPr txBox="1"/>
          <p:nvPr/>
        </p:nvSpPr>
        <p:spPr>
          <a:xfrm>
            <a:off x="7549116" y="1513984"/>
            <a:ext cx="441133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Cat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Cat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override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"Meow"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Dog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Dog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override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"Woof"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862363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8F69F6-59E5-9781-58B3-55B6082405D3}"/>
              </a:ext>
            </a:extLst>
          </p:cNvPr>
          <p:cNvSpPr txBox="1"/>
          <p:nvPr/>
        </p:nvSpPr>
        <p:spPr>
          <a:xfrm>
            <a:off x="156529" y="94690"/>
            <a:ext cx="11878941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Animal::~Animal()</a:t>
            </a:r>
            <a:r>
              <a:rPr lang="en-US" dirty="0"/>
              <a:t> is virtual.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1"/>
                </a:solidFill>
              </a:rPr>
              <a:t>Note that making 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~Cat()</a:t>
            </a:r>
            <a:r>
              <a:rPr lang="en-US" i="1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~Dog()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i="1" dirty="0">
                <a:solidFill>
                  <a:schemeClr val="accent1"/>
                </a:solidFill>
              </a:rPr>
              <a:t>virtual improves readability. But isn’t required.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std::string Animal::speak() const</a:t>
            </a:r>
            <a:r>
              <a:rPr lang="en-US" dirty="0"/>
              <a:t> is virtual, and is being overridden in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Cat</a:t>
            </a:r>
            <a:r>
              <a:rPr lang="en-US" dirty="0"/>
              <a:t> and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Dog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Animal::Animal()</a:t>
            </a:r>
            <a:r>
              <a:rPr lang="en-US" dirty="0"/>
              <a:t> is protected – can’t make its objects in public.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FF0000"/>
                </a:solidFill>
              </a:rPr>
              <a:t>Going off on a small tangent, could I have set it to private?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1"/>
                </a:solidFill>
              </a:rPr>
              <a:t>Nope, how will objects of 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Cat</a:t>
            </a:r>
            <a:r>
              <a:rPr lang="en-US" i="1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Dog</a:t>
            </a:r>
            <a:r>
              <a:rPr lang="en-US" i="1" dirty="0">
                <a:solidFill>
                  <a:schemeClr val="accent1"/>
                </a:solidFill>
              </a:rPr>
              <a:t> be constructed then.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255B4-A2FB-1434-AB19-AC4DFC11DBA1}"/>
              </a:ext>
            </a:extLst>
          </p:cNvPr>
          <p:cNvSpPr txBox="1"/>
          <p:nvPr/>
        </p:nvSpPr>
        <p:spPr>
          <a:xfrm>
            <a:off x="231543" y="1944871"/>
            <a:ext cx="623305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protected: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Prevents us from making Animal objects in public.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Derived classes can still use this.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"???"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~Animal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49CEF5-38DB-95F8-3A07-EB73411BC0FF}"/>
              </a:ext>
            </a:extLst>
          </p:cNvPr>
          <p:cNvSpPr txBox="1"/>
          <p:nvPr/>
        </p:nvSpPr>
        <p:spPr>
          <a:xfrm>
            <a:off x="7549116" y="1513984"/>
            <a:ext cx="441133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Cat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Cat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override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"Meow"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Dog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Dog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override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"Woof"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F4D2D8-9E27-40AD-121A-4A24A9F856F5}"/>
              </a:ext>
            </a:extLst>
          </p:cNvPr>
          <p:cNvSpPr/>
          <p:nvPr/>
        </p:nvSpPr>
        <p:spPr>
          <a:xfrm>
            <a:off x="684027" y="5784112"/>
            <a:ext cx="3079899" cy="30834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D37422-47C8-A7C5-B4DC-9064834543F3}"/>
              </a:ext>
            </a:extLst>
          </p:cNvPr>
          <p:cNvSpPr/>
          <p:nvPr/>
        </p:nvSpPr>
        <p:spPr>
          <a:xfrm>
            <a:off x="684027" y="5144846"/>
            <a:ext cx="836429" cy="30834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4EE0C-46A5-0B16-080F-E9AD71FCD78B}"/>
              </a:ext>
            </a:extLst>
          </p:cNvPr>
          <p:cNvSpPr/>
          <p:nvPr/>
        </p:nvSpPr>
        <p:spPr>
          <a:xfrm>
            <a:off x="10770781" y="3009014"/>
            <a:ext cx="981741" cy="30125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B896A-DE36-4989-CF1C-543E5F29F8CB}"/>
              </a:ext>
            </a:extLst>
          </p:cNvPr>
          <p:cNvSpPr/>
          <p:nvPr/>
        </p:nvSpPr>
        <p:spPr>
          <a:xfrm>
            <a:off x="10770780" y="5589180"/>
            <a:ext cx="981741" cy="30125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DDA8A-FD79-CD03-9E25-601380E35B3B}"/>
              </a:ext>
            </a:extLst>
          </p:cNvPr>
          <p:cNvSpPr/>
          <p:nvPr/>
        </p:nvSpPr>
        <p:spPr>
          <a:xfrm>
            <a:off x="684026" y="3001926"/>
            <a:ext cx="5674244" cy="118730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67C231-41E4-3772-5AC2-ED42CD695425}"/>
              </a:ext>
            </a:extLst>
          </p:cNvPr>
          <p:cNvSpPr/>
          <p:nvPr/>
        </p:nvSpPr>
        <p:spPr>
          <a:xfrm>
            <a:off x="8669078" y="2417136"/>
            <a:ext cx="1538177" cy="24100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9F0C85-1903-3DE9-0192-AD0DB87FC3D6}"/>
              </a:ext>
            </a:extLst>
          </p:cNvPr>
          <p:cNvSpPr/>
          <p:nvPr/>
        </p:nvSpPr>
        <p:spPr>
          <a:xfrm>
            <a:off x="8669077" y="4977086"/>
            <a:ext cx="1538177" cy="24100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3CDA9F5F-C4D8-CB19-BDD4-5157D459A05B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763926" y="1752478"/>
            <a:ext cx="4905152" cy="78516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07CF5B61-0F6C-CF62-47F7-34B3C331DC5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668233" y="1752478"/>
            <a:ext cx="5000844" cy="3345110"/>
          </a:xfrm>
          <a:prstGeom prst="curvedConnector3">
            <a:avLst>
              <a:gd name="adj1" fmla="val 631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95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4BFACC-D621-F63E-7DD0-0605DB2A0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174" y="1627804"/>
            <a:ext cx="6828296" cy="3124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B2858A-72C5-20D2-62DE-E659A51A7E35}"/>
              </a:ext>
            </a:extLst>
          </p:cNvPr>
          <p:cNvSpPr txBox="1"/>
          <p:nvPr/>
        </p:nvSpPr>
        <p:spPr>
          <a:xfrm>
            <a:off x="209692" y="4185891"/>
            <a:ext cx="29159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Cat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cat1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"tom"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1D7FB-ABC3-0C97-9785-B5B2DBCEBC32}"/>
              </a:ext>
            </a:extLst>
          </p:cNvPr>
          <p:cNvSpPr txBox="1"/>
          <p:nvPr/>
        </p:nvSpPr>
        <p:spPr>
          <a:xfrm>
            <a:off x="156529" y="94690"/>
            <a:ext cx="11878941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As an example, if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Animal::Animal()</a:t>
            </a:r>
            <a:r>
              <a:rPr lang="en-US" dirty="0"/>
              <a:t> is private, it can’t be called from within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Cat::Cat()</a:t>
            </a:r>
            <a:r>
              <a:rPr lang="en-US" dirty="0"/>
              <a:t> and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Dog::Dog()</a:t>
            </a:r>
            <a:r>
              <a:rPr lang="en-US" dirty="0"/>
              <a:t>. So the derived objects cannot be constructed.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A0D095-1C03-2353-2FB7-7EE851AF60BB}"/>
              </a:ext>
            </a:extLst>
          </p:cNvPr>
          <p:cNvSpPr txBox="1"/>
          <p:nvPr/>
        </p:nvSpPr>
        <p:spPr>
          <a:xfrm>
            <a:off x="209692" y="1179132"/>
            <a:ext cx="484077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Cat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Cat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override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"Meow"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AEC005-7B28-485A-AC18-563BA25B9BCB}"/>
              </a:ext>
            </a:extLst>
          </p:cNvPr>
          <p:cNvSpPr/>
          <p:nvPr/>
        </p:nvSpPr>
        <p:spPr>
          <a:xfrm>
            <a:off x="5175274" y="1717333"/>
            <a:ext cx="6807033" cy="147243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7DEA1D-420D-FDDA-C8CA-AC5CD8F4999A}"/>
              </a:ext>
            </a:extLst>
          </p:cNvPr>
          <p:cNvSpPr/>
          <p:nvPr/>
        </p:nvSpPr>
        <p:spPr>
          <a:xfrm>
            <a:off x="5175274" y="3193309"/>
            <a:ext cx="6807033" cy="147243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43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F37A1F-2645-F325-B2C3-92D7C73C7B43}"/>
              </a:ext>
            </a:extLst>
          </p:cNvPr>
          <p:cNvSpPr txBox="1"/>
          <p:nvPr/>
        </p:nvSpPr>
        <p:spPr>
          <a:xfrm>
            <a:off x="156529" y="94690"/>
            <a:ext cx="11878941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Returning back to the main topic, what if I derive a new class from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Animal</a:t>
            </a:r>
            <a:r>
              <a:rPr lang="en-US" dirty="0"/>
              <a:t>, and forget to redefine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speak()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Let’s run through this program.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5FE56-5D06-F46B-70D8-EB6B5301B12E}"/>
              </a:ext>
            </a:extLst>
          </p:cNvPr>
          <p:cNvSpPr txBox="1"/>
          <p:nvPr/>
        </p:nvSpPr>
        <p:spPr>
          <a:xfrm>
            <a:off x="156529" y="1495069"/>
            <a:ext cx="47235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protected: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"???"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6A344-964C-E9F4-DA68-45D76C6306AD}"/>
              </a:ext>
            </a:extLst>
          </p:cNvPr>
          <p:cNvSpPr txBox="1"/>
          <p:nvPr/>
        </p:nvSpPr>
        <p:spPr>
          <a:xfrm>
            <a:off x="6429454" y="1495069"/>
            <a:ext cx="4372639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: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We forgot to redefine speak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DD40DE-255C-74D2-EC55-54DA607B18F9}"/>
              </a:ext>
            </a:extLst>
          </p:cNvPr>
          <p:cNvSpPr txBox="1"/>
          <p:nvPr/>
        </p:nvSpPr>
        <p:spPr>
          <a:xfrm>
            <a:off x="6429454" y="4048839"/>
            <a:ext cx="56060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"Betsy"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 };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-&gt;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 says 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-&gt;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79E98-2BBA-D7A6-8CE9-312F6415104B}"/>
              </a:ext>
            </a:extLst>
          </p:cNvPr>
          <p:cNvSpPr/>
          <p:nvPr/>
        </p:nvSpPr>
        <p:spPr>
          <a:xfrm>
            <a:off x="6904517" y="4571996"/>
            <a:ext cx="4249036" cy="27598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193A34-4AD9-D89D-0E17-4EBCF68CE4AD}"/>
              </a:ext>
            </a:extLst>
          </p:cNvPr>
          <p:cNvSpPr/>
          <p:nvPr/>
        </p:nvSpPr>
        <p:spPr>
          <a:xfrm>
            <a:off x="6904517" y="2277385"/>
            <a:ext cx="2728581" cy="86985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C3D26D76-2E50-FB19-48B5-F5804301A914}"/>
              </a:ext>
            </a:extLst>
          </p:cNvPr>
          <p:cNvCxnSpPr>
            <a:stCxn id="11" idx="3"/>
            <a:endCxn id="12" idx="3"/>
          </p:cNvCxnSpPr>
          <p:nvPr/>
        </p:nvCxnSpPr>
        <p:spPr>
          <a:xfrm flipH="1" flipV="1">
            <a:off x="9633098" y="2712311"/>
            <a:ext cx="1520455" cy="1997679"/>
          </a:xfrm>
          <a:prstGeom prst="curvedConnector3">
            <a:avLst>
              <a:gd name="adj1" fmla="val -150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6591976-6162-A7BB-64B4-34FB527F7AC1}"/>
              </a:ext>
            </a:extLst>
          </p:cNvPr>
          <p:cNvSpPr/>
          <p:nvPr/>
        </p:nvSpPr>
        <p:spPr>
          <a:xfrm>
            <a:off x="687943" y="2712310"/>
            <a:ext cx="3044085" cy="86985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5638124B-7788-819F-D1B7-0101143AF8DA}"/>
              </a:ext>
            </a:extLst>
          </p:cNvPr>
          <p:cNvCxnSpPr>
            <a:cxnSpLocks/>
            <a:stCxn id="12" idx="1"/>
            <a:endCxn id="16" idx="3"/>
          </p:cNvCxnSpPr>
          <p:nvPr/>
        </p:nvCxnSpPr>
        <p:spPr>
          <a:xfrm rot="10800000" flipV="1">
            <a:off x="3732029" y="2712310"/>
            <a:ext cx="3172489" cy="43492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5978E93-6705-A060-93D8-5CB4A2DB625A}"/>
              </a:ext>
            </a:extLst>
          </p:cNvPr>
          <p:cNvSpPr txBox="1"/>
          <p:nvPr/>
        </p:nvSpPr>
        <p:spPr>
          <a:xfrm>
            <a:off x="4491511" y="2598659"/>
            <a:ext cx="1531089" cy="64633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Protected, so accessible.</a:t>
            </a:r>
          </a:p>
        </p:txBody>
      </p:sp>
    </p:spTree>
    <p:extLst>
      <p:ext uri="{BB962C8B-B14F-4D97-AF65-F5344CB8AC3E}">
        <p14:creationId xmlns:p14="http://schemas.microsoft.com/office/powerpoint/2010/main" val="53801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6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F37A1F-2645-F325-B2C3-92D7C73C7B43}"/>
              </a:ext>
            </a:extLst>
          </p:cNvPr>
          <p:cNvSpPr txBox="1"/>
          <p:nvPr/>
        </p:nvSpPr>
        <p:spPr>
          <a:xfrm>
            <a:off x="156529" y="94690"/>
            <a:ext cx="11878941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Returning back to the main topic, what if I derive a new class from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Animal</a:t>
            </a:r>
            <a:r>
              <a:rPr lang="en-US" dirty="0"/>
              <a:t>, and forget to redefine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speak()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Let’s run through this program.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5FE56-5D06-F46B-70D8-EB6B5301B12E}"/>
              </a:ext>
            </a:extLst>
          </p:cNvPr>
          <p:cNvSpPr txBox="1"/>
          <p:nvPr/>
        </p:nvSpPr>
        <p:spPr>
          <a:xfrm>
            <a:off x="156529" y="1495069"/>
            <a:ext cx="47235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protected: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"???"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6A344-964C-E9F4-DA68-45D76C6306AD}"/>
              </a:ext>
            </a:extLst>
          </p:cNvPr>
          <p:cNvSpPr txBox="1"/>
          <p:nvPr/>
        </p:nvSpPr>
        <p:spPr>
          <a:xfrm>
            <a:off x="6429454" y="1495069"/>
            <a:ext cx="4372639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: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We forgot to redefine speak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DD40DE-255C-74D2-EC55-54DA607B18F9}"/>
              </a:ext>
            </a:extLst>
          </p:cNvPr>
          <p:cNvSpPr txBox="1"/>
          <p:nvPr/>
        </p:nvSpPr>
        <p:spPr>
          <a:xfrm>
            <a:off x="6429454" y="4048839"/>
            <a:ext cx="56060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"Betsy"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 };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-&gt;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 says 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-&gt;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79E98-2BBA-D7A6-8CE9-312F6415104B}"/>
              </a:ext>
            </a:extLst>
          </p:cNvPr>
          <p:cNvSpPr/>
          <p:nvPr/>
        </p:nvSpPr>
        <p:spPr>
          <a:xfrm>
            <a:off x="8506047" y="5071729"/>
            <a:ext cx="1998920" cy="26993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C3D26D76-2E50-FB19-48B5-F5804301A914}"/>
              </a:ext>
            </a:extLst>
          </p:cNvPr>
          <p:cNvCxnSpPr>
            <a:cxnSpLocks/>
            <a:stCxn id="11" idx="1"/>
            <a:endCxn id="5" idx="3"/>
          </p:cNvCxnSpPr>
          <p:nvPr/>
        </p:nvCxnSpPr>
        <p:spPr>
          <a:xfrm rot="10800000">
            <a:off x="4114799" y="4246623"/>
            <a:ext cx="4391248" cy="960074"/>
          </a:xfrm>
          <a:prstGeom prst="curvedConnector3">
            <a:avLst>
              <a:gd name="adj1" fmla="val 4927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61A29D2-4D72-0A63-BEC7-F1B96564372F}"/>
              </a:ext>
            </a:extLst>
          </p:cNvPr>
          <p:cNvSpPr/>
          <p:nvPr/>
        </p:nvSpPr>
        <p:spPr>
          <a:xfrm>
            <a:off x="694660" y="3985041"/>
            <a:ext cx="3420139" cy="52316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DF751A-251C-E35B-A9E8-C25A0C15E301}"/>
              </a:ext>
            </a:extLst>
          </p:cNvPr>
          <p:cNvSpPr txBox="1"/>
          <p:nvPr/>
        </p:nvSpPr>
        <p:spPr>
          <a:xfrm>
            <a:off x="4805322" y="4138872"/>
            <a:ext cx="1225703" cy="36933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Not virtual</a:t>
            </a:r>
          </a:p>
        </p:txBody>
      </p:sp>
    </p:spTree>
    <p:extLst>
      <p:ext uri="{BB962C8B-B14F-4D97-AF65-F5344CB8AC3E}">
        <p14:creationId xmlns:p14="http://schemas.microsoft.com/office/powerpoint/2010/main" val="258483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F37A1F-2645-F325-B2C3-92D7C73C7B43}"/>
              </a:ext>
            </a:extLst>
          </p:cNvPr>
          <p:cNvSpPr txBox="1"/>
          <p:nvPr/>
        </p:nvSpPr>
        <p:spPr>
          <a:xfrm>
            <a:off x="156529" y="94690"/>
            <a:ext cx="11878941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Returning back to the main topic, what if I derive a new class from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Animal</a:t>
            </a:r>
            <a:r>
              <a:rPr lang="en-US" dirty="0"/>
              <a:t>, and forget to redefine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speak()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Let’s run through this program.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5FE56-5D06-F46B-70D8-EB6B5301B12E}"/>
              </a:ext>
            </a:extLst>
          </p:cNvPr>
          <p:cNvSpPr txBox="1"/>
          <p:nvPr/>
        </p:nvSpPr>
        <p:spPr>
          <a:xfrm>
            <a:off x="156529" y="1495069"/>
            <a:ext cx="47235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protected: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"???"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6A344-964C-E9F4-DA68-45D76C6306AD}"/>
              </a:ext>
            </a:extLst>
          </p:cNvPr>
          <p:cNvSpPr txBox="1"/>
          <p:nvPr/>
        </p:nvSpPr>
        <p:spPr>
          <a:xfrm>
            <a:off x="6429454" y="1495069"/>
            <a:ext cx="4372639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: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We forgot to redefine speak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DD40DE-255C-74D2-EC55-54DA607B18F9}"/>
              </a:ext>
            </a:extLst>
          </p:cNvPr>
          <p:cNvSpPr txBox="1"/>
          <p:nvPr/>
        </p:nvSpPr>
        <p:spPr>
          <a:xfrm>
            <a:off x="6429454" y="4048839"/>
            <a:ext cx="56060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"Betsy"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 };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-&gt;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 says 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-&gt;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79E98-2BBA-D7A6-8CE9-312F6415104B}"/>
              </a:ext>
            </a:extLst>
          </p:cNvPr>
          <p:cNvSpPr/>
          <p:nvPr/>
        </p:nvSpPr>
        <p:spPr>
          <a:xfrm>
            <a:off x="8506047" y="5320399"/>
            <a:ext cx="1711841" cy="27232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1A29D2-4D72-0A63-BEC7-F1B96564372F}"/>
              </a:ext>
            </a:extLst>
          </p:cNvPr>
          <p:cNvSpPr/>
          <p:nvPr/>
        </p:nvSpPr>
        <p:spPr>
          <a:xfrm>
            <a:off x="694660" y="4688302"/>
            <a:ext cx="4110662" cy="54291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5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F37A1F-2645-F325-B2C3-92D7C73C7B43}"/>
              </a:ext>
            </a:extLst>
          </p:cNvPr>
          <p:cNvSpPr txBox="1"/>
          <p:nvPr/>
        </p:nvSpPr>
        <p:spPr>
          <a:xfrm>
            <a:off x="156529" y="94690"/>
            <a:ext cx="11878941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Returning back to the main topic, what if I derive a new class from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Animal</a:t>
            </a:r>
            <a:r>
              <a:rPr lang="en-US" dirty="0"/>
              <a:t>, and forget to redefine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speak()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So now, what will be the output of this program?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5FE56-5D06-F46B-70D8-EB6B5301B12E}"/>
              </a:ext>
            </a:extLst>
          </p:cNvPr>
          <p:cNvSpPr txBox="1"/>
          <p:nvPr/>
        </p:nvSpPr>
        <p:spPr>
          <a:xfrm>
            <a:off x="156529" y="1495069"/>
            <a:ext cx="47235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protected: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"???"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6A344-964C-E9F4-DA68-45D76C6306AD}"/>
              </a:ext>
            </a:extLst>
          </p:cNvPr>
          <p:cNvSpPr txBox="1"/>
          <p:nvPr/>
        </p:nvSpPr>
        <p:spPr>
          <a:xfrm>
            <a:off x="6429454" y="1495069"/>
            <a:ext cx="4372639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: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We forgot to redefine speak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DD40DE-255C-74D2-EC55-54DA607B18F9}"/>
              </a:ext>
            </a:extLst>
          </p:cNvPr>
          <p:cNvSpPr txBox="1"/>
          <p:nvPr/>
        </p:nvSpPr>
        <p:spPr>
          <a:xfrm>
            <a:off x="6429454" y="4048839"/>
            <a:ext cx="56060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"Betsy"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 };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-&gt;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 says 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-&gt;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79E98-2BBA-D7A6-8CE9-312F6415104B}"/>
              </a:ext>
            </a:extLst>
          </p:cNvPr>
          <p:cNvSpPr/>
          <p:nvPr/>
        </p:nvSpPr>
        <p:spPr>
          <a:xfrm>
            <a:off x="8506047" y="5320399"/>
            <a:ext cx="1711841" cy="27232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1A29D2-4D72-0A63-BEC7-F1B96564372F}"/>
              </a:ext>
            </a:extLst>
          </p:cNvPr>
          <p:cNvSpPr/>
          <p:nvPr/>
        </p:nvSpPr>
        <p:spPr>
          <a:xfrm>
            <a:off x="694660" y="4688302"/>
            <a:ext cx="4110662" cy="54291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Connector: Curved 1">
            <a:extLst>
              <a:ext uri="{FF2B5EF4-FFF2-40B4-BE49-F238E27FC236}">
                <a16:creationId xmlns:a16="http://schemas.microsoft.com/office/drawing/2014/main" id="{F417CAB9-645A-9020-0B41-6366F5031698}"/>
              </a:ext>
            </a:extLst>
          </p:cNvPr>
          <p:cNvCxnSpPr>
            <a:cxnSpLocks/>
            <a:stCxn id="11" idx="1"/>
            <a:endCxn id="5" idx="3"/>
          </p:cNvCxnSpPr>
          <p:nvPr/>
        </p:nvCxnSpPr>
        <p:spPr>
          <a:xfrm rot="10800000">
            <a:off x="4805323" y="4959761"/>
            <a:ext cx="3700725" cy="4968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37AC754-45E0-EA38-F40E-C40D907DD373}"/>
              </a:ext>
            </a:extLst>
          </p:cNvPr>
          <p:cNvSpPr txBox="1"/>
          <p:nvPr/>
        </p:nvSpPr>
        <p:spPr>
          <a:xfrm>
            <a:off x="4369387" y="3629243"/>
            <a:ext cx="1883143" cy="92333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This is the most-derived implementation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845567-AF26-A9ED-37B1-80A078461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750" y="1079554"/>
            <a:ext cx="2439144" cy="691308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9191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F74744-5A51-2BD9-8F7A-4F0BAE9E2838}"/>
              </a:ext>
            </a:extLst>
          </p:cNvPr>
          <p:cNvSpPr txBox="1"/>
          <p:nvPr/>
        </p:nvSpPr>
        <p:spPr>
          <a:xfrm>
            <a:off x="220626" y="1410011"/>
            <a:ext cx="60977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protected: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{ return "???"; }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virtual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57340-ABAE-CE4E-8440-F3CB64AE70DC}"/>
              </a:ext>
            </a:extLst>
          </p:cNvPr>
          <p:cNvSpPr txBox="1"/>
          <p:nvPr/>
        </p:nvSpPr>
        <p:spPr>
          <a:xfrm>
            <a:off x="156529" y="94690"/>
            <a:ext cx="11878941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If we make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Animal::speak()</a:t>
            </a:r>
            <a:r>
              <a:rPr lang="en-US" dirty="0"/>
              <a:t> pure virtual, we must define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Cow::speak()</a:t>
            </a:r>
            <a:r>
              <a:rPr lang="en-US" dirty="0"/>
              <a:t> so that its objects can be created.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We’re forced to define the function in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Cow</a:t>
            </a:r>
            <a:r>
              <a:rPr lang="en-US" dirty="0"/>
              <a:t> and cannot possibly forget.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Keeping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Animal::Animal()</a:t>
            </a:r>
            <a:r>
              <a:rPr lang="en-US" dirty="0"/>
              <a:t> protected is no longer a requirement – we can’t create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Animal</a:t>
            </a:r>
            <a:r>
              <a:rPr lang="en-US" dirty="0"/>
              <a:t> type objects because of pure virtual function.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548274-191D-6889-C0C2-2BFC9B7E2E90}"/>
              </a:ext>
            </a:extLst>
          </p:cNvPr>
          <p:cNvSpPr txBox="1"/>
          <p:nvPr/>
        </p:nvSpPr>
        <p:spPr>
          <a:xfrm>
            <a:off x="6429454" y="1410011"/>
            <a:ext cx="483781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: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name)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name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override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"Moo"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FC839-8365-99BD-0E96-83EC59FAF6D9}"/>
              </a:ext>
            </a:extLst>
          </p:cNvPr>
          <p:cNvSpPr txBox="1"/>
          <p:nvPr/>
        </p:nvSpPr>
        <p:spPr>
          <a:xfrm>
            <a:off x="6429454" y="4048839"/>
            <a:ext cx="56060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Animal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Cow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"Betsy"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 };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-&gt;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getName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 says 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pAni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-&gt;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speak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B6AAD8-2695-A152-5FE4-9982BCC35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448" y="1404695"/>
            <a:ext cx="2464043" cy="548921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2B1213D-A20D-E695-440E-9C9C630B11FE}"/>
              </a:ext>
            </a:extLst>
          </p:cNvPr>
          <p:cNvSpPr/>
          <p:nvPr/>
        </p:nvSpPr>
        <p:spPr>
          <a:xfrm>
            <a:off x="652129" y="4611660"/>
            <a:ext cx="4855536" cy="54291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6448D5-F786-B76C-C4D3-E794BD45168E}"/>
              </a:ext>
            </a:extLst>
          </p:cNvPr>
          <p:cNvSpPr/>
          <p:nvPr/>
        </p:nvSpPr>
        <p:spPr>
          <a:xfrm>
            <a:off x="6904074" y="3161150"/>
            <a:ext cx="4363194" cy="54291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7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8F0E1A-3E48-02D9-13A0-9C3BAC2D5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 hope you noticed an error in the last discussion…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0B4CAD9-4A6D-9ED5-F8D7-E5D8EEE0C5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/>
              <a:t>Hint:</a:t>
            </a:r>
            <a:r>
              <a:rPr lang="en-US" dirty="0"/>
              <a:t> C++ may not complain about this error. </a:t>
            </a:r>
          </a:p>
        </p:txBody>
      </p:sp>
    </p:spTree>
    <p:extLst>
      <p:ext uri="{BB962C8B-B14F-4D97-AF65-F5344CB8AC3E}">
        <p14:creationId xmlns:p14="http://schemas.microsoft.com/office/powerpoint/2010/main" val="3057893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0FEF11-AE53-E36B-5DA4-B4CD3ECA3C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DA63932-058C-2CFE-45E4-D86BCD1AC4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268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8B89E-8A07-F9EC-F119-05F4B945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1F7E2-6AFB-0BA3-DF9A-262DDC3A7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Have </a:t>
            </a:r>
            <a:r>
              <a:rPr lang="en-US" b="1" dirty="0"/>
              <a:t>no member variables </a:t>
            </a:r>
            <a:r>
              <a:rPr lang="en-US" dirty="0"/>
              <a:t>(i.e. attributes).</a:t>
            </a:r>
          </a:p>
          <a:p>
            <a:endParaRPr lang="en-US" dirty="0"/>
          </a:p>
          <a:p>
            <a:r>
              <a:rPr lang="en-US" b="1" dirty="0"/>
              <a:t>All member functions are pure virtual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Interfaces tend to be </a:t>
            </a:r>
            <a:r>
              <a:rPr lang="en-US" u="sng" dirty="0"/>
              <a:t>very general</a:t>
            </a:r>
            <a:r>
              <a:rPr lang="en-US" dirty="0"/>
              <a:t> as a consequence.</a:t>
            </a:r>
          </a:p>
          <a:p>
            <a:pPr lvl="1"/>
            <a:endParaRPr lang="en-US" dirty="0"/>
          </a:p>
          <a:p>
            <a:r>
              <a:rPr lang="en-US" dirty="0"/>
              <a:t>They’re easy to use and maintain.</a:t>
            </a:r>
          </a:p>
          <a:p>
            <a:endParaRPr lang="en-US" dirty="0"/>
          </a:p>
          <a:p>
            <a:r>
              <a:rPr lang="en-US" dirty="0"/>
              <a:t>Class names are conventionally prefixed with an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‘I’</a:t>
            </a:r>
            <a:r>
              <a:rPr lang="en-US" dirty="0"/>
              <a:t>.</a:t>
            </a:r>
          </a:p>
          <a:p>
            <a:pPr lvl="1"/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class 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IAnimal</a:t>
            </a:r>
            <a:r>
              <a:rPr lang="en-US" dirty="0"/>
              <a:t> (assuming this was an interface).</a:t>
            </a:r>
          </a:p>
          <a:p>
            <a:pPr lvl="1"/>
            <a:endParaRPr lang="en-US" dirty="0"/>
          </a:p>
          <a:p>
            <a:r>
              <a:rPr lang="en-US" i="1" dirty="0"/>
              <a:t>An example on interfaces is discussed in the linked reading.</a:t>
            </a:r>
          </a:p>
          <a:p>
            <a:pPr lvl="1"/>
            <a:r>
              <a:rPr lang="en-US" dirty="0">
                <a:hlinkClick r:id="rId2"/>
              </a:rPr>
              <a:t>https://www.learncpp.com/cpp-tutorial/pure-virtual-functions-abstract-base-classes-and-interface-classes/</a:t>
            </a:r>
            <a:endParaRPr lang="en-US" dirty="0"/>
          </a:p>
          <a:p>
            <a:pPr lvl="1"/>
            <a:r>
              <a:rPr lang="en-US" i="1" dirty="0"/>
              <a:t>It is a brand new example.</a:t>
            </a:r>
          </a:p>
        </p:txBody>
      </p:sp>
    </p:spTree>
    <p:extLst>
      <p:ext uri="{BB962C8B-B14F-4D97-AF65-F5344CB8AC3E}">
        <p14:creationId xmlns:p14="http://schemas.microsoft.com/office/powerpoint/2010/main" val="3110073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130E-996E-2977-6F87-0563F97C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29C62-E641-2F08-8F55-03FE6859F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Interfaces will have virtual destructors just like we’ve seen before.</a:t>
            </a:r>
          </a:p>
          <a:p>
            <a:pPr lvl="1"/>
            <a:r>
              <a:rPr lang="en-US" dirty="0"/>
              <a:t>Note that even in an interface class, the destructor must have an implementation.</a:t>
            </a:r>
          </a:p>
          <a:p>
            <a:pPr lvl="1"/>
            <a:endParaRPr lang="en-US" dirty="0"/>
          </a:p>
          <a:p>
            <a:r>
              <a:rPr lang="en-US" dirty="0"/>
              <a:t>Some languages like Java and C# have a keyword,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interface</a:t>
            </a:r>
            <a:r>
              <a:rPr lang="en-US" dirty="0"/>
              <a:t>, for making interface classes.</a:t>
            </a:r>
          </a:p>
          <a:p>
            <a:pPr lvl="1"/>
            <a:r>
              <a:rPr lang="en-US" dirty="0"/>
              <a:t>So you don’t have to go and make every method pure virtual.</a:t>
            </a:r>
          </a:p>
          <a:p>
            <a:pPr lvl="1"/>
            <a:endParaRPr lang="en-US" dirty="0"/>
          </a:p>
          <a:p>
            <a:r>
              <a:rPr lang="en-US" dirty="0"/>
              <a:t>Within these other languages, interfaces allow for multiple inheritance.</a:t>
            </a:r>
          </a:p>
          <a:p>
            <a:pPr lvl="1"/>
            <a:r>
              <a:rPr lang="en-US" dirty="0"/>
              <a:t>For multiple inheritance in C++, interfaces are not required.</a:t>
            </a:r>
          </a:p>
        </p:txBody>
      </p:sp>
    </p:spTree>
    <p:extLst>
      <p:ext uri="{BB962C8B-B14F-4D97-AF65-F5344CB8AC3E}">
        <p14:creationId xmlns:p14="http://schemas.microsoft.com/office/powerpoint/2010/main" val="267425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2904</Words>
  <Application>Microsoft Office PowerPoint</Application>
  <PresentationFormat>Widescreen</PresentationFormat>
  <Paragraphs>461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Roboto Mono</vt:lpstr>
      <vt:lpstr>Office Theme</vt:lpstr>
      <vt:lpstr>Inheritance</vt:lpstr>
      <vt:lpstr>Logistics</vt:lpstr>
      <vt:lpstr>Warmup</vt:lpstr>
      <vt:lpstr>PowerPoint Presentation</vt:lpstr>
      <vt:lpstr>PowerPoint Presentation</vt:lpstr>
      <vt:lpstr>Pure Virtual Functions</vt:lpstr>
      <vt:lpstr>Abstract Base Classes</vt:lpstr>
      <vt:lpstr>PowerPoint Presentation</vt:lpstr>
      <vt:lpstr>PowerPoint Presentation</vt:lpstr>
      <vt:lpstr>Abstract Base Classes</vt:lpstr>
      <vt:lpstr>PowerPoint Presentation</vt:lpstr>
      <vt:lpstr>Abstract Base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 hope you noticed an error in the last discussion…</vt:lpstr>
      <vt:lpstr>Interfaces</vt:lpstr>
      <vt:lpstr>Interface Classes</vt:lpstr>
      <vt:lpstr>Interface Classes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Salman</dc:creator>
  <cp:lastModifiedBy>Mohammad Salman</cp:lastModifiedBy>
  <cp:revision>1</cp:revision>
  <dcterms:created xsi:type="dcterms:W3CDTF">2023-10-29T11:39:28Z</dcterms:created>
  <dcterms:modified xsi:type="dcterms:W3CDTF">2023-10-31T10:02:54Z</dcterms:modified>
</cp:coreProperties>
</file>