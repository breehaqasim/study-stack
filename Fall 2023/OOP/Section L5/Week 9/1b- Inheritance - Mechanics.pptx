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sldIdLst>
    <p:sldId id="257" r:id="rId2"/>
    <p:sldId id="299" r:id="rId3"/>
    <p:sldId id="369" r:id="rId4"/>
    <p:sldId id="302" r:id="rId5"/>
    <p:sldId id="300" r:id="rId6"/>
    <p:sldId id="303" r:id="rId7"/>
    <p:sldId id="304" r:id="rId8"/>
    <p:sldId id="306" r:id="rId9"/>
    <p:sldId id="307" r:id="rId10"/>
    <p:sldId id="315" r:id="rId11"/>
    <p:sldId id="316" r:id="rId12"/>
    <p:sldId id="317" r:id="rId13"/>
    <p:sldId id="319" r:id="rId14"/>
    <p:sldId id="320" r:id="rId15"/>
    <p:sldId id="321" r:id="rId16"/>
    <p:sldId id="322" r:id="rId17"/>
    <p:sldId id="323" r:id="rId18"/>
    <p:sldId id="310" r:id="rId19"/>
    <p:sldId id="325" r:id="rId20"/>
    <p:sldId id="324" r:id="rId21"/>
    <p:sldId id="327" r:id="rId22"/>
    <p:sldId id="328" r:id="rId23"/>
    <p:sldId id="329" r:id="rId24"/>
    <p:sldId id="330" r:id="rId25"/>
    <p:sldId id="337" r:id="rId26"/>
    <p:sldId id="334" r:id="rId27"/>
    <p:sldId id="311" r:id="rId28"/>
    <p:sldId id="335" r:id="rId29"/>
    <p:sldId id="309" r:id="rId30"/>
    <p:sldId id="336" r:id="rId31"/>
    <p:sldId id="340" r:id="rId32"/>
    <p:sldId id="343" r:id="rId33"/>
    <p:sldId id="344" r:id="rId34"/>
    <p:sldId id="345" r:id="rId35"/>
    <p:sldId id="346" r:id="rId36"/>
    <p:sldId id="347" r:id="rId37"/>
    <p:sldId id="348" r:id="rId38"/>
    <p:sldId id="349" r:id="rId39"/>
    <p:sldId id="350" r:id="rId40"/>
    <p:sldId id="351" r:id="rId41"/>
    <p:sldId id="352" r:id="rId42"/>
    <p:sldId id="353" r:id="rId43"/>
    <p:sldId id="354" r:id="rId44"/>
    <p:sldId id="355" r:id="rId45"/>
    <p:sldId id="356" r:id="rId46"/>
    <p:sldId id="339" r:id="rId47"/>
    <p:sldId id="357" r:id="rId48"/>
    <p:sldId id="358" r:id="rId49"/>
    <p:sldId id="359" r:id="rId50"/>
    <p:sldId id="360" r:id="rId51"/>
    <p:sldId id="361" r:id="rId52"/>
    <p:sldId id="362" r:id="rId53"/>
    <p:sldId id="363" r:id="rId54"/>
    <p:sldId id="364" r:id="rId55"/>
    <p:sldId id="372" r:id="rId56"/>
    <p:sldId id="365" r:id="rId57"/>
    <p:sldId id="366" r:id="rId58"/>
    <p:sldId id="367" r:id="rId59"/>
    <p:sldId id="373" r:id="rId60"/>
    <p:sldId id="374" r:id="rId61"/>
    <p:sldId id="377" r:id="rId62"/>
    <p:sldId id="376" r:id="rId63"/>
    <p:sldId id="380" r:id="rId64"/>
    <p:sldId id="375" r:id="rId65"/>
    <p:sldId id="378" r:id="rId66"/>
    <p:sldId id="379" r:id="rId67"/>
    <p:sldId id="368" r:id="rId68"/>
    <p:sldId id="381" r:id="rId69"/>
    <p:sldId id="382" r:id="rId70"/>
    <p:sldId id="383"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2" autoAdjust="0"/>
    <p:restoredTop sz="84071" autoAdjust="0"/>
  </p:normalViewPr>
  <p:slideViewPr>
    <p:cSldViewPr snapToGrid="0">
      <p:cViewPr varScale="1">
        <p:scale>
          <a:sx n="71" d="100"/>
          <a:sy n="71" d="100"/>
        </p:scale>
        <p:origin x="37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Salman" userId="cfd6754c-e613-4f6f-bb98-36aef69d8c31" providerId="ADAL" clId="{990299EA-3706-4963-9607-B363693B7908}"/>
    <pc:docChg chg="undo redo custSel addSld delSld modSld sldOrd modMainMaster addSection delSection">
      <pc:chgData name="Mohammad Salman" userId="cfd6754c-e613-4f6f-bb98-36aef69d8c31" providerId="ADAL" clId="{990299EA-3706-4963-9607-B363693B7908}" dt="2023-10-24T08:11:04.140" v="31114" actId="20577"/>
      <pc:docMkLst>
        <pc:docMk/>
      </pc:docMkLst>
      <pc:sldChg chg="addSp delSp modSp new del mod setBg">
        <pc:chgData name="Mohammad Salman" userId="cfd6754c-e613-4f6f-bb98-36aef69d8c31" providerId="ADAL" clId="{990299EA-3706-4963-9607-B363693B7908}" dt="2023-10-17T07:20:19.029" v="22539" actId="2696"/>
        <pc:sldMkLst>
          <pc:docMk/>
          <pc:sldMk cId="485089036" sldId="256"/>
        </pc:sldMkLst>
        <pc:spChg chg="mod">
          <ac:chgData name="Mohammad Salman" userId="cfd6754c-e613-4f6f-bb98-36aef69d8c31" providerId="ADAL" clId="{990299EA-3706-4963-9607-B363693B7908}" dt="2023-10-14T06:51:59.730" v="12" actId="20577"/>
          <ac:spMkLst>
            <pc:docMk/>
            <pc:sldMk cId="485089036" sldId="256"/>
            <ac:spMk id="2" creationId="{7A7B31E7-991B-20E4-6591-E05CAD9B33A3}"/>
          </ac:spMkLst>
        </pc:spChg>
        <pc:spChg chg="mod">
          <ac:chgData name="Mohammad Salman" userId="cfd6754c-e613-4f6f-bb98-36aef69d8c31" providerId="ADAL" clId="{990299EA-3706-4963-9607-B363693B7908}" dt="2023-10-14T06:52:06.339" v="42" actId="20577"/>
          <ac:spMkLst>
            <pc:docMk/>
            <pc:sldMk cId="485089036" sldId="256"/>
            <ac:spMk id="3" creationId="{3F0D6F60-FB13-C2B7-5CE4-5D3F8704B402}"/>
          </ac:spMkLst>
        </pc:spChg>
        <pc:spChg chg="add del">
          <ac:chgData name="Mohammad Salman" userId="cfd6754c-e613-4f6f-bb98-36aef69d8c31" providerId="ADAL" clId="{990299EA-3706-4963-9607-B363693B7908}" dt="2023-10-17T07:18:32.880" v="22532" actId="22"/>
          <ac:spMkLst>
            <pc:docMk/>
            <pc:sldMk cId="485089036" sldId="256"/>
            <ac:spMk id="5" creationId="{1BC7FEE5-15E7-2743-255B-81159243A1F5}"/>
          </ac:spMkLst>
        </pc:spChg>
        <pc:spChg chg="add mod">
          <ac:chgData name="Mohammad Salman" userId="cfd6754c-e613-4f6f-bb98-36aef69d8c31" providerId="ADAL" clId="{990299EA-3706-4963-9607-B363693B7908}" dt="2023-10-17T07:18:44.139" v="22538" actId="1076"/>
          <ac:spMkLst>
            <pc:docMk/>
            <pc:sldMk cId="485089036" sldId="256"/>
            <ac:spMk id="7" creationId="{5B6D6C2C-FCEF-A3FE-CBFE-943F864C8287}"/>
          </ac:spMkLst>
        </pc:spChg>
      </pc:sldChg>
      <pc:sldChg chg="delSp add mod ord setBg">
        <pc:chgData name="Mohammad Salman" userId="cfd6754c-e613-4f6f-bb98-36aef69d8c31" providerId="ADAL" clId="{990299EA-3706-4963-9607-B363693B7908}" dt="2023-10-17T07:23:22.338" v="22544" actId="478"/>
        <pc:sldMkLst>
          <pc:docMk/>
          <pc:sldMk cId="485089036" sldId="257"/>
        </pc:sldMkLst>
        <pc:spChg chg="del">
          <ac:chgData name="Mohammad Salman" userId="cfd6754c-e613-4f6f-bb98-36aef69d8c31" providerId="ADAL" clId="{990299EA-3706-4963-9607-B363693B7908}" dt="2023-10-17T07:23:22.338" v="22544" actId="478"/>
          <ac:spMkLst>
            <pc:docMk/>
            <pc:sldMk cId="485089036" sldId="257"/>
            <ac:spMk id="7" creationId="{5B6D6C2C-FCEF-A3FE-CBFE-943F864C8287}"/>
          </ac:spMkLst>
        </pc:spChg>
      </pc:sldChg>
      <pc:sldChg chg="modSp new del mod">
        <pc:chgData name="Mohammad Salman" userId="cfd6754c-e613-4f6f-bb98-36aef69d8c31" providerId="ADAL" clId="{990299EA-3706-4963-9607-B363693B7908}" dt="2023-10-17T07:20:19.029" v="22539" actId="2696"/>
        <pc:sldMkLst>
          <pc:docMk/>
          <pc:sldMk cId="1713108058" sldId="257"/>
        </pc:sldMkLst>
        <pc:spChg chg="mod">
          <ac:chgData name="Mohammad Salman" userId="cfd6754c-e613-4f6f-bb98-36aef69d8c31" providerId="ADAL" clId="{990299EA-3706-4963-9607-B363693B7908}" dt="2023-10-15T09:23:23.398" v="2521" actId="5793"/>
          <ac:spMkLst>
            <pc:docMk/>
            <pc:sldMk cId="1713108058" sldId="257"/>
            <ac:spMk id="2" creationId="{3180ACDC-F4D7-3BEA-BF20-A0027784E01F}"/>
          </ac:spMkLst>
        </pc:spChg>
        <pc:spChg chg="mod">
          <ac:chgData name="Mohammad Salman" userId="cfd6754c-e613-4f6f-bb98-36aef69d8c31" providerId="ADAL" clId="{990299EA-3706-4963-9607-B363693B7908}" dt="2023-10-15T11:56:28.617" v="6167" actId="20577"/>
          <ac:spMkLst>
            <pc:docMk/>
            <pc:sldMk cId="1713108058" sldId="257"/>
            <ac:spMk id="3" creationId="{B464F7E8-A245-9092-90E0-E91B034FE828}"/>
          </ac:spMkLst>
        </pc:spChg>
      </pc:sldChg>
      <pc:sldChg chg="modSp new del mod">
        <pc:chgData name="Mohammad Salman" userId="cfd6754c-e613-4f6f-bb98-36aef69d8c31" providerId="ADAL" clId="{990299EA-3706-4963-9607-B363693B7908}" dt="2023-10-17T07:20:19.029" v="22539" actId="2696"/>
        <pc:sldMkLst>
          <pc:docMk/>
          <pc:sldMk cId="2249829664" sldId="258"/>
        </pc:sldMkLst>
        <pc:spChg chg="mod">
          <ac:chgData name="Mohammad Salman" userId="cfd6754c-e613-4f6f-bb98-36aef69d8c31" providerId="ADAL" clId="{990299EA-3706-4963-9607-B363693B7908}" dt="2023-10-14T07:22:10.984" v="514" actId="5793"/>
          <ac:spMkLst>
            <pc:docMk/>
            <pc:sldMk cId="2249829664" sldId="258"/>
            <ac:spMk id="2" creationId="{7D655B50-C083-E0F0-EEC1-77C9E3BAEFE6}"/>
          </ac:spMkLst>
        </pc:spChg>
        <pc:spChg chg="mod">
          <ac:chgData name="Mohammad Salman" userId="cfd6754c-e613-4f6f-bb98-36aef69d8c31" providerId="ADAL" clId="{990299EA-3706-4963-9607-B363693B7908}" dt="2023-10-15T11:57:02.729" v="6185" actId="20577"/>
          <ac:spMkLst>
            <pc:docMk/>
            <pc:sldMk cId="2249829664" sldId="258"/>
            <ac:spMk id="3" creationId="{FD3F405D-8BB0-6023-56ED-63661E9CCC10}"/>
          </ac:spMkLst>
        </pc:spChg>
      </pc:sldChg>
      <pc:sldChg chg="modSp new del mod">
        <pc:chgData name="Mohammad Salman" userId="cfd6754c-e613-4f6f-bb98-36aef69d8c31" providerId="ADAL" clId="{990299EA-3706-4963-9607-B363693B7908}" dt="2023-10-15T12:45:45.682" v="7755" actId="47"/>
        <pc:sldMkLst>
          <pc:docMk/>
          <pc:sldMk cId="2827702849" sldId="259"/>
        </pc:sldMkLst>
        <pc:spChg chg="mod">
          <ac:chgData name="Mohammad Salman" userId="cfd6754c-e613-4f6f-bb98-36aef69d8c31" providerId="ADAL" clId="{990299EA-3706-4963-9607-B363693B7908}" dt="2023-10-14T08:31:09.553" v="1086"/>
          <ac:spMkLst>
            <pc:docMk/>
            <pc:sldMk cId="2827702849" sldId="259"/>
            <ac:spMk id="3" creationId="{519389DB-2772-6611-5ADD-F39252F47A7B}"/>
          </ac:spMkLst>
        </pc:spChg>
      </pc:sldChg>
      <pc:sldChg chg="addSp delSp modSp new del mod modAnim">
        <pc:chgData name="Mohammad Salman" userId="cfd6754c-e613-4f6f-bb98-36aef69d8c31" providerId="ADAL" clId="{990299EA-3706-4963-9607-B363693B7908}" dt="2023-10-17T07:20:19.029" v="22539" actId="2696"/>
        <pc:sldMkLst>
          <pc:docMk/>
          <pc:sldMk cId="3612619778" sldId="260"/>
        </pc:sldMkLst>
        <pc:spChg chg="del mod">
          <ac:chgData name="Mohammad Salman" userId="cfd6754c-e613-4f6f-bb98-36aef69d8c31" providerId="ADAL" clId="{990299EA-3706-4963-9607-B363693B7908}" dt="2023-10-15T12:01:07.614" v="6358" actId="478"/>
          <ac:spMkLst>
            <pc:docMk/>
            <pc:sldMk cId="3612619778" sldId="260"/>
            <ac:spMk id="2" creationId="{B9C2B36D-C50E-5C05-258F-B5F46AC106D2}"/>
          </ac:spMkLst>
        </pc:spChg>
        <pc:spChg chg="add del mod">
          <ac:chgData name="Mohammad Salman" userId="cfd6754c-e613-4f6f-bb98-36aef69d8c31" providerId="ADAL" clId="{990299EA-3706-4963-9607-B363693B7908}" dt="2023-10-16T13:17:01.355" v="16125" actId="20577"/>
          <ac:spMkLst>
            <pc:docMk/>
            <pc:sldMk cId="3612619778" sldId="260"/>
            <ac:spMk id="3" creationId="{A26BD38A-D32C-8A22-75D8-9B681CB4A4D7}"/>
          </ac:spMkLst>
        </pc:spChg>
        <pc:spChg chg="add del mod">
          <ac:chgData name="Mohammad Salman" userId="cfd6754c-e613-4f6f-bb98-36aef69d8c31" providerId="ADAL" clId="{990299EA-3706-4963-9607-B363693B7908}" dt="2023-10-15T11:59:08.872" v="6308" actId="478"/>
          <ac:spMkLst>
            <pc:docMk/>
            <pc:sldMk cId="3612619778" sldId="260"/>
            <ac:spMk id="8" creationId="{95FD7347-CED0-51DA-8B4D-7DA6C9670CD4}"/>
          </ac:spMkLst>
        </pc:spChg>
        <pc:spChg chg="add del mod">
          <ac:chgData name="Mohammad Salman" userId="cfd6754c-e613-4f6f-bb98-36aef69d8c31" providerId="ADAL" clId="{990299EA-3706-4963-9607-B363693B7908}" dt="2023-10-15T11:59:11.402" v="6310" actId="478"/>
          <ac:spMkLst>
            <pc:docMk/>
            <pc:sldMk cId="3612619778" sldId="260"/>
            <ac:spMk id="12" creationId="{39701BB3-4896-790A-0E9B-556AA0FF2FF7}"/>
          </ac:spMkLst>
        </pc:spChg>
        <pc:spChg chg="add del mod">
          <ac:chgData name="Mohammad Salman" userId="cfd6754c-e613-4f6f-bb98-36aef69d8c31" providerId="ADAL" clId="{990299EA-3706-4963-9607-B363693B7908}" dt="2023-10-15T12:00:41.814" v="6344" actId="767"/>
          <ac:spMkLst>
            <pc:docMk/>
            <pc:sldMk cId="3612619778" sldId="260"/>
            <ac:spMk id="14" creationId="{733EA905-6904-EAB2-D139-AC287A277BE8}"/>
          </ac:spMkLst>
        </pc:spChg>
        <pc:spChg chg="add del mod">
          <ac:chgData name="Mohammad Salman" userId="cfd6754c-e613-4f6f-bb98-36aef69d8c31" providerId="ADAL" clId="{990299EA-3706-4963-9607-B363693B7908}" dt="2023-10-15T12:01:09.911" v="6359" actId="478"/>
          <ac:spMkLst>
            <pc:docMk/>
            <pc:sldMk cId="3612619778" sldId="260"/>
            <ac:spMk id="16" creationId="{0F0FA99E-528C-EB13-2A7B-00E8B2B3CDDD}"/>
          </ac:spMkLst>
        </pc:spChg>
        <pc:grpChg chg="add mod">
          <ac:chgData name="Mohammad Salman" userId="cfd6754c-e613-4f6f-bb98-36aef69d8c31" providerId="ADAL" clId="{990299EA-3706-4963-9607-B363693B7908}" dt="2023-10-15T12:01:20.091" v="6363" actId="14100"/>
          <ac:grpSpMkLst>
            <pc:docMk/>
            <pc:sldMk cId="3612619778" sldId="260"/>
            <ac:grpSpMk id="13" creationId="{A77C04BD-C092-8CA6-CE31-32D9BA47577C}"/>
          </ac:grpSpMkLst>
        </pc:grpChg>
        <pc:picChg chg="add mod">
          <ac:chgData name="Mohammad Salman" userId="cfd6754c-e613-4f6f-bb98-36aef69d8c31" providerId="ADAL" clId="{990299EA-3706-4963-9607-B363693B7908}" dt="2023-10-15T11:59:38.204" v="6315" actId="164"/>
          <ac:picMkLst>
            <pc:docMk/>
            <pc:sldMk cId="3612619778" sldId="260"/>
            <ac:picMk id="4" creationId="{D4E3CCB6-7677-83A2-F02F-ECBBFB2A6E84}"/>
          </ac:picMkLst>
        </pc:picChg>
        <pc:picChg chg="add mod">
          <ac:chgData name="Mohammad Salman" userId="cfd6754c-e613-4f6f-bb98-36aef69d8c31" providerId="ADAL" clId="{990299EA-3706-4963-9607-B363693B7908}" dt="2023-10-15T11:59:38.204" v="6315" actId="164"/>
          <ac:picMkLst>
            <pc:docMk/>
            <pc:sldMk cId="3612619778" sldId="260"/>
            <ac:picMk id="5" creationId="{243ACF17-0CA4-904B-EAE7-16AA6C0B3C6C}"/>
          </ac:picMkLst>
        </pc:picChg>
        <pc:picChg chg="add mod">
          <ac:chgData name="Mohammad Salman" userId="cfd6754c-e613-4f6f-bb98-36aef69d8c31" providerId="ADAL" clId="{990299EA-3706-4963-9607-B363693B7908}" dt="2023-10-15T11:59:38.204" v="6315" actId="164"/>
          <ac:picMkLst>
            <pc:docMk/>
            <pc:sldMk cId="3612619778" sldId="260"/>
            <ac:picMk id="6" creationId="{C0B923E4-D4F7-4A07-3E20-B400A80ACBDE}"/>
          </ac:picMkLst>
        </pc:picChg>
        <pc:picChg chg="add mod">
          <ac:chgData name="Mohammad Salman" userId="cfd6754c-e613-4f6f-bb98-36aef69d8c31" providerId="ADAL" clId="{990299EA-3706-4963-9607-B363693B7908}" dt="2023-10-15T11:59:38.204" v="6315" actId="164"/>
          <ac:picMkLst>
            <pc:docMk/>
            <pc:sldMk cId="3612619778" sldId="260"/>
            <ac:picMk id="7" creationId="{E7D8747E-5B2F-D2F0-3BD8-AFA5BB05AD22}"/>
          </ac:picMkLst>
        </pc:picChg>
        <pc:picChg chg="add mod">
          <ac:chgData name="Mohammad Salman" userId="cfd6754c-e613-4f6f-bb98-36aef69d8c31" providerId="ADAL" clId="{990299EA-3706-4963-9607-B363693B7908}" dt="2023-10-15T11:59:38.204" v="6315" actId="164"/>
          <ac:picMkLst>
            <pc:docMk/>
            <pc:sldMk cId="3612619778" sldId="260"/>
            <ac:picMk id="9" creationId="{4A2F212D-A06F-9931-0C32-EFCBE5048092}"/>
          </ac:picMkLst>
        </pc:picChg>
        <pc:picChg chg="add mod">
          <ac:chgData name="Mohammad Salman" userId="cfd6754c-e613-4f6f-bb98-36aef69d8c31" providerId="ADAL" clId="{990299EA-3706-4963-9607-B363693B7908}" dt="2023-10-15T11:59:38.204" v="6315" actId="164"/>
          <ac:picMkLst>
            <pc:docMk/>
            <pc:sldMk cId="3612619778" sldId="260"/>
            <ac:picMk id="11" creationId="{1D456ADE-A266-525A-50B9-6D349676A49C}"/>
          </ac:picMkLst>
        </pc:picChg>
        <pc:picChg chg="add mod">
          <ac:chgData name="Mohammad Salman" userId="cfd6754c-e613-4f6f-bb98-36aef69d8c31" providerId="ADAL" clId="{990299EA-3706-4963-9607-B363693B7908}" dt="2023-10-15T12:02:45.023" v="6366" actId="1076"/>
          <ac:picMkLst>
            <pc:docMk/>
            <pc:sldMk cId="3612619778" sldId="260"/>
            <ac:picMk id="18" creationId="{9949E32D-8AEE-CF58-16A2-2D843E860A1C}"/>
          </ac:picMkLst>
        </pc:picChg>
        <pc:cxnChg chg="add del mod">
          <ac:chgData name="Mohammad Salman" userId="cfd6754c-e613-4f6f-bb98-36aef69d8c31" providerId="ADAL" clId="{990299EA-3706-4963-9607-B363693B7908}" dt="2023-10-15T11:59:10.112" v="6309" actId="478"/>
          <ac:cxnSpMkLst>
            <pc:docMk/>
            <pc:sldMk cId="3612619778" sldId="260"/>
            <ac:cxnSpMk id="10" creationId="{AD858776-11EB-9E2A-90A1-03B0240E5DB4}"/>
          </ac:cxnSpMkLst>
        </pc:cxnChg>
      </pc:sldChg>
      <pc:sldChg chg="modSp new del mod modAnim">
        <pc:chgData name="Mohammad Salman" userId="cfd6754c-e613-4f6f-bb98-36aef69d8c31" providerId="ADAL" clId="{990299EA-3706-4963-9607-B363693B7908}" dt="2023-10-17T07:20:19.029" v="22539" actId="2696"/>
        <pc:sldMkLst>
          <pc:docMk/>
          <pc:sldMk cId="2268352895" sldId="261"/>
        </pc:sldMkLst>
        <pc:spChg chg="mod">
          <ac:chgData name="Mohammad Salman" userId="cfd6754c-e613-4f6f-bb98-36aef69d8c31" providerId="ADAL" clId="{990299EA-3706-4963-9607-B363693B7908}" dt="2023-10-16T13:18:56.694" v="16176" actId="5793"/>
          <ac:spMkLst>
            <pc:docMk/>
            <pc:sldMk cId="2268352895" sldId="261"/>
            <ac:spMk id="2" creationId="{4941F1DB-9453-0EE5-BA80-91DD552BEB6C}"/>
          </ac:spMkLst>
        </pc:spChg>
        <pc:spChg chg="mod">
          <ac:chgData name="Mohammad Salman" userId="cfd6754c-e613-4f6f-bb98-36aef69d8c31" providerId="ADAL" clId="{990299EA-3706-4963-9607-B363693B7908}" dt="2023-10-15T12:04:14.867" v="6396" actId="20577"/>
          <ac:spMkLst>
            <pc:docMk/>
            <pc:sldMk cId="2268352895" sldId="261"/>
            <ac:spMk id="3" creationId="{82CC6780-33CB-F574-33BE-C8DBF8A4C0E2}"/>
          </ac:spMkLst>
        </pc:spChg>
      </pc:sldChg>
      <pc:sldChg chg="addSp delSp modSp new del mod ord setBg modAnim modNotesTx">
        <pc:chgData name="Mohammad Salman" userId="cfd6754c-e613-4f6f-bb98-36aef69d8c31" providerId="ADAL" clId="{990299EA-3706-4963-9607-B363693B7908}" dt="2023-10-17T07:20:19.029" v="22539" actId="2696"/>
        <pc:sldMkLst>
          <pc:docMk/>
          <pc:sldMk cId="203826496" sldId="262"/>
        </pc:sldMkLst>
        <pc:spChg chg="del">
          <ac:chgData name="Mohammad Salman" userId="cfd6754c-e613-4f6f-bb98-36aef69d8c31" providerId="ADAL" clId="{990299EA-3706-4963-9607-B363693B7908}" dt="2023-10-15T12:46:21.379" v="7756" actId="478"/>
          <ac:spMkLst>
            <pc:docMk/>
            <pc:sldMk cId="203826496" sldId="262"/>
            <ac:spMk id="2" creationId="{4935E35B-CD66-4EE8-5AAB-018397094609}"/>
          </ac:spMkLst>
        </pc:spChg>
        <pc:spChg chg="del">
          <ac:chgData name="Mohammad Salman" userId="cfd6754c-e613-4f6f-bb98-36aef69d8c31" providerId="ADAL" clId="{990299EA-3706-4963-9607-B363693B7908}" dt="2023-10-15T12:46:21.379" v="7756" actId="478"/>
          <ac:spMkLst>
            <pc:docMk/>
            <pc:sldMk cId="203826496" sldId="262"/>
            <ac:spMk id="3" creationId="{A7CF1969-60A6-A209-C19C-281ABE41BDE1}"/>
          </ac:spMkLst>
        </pc:spChg>
        <pc:spChg chg="add mod">
          <ac:chgData name="Mohammad Salman" userId="cfd6754c-e613-4f6f-bb98-36aef69d8c31" providerId="ADAL" clId="{990299EA-3706-4963-9607-B363693B7908}" dt="2023-10-15T12:53:16.270" v="8072" actId="1076"/>
          <ac:spMkLst>
            <pc:docMk/>
            <pc:sldMk cId="203826496" sldId="262"/>
            <ac:spMk id="4" creationId="{A1AD992D-21D8-9EB6-883B-C3600BFF6445}"/>
          </ac:spMkLst>
        </pc:spChg>
        <pc:spChg chg="add mod">
          <ac:chgData name="Mohammad Salman" userId="cfd6754c-e613-4f6f-bb98-36aef69d8c31" providerId="ADAL" clId="{990299EA-3706-4963-9607-B363693B7908}" dt="2023-10-15T12:53:16.270" v="8072" actId="1076"/>
          <ac:spMkLst>
            <pc:docMk/>
            <pc:sldMk cId="203826496" sldId="262"/>
            <ac:spMk id="5" creationId="{D032AC67-682C-A6E0-F801-59E323393F94}"/>
          </ac:spMkLst>
        </pc:spChg>
        <pc:spChg chg="add mod">
          <ac:chgData name="Mohammad Salman" userId="cfd6754c-e613-4f6f-bb98-36aef69d8c31" providerId="ADAL" clId="{990299EA-3706-4963-9607-B363693B7908}" dt="2023-10-15T12:53:16.270" v="8072" actId="1076"/>
          <ac:spMkLst>
            <pc:docMk/>
            <pc:sldMk cId="203826496" sldId="262"/>
            <ac:spMk id="6" creationId="{BDE022FA-A1BB-043E-E791-86A287D388CC}"/>
          </ac:spMkLst>
        </pc:spChg>
        <pc:spChg chg="add mod">
          <ac:chgData name="Mohammad Salman" userId="cfd6754c-e613-4f6f-bb98-36aef69d8c31" providerId="ADAL" clId="{990299EA-3706-4963-9607-B363693B7908}" dt="2023-10-15T12:53:24.660" v="8073" actId="1076"/>
          <ac:spMkLst>
            <pc:docMk/>
            <pc:sldMk cId="203826496" sldId="262"/>
            <ac:spMk id="10" creationId="{3013929E-AC3B-9ECE-DF4E-A9DB909904A2}"/>
          </ac:spMkLst>
        </pc:spChg>
        <pc:spChg chg="add mod">
          <ac:chgData name="Mohammad Salman" userId="cfd6754c-e613-4f6f-bb98-36aef69d8c31" providerId="ADAL" clId="{990299EA-3706-4963-9607-B363693B7908}" dt="2023-10-15T14:31:24.498" v="8792" actId="20577"/>
          <ac:spMkLst>
            <pc:docMk/>
            <pc:sldMk cId="203826496" sldId="262"/>
            <ac:spMk id="11" creationId="{2318AF79-CAF0-6EF6-7598-BB56ED187009}"/>
          </ac:spMkLst>
        </pc:spChg>
        <pc:spChg chg="add mod">
          <ac:chgData name="Mohammad Salman" userId="cfd6754c-e613-4f6f-bb98-36aef69d8c31" providerId="ADAL" clId="{990299EA-3706-4963-9607-B363693B7908}" dt="2023-10-15T14:45:22.694" v="8864" actId="1076"/>
          <ac:spMkLst>
            <pc:docMk/>
            <pc:sldMk cId="203826496" sldId="262"/>
            <ac:spMk id="12" creationId="{B15C50A7-D33D-66E5-DAD2-BD3D7445DF20}"/>
          </ac:spMkLst>
        </pc:spChg>
        <pc:cxnChg chg="add mod">
          <ac:chgData name="Mohammad Salman" userId="cfd6754c-e613-4f6f-bb98-36aef69d8c31" providerId="ADAL" clId="{990299EA-3706-4963-9607-B363693B7908}" dt="2023-10-15T12:53:16.270" v="8072" actId="1076"/>
          <ac:cxnSpMkLst>
            <pc:docMk/>
            <pc:sldMk cId="203826496" sldId="262"/>
            <ac:cxnSpMk id="7" creationId="{8C092F4F-3E58-5E47-0482-D24AC436FC4A}"/>
          </ac:cxnSpMkLst>
        </pc:cxnChg>
        <pc:cxnChg chg="add mod">
          <ac:chgData name="Mohammad Salman" userId="cfd6754c-e613-4f6f-bb98-36aef69d8c31" providerId="ADAL" clId="{990299EA-3706-4963-9607-B363693B7908}" dt="2023-10-15T12:53:16.270" v="8072" actId="1076"/>
          <ac:cxnSpMkLst>
            <pc:docMk/>
            <pc:sldMk cId="203826496" sldId="262"/>
            <ac:cxnSpMk id="8" creationId="{DD718D91-288B-42D9-91C2-3E51525BD342}"/>
          </ac:cxnSpMkLst>
        </pc:cxnChg>
      </pc:sldChg>
      <pc:sldChg chg="add del ord">
        <pc:chgData name="Mohammad Salman" userId="cfd6754c-e613-4f6f-bb98-36aef69d8c31" providerId="ADAL" clId="{990299EA-3706-4963-9607-B363693B7908}" dt="2023-10-15T12:45:36.643" v="7753" actId="47"/>
        <pc:sldMkLst>
          <pc:docMk/>
          <pc:sldMk cId="1657866945" sldId="277"/>
        </pc:sldMkLst>
      </pc:sldChg>
      <pc:sldChg chg="add del ord">
        <pc:chgData name="Mohammad Salman" userId="cfd6754c-e613-4f6f-bb98-36aef69d8c31" providerId="ADAL" clId="{990299EA-3706-4963-9607-B363693B7908}" dt="2023-10-15T12:45:38.082" v="7754" actId="47"/>
        <pc:sldMkLst>
          <pc:docMk/>
          <pc:sldMk cId="1443748962" sldId="278"/>
        </pc:sldMkLst>
      </pc:sldChg>
      <pc:sldChg chg="addSp delSp modSp add del mod modAnim">
        <pc:chgData name="Mohammad Salman" userId="cfd6754c-e613-4f6f-bb98-36aef69d8c31" providerId="ADAL" clId="{990299EA-3706-4963-9607-B363693B7908}" dt="2023-10-17T07:20:19.029" v="22539" actId="2696"/>
        <pc:sldMkLst>
          <pc:docMk/>
          <pc:sldMk cId="2560182135" sldId="287"/>
        </pc:sldMkLst>
        <pc:spChg chg="add del mod">
          <ac:chgData name="Mohammad Salman" userId="cfd6754c-e613-4f6f-bb98-36aef69d8c31" providerId="ADAL" clId="{990299EA-3706-4963-9607-B363693B7908}" dt="2023-10-15T12:08:49.457" v="6482" actId="1076"/>
          <ac:spMkLst>
            <pc:docMk/>
            <pc:sldMk cId="2560182135" sldId="287"/>
            <ac:spMk id="2" creationId="{DFAF0615-ADFF-EE82-488B-57AE60CFC147}"/>
          </ac:spMkLst>
        </pc:spChg>
        <pc:spChg chg="add mod">
          <ac:chgData name="Mohammad Salman" userId="cfd6754c-e613-4f6f-bb98-36aef69d8c31" providerId="ADAL" clId="{990299EA-3706-4963-9607-B363693B7908}" dt="2023-10-14T08:47:41.551" v="2506" actId="20577"/>
          <ac:spMkLst>
            <pc:docMk/>
            <pc:sldMk cId="2560182135" sldId="287"/>
            <ac:spMk id="3" creationId="{2E4A3961-2C8C-BFE0-6A89-92166AB797E5}"/>
          </ac:spMkLst>
        </pc:spChg>
        <pc:spChg chg="add mod">
          <ac:chgData name="Mohammad Salman" userId="cfd6754c-e613-4f6f-bb98-36aef69d8c31" providerId="ADAL" clId="{990299EA-3706-4963-9607-B363693B7908}" dt="2023-10-15T09:25:45.563" v="2685" actId="20577"/>
          <ac:spMkLst>
            <pc:docMk/>
            <pc:sldMk cId="2560182135" sldId="287"/>
            <ac:spMk id="4" creationId="{386AF443-005E-6FBE-DB73-393F77F6B5A1}"/>
          </ac:spMkLst>
        </pc:spChg>
        <pc:spChg chg="add del mod">
          <ac:chgData name="Mohammad Salman" userId="cfd6754c-e613-4f6f-bb98-36aef69d8c31" providerId="ADAL" clId="{990299EA-3706-4963-9607-B363693B7908}" dt="2023-10-15T12:08:48.521" v="6481" actId="478"/>
          <ac:spMkLst>
            <pc:docMk/>
            <pc:sldMk cId="2560182135" sldId="287"/>
            <ac:spMk id="6" creationId="{7DEE9F1E-A57A-DB7F-AF2A-CA60C7429A16}"/>
          </ac:spMkLst>
        </pc:spChg>
        <pc:spChg chg="mod">
          <ac:chgData name="Mohammad Salman" userId="cfd6754c-e613-4f6f-bb98-36aef69d8c31" providerId="ADAL" clId="{990299EA-3706-4963-9607-B363693B7908}" dt="2023-10-15T09:25:50.368" v="2687" actId="20577"/>
          <ac:spMkLst>
            <pc:docMk/>
            <pc:sldMk cId="2560182135" sldId="287"/>
            <ac:spMk id="9" creationId="{D7FC9F28-E13D-F564-E62C-B93D633378AA}"/>
          </ac:spMkLst>
        </pc:spChg>
        <pc:spChg chg="mod">
          <ac:chgData name="Mohammad Salman" userId="cfd6754c-e613-4f6f-bb98-36aef69d8c31" providerId="ADAL" clId="{990299EA-3706-4963-9607-B363693B7908}" dt="2023-10-15T09:26:04.706" v="2697" actId="1076"/>
          <ac:spMkLst>
            <pc:docMk/>
            <pc:sldMk cId="2560182135" sldId="287"/>
            <ac:spMk id="14" creationId="{5A945CFD-824A-0D31-28FC-62E126238DD5}"/>
          </ac:spMkLst>
        </pc:spChg>
        <pc:spChg chg="mod">
          <ac:chgData name="Mohammad Salman" userId="cfd6754c-e613-4f6f-bb98-36aef69d8c31" providerId="ADAL" clId="{990299EA-3706-4963-9607-B363693B7908}" dt="2023-10-15T09:26:59.604" v="2910" actId="20577"/>
          <ac:spMkLst>
            <pc:docMk/>
            <pc:sldMk cId="2560182135" sldId="287"/>
            <ac:spMk id="17" creationId="{4BE7C1CB-9816-D072-F3B9-C42996D805D7}"/>
          </ac:spMkLst>
        </pc:spChg>
        <pc:spChg chg="mod">
          <ac:chgData name="Mohammad Salman" userId="cfd6754c-e613-4f6f-bb98-36aef69d8c31" providerId="ADAL" clId="{990299EA-3706-4963-9607-B363693B7908}" dt="2023-10-15T09:25:26.882" v="2666" actId="20577"/>
          <ac:spMkLst>
            <pc:docMk/>
            <pc:sldMk cId="2560182135" sldId="287"/>
            <ac:spMk id="18" creationId="{5949B431-2E4F-4DC1-8C71-A23C722B6628}"/>
          </ac:spMkLst>
        </pc:spChg>
      </pc:sldChg>
      <pc:sldChg chg="addSp delSp modSp add del mod delAnim modAnim">
        <pc:chgData name="Mohammad Salman" userId="cfd6754c-e613-4f6f-bb98-36aef69d8c31" providerId="ADAL" clId="{990299EA-3706-4963-9607-B363693B7908}" dt="2023-10-17T07:20:19.029" v="22539" actId="2696"/>
        <pc:sldMkLst>
          <pc:docMk/>
          <pc:sldMk cId="1761950806" sldId="288"/>
        </pc:sldMkLst>
        <pc:spChg chg="del">
          <ac:chgData name="Mohammad Salman" userId="cfd6754c-e613-4f6f-bb98-36aef69d8c31" providerId="ADAL" clId="{990299EA-3706-4963-9607-B363693B7908}" dt="2023-10-15T12:08:56.452" v="6485" actId="478"/>
          <ac:spMkLst>
            <pc:docMk/>
            <pc:sldMk cId="1761950806" sldId="288"/>
            <ac:spMk id="2" creationId="{DFAF0615-ADFF-EE82-488B-57AE60CFC147}"/>
          </ac:spMkLst>
        </pc:spChg>
        <pc:spChg chg="mod">
          <ac:chgData name="Mohammad Salman" userId="cfd6754c-e613-4f6f-bb98-36aef69d8c31" providerId="ADAL" clId="{990299EA-3706-4963-9607-B363693B7908}" dt="2023-10-15T12:09:42.997" v="6489" actId="1076"/>
          <ac:spMkLst>
            <pc:docMk/>
            <pc:sldMk cId="1761950806" sldId="288"/>
            <ac:spMk id="3" creationId="{2E4A3961-2C8C-BFE0-6A89-92166AB797E5}"/>
          </ac:spMkLst>
        </pc:spChg>
        <pc:spChg chg="del mod">
          <ac:chgData name="Mohammad Salman" userId="cfd6754c-e613-4f6f-bb98-36aef69d8c31" providerId="ADAL" clId="{990299EA-3706-4963-9607-B363693B7908}" dt="2023-10-15T09:29:05.723" v="3025" actId="21"/>
          <ac:spMkLst>
            <pc:docMk/>
            <pc:sldMk cId="1761950806" sldId="288"/>
            <ac:spMk id="4" creationId="{386AF443-005E-6FBE-DB73-393F77F6B5A1}"/>
          </ac:spMkLst>
        </pc:spChg>
        <pc:spChg chg="add mod">
          <ac:chgData name="Mohammad Salman" userId="cfd6754c-e613-4f6f-bb98-36aef69d8c31" providerId="ADAL" clId="{990299EA-3706-4963-9607-B363693B7908}" dt="2023-10-15T12:09:42.997" v="6489" actId="1076"/>
          <ac:spMkLst>
            <pc:docMk/>
            <pc:sldMk cId="1761950806" sldId="288"/>
            <ac:spMk id="5" creationId="{96D2D571-4DAF-E6F6-8EE9-EEE5A909B5FE}"/>
          </ac:spMkLst>
        </pc:spChg>
        <pc:spChg chg="add mod">
          <ac:chgData name="Mohammad Salman" userId="cfd6754c-e613-4f6f-bb98-36aef69d8c31" providerId="ADAL" clId="{990299EA-3706-4963-9607-B363693B7908}" dt="2023-10-15T12:09:42.997" v="6489" actId="1076"/>
          <ac:spMkLst>
            <pc:docMk/>
            <pc:sldMk cId="1761950806" sldId="288"/>
            <ac:spMk id="6" creationId="{D82E7DE3-C69C-579B-98C8-CCA3312D32FF}"/>
          </ac:spMkLst>
        </pc:spChg>
        <pc:spChg chg="add mod">
          <ac:chgData name="Mohammad Salman" userId="cfd6754c-e613-4f6f-bb98-36aef69d8c31" providerId="ADAL" clId="{990299EA-3706-4963-9607-B363693B7908}" dt="2023-10-15T12:09:42.997" v="6489" actId="1076"/>
          <ac:spMkLst>
            <pc:docMk/>
            <pc:sldMk cId="1761950806" sldId="288"/>
            <ac:spMk id="7" creationId="{1C66F4ED-D1E9-8ED1-5D99-31E276039A9B}"/>
          </ac:spMkLst>
        </pc:spChg>
        <pc:spChg chg="add mod">
          <ac:chgData name="Mohammad Salman" userId="cfd6754c-e613-4f6f-bb98-36aef69d8c31" providerId="ADAL" clId="{990299EA-3706-4963-9607-B363693B7908}" dt="2023-10-15T12:09:42.997" v="6489" actId="1076"/>
          <ac:spMkLst>
            <pc:docMk/>
            <pc:sldMk cId="1761950806" sldId="288"/>
            <ac:spMk id="8" creationId="{A8C450BF-D8CE-2DF4-E206-621A9BBAADEA}"/>
          </ac:spMkLst>
        </pc:spChg>
        <pc:spChg chg="add del mod">
          <ac:chgData name="Mohammad Salman" userId="cfd6754c-e613-4f6f-bb98-36aef69d8c31" providerId="ADAL" clId="{990299EA-3706-4963-9607-B363693B7908}" dt="2023-10-15T12:08:57.740" v="6486" actId="478"/>
          <ac:spMkLst>
            <pc:docMk/>
            <pc:sldMk cId="1761950806" sldId="288"/>
            <ac:spMk id="9" creationId="{1088A364-5239-43A3-B0AC-F7FE1F0C04EF}"/>
          </ac:spMkLst>
        </pc:spChg>
        <pc:spChg chg="del mod">
          <ac:chgData name="Mohammad Salman" userId="cfd6754c-e613-4f6f-bb98-36aef69d8c31" providerId="ADAL" clId="{990299EA-3706-4963-9607-B363693B7908}" dt="2023-10-15T09:29:58.879" v="3051" actId="478"/>
          <ac:spMkLst>
            <pc:docMk/>
            <pc:sldMk cId="1761950806" sldId="288"/>
            <ac:spMk id="9" creationId="{D7FC9F28-E13D-F564-E62C-B93D633378AA}"/>
          </ac:spMkLst>
        </pc:spChg>
        <pc:spChg chg="del mod">
          <ac:chgData name="Mohammad Salman" userId="cfd6754c-e613-4f6f-bb98-36aef69d8c31" providerId="ADAL" clId="{990299EA-3706-4963-9607-B363693B7908}" dt="2023-10-15T09:28:07.212" v="3015" actId="478"/>
          <ac:spMkLst>
            <pc:docMk/>
            <pc:sldMk cId="1761950806" sldId="288"/>
            <ac:spMk id="10" creationId="{0F8DAE96-AE3F-149B-82B7-97BFA4867796}"/>
          </ac:spMkLst>
        </pc:spChg>
        <pc:spChg chg="del mod">
          <ac:chgData name="Mohammad Salman" userId="cfd6754c-e613-4f6f-bb98-36aef69d8c31" providerId="ADAL" clId="{990299EA-3706-4963-9607-B363693B7908}" dt="2023-10-15T09:29:57.590" v="3049" actId="478"/>
          <ac:spMkLst>
            <pc:docMk/>
            <pc:sldMk cId="1761950806" sldId="288"/>
            <ac:spMk id="11" creationId="{5138134D-08F3-0412-9442-CF2369B9FD6A}"/>
          </ac:spMkLst>
        </pc:spChg>
        <pc:spChg chg="add mod">
          <ac:chgData name="Mohammad Salman" userId="cfd6754c-e613-4f6f-bb98-36aef69d8c31" providerId="ADAL" clId="{990299EA-3706-4963-9607-B363693B7908}" dt="2023-10-15T12:09:42.997" v="6489" actId="1076"/>
          <ac:spMkLst>
            <pc:docMk/>
            <pc:sldMk cId="1761950806" sldId="288"/>
            <ac:spMk id="12" creationId="{0F68CAA9-F259-EAC4-98A6-2AFA432BCE8D}"/>
          </ac:spMkLst>
        </pc:spChg>
        <pc:spChg chg="del mod">
          <ac:chgData name="Mohammad Salman" userId="cfd6754c-e613-4f6f-bb98-36aef69d8c31" providerId="ADAL" clId="{990299EA-3706-4963-9607-B363693B7908}" dt="2023-10-15T09:28:09.669" v="3017" actId="478"/>
          <ac:spMkLst>
            <pc:docMk/>
            <pc:sldMk cId="1761950806" sldId="288"/>
            <ac:spMk id="13" creationId="{245451BE-6EAC-D1CB-9617-21234272785F}"/>
          </ac:spMkLst>
        </pc:spChg>
        <pc:spChg chg="del mod">
          <ac:chgData name="Mohammad Salman" userId="cfd6754c-e613-4f6f-bb98-36aef69d8c31" providerId="ADAL" clId="{990299EA-3706-4963-9607-B363693B7908}" dt="2023-10-15T09:29:52.526" v="3047" actId="478"/>
          <ac:spMkLst>
            <pc:docMk/>
            <pc:sldMk cId="1761950806" sldId="288"/>
            <ac:spMk id="14" creationId="{5A945CFD-824A-0D31-28FC-62E126238DD5}"/>
          </ac:spMkLst>
        </pc:spChg>
        <pc:spChg chg="add mod">
          <ac:chgData name="Mohammad Salman" userId="cfd6754c-e613-4f6f-bb98-36aef69d8c31" providerId="ADAL" clId="{990299EA-3706-4963-9607-B363693B7908}" dt="2023-10-15T12:09:42.997" v="6489" actId="1076"/>
          <ac:spMkLst>
            <pc:docMk/>
            <pc:sldMk cId="1761950806" sldId="288"/>
            <ac:spMk id="15" creationId="{7269CA5B-86F2-982C-F5FF-7A6A4583284C}"/>
          </ac:spMkLst>
        </pc:spChg>
        <pc:spChg chg="add mod">
          <ac:chgData name="Mohammad Salman" userId="cfd6754c-e613-4f6f-bb98-36aef69d8c31" providerId="ADAL" clId="{990299EA-3706-4963-9607-B363693B7908}" dt="2023-10-15T12:09:42.997" v="6489" actId="1076"/>
          <ac:spMkLst>
            <pc:docMk/>
            <pc:sldMk cId="1761950806" sldId="288"/>
            <ac:spMk id="16" creationId="{E0C97257-D178-D342-58B3-D685E7023789}"/>
          </ac:spMkLst>
        </pc:spChg>
        <pc:spChg chg="mod">
          <ac:chgData name="Mohammad Salman" userId="cfd6754c-e613-4f6f-bb98-36aef69d8c31" providerId="ADAL" clId="{990299EA-3706-4963-9607-B363693B7908}" dt="2023-10-15T12:10:02.175" v="6491" actId="1076"/>
          <ac:spMkLst>
            <pc:docMk/>
            <pc:sldMk cId="1761950806" sldId="288"/>
            <ac:spMk id="17" creationId="{4BE7C1CB-9816-D072-F3B9-C42996D805D7}"/>
          </ac:spMkLst>
        </pc:spChg>
        <pc:spChg chg="del mod">
          <ac:chgData name="Mohammad Salman" userId="cfd6754c-e613-4f6f-bb98-36aef69d8c31" providerId="ADAL" clId="{990299EA-3706-4963-9607-B363693B7908}" dt="2023-10-15T09:29:52.526" v="3047" actId="478"/>
          <ac:spMkLst>
            <pc:docMk/>
            <pc:sldMk cId="1761950806" sldId="288"/>
            <ac:spMk id="18" creationId="{5949B431-2E4F-4DC1-8C71-A23C722B6628}"/>
          </ac:spMkLst>
        </pc:spChg>
        <pc:spChg chg="add mod">
          <ac:chgData name="Mohammad Salman" userId="cfd6754c-e613-4f6f-bb98-36aef69d8c31" providerId="ADAL" clId="{990299EA-3706-4963-9607-B363693B7908}" dt="2023-10-15T12:09:42.997" v="6489" actId="1076"/>
          <ac:spMkLst>
            <pc:docMk/>
            <pc:sldMk cId="1761950806" sldId="288"/>
            <ac:spMk id="19" creationId="{C9060D0B-1AD3-4D6C-6875-DB6535279425}"/>
          </ac:spMkLst>
        </pc:spChg>
        <pc:spChg chg="add mod">
          <ac:chgData name="Mohammad Salman" userId="cfd6754c-e613-4f6f-bb98-36aef69d8c31" providerId="ADAL" clId="{990299EA-3706-4963-9607-B363693B7908}" dt="2023-10-15T12:09:42.997" v="6489" actId="1076"/>
          <ac:spMkLst>
            <pc:docMk/>
            <pc:sldMk cId="1761950806" sldId="288"/>
            <ac:spMk id="20" creationId="{619EC132-4BF0-5F21-AC07-B40AC53A78F0}"/>
          </ac:spMkLst>
        </pc:spChg>
        <pc:spChg chg="add mod">
          <ac:chgData name="Mohammad Salman" userId="cfd6754c-e613-4f6f-bb98-36aef69d8c31" providerId="ADAL" clId="{990299EA-3706-4963-9607-B363693B7908}" dt="2023-10-15T12:09:42.997" v="6489" actId="1076"/>
          <ac:spMkLst>
            <pc:docMk/>
            <pc:sldMk cId="1761950806" sldId="288"/>
            <ac:spMk id="21" creationId="{5E3014DC-155C-8F5D-4B6E-37C8A9734DBD}"/>
          </ac:spMkLst>
        </pc:spChg>
        <pc:spChg chg="add mod">
          <ac:chgData name="Mohammad Salman" userId="cfd6754c-e613-4f6f-bb98-36aef69d8c31" providerId="ADAL" clId="{990299EA-3706-4963-9607-B363693B7908}" dt="2023-10-15T12:09:42.997" v="6489" actId="1076"/>
          <ac:spMkLst>
            <pc:docMk/>
            <pc:sldMk cId="1761950806" sldId="288"/>
            <ac:spMk id="22" creationId="{155C0818-44D2-3501-438D-CF403D8ECF9E}"/>
          </ac:spMkLst>
        </pc:spChg>
        <pc:spChg chg="add mod">
          <ac:chgData name="Mohammad Salman" userId="cfd6754c-e613-4f6f-bb98-36aef69d8c31" providerId="ADAL" clId="{990299EA-3706-4963-9607-B363693B7908}" dt="2023-10-15T12:09:42.997" v="6489" actId="1076"/>
          <ac:spMkLst>
            <pc:docMk/>
            <pc:sldMk cId="1761950806" sldId="288"/>
            <ac:spMk id="23" creationId="{F107B7F9-2CFB-0429-27D0-62659EBA582C}"/>
          </ac:spMkLst>
        </pc:spChg>
        <pc:spChg chg="add mod">
          <ac:chgData name="Mohammad Salman" userId="cfd6754c-e613-4f6f-bb98-36aef69d8c31" providerId="ADAL" clId="{990299EA-3706-4963-9607-B363693B7908}" dt="2023-10-15T12:09:42.997" v="6489" actId="1076"/>
          <ac:spMkLst>
            <pc:docMk/>
            <pc:sldMk cId="1761950806" sldId="288"/>
            <ac:spMk id="24" creationId="{618B60A2-2E61-BD9D-85FD-01C8CDF91E73}"/>
          </ac:spMkLst>
        </pc:spChg>
        <pc:spChg chg="add mod">
          <ac:chgData name="Mohammad Salman" userId="cfd6754c-e613-4f6f-bb98-36aef69d8c31" providerId="ADAL" clId="{990299EA-3706-4963-9607-B363693B7908}" dt="2023-10-15T12:09:42.997" v="6489" actId="1076"/>
          <ac:spMkLst>
            <pc:docMk/>
            <pc:sldMk cId="1761950806" sldId="288"/>
            <ac:spMk id="25" creationId="{7F008AAF-AAEF-D24A-5922-870BE488120E}"/>
          </ac:spMkLst>
        </pc:spChg>
        <pc:spChg chg="add mod">
          <ac:chgData name="Mohammad Salman" userId="cfd6754c-e613-4f6f-bb98-36aef69d8c31" providerId="ADAL" clId="{990299EA-3706-4963-9607-B363693B7908}" dt="2023-10-15T12:09:42.997" v="6489" actId="1076"/>
          <ac:spMkLst>
            <pc:docMk/>
            <pc:sldMk cId="1761950806" sldId="288"/>
            <ac:spMk id="26" creationId="{9A9DE924-1CF7-3D45-1C60-8E3A4F01E96A}"/>
          </ac:spMkLst>
        </pc:spChg>
      </pc:sldChg>
      <pc:sldChg chg="addSp delSp modSp add del mod modAnim modNotesTx">
        <pc:chgData name="Mohammad Salman" userId="cfd6754c-e613-4f6f-bb98-36aef69d8c31" providerId="ADAL" clId="{990299EA-3706-4963-9607-B363693B7908}" dt="2023-10-17T07:20:19.029" v="22539" actId="2696"/>
        <pc:sldMkLst>
          <pc:docMk/>
          <pc:sldMk cId="1644471285" sldId="289"/>
        </pc:sldMkLst>
        <pc:spChg chg="del mod">
          <ac:chgData name="Mohammad Salman" userId="cfd6754c-e613-4f6f-bb98-36aef69d8c31" providerId="ADAL" clId="{990299EA-3706-4963-9607-B363693B7908}" dt="2023-10-15T09:31:51.240" v="3276" actId="478"/>
          <ac:spMkLst>
            <pc:docMk/>
            <pc:sldMk cId="1644471285" sldId="289"/>
            <ac:spMk id="2" creationId="{DFAF0615-ADFF-EE82-488B-57AE60CFC147}"/>
          </ac:spMkLst>
        </pc:spChg>
        <pc:spChg chg="mod">
          <ac:chgData name="Mohammad Salman" userId="cfd6754c-e613-4f6f-bb98-36aef69d8c31" providerId="ADAL" clId="{990299EA-3706-4963-9607-B363693B7908}" dt="2023-10-15T09:32:01.649" v="3315" actId="1036"/>
          <ac:spMkLst>
            <pc:docMk/>
            <pc:sldMk cId="1644471285" sldId="289"/>
            <ac:spMk id="3" creationId="{2E4A3961-2C8C-BFE0-6A89-92166AB797E5}"/>
          </ac:spMkLst>
        </pc:spChg>
        <pc:spChg chg="mod">
          <ac:chgData name="Mohammad Salman" userId="cfd6754c-e613-4f6f-bb98-36aef69d8c31" providerId="ADAL" clId="{990299EA-3706-4963-9607-B363693B7908}" dt="2023-10-15T09:32:01.649" v="3315" actId="1036"/>
          <ac:spMkLst>
            <pc:docMk/>
            <pc:sldMk cId="1644471285" sldId="289"/>
            <ac:spMk id="5" creationId="{96D2D571-4DAF-E6F6-8EE9-EEE5A909B5FE}"/>
          </ac:spMkLst>
        </pc:spChg>
        <pc:spChg chg="mod">
          <ac:chgData name="Mohammad Salman" userId="cfd6754c-e613-4f6f-bb98-36aef69d8c31" providerId="ADAL" clId="{990299EA-3706-4963-9607-B363693B7908}" dt="2023-10-15T09:32:01.649" v="3315" actId="1036"/>
          <ac:spMkLst>
            <pc:docMk/>
            <pc:sldMk cId="1644471285" sldId="289"/>
            <ac:spMk id="6" creationId="{D82E7DE3-C69C-579B-98C8-CCA3312D32FF}"/>
          </ac:spMkLst>
        </pc:spChg>
        <pc:spChg chg="mod">
          <ac:chgData name="Mohammad Salman" userId="cfd6754c-e613-4f6f-bb98-36aef69d8c31" providerId="ADAL" clId="{990299EA-3706-4963-9607-B363693B7908}" dt="2023-10-15T09:32:01.649" v="3315" actId="1036"/>
          <ac:spMkLst>
            <pc:docMk/>
            <pc:sldMk cId="1644471285" sldId="289"/>
            <ac:spMk id="7" creationId="{1C66F4ED-D1E9-8ED1-5D99-31E276039A9B}"/>
          </ac:spMkLst>
        </pc:spChg>
        <pc:spChg chg="mod">
          <ac:chgData name="Mohammad Salman" userId="cfd6754c-e613-4f6f-bb98-36aef69d8c31" providerId="ADAL" clId="{990299EA-3706-4963-9607-B363693B7908}" dt="2023-10-15T09:32:01.649" v="3315" actId="1036"/>
          <ac:spMkLst>
            <pc:docMk/>
            <pc:sldMk cId="1644471285" sldId="289"/>
            <ac:spMk id="8" creationId="{A8C450BF-D8CE-2DF4-E206-621A9BBAADEA}"/>
          </ac:spMkLst>
        </pc:spChg>
        <pc:spChg chg="add del mod">
          <ac:chgData name="Mohammad Salman" userId="cfd6754c-e613-4f6f-bb98-36aef69d8c31" providerId="ADAL" clId="{990299EA-3706-4963-9607-B363693B7908}" dt="2023-10-15T09:31:54.642" v="3277" actId="478"/>
          <ac:spMkLst>
            <pc:docMk/>
            <pc:sldMk cId="1644471285" sldId="289"/>
            <ac:spMk id="9" creationId="{EB4181E9-ED16-88A5-27F9-4AA0CA5B6AC1}"/>
          </ac:spMkLst>
        </pc:spChg>
        <pc:spChg chg="mod">
          <ac:chgData name="Mohammad Salman" userId="cfd6754c-e613-4f6f-bb98-36aef69d8c31" providerId="ADAL" clId="{990299EA-3706-4963-9607-B363693B7908}" dt="2023-10-15T09:32:01.649" v="3315" actId="1036"/>
          <ac:spMkLst>
            <pc:docMk/>
            <pc:sldMk cId="1644471285" sldId="289"/>
            <ac:spMk id="12" creationId="{0F68CAA9-F259-EAC4-98A6-2AFA432BCE8D}"/>
          </ac:spMkLst>
        </pc:spChg>
        <pc:spChg chg="mod">
          <ac:chgData name="Mohammad Salman" userId="cfd6754c-e613-4f6f-bb98-36aef69d8c31" providerId="ADAL" clId="{990299EA-3706-4963-9607-B363693B7908}" dt="2023-10-15T09:32:01.649" v="3315" actId="1036"/>
          <ac:spMkLst>
            <pc:docMk/>
            <pc:sldMk cId="1644471285" sldId="289"/>
            <ac:spMk id="15" creationId="{7269CA5B-86F2-982C-F5FF-7A6A4583284C}"/>
          </ac:spMkLst>
        </pc:spChg>
        <pc:spChg chg="mod">
          <ac:chgData name="Mohammad Salman" userId="cfd6754c-e613-4f6f-bb98-36aef69d8c31" providerId="ADAL" clId="{990299EA-3706-4963-9607-B363693B7908}" dt="2023-10-15T09:32:01.649" v="3315" actId="1036"/>
          <ac:spMkLst>
            <pc:docMk/>
            <pc:sldMk cId="1644471285" sldId="289"/>
            <ac:spMk id="16" creationId="{E0C97257-D178-D342-58B3-D685E7023789}"/>
          </ac:spMkLst>
        </pc:spChg>
        <pc:spChg chg="mod">
          <ac:chgData name="Mohammad Salman" userId="cfd6754c-e613-4f6f-bb98-36aef69d8c31" providerId="ADAL" clId="{990299EA-3706-4963-9607-B363693B7908}" dt="2023-10-15T12:25:56.852" v="6712" actId="20577"/>
          <ac:spMkLst>
            <pc:docMk/>
            <pc:sldMk cId="1644471285" sldId="289"/>
            <ac:spMk id="17" creationId="{4BE7C1CB-9816-D072-F3B9-C42996D805D7}"/>
          </ac:spMkLst>
        </pc:spChg>
        <pc:spChg chg="mod">
          <ac:chgData name="Mohammad Salman" userId="cfd6754c-e613-4f6f-bb98-36aef69d8c31" providerId="ADAL" clId="{990299EA-3706-4963-9607-B363693B7908}" dt="2023-10-15T09:32:01.649" v="3315" actId="1036"/>
          <ac:spMkLst>
            <pc:docMk/>
            <pc:sldMk cId="1644471285" sldId="289"/>
            <ac:spMk id="19" creationId="{C9060D0B-1AD3-4D6C-6875-DB6535279425}"/>
          </ac:spMkLst>
        </pc:spChg>
        <pc:spChg chg="mod">
          <ac:chgData name="Mohammad Salman" userId="cfd6754c-e613-4f6f-bb98-36aef69d8c31" providerId="ADAL" clId="{990299EA-3706-4963-9607-B363693B7908}" dt="2023-10-15T09:32:01.649" v="3315" actId="1036"/>
          <ac:spMkLst>
            <pc:docMk/>
            <pc:sldMk cId="1644471285" sldId="289"/>
            <ac:spMk id="20" creationId="{619EC132-4BF0-5F21-AC07-B40AC53A78F0}"/>
          </ac:spMkLst>
        </pc:spChg>
        <pc:spChg chg="mod">
          <ac:chgData name="Mohammad Salman" userId="cfd6754c-e613-4f6f-bb98-36aef69d8c31" providerId="ADAL" clId="{990299EA-3706-4963-9607-B363693B7908}" dt="2023-10-15T09:32:01.649" v="3315" actId="1036"/>
          <ac:spMkLst>
            <pc:docMk/>
            <pc:sldMk cId="1644471285" sldId="289"/>
            <ac:spMk id="21" creationId="{5E3014DC-155C-8F5D-4B6E-37C8A9734DBD}"/>
          </ac:spMkLst>
        </pc:spChg>
        <pc:spChg chg="mod">
          <ac:chgData name="Mohammad Salman" userId="cfd6754c-e613-4f6f-bb98-36aef69d8c31" providerId="ADAL" clId="{990299EA-3706-4963-9607-B363693B7908}" dt="2023-10-15T09:32:01.649" v="3315" actId="1036"/>
          <ac:spMkLst>
            <pc:docMk/>
            <pc:sldMk cId="1644471285" sldId="289"/>
            <ac:spMk id="22" creationId="{155C0818-44D2-3501-438D-CF403D8ECF9E}"/>
          </ac:spMkLst>
        </pc:spChg>
        <pc:spChg chg="mod">
          <ac:chgData name="Mohammad Salman" userId="cfd6754c-e613-4f6f-bb98-36aef69d8c31" providerId="ADAL" clId="{990299EA-3706-4963-9607-B363693B7908}" dt="2023-10-15T09:32:01.649" v="3315" actId="1036"/>
          <ac:spMkLst>
            <pc:docMk/>
            <pc:sldMk cId="1644471285" sldId="289"/>
            <ac:spMk id="23" creationId="{F107B7F9-2CFB-0429-27D0-62659EBA582C}"/>
          </ac:spMkLst>
        </pc:spChg>
        <pc:spChg chg="mod">
          <ac:chgData name="Mohammad Salman" userId="cfd6754c-e613-4f6f-bb98-36aef69d8c31" providerId="ADAL" clId="{990299EA-3706-4963-9607-B363693B7908}" dt="2023-10-15T09:32:01.649" v="3315" actId="1036"/>
          <ac:spMkLst>
            <pc:docMk/>
            <pc:sldMk cId="1644471285" sldId="289"/>
            <ac:spMk id="24" creationId="{618B60A2-2E61-BD9D-85FD-01C8CDF91E73}"/>
          </ac:spMkLst>
        </pc:spChg>
        <pc:spChg chg="mod">
          <ac:chgData name="Mohammad Salman" userId="cfd6754c-e613-4f6f-bb98-36aef69d8c31" providerId="ADAL" clId="{990299EA-3706-4963-9607-B363693B7908}" dt="2023-10-15T09:32:01.649" v="3315" actId="1036"/>
          <ac:spMkLst>
            <pc:docMk/>
            <pc:sldMk cId="1644471285" sldId="289"/>
            <ac:spMk id="25" creationId="{7F008AAF-AAEF-D24A-5922-870BE488120E}"/>
          </ac:spMkLst>
        </pc:spChg>
        <pc:spChg chg="mod">
          <ac:chgData name="Mohammad Salman" userId="cfd6754c-e613-4f6f-bb98-36aef69d8c31" providerId="ADAL" clId="{990299EA-3706-4963-9607-B363693B7908}" dt="2023-10-15T09:32:01.649" v="3315" actId="1036"/>
          <ac:spMkLst>
            <pc:docMk/>
            <pc:sldMk cId="1644471285" sldId="289"/>
            <ac:spMk id="26" creationId="{9A9DE924-1CF7-3D45-1C60-8E3A4F01E96A}"/>
          </ac:spMkLst>
        </pc:spChg>
      </pc:sldChg>
      <pc:sldChg chg="addSp delSp modSp add del mod delAnim modAnim">
        <pc:chgData name="Mohammad Salman" userId="cfd6754c-e613-4f6f-bb98-36aef69d8c31" providerId="ADAL" clId="{990299EA-3706-4963-9607-B363693B7908}" dt="2023-10-17T07:20:19.029" v="22539" actId="2696"/>
        <pc:sldMkLst>
          <pc:docMk/>
          <pc:sldMk cId="1762163138" sldId="290"/>
        </pc:sldMkLst>
        <pc:spChg chg="add mod">
          <ac:chgData name="Mohammad Salman" userId="cfd6754c-e613-4f6f-bb98-36aef69d8c31" providerId="ADAL" clId="{990299EA-3706-4963-9607-B363693B7908}" dt="2023-10-15T12:42:14.733" v="7493" actId="1036"/>
          <ac:spMkLst>
            <pc:docMk/>
            <pc:sldMk cId="1762163138" sldId="290"/>
            <ac:spMk id="2" creationId="{2143D4E3-BDEB-2DC9-17C6-FD5316EAA061}"/>
          </ac:spMkLst>
        </pc:spChg>
        <pc:spChg chg="del mod">
          <ac:chgData name="Mohammad Salman" userId="cfd6754c-e613-4f6f-bb98-36aef69d8c31" providerId="ADAL" clId="{990299EA-3706-4963-9607-B363693B7908}" dt="2023-10-15T12:39:21.345" v="7373" actId="478"/>
          <ac:spMkLst>
            <pc:docMk/>
            <pc:sldMk cId="1762163138" sldId="290"/>
            <ac:spMk id="3" creationId="{2E4A3961-2C8C-BFE0-6A89-92166AB797E5}"/>
          </ac:spMkLst>
        </pc:spChg>
        <pc:spChg chg="add mod">
          <ac:chgData name="Mohammad Salman" userId="cfd6754c-e613-4f6f-bb98-36aef69d8c31" providerId="ADAL" clId="{990299EA-3706-4963-9607-B363693B7908}" dt="2023-10-15T12:42:14.733" v="7493" actId="1036"/>
          <ac:spMkLst>
            <pc:docMk/>
            <pc:sldMk cId="1762163138" sldId="290"/>
            <ac:spMk id="4" creationId="{E524BD0E-E473-9C68-1E8F-A15ADF045E0B}"/>
          </ac:spMkLst>
        </pc:spChg>
        <pc:spChg chg="del mod">
          <ac:chgData name="Mohammad Salman" userId="cfd6754c-e613-4f6f-bb98-36aef69d8c31" providerId="ADAL" clId="{990299EA-3706-4963-9607-B363693B7908}" dt="2023-10-15T09:38:03.037" v="3637" actId="478"/>
          <ac:spMkLst>
            <pc:docMk/>
            <pc:sldMk cId="1762163138" sldId="290"/>
            <ac:spMk id="5" creationId="{96D2D571-4DAF-E6F6-8EE9-EEE5A909B5FE}"/>
          </ac:spMkLst>
        </pc:spChg>
        <pc:spChg chg="del mod">
          <ac:chgData name="Mohammad Salman" userId="cfd6754c-e613-4f6f-bb98-36aef69d8c31" providerId="ADAL" clId="{990299EA-3706-4963-9607-B363693B7908}" dt="2023-10-15T12:39:21.345" v="7373" actId="478"/>
          <ac:spMkLst>
            <pc:docMk/>
            <pc:sldMk cId="1762163138" sldId="290"/>
            <ac:spMk id="6" creationId="{D82E7DE3-C69C-579B-98C8-CCA3312D32FF}"/>
          </ac:spMkLst>
        </pc:spChg>
        <pc:spChg chg="del mod">
          <ac:chgData name="Mohammad Salman" userId="cfd6754c-e613-4f6f-bb98-36aef69d8c31" providerId="ADAL" clId="{990299EA-3706-4963-9607-B363693B7908}" dt="2023-10-15T12:39:21.345" v="7373" actId="478"/>
          <ac:spMkLst>
            <pc:docMk/>
            <pc:sldMk cId="1762163138" sldId="290"/>
            <ac:spMk id="7" creationId="{1C66F4ED-D1E9-8ED1-5D99-31E276039A9B}"/>
          </ac:spMkLst>
        </pc:spChg>
        <pc:spChg chg="del mod">
          <ac:chgData name="Mohammad Salman" userId="cfd6754c-e613-4f6f-bb98-36aef69d8c31" providerId="ADAL" clId="{990299EA-3706-4963-9607-B363693B7908}" dt="2023-10-15T09:38:03.037" v="3637" actId="478"/>
          <ac:spMkLst>
            <pc:docMk/>
            <pc:sldMk cId="1762163138" sldId="290"/>
            <ac:spMk id="8" creationId="{A8C450BF-D8CE-2DF4-E206-621A9BBAADEA}"/>
          </ac:spMkLst>
        </pc:spChg>
        <pc:spChg chg="add mod">
          <ac:chgData name="Mohammad Salman" userId="cfd6754c-e613-4f6f-bb98-36aef69d8c31" providerId="ADAL" clId="{990299EA-3706-4963-9607-B363693B7908}" dt="2023-10-15T12:43:25.904" v="7612" actId="20577"/>
          <ac:spMkLst>
            <pc:docMk/>
            <pc:sldMk cId="1762163138" sldId="290"/>
            <ac:spMk id="9" creationId="{0D86C0C3-1F02-6A6C-4784-FA3766D47FB0}"/>
          </ac:spMkLst>
        </pc:spChg>
        <pc:spChg chg="mod">
          <ac:chgData name="Mohammad Salman" userId="cfd6754c-e613-4f6f-bb98-36aef69d8c31" providerId="ADAL" clId="{990299EA-3706-4963-9607-B363693B7908}" dt="2023-10-15T14:40:58.106" v="8809" actId="1076"/>
          <ac:spMkLst>
            <pc:docMk/>
            <pc:sldMk cId="1762163138" sldId="290"/>
            <ac:spMk id="12" creationId="{0F68CAA9-F259-EAC4-98A6-2AFA432BCE8D}"/>
          </ac:spMkLst>
        </pc:spChg>
        <pc:spChg chg="add mod">
          <ac:chgData name="Mohammad Salman" userId="cfd6754c-e613-4f6f-bb98-36aef69d8c31" providerId="ADAL" clId="{990299EA-3706-4963-9607-B363693B7908}" dt="2023-10-15T14:41:33.896" v="8814" actId="692"/>
          <ac:spMkLst>
            <pc:docMk/>
            <pc:sldMk cId="1762163138" sldId="290"/>
            <ac:spMk id="13" creationId="{114ACEF5-D9B7-EE0E-E1E6-BCAB2CA60C44}"/>
          </ac:spMkLst>
        </pc:spChg>
        <pc:spChg chg="del mod">
          <ac:chgData name="Mohammad Salman" userId="cfd6754c-e613-4f6f-bb98-36aef69d8c31" providerId="ADAL" clId="{990299EA-3706-4963-9607-B363693B7908}" dt="2023-10-15T09:38:03.037" v="3637" actId="478"/>
          <ac:spMkLst>
            <pc:docMk/>
            <pc:sldMk cId="1762163138" sldId="290"/>
            <ac:spMk id="15" creationId="{7269CA5B-86F2-982C-F5FF-7A6A4583284C}"/>
          </ac:spMkLst>
        </pc:spChg>
        <pc:spChg chg="del mod">
          <ac:chgData name="Mohammad Salman" userId="cfd6754c-e613-4f6f-bb98-36aef69d8c31" providerId="ADAL" clId="{990299EA-3706-4963-9607-B363693B7908}" dt="2023-10-15T09:38:03.037" v="3637" actId="478"/>
          <ac:spMkLst>
            <pc:docMk/>
            <pc:sldMk cId="1762163138" sldId="290"/>
            <ac:spMk id="16" creationId="{E0C97257-D178-D342-58B3-D685E7023789}"/>
          </ac:spMkLst>
        </pc:spChg>
        <pc:spChg chg="mod">
          <ac:chgData name="Mohammad Salman" userId="cfd6754c-e613-4f6f-bb98-36aef69d8c31" providerId="ADAL" clId="{990299EA-3706-4963-9607-B363693B7908}" dt="2023-10-16T13:25:15.912" v="16177" actId="115"/>
          <ac:spMkLst>
            <pc:docMk/>
            <pc:sldMk cId="1762163138" sldId="290"/>
            <ac:spMk id="17" creationId="{4BE7C1CB-9816-D072-F3B9-C42996D805D7}"/>
          </ac:spMkLst>
        </pc:spChg>
        <pc:spChg chg="del mod">
          <ac:chgData name="Mohammad Salman" userId="cfd6754c-e613-4f6f-bb98-36aef69d8c31" providerId="ADAL" clId="{990299EA-3706-4963-9607-B363693B7908}" dt="2023-10-15T09:38:03.037" v="3637" actId="478"/>
          <ac:spMkLst>
            <pc:docMk/>
            <pc:sldMk cId="1762163138" sldId="290"/>
            <ac:spMk id="19" creationId="{C9060D0B-1AD3-4D6C-6875-DB6535279425}"/>
          </ac:spMkLst>
        </pc:spChg>
        <pc:spChg chg="del mod">
          <ac:chgData name="Mohammad Salman" userId="cfd6754c-e613-4f6f-bb98-36aef69d8c31" providerId="ADAL" clId="{990299EA-3706-4963-9607-B363693B7908}" dt="2023-10-15T09:38:03.037" v="3637" actId="478"/>
          <ac:spMkLst>
            <pc:docMk/>
            <pc:sldMk cId="1762163138" sldId="290"/>
            <ac:spMk id="20" creationId="{619EC132-4BF0-5F21-AC07-B40AC53A78F0}"/>
          </ac:spMkLst>
        </pc:spChg>
        <pc:spChg chg="del mod">
          <ac:chgData name="Mohammad Salman" userId="cfd6754c-e613-4f6f-bb98-36aef69d8c31" providerId="ADAL" clId="{990299EA-3706-4963-9607-B363693B7908}" dt="2023-10-15T09:38:03.037" v="3637" actId="478"/>
          <ac:spMkLst>
            <pc:docMk/>
            <pc:sldMk cId="1762163138" sldId="290"/>
            <ac:spMk id="21" creationId="{5E3014DC-155C-8F5D-4B6E-37C8A9734DBD}"/>
          </ac:spMkLst>
        </pc:spChg>
        <pc:spChg chg="del mod">
          <ac:chgData name="Mohammad Salman" userId="cfd6754c-e613-4f6f-bb98-36aef69d8c31" providerId="ADAL" clId="{990299EA-3706-4963-9607-B363693B7908}" dt="2023-10-15T09:38:03.037" v="3637" actId="478"/>
          <ac:spMkLst>
            <pc:docMk/>
            <pc:sldMk cId="1762163138" sldId="290"/>
            <ac:spMk id="22" creationId="{155C0818-44D2-3501-438D-CF403D8ECF9E}"/>
          </ac:spMkLst>
        </pc:spChg>
        <pc:spChg chg="del mod">
          <ac:chgData name="Mohammad Salman" userId="cfd6754c-e613-4f6f-bb98-36aef69d8c31" providerId="ADAL" clId="{990299EA-3706-4963-9607-B363693B7908}" dt="2023-10-15T09:38:03.037" v="3637" actId="478"/>
          <ac:spMkLst>
            <pc:docMk/>
            <pc:sldMk cId="1762163138" sldId="290"/>
            <ac:spMk id="23" creationId="{F107B7F9-2CFB-0429-27D0-62659EBA582C}"/>
          </ac:spMkLst>
        </pc:spChg>
        <pc:spChg chg="del mod">
          <ac:chgData name="Mohammad Salman" userId="cfd6754c-e613-4f6f-bb98-36aef69d8c31" providerId="ADAL" clId="{990299EA-3706-4963-9607-B363693B7908}" dt="2023-10-15T09:38:03.037" v="3637" actId="478"/>
          <ac:spMkLst>
            <pc:docMk/>
            <pc:sldMk cId="1762163138" sldId="290"/>
            <ac:spMk id="24" creationId="{618B60A2-2E61-BD9D-85FD-01C8CDF91E73}"/>
          </ac:spMkLst>
        </pc:spChg>
        <pc:spChg chg="del mod">
          <ac:chgData name="Mohammad Salman" userId="cfd6754c-e613-4f6f-bb98-36aef69d8c31" providerId="ADAL" clId="{990299EA-3706-4963-9607-B363693B7908}" dt="2023-10-15T09:38:03.037" v="3637" actId="478"/>
          <ac:spMkLst>
            <pc:docMk/>
            <pc:sldMk cId="1762163138" sldId="290"/>
            <ac:spMk id="25" creationId="{7F008AAF-AAEF-D24A-5922-870BE488120E}"/>
          </ac:spMkLst>
        </pc:spChg>
        <pc:spChg chg="del mod">
          <ac:chgData name="Mohammad Salman" userId="cfd6754c-e613-4f6f-bb98-36aef69d8c31" providerId="ADAL" clId="{990299EA-3706-4963-9607-B363693B7908}" dt="2023-10-15T09:38:03.037" v="3637" actId="478"/>
          <ac:spMkLst>
            <pc:docMk/>
            <pc:sldMk cId="1762163138" sldId="290"/>
            <ac:spMk id="26" creationId="{9A9DE924-1CF7-3D45-1C60-8E3A4F01E96A}"/>
          </ac:spMkLst>
        </pc:spChg>
        <pc:cxnChg chg="add mod">
          <ac:chgData name="Mohammad Salman" userId="cfd6754c-e613-4f6f-bb98-36aef69d8c31" providerId="ADAL" clId="{990299EA-3706-4963-9607-B363693B7908}" dt="2023-10-15T14:40:58.106" v="8809" actId="1076"/>
          <ac:cxnSpMkLst>
            <pc:docMk/>
            <pc:sldMk cId="1762163138" sldId="290"/>
            <ac:cxnSpMk id="10" creationId="{EEAD0EB1-CDEA-E526-0348-6897DAFDC0AF}"/>
          </ac:cxnSpMkLst>
        </pc:cxnChg>
        <pc:cxnChg chg="add mod">
          <ac:chgData name="Mohammad Salman" userId="cfd6754c-e613-4f6f-bb98-36aef69d8c31" providerId="ADAL" clId="{990299EA-3706-4963-9607-B363693B7908}" dt="2023-10-15T14:40:58.106" v="8809" actId="1076"/>
          <ac:cxnSpMkLst>
            <pc:docMk/>
            <pc:sldMk cId="1762163138" sldId="290"/>
            <ac:cxnSpMk id="11" creationId="{2827F310-8C3A-EB79-A5C7-8FEF67675A1B}"/>
          </ac:cxnSpMkLst>
        </pc:cxnChg>
      </pc:sldChg>
      <pc:sldChg chg="addSp delSp modSp add del mod modAnim">
        <pc:chgData name="Mohammad Salman" userId="cfd6754c-e613-4f6f-bb98-36aef69d8c31" providerId="ADAL" clId="{990299EA-3706-4963-9607-B363693B7908}" dt="2023-10-17T07:20:19.029" v="22539" actId="2696"/>
        <pc:sldMkLst>
          <pc:docMk/>
          <pc:sldMk cId="3448299456" sldId="291"/>
        </pc:sldMkLst>
        <pc:spChg chg="mod">
          <ac:chgData name="Mohammad Salman" userId="cfd6754c-e613-4f6f-bb98-36aef69d8c31" providerId="ADAL" clId="{990299EA-3706-4963-9607-B363693B7908}" dt="2023-10-15T09:51:24.274" v="4900" actId="1076"/>
          <ac:spMkLst>
            <pc:docMk/>
            <pc:sldMk cId="3448299456" sldId="291"/>
            <ac:spMk id="2" creationId="{2143D4E3-BDEB-2DC9-17C6-FD5316EAA061}"/>
          </ac:spMkLst>
        </pc:spChg>
        <pc:spChg chg="del">
          <ac:chgData name="Mohammad Salman" userId="cfd6754c-e613-4f6f-bb98-36aef69d8c31" providerId="ADAL" clId="{990299EA-3706-4963-9607-B363693B7908}" dt="2023-10-15T09:51:20.010" v="4899" actId="478"/>
          <ac:spMkLst>
            <pc:docMk/>
            <pc:sldMk cId="3448299456" sldId="291"/>
            <ac:spMk id="3" creationId="{2E4A3961-2C8C-BFE0-6A89-92166AB797E5}"/>
          </ac:spMkLst>
        </pc:spChg>
        <pc:spChg chg="mod">
          <ac:chgData name="Mohammad Salman" userId="cfd6754c-e613-4f6f-bb98-36aef69d8c31" providerId="ADAL" clId="{990299EA-3706-4963-9607-B363693B7908}" dt="2023-10-15T09:51:29.624" v="4901" actId="1076"/>
          <ac:spMkLst>
            <pc:docMk/>
            <pc:sldMk cId="3448299456" sldId="291"/>
            <ac:spMk id="4" creationId="{E524BD0E-E473-9C68-1E8F-A15ADF045E0B}"/>
          </ac:spMkLst>
        </pc:spChg>
        <pc:spChg chg="add mod">
          <ac:chgData name="Mohammad Salman" userId="cfd6754c-e613-4f6f-bb98-36aef69d8c31" providerId="ADAL" clId="{990299EA-3706-4963-9607-B363693B7908}" dt="2023-10-15T12:42:30.092" v="7506" actId="1036"/>
          <ac:spMkLst>
            <pc:docMk/>
            <pc:sldMk cId="3448299456" sldId="291"/>
            <ac:spMk id="5" creationId="{D0F11754-5A8C-36E8-EF41-FAD366F27B35}"/>
          </ac:spMkLst>
        </pc:spChg>
        <pc:spChg chg="del">
          <ac:chgData name="Mohammad Salman" userId="cfd6754c-e613-4f6f-bb98-36aef69d8c31" providerId="ADAL" clId="{990299EA-3706-4963-9607-B363693B7908}" dt="2023-10-15T09:51:20.010" v="4899" actId="478"/>
          <ac:spMkLst>
            <pc:docMk/>
            <pc:sldMk cId="3448299456" sldId="291"/>
            <ac:spMk id="6" creationId="{D82E7DE3-C69C-579B-98C8-CCA3312D32FF}"/>
          </ac:spMkLst>
        </pc:spChg>
        <pc:spChg chg="del">
          <ac:chgData name="Mohammad Salman" userId="cfd6754c-e613-4f6f-bb98-36aef69d8c31" providerId="ADAL" clId="{990299EA-3706-4963-9607-B363693B7908}" dt="2023-10-15T09:51:20.010" v="4899" actId="478"/>
          <ac:spMkLst>
            <pc:docMk/>
            <pc:sldMk cId="3448299456" sldId="291"/>
            <ac:spMk id="7" creationId="{1C66F4ED-D1E9-8ED1-5D99-31E276039A9B}"/>
          </ac:spMkLst>
        </pc:spChg>
        <pc:spChg chg="add mod">
          <ac:chgData name="Mohammad Salman" userId="cfd6754c-e613-4f6f-bb98-36aef69d8c31" providerId="ADAL" clId="{990299EA-3706-4963-9607-B363693B7908}" dt="2023-10-16T13:32:00.923" v="16183" actId="20577"/>
          <ac:spMkLst>
            <pc:docMk/>
            <pc:sldMk cId="3448299456" sldId="291"/>
            <ac:spMk id="8" creationId="{4E32AD32-0E4E-11FC-1FBE-FD8D991B7D2A}"/>
          </ac:spMkLst>
        </pc:spChg>
        <pc:spChg chg="mod">
          <ac:chgData name="Mohammad Salman" userId="cfd6754c-e613-4f6f-bb98-36aef69d8c31" providerId="ADAL" clId="{990299EA-3706-4963-9607-B363693B7908}" dt="2023-10-15T11:43:55.196" v="5327" actId="1035"/>
          <ac:spMkLst>
            <pc:docMk/>
            <pc:sldMk cId="3448299456" sldId="291"/>
            <ac:spMk id="12" creationId="{0F68CAA9-F259-EAC4-98A6-2AFA432BCE8D}"/>
          </ac:spMkLst>
        </pc:spChg>
        <pc:spChg chg="mod">
          <ac:chgData name="Mohammad Salman" userId="cfd6754c-e613-4f6f-bb98-36aef69d8c31" providerId="ADAL" clId="{990299EA-3706-4963-9607-B363693B7908}" dt="2023-10-15T09:49:04.111" v="4846" actId="113"/>
          <ac:spMkLst>
            <pc:docMk/>
            <pc:sldMk cId="3448299456" sldId="291"/>
            <ac:spMk id="17" creationId="{4BE7C1CB-9816-D072-F3B9-C42996D805D7}"/>
          </ac:spMkLst>
        </pc:spChg>
        <pc:spChg chg="add mod">
          <ac:chgData name="Mohammad Salman" userId="cfd6754c-e613-4f6f-bb98-36aef69d8c31" providerId="ADAL" clId="{990299EA-3706-4963-9607-B363693B7908}" dt="2023-10-15T12:43:35.694" v="7621" actId="20577"/>
          <ac:spMkLst>
            <pc:docMk/>
            <pc:sldMk cId="3448299456" sldId="291"/>
            <ac:spMk id="19" creationId="{67C6DB7D-83BC-83B8-92FF-FB9821AC3E7D}"/>
          </ac:spMkLst>
        </pc:spChg>
        <pc:spChg chg="add mod">
          <ac:chgData name="Mohammad Salman" userId="cfd6754c-e613-4f6f-bb98-36aef69d8c31" providerId="ADAL" clId="{990299EA-3706-4963-9607-B363693B7908}" dt="2023-10-15T14:42:30.955" v="8824" actId="1076"/>
          <ac:spMkLst>
            <pc:docMk/>
            <pc:sldMk cId="3448299456" sldId="291"/>
            <ac:spMk id="20" creationId="{29D4F9ED-CD9C-4551-CBCE-F46D701D7CC6}"/>
          </ac:spMkLst>
        </pc:spChg>
        <pc:graphicFrameChg chg="add del mod modGraphic">
          <ac:chgData name="Mohammad Salman" userId="cfd6754c-e613-4f6f-bb98-36aef69d8c31" providerId="ADAL" clId="{990299EA-3706-4963-9607-B363693B7908}" dt="2023-10-15T12:19:31.301" v="6643" actId="478"/>
          <ac:graphicFrameMkLst>
            <pc:docMk/>
            <pc:sldMk cId="3448299456" sldId="291"/>
            <ac:graphicFrameMk id="16" creationId="{064A93D6-16AF-79FC-B398-B72CE6259EA2}"/>
          </ac:graphicFrameMkLst>
        </pc:graphicFrameChg>
        <pc:graphicFrameChg chg="add del mod">
          <ac:chgData name="Mohammad Salman" userId="cfd6754c-e613-4f6f-bb98-36aef69d8c31" providerId="ADAL" clId="{990299EA-3706-4963-9607-B363693B7908}" dt="2023-10-15T12:19:19.841" v="6642"/>
          <ac:graphicFrameMkLst>
            <pc:docMk/>
            <pc:sldMk cId="3448299456" sldId="291"/>
            <ac:graphicFrameMk id="18" creationId="{D51E346A-FED6-02D5-7A47-DAD1822DA532}"/>
          </ac:graphicFrameMkLst>
        </pc:graphicFrameChg>
        <pc:cxnChg chg="mod">
          <ac:chgData name="Mohammad Salman" userId="cfd6754c-e613-4f6f-bb98-36aef69d8c31" providerId="ADAL" clId="{990299EA-3706-4963-9607-B363693B7908}" dt="2023-10-15T11:43:55.196" v="5327" actId="1035"/>
          <ac:cxnSpMkLst>
            <pc:docMk/>
            <pc:sldMk cId="3448299456" sldId="291"/>
            <ac:cxnSpMk id="10" creationId="{EEAD0EB1-CDEA-E526-0348-6897DAFDC0AF}"/>
          </ac:cxnSpMkLst>
        </pc:cxnChg>
        <pc:cxnChg chg="mod">
          <ac:chgData name="Mohammad Salman" userId="cfd6754c-e613-4f6f-bb98-36aef69d8c31" providerId="ADAL" clId="{990299EA-3706-4963-9607-B363693B7908}" dt="2023-10-15T11:43:55.196" v="5327" actId="1035"/>
          <ac:cxnSpMkLst>
            <pc:docMk/>
            <pc:sldMk cId="3448299456" sldId="291"/>
            <ac:cxnSpMk id="11" creationId="{2827F310-8C3A-EB79-A5C7-8FEF67675A1B}"/>
          </ac:cxnSpMkLst>
        </pc:cxnChg>
        <pc:cxnChg chg="add mod">
          <ac:chgData name="Mohammad Salman" userId="cfd6754c-e613-4f6f-bb98-36aef69d8c31" providerId="ADAL" clId="{990299EA-3706-4963-9607-B363693B7908}" dt="2023-10-15T12:42:30.092" v="7506" actId="1036"/>
          <ac:cxnSpMkLst>
            <pc:docMk/>
            <pc:sldMk cId="3448299456" sldId="291"/>
            <ac:cxnSpMk id="13" creationId="{ADA8376C-67B3-A8BA-B092-683C2A67D04B}"/>
          </ac:cxnSpMkLst>
        </pc:cxnChg>
      </pc:sldChg>
      <pc:sldChg chg="addSp delSp modSp add del mod addAnim delAnim modAnim">
        <pc:chgData name="Mohammad Salman" userId="cfd6754c-e613-4f6f-bb98-36aef69d8c31" providerId="ADAL" clId="{990299EA-3706-4963-9607-B363693B7908}" dt="2023-10-17T07:20:19.029" v="22539" actId="2696"/>
        <pc:sldMkLst>
          <pc:docMk/>
          <pc:sldMk cId="2154514713" sldId="292"/>
        </pc:sldMkLst>
        <pc:spChg chg="mod">
          <ac:chgData name="Mohammad Salman" userId="cfd6754c-e613-4f6f-bb98-36aef69d8c31" providerId="ADAL" clId="{990299EA-3706-4963-9607-B363693B7908}" dt="2023-10-15T12:44:39.421" v="7716" actId="1036"/>
          <ac:spMkLst>
            <pc:docMk/>
            <pc:sldMk cId="2154514713" sldId="292"/>
            <ac:spMk id="2" creationId="{2143D4E3-BDEB-2DC9-17C6-FD5316EAA061}"/>
          </ac:spMkLst>
        </pc:spChg>
        <pc:spChg chg="mod">
          <ac:chgData name="Mohammad Salman" userId="cfd6754c-e613-4f6f-bb98-36aef69d8c31" providerId="ADAL" clId="{990299EA-3706-4963-9607-B363693B7908}" dt="2023-10-15T12:44:39.421" v="7716" actId="1036"/>
          <ac:spMkLst>
            <pc:docMk/>
            <pc:sldMk cId="2154514713" sldId="292"/>
            <ac:spMk id="4" creationId="{E524BD0E-E473-9C68-1E8F-A15ADF045E0B}"/>
          </ac:spMkLst>
        </pc:spChg>
        <pc:spChg chg="mod">
          <ac:chgData name="Mohammad Salman" userId="cfd6754c-e613-4f6f-bb98-36aef69d8c31" providerId="ADAL" clId="{990299EA-3706-4963-9607-B363693B7908}" dt="2023-10-15T11:41:32.484" v="5212" actId="1076"/>
          <ac:spMkLst>
            <pc:docMk/>
            <pc:sldMk cId="2154514713" sldId="292"/>
            <ac:spMk id="5" creationId="{D0F11754-5A8C-36E8-EF41-FAD366F27B35}"/>
          </ac:spMkLst>
        </pc:spChg>
        <pc:spChg chg="mod">
          <ac:chgData name="Mohammad Salman" userId="cfd6754c-e613-4f6f-bb98-36aef69d8c31" providerId="ADAL" clId="{990299EA-3706-4963-9607-B363693B7908}" dt="2023-10-15T11:41:13.425" v="5209" actId="1076"/>
          <ac:spMkLst>
            <pc:docMk/>
            <pc:sldMk cId="2154514713" sldId="292"/>
            <ac:spMk id="8" creationId="{4E32AD32-0E4E-11FC-1FBE-FD8D991B7D2A}"/>
          </ac:spMkLst>
        </pc:spChg>
        <pc:spChg chg="mod">
          <ac:chgData name="Mohammad Salman" userId="cfd6754c-e613-4f6f-bb98-36aef69d8c31" providerId="ADAL" clId="{990299EA-3706-4963-9607-B363693B7908}" dt="2023-10-15T12:44:39.421" v="7716" actId="1036"/>
          <ac:spMkLst>
            <pc:docMk/>
            <pc:sldMk cId="2154514713" sldId="292"/>
            <ac:spMk id="12" creationId="{0F68CAA9-F259-EAC4-98A6-2AFA432BCE8D}"/>
          </ac:spMkLst>
        </pc:spChg>
        <pc:spChg chg="add mod">
          <ac:chgData name="Mohammad Salman" userId="cfd6754c-e613-4f6f-bb98-36aef69d8c31" providerId="ADAL" clId="{990299EA-3706-4963-9607-B363693B7908}" dt="2023-10-15T12:44:39.421" v="7716" actId="1036"/>
          <ac:spMkLst>
            <pc:docMk/>
            <pc:sldMk cId="2154514713" sldId="292"/>
            <ac:spMk id="16" creationId="{296D85E5-23A2-6688-8A8C-EB233824E367}"/>
          </ac:spMkLst>
        </pc:spChg>
        <pc:spChg chg="mod">
          <ac:chgData name="Mohammad Salman" userId="cfd6754c-e613-4f6f-bb98-36aef69d8c31" providerId="ADAL" clId="{990299EA-3706-4963-9607-B363693B7908}" dt="2023-10-15T11:41:57.084" v="5274" actId="6549"/>
          <ac:spMkLst>
            <pc:docMk/>
            <pc:sldMk cId="2154514713" sldId="292"/>
            <ac:spMk id="17" creationId="{4BE7C1CB-9816-D072-F3B9-C42996D805D7}"/>
          </ac:spMkLst>
        </pc:spChg>
        <pc:spChg chg="add mod">
          <ac:chgData name="Mohammad Salman" userId="cfd6754c-e613-4f6f-bb98-36aef69d8c31" providerId="ADAL" clId="{990299EA-3706-4963-9607-B363693B7908}" dt="2023-10-15T12:44:39.421" v="7716" actId="1036"/>
          <ac:spMkLst>
            <pc:docMk/>
            <pc:sldMk cId="2154514713" sldId="292"/>
            <ac:spMk id="18" creationId="{729C88A1-78D7-5A9C-E730-89E840F5CD2A}"/>
          </ac:spMkLst>
        </pc:spChg>
        <pc:spChg chg="add mod">
          <ac:chgData name="Mohammad Salman" userId="cfd6754c-e613-4f6f-bb98-36aef69d8c31" providerId="ADAL" clId="{990299EA-3706-4963-9607-B363693B7908}" dt="2023-10-15T12:44:39.421" v="7716" actId="1036"/>
          <ac:spMkLst>
            <pc:docMk/>
            <pc:sldMk cId="2154514713" sldId="292"/>
            <ac:spMk id="28" creationId="{65622410-5BBD-8A51-C0AC-D303FD2CE381}"/>
          </ac:spMkLst>
        </pc:spChg>
        <pc:spChg chg="add mod">
          <ac:chgData name="Mohammad Salman" userId="cfd6754c-e613-4f6f-bb98-36aef69d8c31" providerId="ADAL" clId="{990299EA-3706-4963-9607-B363693B7908}" dt="2023-10-15T12:44:39.421" v="7716" actId="1036"/>
          <ac:spMkLst>
            <pc:docMk/>
            <pc:sldMk cId="2154514713" sldId="292"/>
            <ac:spMk id="29" creationId="{A45D6116-395D-6AFD-4AFC-9414913AD551}"/>
          </ac:spMkLst>
        </pc:spChg>
        <pc:spChg chg="add mod">
          <ac:chgData name="Mohammad Salman" userId="cfd6754c-e613-4f6f-bb98-36aef69d8c31" providerId="ADAL" clId="{990299EA-3706-4963-9607-B363693B7908}" dt="2023-10-15T12:44:44.230" v="7717" actId="1076"/>
          <ac:spMkLst>
            <pc:docMk/>
            <pc:sldMk cId="2154514713" sldId="292"/>
            <ac:spMk id="44" creationId="{5908AA23-8548-D517-7CF3-213B3705874B}"/>
          </ac:spMkLst>
        </pc:spChg>
        <pc:spChg chg="add mod">
          <ac:chgData name="Mohammad Salman" userId="cfd6754c-e613-4f6f-bb98-36aef69d8c31" providerId="ADAL" clId="{990299EA-3706-4963-9607-B363693B7908}" dt="2023-10-15T14:43:09.462" v="8831" actId="1076"/>
          <ac:spMkLst>
            <pc:docMk/>
            <pc:sldMk cId="2154514713" sldId="292"/>
            <ac:spMk id="45" creationId="{629C5C1C-DBF9-7CEE-21EF-EFE2965E2DB2}"/>
          </ac:spMkLst>
        </pc:spChg>
        <pc:spChg chg="add mod">
          <ac:chgData name="Mohammad Salman" userId="cfd6754c-e613-4f6f-bb98-36aef69d8c31" providerId="ADAL" clId="{990299EA-3706-4963-9607-B363693B7908}" dt="2023-10-15T14:43:03.365" v="8830" actId="1076"/>
          <ac:spMkLst>
            <pc:docMk/>
            <pc:sldMk cId="2154514713" sldId="292"/>
            <ac:spMk id="46" creationId="{02F9E9AA-BC2E-A52F-A59E-7E8336738E61}"/>
          </ac:spMkLst>
        </pc:spChg>
        <pc:spChg chg="add mod">
          <ac:chgData name="Mohammad Salman" userId="cfd6754c-e613-4f6f-bb98-36aef69d8c31" providerId="ADAL" clId="{990299EA-3706-4963-9607-B363693B7908}" dt="2023-10-15T14:42:59.334" v="8829" actId="1076"/>
          <ac:spMkLst>
            <pc:docMk/>
            <pc:sldMk cId="2154514713" sldId="292"/>
            <ac:spMk id="47" creationId="{3F1DE88C-A2EC-5164-B5D0-51517BABD36E}"/>
          </ac:spMkLst>
        </pc:spChg>
        <pc:spChg chg="add del mod">
          <ac:chgData name="Mohammad Salman" userId="cfd6754c-e613-4f6f-bb98-36aef69d8c31" providerId="ADAL" clId="{990299EA-3706-4963-9607-B363693B7908}" dt="2023-10-15T14:43:17.213" v="8837"/>
          <ac:spMkLst>
            <pc:docMk/>
            <pc:sldMk cId="2154514713" sldId="292"/>
            <ac:spMk id="48" creationId="{BD256611-A63C-0E26-D4C0-24EEB04AB9EC}"/>
          </ac:spMkLst>
        </pc:spChg>
        <pc:spChg chg="add del mod">
          <ac:chgData name="Mohammad Salman" userId="cfd6754c-e613-4f6f-bb98-36aef69d8c31" providerId="ADAL" clId="{990299EA-3706-4963-9607-B363693B7908}" dt="2023-10-15T14:43:16.907" v="8836"/>
          <ac:spMkLst>
            <pc:docMk/>
            <pc:sldMk cId="2154514713" sldId="292"/>
            <ac:spMk id="49" creationId="{3B703C4A-C4D1-E037-5369-918BE83F8144}"/>
          </ac:spMkLst>
        </pc:spChg>
        <pc:cxnChg chg="mod">
          <ac:chgData name="Mohammad Salman" userId="cfd6754c-e613-4f6f-bb98-36aef69d8c31" providerId="ADAL" clId="{990299EA-3706-4963-9607-B363693B7908}" dt="2023-10-15T12:44:39.421" v="7716" actId="1036"/>
          <ac:cxnSpMkLst>
            <pc:docMk/>
            <pc:sldMk cId="2154514713" sldId="292"/>
            <ac:cxnSpMk id="10" creationId="{EEAD0EB1-CDEA-E526-0348-6897DAFDC0AF}"/>
          </ac:cxnSpMkLst>
        </pc:cxnChg>
        <pc:cxnChg chg="mod">
          <ac:chgData name="Mohammad Salman" userId="cfd6754c-e613-4f6f-bb98-36aef69d8c31" providerId="ADAL" clId="{990299EA-3706-4963-9607-B363693B7908}" dt="2023-10-15T12:44:39.421" v="7716" actId="1036"/>
          <ac:cxnSpMkLst>
            <pc:docMk/>
            <pc:sldMk cId="2154514713" sldId="292"/>
            <ac:cxnSpMk id="11" creationId="{2827F310-8C3A-EB79-A5C7-8FEF67675A1B}"/>
          </ac:cxnSpMkLst>
        </pc:cxnChg>
        <pc:cxnChg chg="mod">
          <ac:chgData name="Mohammad Salman" userId="cfd6754c-e613-4f6f-bb98-36aef69d8c31" providerId="ADAL" clId="{990299EA-3706-4963-9607-B363693B7908}" dt="2023-10-15T11:41:36.287" v="5213" actId="14100"/>
          <ac:cxnSpMkLst>
            <pc:docMk/>
            <pc:sldMk cId="2154514713" sldId="292"/>
            <ac:cxnSpMk id="13" creationId="{ADA8376C-67B3-A8BA-B092-683C2A67D04B}"/>
          </ac:cxnSpMkLst>
        </pc:cxnChg>
        <pc:cxnChg chg="add mod">
          <ac:chgData name="Mohammad Salman" userId="cfd6754c-e613-4f6f-bb98-36aef69d8c31" providerId="ADAL" clId="{990299EA-3706-4963-9607-B363693B7908}" dt="2023-10-15T12:44:39.421" v="7716" actId="1036"/>
          <ac:cxnSpMkLst>
            <pc:docMk/>
            <pc:sldMk cId="2154514713" sldId="292"/>
            <ac:cxnSpMk id="19" creationId="{4D79F822-7B16-8AFB-7AFA-165F14FA6FB0}"/>
          </ac:cxnSpMkLst>
        </pc:cxnChg>
        <pc:cxnChg chg="add mod">
          <ac:chgData name="Mohammad Salman" userId="cfd6754c-e613-4f6f-bb98-36aef69d8c31" providerId="ADAL" clId="{990299EA-3706-4963-9607-B363693B7908}" dt="2023-10-15T12:44:39.421" v="7716" actId="1036"/>
          <ac:cxnSpMkLst>
            <pc:docMk/>
            <pc:sldMk cId="2154514713" sldId="292"/>
            <ac:cxnSpMk id="20" creationId="{564A950A-6E66-0A9F-8652-29912ABC22AC}"/>
          </ac:cxnSpMkLst>
        </pc:cxnChg>
        <pc:cxnChg chg="add mod">
          <ac:chgData name="Mohammad Salman" userId="cfd6754c-e613-4f6f-bb98-36aef69d8c31" providerId="ADAL" clId="{990299EA-3706-4963-9607-B363693B7908}" dt="2023-10-15T12:44:39.421" v="7716" actId="1036"/>
          <ac:cxnSpMkLst>
            <pc:docMk/>
            <pc:sldMk cId="2154514713" sldId="292"/>
            <ac:cxnSpMk id="30" creationId="{EF293E09-B347-E01C-D36E-5FE4E678AB33}"/>
          </ac:cxnSpMkLst>
        </pc:cxnChg>
        <pc:cxnChg chg="add mod">
          <ac:chgData name="Mohammad Salman" userId="cfd6754c-e613-4f6f-bb98-36aef69d8c31" providerId="ADAL" clId="{990299EA-3706-4963-9607-B363693B7908}" dt="2023-10-15T12:44:39.421" v="7716" actId="1036"/>
          <ac:cxnSpMkLst>
            <pc:docMk/>
            <pc:sldMk cId="2154514713" sldId="292"/>
            <ac:cxnSpMk id="31" creationId="{36E81BF2-AA24-0FBB-C783-E97B945D8EAF}"/>
          </ac:cxnSpMkLst>
        </pc:cxnChg>
      </pc:sldChg>
      <pc:sldChg chg="addSp modSp add del mod modAnim">
        <pc:chgData name="Mohammad Salman" userId="cfd6754c-e613-4f6f-bb98-36aef69d8c31" providerId="ADAL" clId="{990299EA-3706-4963-9607-B363693B7908}" dt="2023-10-17T07:20:19.029" v="22539" actId="2696"/>
        <pc:sldMkLst>
          <pc:docMk/>
          <pc:sldMk cId="1791953234" sldId="293"/>
        </pc:sldMkLst>
        <pc:spChg chg="mod">
          <ac:chgData name="Mohammad Salman" userId="cfd6754c-e613-4f6f-bb98-36aef69d8c31" providerId="ADAL" clId="{990299EA-3706-4963-9607-B363693B7908}" dt="2023-10-15T12:45:05.444" v="7731" actId="1035"/>
          <ac:spMkLst>
            <pc:docMk/>
            <pc:sldMk cId="1791953234" sldId="293"/>
            <ac:spMk id="2" creationId="{2143D4E3-BDEB-2DC9-17C6-FD5316EAA061}"/>
          </ac:spMkLst>
        </pc:spChg>
        <pc:spChg chg="mod">
          <ac:chgData name="Mohammad Salman" userId="cfd6754c-e613-4f6f-bb98-36aef69d8c31" providerId="ADAL" clId="{990299EA-3706-4963-9607-B363693B7908}" dt="2023-10-15T12:45:05.444" v="7731" actId="1035"/>
          <ac:spMkLst>
            <pc:docMk/>
            <pc:sldMk cId="1791953234" sldId="293"/>
            <ac:spMk id="4" creationId="{E524BD0E-E473-9C68-1E8F-A15ADF045E0B}"/>
          </ac:spMkLst>
        </pc:spChg>
        <pc:spChg chg="mod">
          <ac:chgData name="Mohammad Salman" userId="cfd6754c-e613-4f6f-bb98-36aef69d8c31" providerId="ADAL" clId="{990299EA-3706-4963-9607-B363693B7908}" dt="2023-10-15T11:51:46.454" v="5892" actId="1035"/>
          <ac:spMkLst>
            <pc:docMk/>
            <pc:sldMk cId="1791953234" sldId="293"/>
            <ac:spMk id="5" creationId="{D0F11754-5A8C-36E8-EF41-FAD366F27B35}"/>
          </ac:spMkLst>
        </pc:spChg>
        <pc:spChg chg="mod">
          <ac:chgData name="Mohammad Salman" userId="cfd6754c-e613-4f6f-bb98-36aef69d8c31" providerId="ADAL" clId="{990299EA-3706-4963-9607-B363693B7908}" dt="2023-10-15T11:54:58.772" v="5932" actId="1035"/>
          <ac:spMkLst>
            <pc:docMk/>
            <pc:sldMk cId="1791953234" sldId="293"/>
            <ac:spMk id="8" creationId="{4E32AD32-0E4E-11FC-1FBE-FD8D991B7D2A}"/>
          </ac:spMkLst>
        </pc:spChg>
        <pc:spChg chg="mod">
          <ac:chgData name="Mohammad Salman" userId="cfd6754c-e613-4f6f-bb98-36aef69d8c31" providerId="ADAL" clId="{990299EA-3706-4963-9607-B363693B7908}" dt="2023-10-15T12:45:05.444" v="7731" actId="1035"/>
          <ac:spMkLst>
            <pc:docMk/>
            <pc:sldMk cId="1791953234" sldId="293"/>
            <ac:spMk id="12" creationId="{0F68CAA9-F259-EAC4-98A6-2AFA432BCE8D}"/>
          </ac:spMkLst>
        </pc:spChg>
        <pc:spChg chg="add mod">
          <ac:chgData name="Mohammad Salman" userId="cfd6754c-e613-4f6f-bb98-36aef69d8c31" providerId="ADAL" clId="{990299EA-3706-4963-9607-B363693B7908}" dt="2023-10-15T12:45:05.444" v="7731" actId="1035"/>
          <ac:spMkLst>
            <pc:docMk/>
            <pc:sldMk cId="1791953234" sldId="293"/>
            <ac:spMk id="16" creationId="{21EB400E-F0A1-AD88-971A-F60436958499}"/>
          </ac:spMkLst>
        </pc:spChg>
        <pc:spChg chg="mod">
          <ac:chgData name="Mohammad Salman" userId="cfd6754c-e613-4f6f-bb98-36aef69d8c31" providerId="ADAL" clId="{990299EA-3706-4963-9607-B363693B7908}" dt="2023-10-15T14:26:42.221" v="8699" actId="20577"/>
          <ac:spMkLst>
            <pc:docMk/>
            <pc:sldMk cId="1791953234" sldId="293"/>
            <ac:spMk id="17" creationId="{4BE7C1CB-9816-D072-F3B9-C42996D805D7}"/>
          </ac:spMkLst>
        </pc:spChg>
        <pc:spChg chg="add mod">
          <ac:chgData name="Mohammad Salman" userId="cfd6754c-e613-4f6f-bb98-36aef69d8c31" providerId="ADAL" clId="{990299EA-3706-4963-9607-B363693B7908}" dt="2023-10-15T12:45:05.444" v="7731" actId="1035"/>
          <ac:spMkLst>
            <pc:docMk/>
            <pc:sldMk cId="1791953234" sldId="293"/>
            <ac:spMk id="22" creationId="{27572991-1D33-8F75-37EA-ED384961347E}"/>
          </ac:spMkLst>
        </pc:spChg>
        <pc:spChg chg="add mod">
          <ac:chgData name="Mohammad Salman" userId="cfd6754c-e613-4f6f-bb98-36aef69d8c31" providerId="ADAL" clId="{990299EA-3706-4963-9607-B363693B7908}" dt="2023-10-15T12:45:30.273" v="7752" actId="14100"/>
          <ac:spMkLst>
            <pc:docMk/>
            <pc:sldMk cId="1791953234" sldId="293"/>
            <ac:spMk id="44" creationId="{D9110FDE-804E-BE5B-ABB0-C153E335C64C}"/>
          </ac:spMkLst>
        </pc:spChg>
        <pc:spChg chg="add mod">
          <ac:chgData name="Mohammad Salman" userId="cfd6754c-e613-4f6f-bb98-36aef69d8c31" providerId="ADAL" clId="{990299EA-3706-4963-9607-B363693B7908}" dt="2023-10-15T14:45:06.152" v="8860" actId="1076"/>
          <ac:spMkLst>
            <pc:docMk/>
            <pc:sldMk cId="1791953234" sldId="293"/>
            <ac:spMk id="45" creationId="{D05DDCE5-4B61-6045-6217-27B1A825AE52}"/>
          </ac:spMkLst>
        </pc:spChg>
        <pc:cxnChg chg="mod">
          <ac:chgData name="Mohammad Salman" userId="cfd6754c-e613-4f6f-bb98-36aef69d8c31" providerId="ADAL" clId="{990299EA-3706-4963-9607-B363693B7908}" dt="2023-10-15T12:45:05.444" v="7731" actId="1035"/>
          <ac:cxnSpMkLst>
            <pc:docMk/>
            <pc:sldMk cId="1791953234" sldId="293"/>
            <ac:cxnSpMk id="10" creationId="{EEAD0EB1-CDEA-E526-0348-6897DAFDC0AF}"/>
          </ac:cxnSpMkLst>
        </pc:cxnChg>
        <pc:cxnChg chg="mod">
          <ac:chgData name="Mohammad Salman" userId="cfd6754c-e613-4f6f-bb98-36aef69d8c31" providerId="ADAL" clId="{990299EA-3706-4963-9607-B363693B7908}" dt="2023-10-15T12:45:05.444" v="7731" actId="1035"/>
          <ac:cxnSpMkLst>
            <pc:docMk/>
            <pc:sldMk cId="1791953234" sldId="293"/>
            <ac:cxnSpMk id="11" creationId="{2827F310-8C3A-EB79-A5C7-8FEF67675A1B}"/>
          </ac:cxnSpMkLst>
        </pc:cxnChg>
        <pc:cxnChg chg="mod">
          <ac:chgData name="Mohammad Salman" userId="cfd6754c-e613-4f6f-bb98-36aef69d8c31" providerId="ADAL" clId="{990299EA-3706-4963-9607-B363693B7908}" dt="2023-10-15T11:55:05.986" v="5933" actId="14100"/>
          <ac:cxnSpMkLst>
            <pc:docMk/>
            <pc:sldMk cId="1791953234" sldId="293"/>
            <ac:cxnSpMk id="13" creationId="{ADA8376C-67B3-A8BA-B092-683C2A67D04B}"/>
          </ac:cxnSpMkLst>
        </pc:cxnChg>
        <pc:cxnChg chg="add mod">
          <ac:chgData name="Mohammad Salman" userId="cfd6754c-e613-4f6f-bb98-36aef69d8c31" providerId="ADAL" clId="{990299EA-3706-4963-9607-B363693B7908}" dt="2023-10-15T12:45:05.444" v="7731" actId="1035"/>
          <ac:cxnSpMkLst>
            <pc:docMk/>
            <pc:sldMk cId="1791953234" sldId="293"/>
            <ac:cxnSpMk id="18" creationId="{45026811-8F1A-59B3-B268-3FC9415DDAA2}"/>
          </ac:cxnSpMkLst>
        </pc:cxnChg>
        <pc:cxnChg chg="add mod">
          <ac:chgData name="Mohammad Salman" userId="cfd6754c-e613-4f6f-bb98-36aef69d8c31" providerId="ADAL" clId="{990299EA-3706-4963-9607-B363693B7908}" dt="2023-10-15T12:45:05.444" v="7731" actId="1035"/>
          <ac:cxnSpMkLst>
            <pc:docMk/>
            <pc:sldMk cId="1791953234" sldId="293"/>
            <ac:cxnSpMk id="23" creationId="{B7EC21F5-BB0A-4DF3-1450-F32BE41EE1C7}"/>
          </ac:cxnSpMkLst>
        </pc:cxnChg>
      </pc:sldChg>
      <pc:sldChg chg="add del">
        <pc:chgData name="Mohammad Salman" userId="cfd6754c-e613-4f6f-bb98-36aef69d8c31" providerId="ADAL" clId="{990299EA-3706-4963-9607-B363693B7908}" dt="2023-10-15T11:46:13.943" v="5329" actId="47"/>
        <pc:sldMkLst>
          <pc:docMk/>
          <pc:sldMk cId="3078178241" sldId="293"/>
        </pc:sldMkLst>
      </pc:sldChg>
      <pc:sldChg chg="modSp add del mod">
        <pc:chgData name="Mohammad Salman" userId="cfd6754c-e613-4f6f-bb98-36aef69d8c31" providerId="ADAL" clId="{990299EA-3706-4963-9607-B363693B7908}" dt="2023-10-17T07:20:19.029" v="22539" actId="2696"/>
        <pc:sldMkLst>
          <pc:docMk/>
          <pc:sldMk cId="1929577430" sldId="294"/>
        </pc:sldMkLst>
        <pc:spChg chg="mod">
          <ac:chgData name="Mohammad Salman" userId="cfd6754c-e613-4f6f-bb98-36aef69d8c31" providerId="ADAL" clId="{990299EA-3706-4963-9607-B363693B7908}" dt="2023-10-15T11:58:31.231" v="6306" actId="20577"/>
          <ac:spMkLst>
            <pc:docMk/>
            <pc:sldMk cId="1929577430" sldId="294"/>
            <ac:spMk id="3" creationId="{FD3F405D-8BB0-6023-56ED-63661E9CCC10}"/>
          </ac:spMkLst>
        </pc:spChg>
      </pc:sldChg>
      <pc:sldChg chg="addSp delSp modSp add del mod delAnim modAnim">
        <pc:chgData name="Mohammad Salman" userId="cfd6754c-e613-4f6f-bb98-36aef69d8c31" providerId="ADAL" clId="{990299EA-3706-4963-9607-B363693B7908}" dt="2023-10-17T07:20:19.029" v="22539" actId="2696"/>
        <pc:sldMkLst>
          <pc:docMk/>
          <pc:sldMk cId="3671865961" sldId="295"/>
        </pc:sldMkLst>
        <pc:spChg chg="mod">
          <ac:chgData name="Mohammad Salman" userId="cfd6754c-e613-4f6f-bb98-36aef69d8c31" providerId="ADAL" clId="{990299EA-3706-4963-9607-B363693B7908}" dt="2023-10-15T12:39:06.462" v="7372" actId="1035"/>
          <ac:spMkLst>
            <pc:docMk/>
            <pc:sldMk cId="3671865961" sldId="295"/>
            <ac:spMk id="2" creationId="{2143D4E3-BDEB-2DC9-17C6-FD5316EAA061}"/>
          </ac:spMkLst>
        </pc:spChg>
        <pc:spChg chg="mod">
          <ac:chgData name="Mohammad Salman" userId="cfd6754c-e613-4f6f-bb98-36aef69d8c31" providerId="ADAL" clId="{990299EA-3706-4963-9607-B363693B7908}" dt="2023-10-15T12:39:06.462" v="7372" actId="1035"/>
          <ac:spMkLst>
            <pc:docMk/>
            <pc:sldMk cId="3671865961" sldId="295"/>
            <ac:spMk id="3" creationId="{2E4A3961-2C8C-BFE0-6A89-92166AB797E5}"/>
          </ac:spMkLst>
        </pc:spChg>
        <pc:spChg chg="mod">
          <ac:chgData name="Mohammad Salman" userId="cfd6754c-e613-4f6f-bb98-36aef69d8c31" providerId="ADAL" clId="{990299EA-3706-4963-9607-B363693B7908}" dt="2023-10-15T12:39:06.462" v="7372" actId="1035"/>
          <ac:spMkLst>
            <pc:docMk/>
            <pc:sldMk cId="3671865961" sldId="295"/>
            <ac:spMk id="4" creationId="{E524BD0E-E473-9C68-1E8F-A15ADF045E0B}"/>
          </ac:spMkLst>
        </pc:spChg>
        <pc:spChg chg="mod">
          <ac:chgData name="Mohammad Salman" userId="cfd6754c-e613-4f6f-bb98-36aef69d8c31" providerId="ADAL" clId="{990299EA-3706-4963-9607-B363693B7908}" dt="2023-10-15T12:39:06.462" v="7372" actId="1035"/>
          <ac:spMkLst>
            <pc:docMk/>
            <pc:sldMk cId="3671865961" sldId="295"/>
            <ac:spMk id="6" creationId="{D82E7DE3-C69C-579B-98C8-CCA3312D32FF}"/>
          </ac:spMkLst>
        </pc:spChg>
        <pc:spChg chg="mod">
          <ac:chgData name="Mohammad Salman" userId="cfd6754c-e613-4f6f-bb98-36aef69d8c31" providerId="ADAL" clId="{990299EA-3706-4963-9607-B363693B7908}" dt="2023-10-15T12:39:06.462" v="7372" actId="1035"/>
          <ac:spMkLst>
            <pc:docMk/>
            <pc:sldMk cId="3671865961" sldId="295"/>
            <ac:spMk id="7" creationId="{1C66F4ED-D1E9-8ED1-5D99-31E276039A9B}"/>
          </ac:spMkLst>
        </pc:spChg>
        <pc:spChg chg="add mod">
          <ac:chgData name="Mohammad Salman" userId="cfd6754c-e613-4f6f-bb98-36aef69d8c31" providerId="ADAL" clId="{990299EA-3706-4963-9607-B363693B7908}" dt="2023-10-15T12:39:06.462" v="7372" actId="1035"/>
          <ac:spMkLst>
            <pc:docMk/>
            <pc:sldMk cId="3671865961" sldId="295"/>
            <ac:spMk id="8" creationId="{57A04512-632F-E34C-048D-22778459C9A0}"/>
          </ac:spMkLst>
        </pc:spChg>
        <pc:spChg chg="del">
          <ac:chgData name="Mohammad Salman" userId="cfd6754c-e613-4f6f-bb98-36aef69d8c31" providerId="ADAL" clId="{990299EA-3706-4963-9607-B363693B7908}" dt="2023-10-15T12:26:15.515" v="6744" actId="478"/>
          <ac:spMkLst>
            <pc:docMk/>
            <pc:sldMk cId="3671865961" sldId="295"/>
            <ac:spMk id="12" creationId="{0F68CAA9-F259-EAC4-98A6-2AFA432BCE8D}"/>
          </ac:spMkLst>
        </pc:spChg>
        <pc:spChg chg="add mod">
          <ac:chgData name="Mohammad Salman" userId="cfd6754c-e613-4f6f-bb98-36aef69d8c31" providerId="ADAL" clId="{990299EA-3706-4963-9607-B363693B7908}" dt="2023-10-15T12:39:06.462" v="7372" actId="1035"/>
          <ac:spMkLst>
            <pc:docMk/>
            <pc:sldMk cId="3671865961" sldId="295"/>
            <ac:spMk id="13" creationId="{BB79DAFD-23AC-3179-8860-A21FAFA2EFA9}"/>
          </ac:spMkLst>
        </pc:spChg>
        <pc:spChg chg="add mod">
          <ac:chgData name="Mohammad Salman" userId="cfd6754c-e613-4f6f-bb98-36aef69d8c31" providerId="ADAL" clId="{990299EA-3706-4963-9607-B363693B7908}" dt="2023-10-15T12:39:06.462" v="7372" actId="1035"/>
          <ac:spMkLst>
            <pc:docMk/>
            <pc:sldMk cId="3671865961" sldId="295"/>
            <ac:spMk id="14" creationId="{B02E31CD-7592-42DE-B06B-6B0B68459FBF}"/>
          </ac:spMkLst>
        </pc:spChg>
        <pc:spChg chg="add mod">
          <ac:chgData name="Mohammad Salman" userId="cfd6754c-e613-4f6f-bb98-36aef69d8c31" providerId="ADAL" clId="{990299EA-3706-4963-9607-B363693B7908}" dt="2023-10-15T12:39:06.462" v="7372" actId="1035"/>
          <ac:spMkLst>
            <pc:docMk/>
            <pc:sldMk cId="3671865961" sldId="295"/>
            <ac:spMk id="15" creationId="{09B2D86D-8C2C-0704-C9DA-C240BC05DBBA}"/>
          </ac:spMkLst>
        </pc:spChg>
        <pc:spChg chg="mod">
          <ac:chgData name="Mohammad Salman" userId="cfd6754c-e613-4f6f-bb98-36aef69d8c31" providerId="ADAL" clId="{990299EA-3706-4963-9607-B363693B7908}" dt="2023-10-15T12:38:28.763" v="7346" actId="20577"/>
          <ac:spMkLst>
            <pc:docMk/>
            <pc:sldMk cId="3671865961" sldId="295"/>
            <ac:spMk id="17" creationId="{4BE7C1CB-9816-D072-F3B9-C42996D805D7}"/>
          </ac:spMkLst>
        </pc:spChg>
        <pc:cxnChg chg="del mod">
          <ac:chgData name="Mohammad Salman" userId="cfd6754c-e613-4f6f-bb98-36aef69d8c31" providerId="ADAL" clId="{990299EA-3706-4963-9607-B363693B7908}" dt="2023-10-15T12:26:15.515" v="6744" actId="478"/>
          <ac:cxnSpMkLst>
            <pc:docMk/>
            <pc:sldMk cId="3671865961" sldId="295"/>
            <ac:cxnSpMk id="10" creationId="{EEAD0EB1-CDEA-E526-0348-6897DAFDC0AF}"/>
          </ac:cxnSpMkLst>
        </pc:cxnChg>
        <pc:cxnChg chg="del mod">
          <ac:chgData name="Mohammad Salman" userId="cfd6754c-e613-4f6f-bb98-36aef69d8c31" providerId="ADAL" clId="{990299EA-3706-4963-9607-B363693B7908}" dt="2023-10-15T12:26:15.515" v="6744" actId="478"/>
          <ac:cxnSpMkLst>
            <pc:docMk/>
            <pc:sldMk cId="3671865961" sldId="295"/>
            <ac:cxnSpMk id="11" creationId="{2827F310-8C3A-EB79-A5C7-8FEF67675A1B}"/>
          </ac:cxnSpMkLst>
        </pc:cxnChg>
      </pc:sldChg>
      <pc:sldChg chg="delSp new del mod">
        <pc:chgData name="Mohammad Salman" userId="cfd6754c-e613-4f6f-bb98-36aef69d8c31" providerId="ADAL" clId="{990299EA-3706-4963-9607-B363693B7908}" dt="2023-10-15T14:54:37.055" v="9228" actId="47"/>
        <pc:sldMkLst>
          <pc:docMk/>
          <pc:sldMk cId="3123310019" sldId="296"/>
        </pc:sldMkLst>
        <pc:spChg chg="del">
          <ac:chgData name="Mohammad Salman" userId="cfd6754c-e613-4f6f-bb98-36aef69d8c31" providerId="ADAL" clId="{990299EA-3706-4963-9607-B363693B7908}" dt="2023-10-15T12:54:13.411" v="8079" actId="478"/>
          <ac:spMkLst>
            <pc:docMk/>
            <pc:sldMk cId="3123310019" sldId="296"/>
            <ac:spMk id="2" creationId="{CC4EE5B8-D05C-0B69-677E-AFAC282FC904}"/>
          </ac:spMkLst>
        </pc:spChg>
        <pc:spChg chg="del">
          <ac:chgData name="Mohammad Salman" userId="cfd6754c-e613-4f6f-bb98-36aef69d8c31" providerId="ADAL" clId="{990299EA-3706-4963-9607-B363693B7908}" dt="2023-10-15T12:54:13.411" v="8079" actId="478"/>
          <ac:spMkLst>
            <pc:docMk/>
            <pc:sldMk cId="3123310019" sldId="296"/>
            <ac:spMk id="3" creationId="{1BC35EED-B33B-4453-1A79-04EB40FCE1E6}"/>
          </ac:spMkLst>
        </pc:spChg>
      </pc:sldChg>
      <pc:sldChg chg="addSp delSp modSp add del mod delAnim modAnim">
        <pc:chgData name="Mohammad Salman" userId="cfd6754c-e613-4f6f-bb98-36aef69d8c31" providerId="ADAL" clId="{990299EA-3706-4963-9607-B363693B7908}" dt="2023-10-17T07:20:19.029" v="22539" actId="2696"/>
        <pc:sldMkLst>
          <pc:docMk/>
          <pc:sldMk cId="2772613534" sldId="297"/>
        </pc:sldMkLst>
        <pc:spChg chg="mod">
          <ac:chgData name="Mohammad Salman" userId="cfd6754c-e613-4f6f-bb98-36aef69d8c31" providerId="ADAL" clId="{990299EA-3706-4963-9607-B363693B7908}" dt="2023-10-15T14:46:32.922" v="8872" actId="1076"/>
          <ac:spMkLst>
            <pc:docMk/>
            <pc:sldMk cId="2772613534" sldId="297"/>
            <ac:spMk id="5" creationId="{D032AC67-682C-A6E0-F801-59E323393F94}"/>
          </ac:spMkLst>
        </pc:spChg>
        <pc:spChg chg="mod">
          <ac:chgData name="Mohammad Salman" userId="cfd6754c-e613-4f6f-bb98-36aef69d8c31" providerId="ADAL" clId="{990299EA-3706-4963-9607-B363693B7908}" dt="2023-10-15T12:59:31.360" v="8336" actId="1035"/>
          <ac:spMkLst>
            <pc:docMk/>
            <pc:sldMk cId="2772613534" sldId="297"/>
            <ac:spMk id="6" creationId="{BDE022FA-A1BB-043E-E791-86A287D388CC}"/>
          </ac:spMkLst>
        </pc:spChg>
        <pc:spChg chg="mod">
          <ac:chgData name="Mohammad Salman" userId="cfd6754c-e613-4f6f-bb98-36aef69d8c31" providerId="ADAL" clId="{990299EA-3706-4963-9607-B363693B7908}" dt="2023-10-15T13:01:03.199" v="8356" actId="1076"/>
          <ac:spMkLst>
            <pc:docMk/>
            <pc:sldMk cId="2772613534" sldId="297"/>
            <ac:spMk id="10" creationId="{3013929E-AC3B-9ECE-DF4E-A9DB909904A2}"/>
          </ac:spMkLst>
        </pc:spChg>
        <pc:spChg chg="mod">
          <ac:chgData name="Mohammad Salman" userId="cfd6754c-e613-4f6f-bb98-36aef69d8c31" providerId="ADAL" clId="{990299EA-3706-4963-9607-B363693B7908}" dt="2023-10-15T14:47:52.884" v="8938" actId="113"/>
          <ac:spMkLst>
            <pc:docMk/>
            <pc:sldMk cId="2772613534" sldId="297"/>
            <ac:spMk id="11" creationId="{2318AF79-CAF0-6EF6-7598-BB56ED187009}"/>
          </ac:spMkLst>
        </pc:spChg>
        <pc:spChg chg="add del mod">
          <ac:chgData name="Mohammad Salman" userId="cfd6754c-e613-4f6f-bb98-36aef69d8c31" providerId="ADAL" clId="{990299EA-3706-4963-9607-B363693B7908}" dt="2023-10-15T13:00:37.681" v="8343" actId="478"/>
          <ac:spMkLst>
            <pc:docMk/>
            <pc:sldMk cId="2772613534" sldId="297"/>
            <ac:spMk id="18" creationId="{6BE00749-0935-F7AB-AE69-3CC7C9007400}"/>
          </ac:spMkLst>
        </pc:spChg>
        <pc:spChg chg="add mod">
          <ac:chgData name="Mohammad Salman" userId="cfd6754c-e613-4f6f-bb98-36aef69d8c31" providerId="ADAL" clId="{990299EA-3706-4963-9607-B363693B7908}" dt="2023-10-15T13:00:56.715" v="8354" actId="1037"/>
          <ac:spMkLst>
            <pc:docMk/>
            <pc:sldMk cId="2772613534" sldId="297"/>
            <ac:spMk id="19" creationId="{1FBD6310-56C7-DC83-6779-9E38211A7357}"/>
          </ac:spMkLst>
        </pc:spChg>
        <pc:spChg chg="add mod">
          <ac:chgData name="Mohammad Salman" userId="cfd6754c-e613-4f6f-bb98-36aef69d8c31" providerId="ADAL" clId="{990299EA-3706-4963-9607-B363693B7908}" dt="2023-10-15T13:00:56.715" v="8354" actId="1037"/>
          <ac:spMkLst>
            <pc:docMk/>
            <pc:sldMk cId="2772613534" sldId="297"/>
            <ac:spMk id="20" creationId="{4DBA3AD2-377D-A477-105C-F1A9A17C7FBA}"/>
          </ac:spMkLst>
        </pc:spChg>
        <pc:spChg chg="add mod">
          <ac:chgData name="Mohammad Salman" userId="cfd6754c-e613-4f6f-bb98-36aef69d8c31" providerId="ADAL" clId="{990299EA-3706-4963-9607-B363693B7908}" dt="2023-10-15T14:47:01.244" v="8937" actId="20577"/>
          <ac:spMkLst>
            <pc:docMk/>
            <pc:sldMk cId="2772613534" sldId="297"/>
            <ac:spMk id="26" creationId="{05C4449D-F508-3844-24A6-45CF774A49F1}"/>
          </ac:spMkLst>
        </pc:spChg>
        <pc:cxnChg chg="add del mod">
          <ac:chgData name="Mohammad Salman" userId="cfd6754c-e613-4f6f-bb98-36aef69d8c31" providerId="ADAL" clId="{990299EA-3706-4963-9607-B363693B7908}" dt="2023-10-15T12:58:12.566" v="8317" actId="478"/>
          <ac:cxnSpMkLst>
            <pc:docMk/>
            <pc:sldMk cId="2772613534" sldId="297"/>
            <ac:cxnSpMk id="3" creationId="{E2BF3763-3048-034E-ECEE-D2B47658D6E4}"/>
          </ac:cxnSpMkLst>
        </pc:cxnChg>
        <pc:cxnChg chg="del mod">
          <ac:chgData name="Mohammad Salman" userId="cfd6754c-e613-4f6f-bb98-36aef69d8c31" providerId="ADAL" clId="{990299EA-3706-4963-9607-B363693B7908}" dt="2023-10-15T12:55:16.275" v="8306" actId="478"/>
          <ac:cxnSpMkLst>
            <pc:docMk/>
            <pc:sldMk cId="2772613534" sldId="297"/>
            <ac:cxnSpMk id="7" creationId="{8C092F4F-3E58-5E47-0482-D24AC436FC4A}"/>
          </ac:cxnSpMkLst>
        </pc:cxnChg>
        <pc:cxnChg chg="del mod">
          <ac:chgData name="Mohammad Salman" userId="cfd6754c-e613-4f6f-bb98-36aef69d8c31" providerId="ADAL" clId="{990299EA-3706-4963-9607-B363693B7908}" dt="2023-10-15T12:55:16.275" v="8306" actId="478"/>
          <ac:cxnSpMkLst>
            <pc:docMk/>
            <pc:sldMk cId="2772613534" sldId="297"/>
            <ac:cxnSpMk id="8" creationId="{DD718D91-288B-42D9-91C2-3E51525BD342}"/>
          </ac:cxnSpMkLst>
        </pc:cxnChg>
        <pc:cxnChg chg="add mod">
          <ac:chgData name="Mohammad Salman" userId="cfd6754c-e613-4f6f-bb98-36aef69d8c31" providerId="ADAL" clId="{990299EA-3706-4963-9607-B363693B7908}" dt="2023-10-15T14:46:34.406" v="8874" actId="14100"/>
          <ac:cxnSpMkLst>
            <pc:docMk/>
            <pc:sldMk cId="2772613534" sldId="297"/>
            <ac:cxnSpMk id="9" creationId="{C1486B5A-DA6F-9DCA-A902-ABFB8B1D68F1}"/>
          </ac:cxnSpMkLst>
        </pc:cxnChg>
        <pc:cxnChg chg="add mod">
          <ac:chgData name="Mohammad Salman" userId="cfd6754c-e613-4f6f-bb98-36aef69d8c31" providerId="ADAL" clId="{990299EA-3706-4963-9607-B363693B7908}" dt="2023-10-15T14:46:18.001" v="8867" actId="14100"/>
          <ac:cxnSpMkLst>
            <pc:docMk/>
            <pc:sldMk cId="2772613534" sldId="297"/>
            <ac:cxnSpMk id="15" creationId="{9516D005-2490-0BCC-E1ED-69516FCB1813}"/>
          </ac:cxnSpMkLst>
        </pc:cxnChg>
      </pc:sldChg>
      <pc:sldChg chg="addSp delSp modSp add del mod modAnim">
        <pc:chgData name="Mohammad Salman" userId="cfd6754c-e613-4f6f-bb98-36aef69d8c31" providerId="ADAL" clId="{990299EA-3706-4963-9607-B363693B7908}" dt="2023-10-17T07:20:19.029" v="22539" actId="2696"/>
        <pc:sldMkLst>
          <pc:docMk/>
          <pc:sldMk cId="942199952" sldId="298"/>
        </pc:sldMkLst>
        <pc:spChg chg="add del mod">
          <ac:chgData name="Mohammad Salman" userId="cfd6754c-e613-4f6f-bb98-36aef69d8c31" providerId="ADAL" clId="{990299EA-3706-4963-9607-B363693B7908}" dt="2023-10-15T13:01:59.853" v="8418"/>
          <ac:spMkLst>
            <pc:docMk/>
            <pc:sldMk cId="942199952" sldId="298"/>
            <ac:spMk id="2" creationId="{A1E5F602-1730-A87B-DDF0-4C3FF6027097}"/>
          </ac:spMkLst>
        </pc:spChg>
        <pc:spChg chg="add mod">
          <ac:chgData name="Mohammad Salman" userId="cfd6754c-e613-4f6f-bb98-36aef69d8c31" providerId="ADAL" clId="{990299EA-3706-4963-9607-B363693B7908}" dt="2023-10-15T14:51:46.801" v="9027" actId="14100"/>
          <ac:spMkLst>
            <pc:docMk/>
            <pc:sldMk cId="942199952" sldId="298"/>
            <ac:spMk id="3" creationId="{5B1B387A-807D-1AB6-3A87-889E36D764A7}"/>
          </ac:spMkLst>
        </pc:spChg>
        <pc:spChg chg="mod">
          <ac:chgData name="Mohammad Salman" userId="cfd6754c-e613-4f6f-bb98-36aef69d8c31" providerId="ADAL" clId="{990299EA-3706-4963-9607-B363693B7908}" dt="2023-10-15T14:25:50.215" v="8656" actId="113"/>
          <ac:spMkLst>
            <pc:docMk/>
            <pc:sldMk cId="942199952" sldId="298"/>
            <ac:spMk id="10" creationId="{3013929E-AC3B-9ECE-DF4E-A9DB909904A2}"/>
          </ac:spMkLst>
        </pc:spChg>
        <pc:spChg chg="mod">
          <ac:chgData name="Mohammad Salman" userId="cfd6754c-e613-4f6f-bb98-36aef69d8c31" providerId="ADAL" clId="{990299EA-3706-4963-9607-B363693B7908}" dt="2023-10-15T13:03:47.193" v="8654" actId="114"/>
          <ac:spMkLst>
            <pc:docMk/>
            <pc:sldMk cId="942199952" sldId="298"/>
            <ac:spMk id="11" creationId="{2318AF79-CAF0-6EF6-7598-BB56ED187009}"/>
          </ac:spMkLst>
        </pc:spChg>
      </pc:sldChg>
      <pc:sldChg chg="addSp delSp modSp new mod setBg modClrScheme chgLayout">
        <pc:chgData name="Mohammad Salman" userId="cfd6754c-e613-4f6f-bb98-36aef69d8c31" providerId="ADAL" clId="{990299EA-3706-4963-9607-B363693B7908}" dt="2023-10-17T07:26:23.349" v="22545" actId="478"/>
        <pc:sldMkLst>
          <pc:docMk/>
          <pc:sldMk cId="633634506" sldId="299"/>
        </pc:sldMkLst>
        <pc:spChg chg="del mod ord">
          <ac:chgData name="Mohammad Salman" userId="cfd6754c-e613-4f6f-bb98-36aef69d8c31" providerId="ADAL" clId="{990299EA-3706-4963-9607-B363693B7908}" dt="2023-10-15T14:54:42.784" v="9230" actId="700"/>
          <ac:spMkLst>
            <pc:docMk/>
            <pc:sldMk cId="633634506" sldId="299"/>
            <ac:spMk id="2" creationId="{59A3608F-8611-7B85-E57C-783327DA9379}"/>
          </ac:spMkLst>
        </pc:spChg>
        <pc:spChg chg="del mod ord">
          <ac:chgData name="Mohammad Salman" userId="cfd6754c-e613-4f6f-bb98-36aef69d8c31" providerId="ADAL" clId="{990299EA-3706-4963-9607-B363693B7908}" dt="2023-10-15T14:54:42.784" v="9230" actId="700"/>
          <ac:spMkLst>
            <pc:docMk/>
            <pc:sldMk cId="633634506" sldId="299"/>
            <ac:spMk id="3" creationId="{A5F09490-A271-6CBE-A62D-E5F3A9B9064C}"/>
          </ac:spMkLst>
        </pc:spChg>
        <pc:spChg chg="add mod ord">
          <ac:chgData name="Mohammad Salman" userId="cfd6754c-e613-4f6f-bb98-36aef69d8c31" providerId="ADAL" clId="{990299EA-3706-4963-9607-B363693B7908}" dt="2023-10-15T14:55:04.954" v="9277" actId="20577"/>
          <ac:spMkLst>
            <pc:docMk/>
            <pc:sldMk cId="633634506" sldId="299"/>
            <ac:spMk id="4" creationId="{0E11A25A-FF84-7347-6A7D-BE51EBA3CD23}"/>
          </ac:spMkLst>
        </pc:spChg>
        <pc:spChg chg="add mod ord">
          <ac:chgData name="Mohammad Salman" userId="cfd6754c-e613-4f6f-bb98-36aef69d8c31" providerId="ADAL" clId="{990299EA-3706-4963-9607-B363693B7908}" dt="2023-10-15T15:21:18.463" v="9526" actId="20577"/>
          <ac:spMkLst>
            <pc:docMk/>
            <pc:sldMk cId="633634506" sldId="299"/>
            <ac:spMk id="5" creationId="{C1236E2E-E3E8-FE8F-5D2A-A4BAED2DE2A1}"/>
          </ac:spMkLst>
        </pc:spChg>
        <pc:spChg chg="add del">
          <ac:chgData name="Mohammad Salman" userId="cfd6754c-e613-4f6f-bb98-36aef69d8c31" providerId="ADAL" clId="{990299EA-3706-4963-9607-B363693B7908}" dt="2023-10-15T16:01:18.960" v="10983" actId="22"/>
          <ac:spMkLst>
            <pc:docMk/>
            <pc:sldMk cId="633634506" sldId="299"/>
            <ac:spMk id="7" creationId="{A326F83E-9C32-AE49-CCF1-1D85FF549F9F}"/>
          </ac:spMkLst>
        </pc:spChg>
        <pc:spChg chg="add mod">
          <ac:chgData name="Mohammad Salman" userId="cfd6754c-e613-4f6f-bb98-36aef69d8c31" providerId="ADAL" clId="{990299EA-3706-4963-9607-B363693B7908}" dt="2023-10-15T16:01:34.454" v="10989" actId="1076"/>
          <ac:spMkLst>
            <pc:docMk/>
            <pc:sldMk cId="633634506" sldId="299"/>
            <ac:spMk id="9" creationId="{BC4D8602-B156-5BBC-4FF6-CDE9D450AA6E}"/>
          </ac:spMkLst>
        </pc:spChg>
        <pc:spChg chg="add del mod">
          <ac:chgData name="Mohammad Salman" userId="cfd6754c-e613-4f6f-bb98-36aef69d8c31" providerId="ADAL" clId="{990299EA-3706-4963-9607-B363693B7908}" dt="2023-10-17T07:26:23.349" v="22545" actId="478"/>
          <ac:spMkLst>
            <pc:docMk/>
            <pc:sldMk cId="633634506" sldId="299"/>
            <ac:spMk id="11" creationId="{F2BC24F1-6105-3487-00FA-F1321ECA5BF4}"/>
          </ac:spMkLst>
        </pc:spChg>
      </pc:sldChg>
      <pc:sldChg chg="modSp add del modAnim">
        <pc:chgData name="Mohammad Salman" userId="cfd6754c-e613-4f6f-bb98-36aef69d8c31" providerId="ADAL" clId="{990299EA-3706-4963-9607-B363693B7908}" dt="2023-10-15T14:53:03.021" v="9114" actId="47"/>
        <pc:sldMkLst>
          <pc:docMk/>
          <pc:sldMk cId="2542376071" sldId="299"/>
        </pc:sldMkLst>
        <pc:spChg chg="mod">
          <ac:chgData name="Mohammad Salman" userId="cfd6754c-e613-4f6f-bb98-36aef69d8c31" providerId="ADAL" clId="{990299EA-3706-4963-9607-B363693B7908}" dt="2023-10-15T14:52:51.714" v="9113" actId="20577"/>
          <ac:spMkLst>
            <pc:docMk/>
            <pc:sldMk cId="2542376071" sldId="299"/>
            <ac:spMk id="11" creationId="{2318AF79-CAF0-6EF6-7598-BB56ED187009}"/>
          </ac:spMkLst>
        </pc:spChg>
      </pc:sldChg>
      <pc:sldChg chg="addSp delSp modSp new mod modAnim">
        <pc:chgData name="Mohammad Salman" userId="cfd6754c-e613-4f6f-bb98-36aef69d8c31" providerId="ADAL" clId="{990299EA-3706-4963-9607-B363693B7908}" dt="2023-10-15T16:06:42.382" v="10994"/>
        <pc:sldMkLst>
          <pc:docMk/>
          <pc:sldMk cId="1499989162" sldId="300"/>
        </pc:sldMkLst>
        <pc:spChg chg="del">
          <ac:chgData name="Mohammad Salman" userId="cfd6754c-e613-4f6f-bb98-36aef69d8c31" providerId="ADAL" clId="{990299EA-3706-4963-9607-B363693B7908}" dt="2023-10-15T15:27:06.962" v="9866" actId="478"/>
          <ac:spMkLst>
            <pc:docMk/>
            <pc:sldMk cId="1499989162" sldId="300"/>
            <ac:spMk id="2" creationId="{5CD6D15D-5F0A-A0D0-929E-7B5C092CDF1F}"/>
          </ac:spMkLst>
        </pc:spChg>
        <pc:spChg chg="del">
          <ac:chgData name="Mohammad Salman" userId="cfd6754c-e613-4f6f-bb98-36aef69d8c31" providerId="ADAL" clId="{990299EA-3706-4963-9607-B363693B7908}" dt="2023-10-15T15:27:06.962" v="9866" actId="478"/>
          <ac:spMkLst>
            <pc:docMk/>
            <pc:sldMk cId="1499989162" sldId="300"/>
            <ac:spMk id="3" creationId="{00D5C67C-213F-3DAE-182D-F296429BCBCA}"/>
          </ac:spMkLst>
        </pc:spChg>
        <pc:spChg chg="add mod">
          <ac:chgData name="Mohammad Salman" userId="cfd6754c-e613-4f6f-bb98-36aef69d8c31" providerId="ADAL" clId="{990299EA-3706-4963-9607-B363693B7908}" dt="2023-10-15T16:06:42.382" v="10994"/>
          <ac:spMkLst>
            <pc:docMk/>
            <pc:sldMk cId="1499989162" sldId="300"/>
            <ac:spMk id="5" creationId="{13C5C408-BEF1-6956-816D-997194FA295E}"/>
          </ac:spMkLst>
        </pc:spChg>
        <pc:spChg chg="add mod">
          <ac:chgData name="Mohammad Salman" userId="cfd6754c-e613-4f6f-bb98-36aef69d8c31" providerId="ADAL" clId="{990299EA-3706-4963-9607-B363693B7908}" dt="2023-10-15T15:28:21.221" v="10062" actId="20577"/>
          <ac:spMkLst>
            <pc:docMk/>
            <pc:sldMk cId="1499989162" sldId="300"/>
            <ac:spMk id="6" creationId="{EC79DAAB-2923-9354-234D-CEDDD56CF8E6}"/>
          </ac:spMkLst>
        </pc:spChg>
        <pc:spChg chg="add mod">
          <ac:chgData name="Mohammad Salman" userId="cfd6754c-e613-4f6f-bb98-36aef69d8c31" providerId="ADAL" clId="{990299EA-3706-4963-9607-B363693B7908}" dt="2023-10-15T15:31:55.513" v="10084" actId="14100"/>
          <ac:spMkLst>
            <pc:docMk/>
            <pc:sldMk cId="1499989162" sldId="300"/>
            <ac:spMk id="8" creationId="{96A77001-080C-584C-CB7F-1D119DA47D96}"/>
          </ac:spMkLst>
        </pc:spChg>
        <pc:spChg chg="add del mod">
          <ac:chgData name="Mohammad Salman" userId="cfd6754c-e613-4f6f-bb98-36aef69d8c31" providerId="ADAL" clId="{990299EA-3706-4963-9607-B363693B7908}" dt="2023-10-15T15:35:54.530" v="10229" actId="1076"/>
          <ac:spMkLst>
            <pc:docMk/>
            <pc:sldMk cId="1499989162" sldId="300"/>
            <ac:spMk id="9" creationId="{6867E8F6-87C6-D3A3-93AD-8BD7FB9BDEBD}"/>
          </ac:spMkLst>
        </pc:spChg>
      </pc:sldChg>
      <pc:sldChg chg="addSp delSp modSp new del mod setBg">
        <pc:chgData name="Mohammad Salman" userId="cfd6754c-e613-4f6f-bb98-36aef69d8c31" providerId="ADAL" clId="{990299EA-3706-4963-9607-B363693B7908}" dt="2023-10-17T07:20:19.029" v="22539" actId="2696"/>
        <pc:sldMkLst>
          <pc:docMk/>
          <pc:sldMk cId="3135531429" sldId="301"/>
        </pc:sldMkLst>
        <pc:spChg chg="del mod">
          <ac:chgData name="Mohammad Salman" userId="cfd6754c-e613-4f6f-bb98-36aef69d8c31" providerId="ADAL" clId="{990299EA-3706-4963-9607-B363693B7908}" dt="2023-10-15T15:04:53.312" v="9326" actId="478"/>
          <ac:spMkLst>
            <pc:docMk/>
            <pc:sldMk cId="3135531429" sldId="301"/>
            <ac:spMk id="2" creationId="{5FFA4397-716E-EC9D-7409-7EA864D27381}"/>
          </ac:spMkLst>
        </pc:spChg>
        <pc:spChg chg="del">
          <ac:chgData name="Mohammad Salman" userId="cfd6754c-e613-4f6f-bb98-36aef69d8c31" providerId="ADAL" clId="{990299EA-3706-4963-9607-B363693B7908}" dt="2023-10-15T15:04:12.340" v="9315" actId="478"/>
          <ac:spMkLst>
            <pc:docMk/>
            <pc:sldMk cId="3135531429" sldId="301"/>
            <ac:spMk id="3" creationId="{F815464F-A45E-F805-4139-6956061DF0AE}"/>
          </ac:spMkLst>
        </pc:spChg>
        <pc:spChg chg="add del mod">
          <ac:chgData name="Mohammad Salman" userId="cfd6754c-e613-4f6f-bb98-36aef69d8c31" providerId="ADAL" clId="{990299EA-3706-4963-9607-B363693B7908}" dt="2023-10-15T15:07:06.889" v="9366" actId="478"/>
          <ac:spMkLst>
            <pc:docMk/>
            <pc:sldMk cId="3135531429" sldId="301"/>
            <ac:spMk id="9" creationId="{A612E6B1-21C7-9117-4B23-E5A3C8DD0E7A}"/>
          </ac:spMkLst>
        </pc:spChg>
        <pc:spChg chg="add mod">
          <ac:chgData name="Mohammad Salman" userId="cfd6754c-e613-4f6f-bb98-36aef69d8c31" providerId="ADAL" clId="{990299EA-3706-4963-9607-B363693B7908}" dt="2023-10-15T15:08:01.904" v="9376" actId="207"/>
          <ac:spMkLst>
            <pc:docMk/>
            <pc:sldMk cId="3135531429" sldId="301"/>
            <ac:spMk id="12" creationId="{70210C8B-77AF-F30E-22EB-B28502676A54}"/>
          </ac:spMkLst>
        </pc:spChg>
        <pc:spChg chg="add mod">
          <ac:chgData name="Mohammad Salman" userId="cfd6754c-e613-4f6f-bb98-36aef69d8c31" providerId="ADAL" clId="{990299EA-3706-4963-9607-B363693B7908}" dt="2023-10-15T15:08:29.539" v="9379" actId="14100"/>
          <ac:spMkLst>
            <pc:docMk/>
            <pc:sldMk cId="3135531429" sldId="301"/>
            <ac:spMk id="13" creationId="{A5A03781-A032-50EC-81D0-F00DDF048FC1}"/>
          </ac:spMkLst>
        </pc:spChg>
        <pc:picChg chg="add del mod">
          <ac:chgData name="Mohammad Salman" userId="cfd6754c-e613-4f6f-bb98-36aef69d8c31" providerId="ADAL" clId="{990299EA-3706-4963-9607-B363693B7908}" dt="2023-10-15T15:07:06.889" v="9366" actId="478"/>
          <ac:picMkLst>
            <pc:docMk/>
            <pc:sldMk cId="3135531429" sldId="301"/>
            <ac:picMk id="5" creationId="{E5814A5A-03E2-77CD-7CFB-D4F035390FEF}"/>
          </ac:picMkLst>
        </pc:picChg>
        <pc:picChg chg="add del mod">
          <ac:chgData name="Mohammad Salman" userId="cfd6754c-e613-4f6f-bb98-36aef69d8c31" providerId="ADAL" clId="{990299EA-3706-4963-9607-B363693B7908}" dt="2023-10-15T15:07:06.889" v="9366" actId="478"/>
          <ac:picMkLst>
            <pc:docMk/>
            <pc:sldMk cId="3135531429" sldId="301"/>
            <ac:picMk id="7" creationId="{ED1CCA17-2E8A-DFA4-FAFD-3358536FA62A}"/>
          </ac:picMkLst>
        </pc:picChg>
        <pc:picChg chg="add mod">
          <ac:chgData name="Mohammad Salman" userId="cfd6754c-e613-4f6f-bb98-36aef69d8c31" providerId="ADAL" clId="{990299EA-3706-4963-9607-B363693B7908}" dt="2023-10-15T15:07:35.903" v="9372" actId="1076"/>
          <ac:picMkLst>
            <pc:docMk/>
            <pc:sldMk cId="3135531429" sldId="301"/>
            <ac:picMk id="11" creationId="{28D264A5-B832-694B-01E8-E3265F68166A}"/>
          </ac:picMkLst>
        </pc:picChg>
      </pc:sldChg>
      <pc:sldChg chg="modSp new mod">
        <pc:chgData name="Mohammad Salman" userId="cfd6754c-e613-4f6f-bb98-36aef69d8c31" providerId="ADAL" clId="{990299EA-3706-4963-9607-B363693B7908}" dt="2023-10-23T15:25:49.735" v="30614" actId="20577"/>
        <pc:sldMkLst>
          <pc:docMk/>
          <pc:sldMk cId="3886508968" sldId="302"/>
        </pc:sldMkLst>
        <pc:spChg chg="mod">
          <ac:chgData name="Mohammad Salman" userId="cfd6754c-e613-4f6f-bb98-36aef69d8c31" providerId="ADAL" clId="{990299EA-3706-4963-9607-B363693B7908}" dt="2023-10-15T15:21:26.831" v="9547" actId="20577"/>
          <ac:spMkLst>
            <pc:docMk/>
            <pc:sldMk cId="3886508968" sldId="302"/>
            <ac:spMk id="2" creationId="{33C9FE9B-4B7E-E53A-5209-2F0008131593}"/>
          </ac:spMkLst>
        </pc:spChg>
        <pc:spChg chg="mod">
          <ac:chgData name="Mohammad Salman" userId="cfd6754c-e613-4f6f-bb98-36aef69d8c31" providerId="ADAL" clId="{990299EA-3706-4963-9607-B363693B7908}" dt="2023-10-23T15:25:49.735" v="30614" actId="20577"/>
          <ac:spMkLst>
            <pc:docMk/>
            <pc:sldMk cId="3886508968" sldId="302"/>
            <ac:spMk id="3" creationId="{EA814DEF-9A60-775F-C8EB-AC32F7A6123C}"/>
          </ac:spMkLst>
        </pc:spChg>
      </pc:sldChg>
      <pc:sldChg chg="addSp delSp modSp add mod delAnim modAnim">
        <pc:chgData name="Mohammad Salman" userId="cfd6754c-e613-4f6f-bb98-36aef69d8c31" providerId="ADAL" clId="{990299EA-3706-4963-9607-B363693B7908}" dt="2023-10-16T05:31:41.744" v="11232" actId="6549"/>
        <pc:sldMkLst>
          <pc:docMk/>
          <pc:sldMk cId="2997873171" sldId="303"/>
        </pc:sldMkLst>
        <pc:spChg chg="add mod">
          <ac:chgData name="Mohammad Salman" userId="cfd6754c-e613-4f6f-bb98-36aef69d8c31" providerId="ADAL" clId="{990299EA-3706-4963-9607-B363693B7908}" dt="2023-10-15T16:07:41.875" v="11006"/>
          <ac:spMkLst>
            <pc:docMk/>
            <pc:sldMk cId="2997873171" sldId="303"/>
            <ac:spMk id="3" creationId="{2FF3FA2E-2F7F-9C52-C51C-E0C67CC59C99}"/>
          </ac:spMkLst>
        </pc:spChg>
        <pc:spChg chg="add mod">
          <ac:chgData name="Mohammad Salman" userId="cfd6754c-e613-4f6f-bb98-36aef69d8c31" providerId="ADAL" clId="{990299EA-3706-4963-9607-B363693B7908}" dt="2023-10-15T15:58:20.422" v="10977" actId="1076"/>
          <ac:spMkLst>
            <pc:docMk/>
            <pc:sldMk cId="2997873171" sldId="303"/>
            <ac:spMk id="4" creationId="{5104E596-EE7B-35C0-FF7C-01467C865F5F}"/>
          </ac:spMkLst>
        </pc:spChg>
        <pc:spChg chg="mod">
          <ac:chgData name="Mohammad Salman" userId="cfd6754c-e613-4f6f-bb98-36aef69d8c31" providerId="ADAL" clId="{990299EA-3706-4963-9607-B363693B7908}" dt="2023-10-15T16:07:08.814" v="10999"/>
          <ac:spMkLst>
            <pc:docMk/>
            <pc:sldMk cId="2997873171" sldId="303"/>
            <ac:spMk id="5" creationId="{13C5C408-BEF1-6956-816D-997194FA295E}"/>
          </ac:spMkLst>
        </pc:spChg>
        <pc:spChg chg="mod">
          <ac:chgData name="Mohammad Salman" userId="cfd6754c-e613-4f6f-bb98-36aef69d8c31" providerId="ADAL" clId="{990299EA-3706-4963-9607-B363693B7908}" dt="2023-10-16T05:31:41.744" v="11232" actId="6549"/>
          <ac:spMkLst>
            <pc:docMk/>
            <pc:sldMk cId="2997873171" sldId="303"/>
            <ac:spMk id="6" creationId="{EC79DAAB-2923-9354-234D-CEDDD56CF8E6}"/>
          </ac:spMkLst>
        </pc:spChg>
        <pc:spChg chg="del">
          <ac:chgData name="Mohammad Salman" userId="cfd6754c-e613-4f6f-bb98-36aef69d8c31" providerId="ADAL" clId="{990299EA-3706-4963-9607-B363693B7908}" dt="2023-10-15T15:47:37.817" v="10233" actId="478"/>
          <ac:spMkLst>
            <pc:docMk/>
            <pc:sldMk cId="2997873171" sldId="303"/>
            <ac:spMk id="8" creationId="{96A77001-080C-584C-CB7F-1D119DA47D96}"/>
          </ac:spMkLst>
        </pc:spChg>
        <pc:spChg chg="del">
          <ac:chgData name="Mohammad Salman" userId="cfd6754c-e613-4f6f-bb98-36aef69d8c31" providerId="ADAL" clId="{990299EA-3706-4963-9607-B363693B7908}" dt="2023-10-15T15:50:35.574" v="10277" actId="478"/>
          <ac:spMkLst>
            <pc:docMk/>
            <pc:sldMk cId="2997873171" sldId="303"/>
            <ac:spMk id="9" creationId="{6867E8F6-87C6-D3A3-93AD-8BD7FB9BDEBD}"/>
          </ac:spMkLst>
        </pc:spChg>
      </pc:sldChg>
      <pc:sldChg chg="addSp delSp modSp new mod modAnim">
        <pc:chgData name="Mohammad Salman" userId="cfd6754c-e613-4f6f-bb98-36aef69d8c31" providerId="ADAL" clId="{990299EA-3706-4963-9607-B363693B7908}" dt="2023-10-16T14:04:16.886" v="16361"/>
        <pc:sldMkLst>
          <pc:docMk/>
          <pc:sldMk cId="2899567736" sldId="304"/>
        </pc:sldMkLst>
        <pc:spChg chg="del">
          <ac:chgData name="Mohammad Salman" userId="cfd6754c-e613-4f6f-bb98-36aef69d8c31" providerId="ADAL" clId="{990299EA-3706-4963-9607-B363693B7908}" dt="2023-10-15T16:00:23.174" v="10979" actId="478"/>
          <ac:spMkLst>
            <pc:docMk/>
            <pc:sldMk cId="2899567736" sldId="304"/>
            <ac:spMk id="2" creationId="{0F5E4F20-D79C-68C2-CEC3-336B649B9D97}"/>
          </ac:spMkLst>
        </pc:spChg>
        <pc:spChg chg="del">
          <ac:chgData name="Mohammad Salman" userId="cfd6754c-e613-4f6f-bb98-36aef69d8c31" providerId="ADAL" clId="{990299EA-3706-4963-9607-B363693B7908}" dt="2023-10-15T16:00:23.174" v="10979" actId="478"/>
          <ac:spMkLst>
            <pc:docMk/>
            <pc:sldMk cId="2899567736" sldId="304"/>
            <ac:spMk id="3" creationId="{E4A4D3B4-F045-BC00-45A7-941B0E25041E}"/>
          </ac:spMkLst>
        </pc:spChg>
        <pc:spChg chg="add mod">
          <ac:chgData name="Mohammad Salman" userId="cfd6754c-e613-4f6f-bb98-36aef69d8c31" providerId="ADAL" clId="{990299EA-3706-4963-9607-B363693B7908}" dt="2023-10-16T05:32:56.085" v="11286" actId="1037"/>
          <ac:spMkLst>
            <pc:docMk/>
            <pc:sldMk cId="2899567736" sldId="304"/>
            <ac:spMk id="5" creationId="{C79CFF25-00E8-BA30-8F6C-DAC7B4FCB4A3}"/>
          </ac:spMkLst>
        </pc:spChg>
        <pc:spChg chg="add mod">
          <ac:chgData name="Mohammad Salman" userId="cfd6754c-e613-4f6f-bb98-36aef69d8c31" providerId="ADAL" clId="{990299EA-3706-4963-9607-B363693B7908}" dt="2023-10-15T16:09:00.531" v="11169" actId="113"/>
          <ac:spMkLst>
            <pc:docMk/>
            <pc:sldMk cId="2899567736" sldId="304"/>
            <ac:spMk id="6" creationId="{5009803C-E80A-5F47-3983-34AAC4827C74}"/>
          </ac:spMkLst>
        </pc:spChg>
        <pc:spChg chg="add del mod">
          <ac:chgData name="Mohammad Salman" userId="cfd6754c-e613-4f6f-bb98-36aef69d8c31" providerId="ADAL" clId="{990299EA-3706-4963-9607-B363693B7908}" dt="2023-10-16T05:59:44.148" v="11443" actId="478"/>
          <ac:spMkLst>
            <pc:docMk/>
            <pc:sldMk cId="2899567736" sldId="304"/>
            <ac:spMk id="7" creationId="{0D3E8D16-529F-CD54-C796-32A2A75ED129}"/>
          </ac:spMkLst>
        </pc:spChg>
        <pc:spChg chg="add del mod">
          <ac:chgData name="Mohammad Salman" userId="cfd6754c-e613-4f6f-bb98-36aef69d8c31" providerId="ADAL" clId="{990299EA-3706-4963-9607-B363693B7908}" dt="2023-10-16T06:01:36.041" v="11476" actId="478"/>
          <ac:spMkLst>
            <pc:docMk/>
            <pc:sldMk cId="2899567736" sldId="304"/>
            <ac:spMk id="8" creationId="{21B5B063-95FC-1597-F2F8-7F61365B3C28}"/>
          </ac:spMkLst>
        </pc:spChg>
        <pc:spChg chg="add del mod">
          <ac:chgData name="Mohammad Salman" userId="cfd6754c-e613-4f6f-bb98-36aef69d8c31" providerId="ADAL" clId="{990299EA-3706-4963-9607-B363693B7908}" dt="2023-10-16T05:33:42.128" v="11315" actId="478"/>
          <ac:spMkLst>
            <pc:docMk/>
            <pc:sldMk cId="2899567736" sldId="304"/>
            <ac:spMk id="9" creationId="{75CE40F5-8E16-037E-A2D6-94A2D8138350}"/>
          </ac:spMkLst>
        </pc:spChg>
        <pc:spChg chg="add mod">
          <ac:chgData name="Mohammad Salman" userId="cfd6754c-e613-4f6f-bb98-36aef69d8c31" providerId="ADAL" clId="{990299EA-3706-4963-9607-B363693B7908}" dt="2023-10-16T06:33:33.330" v="12236" actId="1038"/>
          <ac:spMkLst>
            <pc:docMk/>
            <pc:sldMk cId="2899567736" sldId="304"/>
            <ac:spMk id="12" creationId="{B149D538-79E7-D945-B495-1A6D5E1145CA}"/>
          </ac:spMkLst>
        </pc:spChg>
        <pc:spChg chg="add mod">
          <ac:chgData name="Mohammad Salman" userId="cfd6754c-e613-4f6f-bb98-36aef69d8c31" providerId="ADAL" clId="{990299EA-3706-4963-9607-B363693B7908}" dt="2023-10-16T06:33:18.662" v="12119" actId="1076"/>
          <ac:spMkLst>
            <pc:docMk/>
            <pc:sldMk cId="2899567736" sldId="304"/>
            <ac:spMk id="24" creationId="{95BE0BC4-49AB-D3BC-8B9B-E72268EE09AA}"/>
          </ac:spMkLst>
        </pc:spChg>
        <pc:spChg chg="add mod">
          <ac:chgData name="Mohammad Salman" userId="cfd6754c-e613-4f6f-bb98-36aef69d8c31" providerId="ADAL" clId="{990299EA-3706-4963-9607-B363693B7908}" dt="2023-10-16T14:04:10.526" v="16359" actId="1076"/>
          <ac:spMkLst>
            <pc:docMk/>
            <pc:sldMk cId="2899567736" sldId="304"/>
            <ac:spMk id="25" creationId="{E726A50E-8F64-AEAA-32EC-213073F47FDA}"/>
          </ac:spMkLst>
        </pc:spChg>
        <pc:spChg chg="add mod">
          <ac:chgData name="Mohammad Salman" userId="cfd6754c-e613-4f6f-bb98-36aef69d8c31" providerId="ADAL" clId="{990299EA-3706-4963-9607-B363693B7908}" dt="2023-10-16T14:04:10.526" v="16359" actId="1076"/>
          <ac:spMkLst>
            <pc:docMk/>
            <pc:sldMk cId="2899567736" sldId="304"/>
            <ac:spMk id="26" creationId="{C926E485-2D08-8B20-34AD-211B8246FBF6}"/>
          </ac:spMkLst>
        </pc:spChg>
        <pc:graphicFrameChg chg="add mod modGraphic">
          <ac:chgData name="Mohammad Salman" userId="cfd6754c-e613-4f6f-bb98-36aef69d8c31" providerId="ADAL" clId="{990299EA-3706-4963-9607-B363693B7908}" dt="2023-10-16T06:33:33.330" v="12236" actId="1038"/>
          <ac:graphicFrameMkLst>
            <pc:docMk/>
            <pc:sldMk cId="2899567736" sldId="304"/>
            <ac:graphicFrameMk id="16" creationId="{33024C85-D619-D957-61E4-518ED46ED2AD}"/>
          </ac:graphicFrameMkLst>
        </pc:graphicFrameChg>
        <pc:graphicFrameChg chg="add mod modGraphic">
          <ac:chgData name="Mohammad Salman" userId="cfd6754c-e613-4f6f-bb98-36aef69d8c31" providerId="ADAL" clId="{990299EA-3706-4963-9607-B363693B7908}" dt="2023-10-16T06:33:33.330" v="12236" actId="1038"/>
          <ac:graphicFrameMkLst>
            <pc:docMk/>
            <pc:sldMk cId="2899567736" sldId="304"/>
            <ac:graphicFrameMk id="17" creationId="{D8F9840A-35A8-394B-7F49-CCA488FABE87}"/>
          </ac:graphicFrameMkLst>
        </pc:graphicFrameChg>
        <pc:cxnChg chg="add del mod">
          <ac:chgData name="Mohammad Salman" userId="cfd6754c-e613-4f6f-bb98-36aef69d8c31" providerId="ADAL" clId="{990299EA-3706-4963-9607-B363693B7908}" dt="2023-10-16T05:33:53.583" v="11318" actId="478"/>
          <ac:cxnSpMkLst>
            <pc:docMk/>
            <pc:sldMk cId="2899567736" sldId="304"/>
            <ac:cxnSpMk id="10" creationId="{094DD1AF-91E2-9C7D-B82E-1EB4DCF6650D}"/>
          </ac:cxnSpMkLst>
        </pc:cxnChg>
        <pc:cxnChg chg="add del mod">
          <ac:chgData name="Mohammad Salman" userId="cfd6754c-e613-4f6f-bb98-36aef69d8c31" providerId="ADAL" clId="{990299EA-3706-4963-9607-B363693B7908}" dt="2023-10-16T05:33:43.031" v="11316" actId="478"/>
          <ac:cxnSpMkLst>
            <pc:docMk/>
            <pc:sldMk cId="2899567736" sldId="304"/>
            <ac:cxnSpMk id="11" creationId="{CD40CE70-4B07-3053-97D8-6D3DD2C3E7DF}"/>
          </ac:cxnSpMkLst>
        </pc:cxnChg>
        <pc:cxnChg chg="add mod">
          <ac:chgData name="Mohammad Salman" userId="cfd6754c-e613-4f6f-bb98-36aef69d8c31" providerId="ADAL" clId="{990299EA-3706-4963-9607-B363693B7908}" dt="2023-10-16T06:33:33.330" v="12236" actId="1038"/>
          <ac:cxnSpMkLst>
            <pc:docMk/>
            <pc:sldMk cId="2899567736" sldId="304"/>
            <ac:cxnSpMk id="15" creationId="{DE213066-3C66-BA1F-5298-7C604D1C4218}"/>
          </ac:cxnSpMkLst>
        </pc:cxnChg>
        <pc:cxnChg chg="add del mod">
          <ac:chgData name="Mohammad Salman" userId="cfd6754c-e613-4f6f-bb98-36aef69d8c31" providerId="ADAL" clId="{990299EA-3706-4963-9607-B363693B7908}" dt="2023-10-16T14:03:32.743" v="16353" actId="478"/>
          <ac:cxnSpMkLst>
            <pc:docMk/>
            <pc:sldMk cId="2899567736" sldId="304"/>
            <ac:cxnSpMk id="28" creationId="{14A68326-D2DB-50F2-6773-E4842914D833}"/>
          </ac:cxnSpMkLst>
        </pc:cxnChg>
        <pc:cxnChg chg="add mod">
          <ac:chgData name="Mohammad Salman" userId="cfd6754c-e613-4f6f-bb98-36aef69d8c31" providerId="ADAL" clId="{990299EA-3706-4963-9607-B363693B7908}" dt="2023-10-16T14:04:10.526" v="16359" actId="1076"/>
          <ac:cxnSpMkLst>
            <pc:docMk/>
            <pc:sldMk cId="2899567736" sldId="304"/>
            <ac:cxnSpMk id="30" creationId="{44137DFE-BBA3-625C-153E-EE6CC853E3BA}"/>
          </ac:cxnSpMkLst>
        </pc:cxnChg>
      </pc:sldChg>
      <pc:sldChg chg="addSp delSp modSp new del mod setBg">
        <pc:chgData name="Mohammad Salman" userId="cfd6754c-e613-4f6f-bb98-36aef69d8c31" providerId="ADAL" clId="{990299EA-3706-4963-9607-B363693B7908}" dt="2023-10-23T14:14:02.497" v="30428" actId="2696"/>
        <pc:sldMkLst>
          <pc:docMk/>
          <pc:sldMk cId="3933528284" sldId="305"/>
        </pc:sldMkLst>
        <pc:spChg chg="add del">
          <ac:chgData name="Mohammad Salman" userId="cfd6754c-e613-4f6f-bb98-36aef69d8c31" providerId="ADAL" clId="{990299EA-3706-4963-9607-B363693B7908}" dt="2023-10-15T16:09:22.454" v="11173" actId="478"/>
          <ac:spMkLst>
            <pc:docMk/>
            <pc:sldMk cId="3933528284" sldId="305"/>
            <ac:spMk id="2" creationId="{DA0C588D-6AD6-973D-4BB4-9E7E5AE2E1E8}"/>
          </ac:spMkLst>
        </pc:spChg>
        <pc:spChg chg="add del mod">
          <ac:chgData name="Mohammad Salman" userId="cfd6754c-e613-4f6f-bb98-36aef69d8c31" providerId="ADAL" clId="{990299EA-3706-4963-9607-B363693B7908}" dt="2023-10-23T09:29:26.120" v="29747" actId="20577"/>
          <ac:spMkLst>
            <pc:docMk/>
            <pc:sldMk cId="3933528284" sldId="305"/>
            <ac:spMk id="3" creationId="{D4B8A66B-193C-2EFE-0582-812D77A0A07E}"/>
          </ac:spMkLst>
        </pc:spChg>
      </pc:sldChg>
      <pc:sldChg chg="addSp delSp modSp new mod setBg modClrScheme chgLayout">
        <pc:chgData name="Mohammad Salman" userId="cfd6754c-e613-4f6f-bb98-36aef69d8c31" providerId="ADAL" clId="{990299EA-3706-4963-9607-B363693B7908}" dt="2023-10-17T06:15:56.470" v="20978" actId="1076"/>
        <pc:sldMkLst>
          <pc:docMk/>
          <pc:sldMk cId="3253652461" sldId="306"/>
        </pc:sldMkLst>
        <pc:spChg chg="del mod ord">
          <ac:chgData name="Mohammad Salman" userId="cfd6754c-e613-4f6f-bb98-36aef69d8c31" providerId="ADAL" clId="{990299EA-3706-4963-9607-B363693B7908}" dt="2023-10-16T06:46:03.584" v="12239" actId="700"/>
          <ac:spMkLst>
            <pc:docMk/>
            <pc:sldMk cId="3253652461" sldId="306"/>
            <ac:spMk id="2" creationId="{CF292D2F-AFA7-7267-6C94-D18E801321F3}"/>
          </ac:spMkLst>
        </pc:spChg>
        <pc:spChg chg="del mod ord">
          <ac:chgData name="Mohammad Salman" userId="cfd6754c-e613-4f6f-bb98-36aef69d8c31" providerId="ADAL" clId="{990299EA-3706-4963-9607-B363693B7908}" dt="2023-10-16T06:46:03.584" v="12239" actId="700"/>
          <ac:spMkLst>
            <pc:docMk/>
            <pc:sldMk cId="3253652461" sldId="306"/>
            <ac:spMk id="3" creationId="{82E5C669-7D7A-00A8-197E-FB151F3C72E6}"/>
          </ac:spMkLst>
        </pc:spChg>
        <pc:spChg chg="add mod ord">
          <ac:chgData name="Mohammad Salman" userId="cfd6754c-e613-4f6f-bb98-36aef69d8c31" providerId="ADAL" clId="{990299EA-3706-4963-9607-B363693B7908}" dt="2023-10-16T10:20:28.129" v="16080" actId="20577"/>
          <ac:spMkLst>
            <pc:docMk/>
            <pc:sldMk cId="3253652461" sldId="306"/>
            <ac:spMk id="4" creationId="{740A9B07-EA04-A438-1285-B800DB07F967}"/>
          </ac:spMkLst>
        </pc:spChg>
        <pc:spChg chg="add mod ord">
          <ac:chgData name="Mohammad Salman" userId="cfd6754c-e613-4f6f-bb98-36aef69d8c31" providerId="ADAL" clId="{990299EA-3706-4963-9607-B363693B7908}" dt="2023-10-16T14:14:03.148" v="16407" actId="20577"/>
          <ac:spMkLst>
            <pc:docMk/>
            <pc:sldMk cId="3253652461" sldId="306"/>
            <ac:spMk id="5" creationId="{6DF052F6-5202-5F6B-E319-35B2D71520B1}"/>
          </ac:spMkLst>
        </pc:spChg>
        <pc:spChg chg="add del">
          <ac:chgData name="Mohammad Salman" userId="cfd6754c-e613-4f6f-bb98-36aef69d8c31" providerId="ADAL" clId="{990299EA-3706-4963-9607-B363693B7908}" dt="2023-10-16T06:46:51.284" v="12258" actId="22"/>
          <ac:spMkLst>
            <pc:docMk/>
            <pc:sldMk cId="3253652461" sldId="306"/>
            <ac:spMk id="7" creationId="{935EB6B1-5EA4-3C16-8E92-773FF588131D}"/>
          </ac:spMkLst>
        </pc:spChg>
        <pc:spChg chg="add mod">
          <ac:chgData name="Mohammad Salman" userId="cfd6754c-e613-4f6f-bb98-36aef69d8c31" providerId="ADAL" clId="{990299EA-3706-4963-9607-B363693B7908}" dt="2023-10-16T07:52:57.230" v="13336" actId="1036"/>
          <ac:spMkLst>
            <pc:docMk/>
            <pc:sldMk cId="3253652461" sldId="306"/>
            <ac:spMk id="9" creationId="{BC89FD31-36B2-BD31-0C19-73DC75E4F007}"/>
          </ac:spMkLst>
        </pc:spChg>
        <pc:spChg chg="add del">
          <ac:chgData name="Mohammad Salman" userId="cfd6754c-e613-4f6f-bb98-36aef69d8c31" providerId="ADAL" clId="{990299EA-3706-4963-9607-B363693B7908}" dt="2023-10-16T07:52:26.579" v="13317" actId="22"/>
          <ac:spMkLst>
            <pc:docMk/>
            <pc:sldMk cId="3253652461" sldId="306"/>
            <ac:spMk id="11" creationId="{BD8F790F-F72F-029A-9D7D-7A28E2BB15E3}"/>
          </ac:spMkLst>
        </pc:spChg>
        <pc:spChg chg="add del mod">
          <ac:chgData name="Mohammad Salman" userId="cfd6754c-e613-4f6f-bb98-36aef69d8c31" providerId="ADAL" clId="{990299EA-3706-4963-9607-B363693B7908}" dt="2023-10-16T10:21:14.668" v="16113" actId="21"/>
          <ac:spMkLst>
            <pc:docMk/>
            <pc:sldMk cId="3253652461" sldId="306"/>
            <ac:spMk id="13" creationId="{86A0FA98-63DB-BE42-C079-F1FB5418AD79}"/>
          </ac:spMkLst>
        </pc:spChg>
        <pc:spChg chg="add mod">
          <ac:chgData name="Mohammad Salman" userId="cfd6754c-e613-4f6f-bb98-36aef69d8c31" providerId="ADAL" clId="{990299EA-3706-4963-9607-B363693B7908}" dt="2023-10-17T06:15:56.470" v="20978" actId="1076"/>
          <ac:spMkLst>
            <pc:docMk/>
            <pc:sldMk cId="3253652461" sldId="306"/>
            <ac:spMk id="15" creationId="{5BDF013A-EF40-2C0D-4917-09DF3B38ABC7}"/>
          </ac:spMkLst>
        </pc:spChg>
      </pc:sldChg>
      <pc:sldChg chg="addSp delSp modSp new mod delAnim modAnim modNotesTx">
        <pc:chgData name="Mohammad Salman" userId="cfd6754c-e613-4f6f-bb98-36aef69d8c31" providerId="ADAL" clId="{990299EA-3706-4963-9607-B363693B7908}" dt="2023-10-23T15:27:54.954" v="30639" actId="20577"/>
        <pc:sldMkLst>
          <pc:docMk/>
          <pc:sldMk cId="2265542255" sldId="307"/>
        </pc:sldMkLst>
        <pc:spChg chg="del">
          <ac:chgData name="Mohammad Salman" userId="cfd6754c-e613-4f6f-bb98-36aef69d8c31" providerId="ADAL" clId="{990299EA-3706-4963-9607-B363693B7908}" dt="2023-10-16T06:49:34.922" v="12278" actId="478"/>
          <ac:spMkLst>
            <pc:docMk/>
            <pc:sldMk cId="2265542255" sldId="307"/>
            <ac:spMk id="2" creationId="{9D0FFB50-A2DF-E2C1-A2E6-702700523E54}"/>
          </ac:spMkLst>
        </pc:spChg>
        <pc:spChg chg="del">
          <ac:chgData name="Mohammad Salman" userId="cfd6754c-e613-4f6f-bb98-36aef69d8c31" providerId="ADAL" clId="{990299EA-3706-4963-9607-B363693B7908}" dt="2023-10-16T06:49:34.922" v="12278" actId="478"/>
          <ac:spMkLst>
            <pc:docMk/>
            <pc:sldMk cId="2265542255" sldId="307"/>
            <ac:spMk id="3" creationId="{4EF019E6-CFEC-E3EB-BFCD-309B803D68A3}"/>
          </ac:spMkLst>
        </pc:spChg>
        <pc:spChg chg="add del mod">
          <ac:chgData name="Mohammad Salman" userId="cfd6754c-e613-4f6f-bb98-36aef69d8c31" providerId="ADAL" clId="{990299EA-3706-4963-9607-B363693B7908}" dt="2023-10-16T07:31:08.198" v="13042" actId="478"/>
          <ac:spMkLst>
            <pc:docMk/>
            <pc:sldMk cId="2265542255" sldId="307"/>
            <ac:spMk id="8" creationId="{81002BCF-978E-50A2-6BD3-A23E080D3BE8}"/>
          </ac:spMkLst>
        </pc:spChg>
        <pc:spChg chg="add mod">
          <ac:chgData name="Mohammad Salman" userId="cfd6754c-e613-4f6f-bb98-36aef69d8c31" providerId="ADAL" clId="{990299EA-3706-4963-9607-B363693B7908}" dt="2023-10-16T08:57:38.376" v="14005" actId="14100"/>
          <ac:spMkLst>
            <pc:docMk/>
            <pc:sldMk cId="2265542255" sldId="307"/>
            <ac:spMk id="13" creationId="{4A31EDA1-1E65-CE66-54BC-1A3C52914011}"/>
          </ac:spMkLst>
        </pc:spChg>
        <pc:spChg chg="add mod">
          <ac:chgData name="Mohammad Salman" userId="cfd6754c-e613-4f6f-bb98-36aef69d8c31" providerId="ADAL" clId="{990299EA-3706-4963-9607-B363693B7908}" dt="2023-10-16T08:58:26.743" v="14015" actId="1076"/>
          <ac:spMkLst>
            <pc:docMk/>
            <pc:sldMk cId="2265542255" sldId="307"/>
            <ac:spMk id="16" creationId="{B1C1D498-3FF7-4B03-97D8-41762A3B7D9C}"/>
          </ac:spMkLst>
        </pc:spChg>
        <pc:spChg chg="add del mod">
          <ac:chgData name="Mohammad Salman" userId="cfd6754c-e613-4f6f-bb98-36aef69d8c31" providerId="ADAL" clId="{990299EA-3706-4963-9607-B363693B7908}" dt="2023-10-16T07:19:45.374" v="12941" actId="478"/>
          <ac:spMkLst>
            <pc:docMk/>
            <pc:sldMk cId="2265542255" sldId="307"/>
            <ac:spMk id="23" creationId="{6594BFAE-4762-FBD1-35C1-5DC5C82EABFA}"/>
          </ac:spMkLst>
        </pc:spChg>
        <pc:spChg chg="add del">
          <ac:chgData name="Mohammad Salman" userId="cfd6754c-e613-4f6f-bb98-36aef69d8c31" providerId="ADAL" clId="{990299EA-3706-4963-9607-B363693B7908}" dt="2023-10-16T07:11:44.885" v="12629" actId="22"/>
          <ac:spMkLst>
            <pc:docMk/>
            <pc:sldMk cId="2265542255" sldId="307"/>
            <ac:spMk id="32" creationId="{D6149FFE-3119-8995-21EF-1F3E3CDC77BA}"/>
          </ac:spMkLst>
        </pc:spChg>
        <pc:spChg chg="add mod">
          <ac:chgData name="Mohammad Salman" userId="cfd6754c-e613-4f6f-bb98-36aef69d8c31" providerId="ADAL" clId="{990299EA-3706-4963-9607-B363693B7908}" dt="2023-10-16T08:58:32.467" v="14016" actId="1076"/>
          <ac:spMkLst>
            <pc:docMk/>
            <pc:sldMk cId="2265542255" sldId="307"/>
            <ac:spMk id="34" creationId="{C91CE4D4-5BB2-BA3F-F400-306038E150C6}"/>
          </ac:spMkLst>
        </pc:spChg>
        <pc:spChg chg="add del mod">
          <ac:chgData name="Mohammad Salman" userId="cfd6754c-e613-4f6f-bb98-36aef69d8c31" providerId="ADAL" clId="{990299EA-3706-4963-9607-B363693B7908}" dt="2023-10-16T07:31:08.198" v="13042" actId="478"/>
          <ac:spMkLst>
            <pc:docMk/>
            <pc:sldMk cId="2265542255" sldId="307"/>
            <ac:spMk id="35" creationId="{68ADCCD8-DD3C-9D68-DA35-5B222FEB2A29}"/>
          </ac:spMkLst>
        </pc:spChg>
        <pc:spChg chg="add mod">
          <ac:chgData name="Mohammad Salman" userId="cfd6754c-e613-4f6f-bb98-36aef69d8c31" providerId="ADAL" clId="{990299EA-3706-4963-9607-B363693B7908}" dt="2023-10-16T08:58:26.743" v="14015" actId="1076"/>
          <ac:spMkLst>
            <pc:docMk/>
            <pc:sldMk cId="2265542255" sldId="307"/>
            <ac:spMk id="36" creationId="{0093CEDE-1239-9159-5CCB-80B7B8A5175A}"/>
          </ac:spMkLst>
        </pc:spChg>
        <pc:spChg chg="add mod">
          <ac:chgData name="Mohammad Salman" userId="cfd6754c-e613-4f6f-bb98-36aef69d8c31" providerId="ADAL" clId="{990299EA-3706-4963-9607-B363693B7908}" dt="2023-10-16T08:59:03.561" v="14046" actId="1036"/>
          <ac:spMkLst>
            <pc:docMk/>
            <pc:sldMk cId="2265542255" sldId="307"/>
            <ac:spMk id="37" creationId="{205EDCD6-9822-887A-EE12-518A12BCCDF1}"/>
          </ac:spMkLst>
        </pc:spChg>
        <pc:spChg chg="add mod">
          <ac:chgData name="Mohammad Salman" userId="cfd6754c-e613-4f6f-bb98-36aef69d8c31" providerId="ADAL" clId="{990299EA-3706-4963-9607-B363693B7908}" dt="2023-10-16T08:59:12.199" v="14047" actId="14100"/>
          <ac:spMkLst>
            <pc:docMk/>
            <pc:sldMk cId="2265542255" sldId="307"/>
            <ac:spMk id="41" creationId="{1D8D9753-9542-171D-25DA-2809DE165308}"/>
          </ac:spMkLst>
        </pc:spChg>
        <pc:graphicFrameChg chg="add del mod modGraphic">
          <ac:chgData name="Mohammad Salman" userId="cfd6754c-e613-4f6f-bb98-36aef69d8c31" providerId="ADAL" clId="{990299EA-3706-4963-9607-B363693B7908}" dt="2023-10-16T07:31:08.198" v="13042" actId="478"/>
          <ac:graphicFrameMkLst>
            <pc:docMk/>
            <pc:sldMk cId="2265542255" sldId="307"/>
            <ac:graphicFrameMk id="10" creationId="{E9B59D85-5A66-855B-9445-0C750A0526D1}"/>
          </ac:graphicFrameMkLst>
        </pc:graphicFrameChg>
        <pc:graphicFrameChg chg="add del mod modGraphic">
          <ac:chgData name="Mohammad Salman" userId="cfd6754c-e613-4f6f-bb98-36aef69d8c31" providerId="ADAL" clId="{990299EA-3706-4963-9607-B363693B7908}" dt="2023-10-16T07:31:08.198" v="13042" actId="478"/>
          <ac:graphicFrameMkLst>
            <pc:docMk/>
            <pc:sldMk cId="2265542255" sldId="307"/>
            <ac:graphicFrameMk id="11" creationId="{3901F5C0-D1CE-92B9-FA5B-78E294662BF4}"/>
          </ac:graphicFrameMkLst>
        </pc:graphicFrameChg>
        <pc:graphicFrameChg chg="add del">
          <ac:chgData name="Mohammad Salman" userId="cfd6754c-e613-4f6f-bb98-36aef69d8c31" providerId="ADAL" clId="{990299EA-3706-4963-9607-B363693B7908}" dt="2023-10-16T07:06:33.361" v="12457" actId="478"/>
          <ac:graphicFrameMkLst>
            <pc:docMk/>
            <pc:sldMk cId="2265542255" sldId="307"/>
            <ac:graphicFrameMk id="24" creationId="{9E566CA3-0671-A066-0151-EE2D1972BFBC}"/>
          </ac:graphicFrameMkLst>
        </pc:graphicFrameChg>
        <pc:graphicFrameChg chg="add del mod modGraphic">
          <ac:chgData name="Mohammad Salman" userId="cfd6754c-e613-4f6f-bb98-36aef69d8c31" providerId="ADAL" clId="{990299EA-3706-4963-9607-B363693B7908}" dt="2023-10-16T07:10:02.621" v="12587" actId="478"/>
          <ac:graphicFrameMkLst>
            <pc:docMk/>
            <pc:sldMk cId="2265542255" sldId="307"/>
            <ac:graphicFrameMk id="25" creationId="{9CEFA122-915A-9B2C-68DE-EAA9F230A33B}"/>
          </ac:graphicFrameMkLst>
        </pc:graphicFrameChg>
        <pc:graphicFrameChg chg="add del mod">
          <ac:chgData name="Mohammad Salman" userId="cfd6754c-e613-4f6f-bb98-36aef69d8c31" providerId="ADAL" clId="{990299EA-3706-4963-9607-B363693B7908}" dt="2023-10-16T07:08:07.536" v="12559" actId="478"/>
          <ac:graphicFrameMkLst>
            <pc:docMk/>
            <pc:sldMk cId="2265542255" sldId="307"/>
            <ac:graphicFrameMk id="26" creationId="{34BC746E-08F5-9BAA-6EA8-77565E02457C}"/>
          </ac:graphicFrameMkLst>
        </pc:graphicFrameChg>
        <pc:graphicFrameChg chg="add del mod">
          <ac:chgData name="Mohammad Salman" userId="cfd6754c-e613-4f6f-bb98-36aef69d8c31" providerId="ADAL" clId="{990299EA-3706-4963-9607-B363693B7908}" dt="2023-10-16T07:08:25.567" v="12564"/>
          <ac:graphicFrameMkLst>
            <pc:docMk/>
            <pc:sldMk cId="2265542255" sldId="307"/>
            <ac:graphicFrameMk id="27" creationId="{763D3352-AED1-F97A-6445-896733235C8B}"/>
          </ac:graphicFrameMkLst>
        </pc:graphicFrameChg>
        <pc:graphicFrameChg chg="add del mod">
          <ac:chgData name="Mohammad Salman" userId="cfd6754c-e613-4f6f-bb98-36aef69d8c31" providerId="ADAL" clId="{990299EA-3706-4963-9607-B363693B7908}" dt="2023-10-16T07:09:17.952" v="12576" actId="478"/>
          <ac:graphicFrameMkLst>
            <pc:docMk/>
            <pc:sldMk cId="2265542255" sldId="307"/>
            <ac:graphicFrameMk id="28" creationId="{4D50FD4E-68ED-1A46-AFCE-6B6D81EC6FF1}"/>
          </ac:graphicFrameMkLst>
        </pc:graphicFrameChg>
        <pc:graphicFrameChg chg="add del mod modGraphic">
          <ac:chgData name="Mohammad Salman" userId="cfd6754c-e613-4f6f-bb98-36aef69d8c31" providerId="ADAL" clId="{990299EA-3706-4963-9607-B363693B7908}" dt="2023-10-16T07:19:45.374" v="12941" actId="478"/>
          <ac:graphicFrameMkLst>
            <pc:docMk/>
            <pc:sldMk cId="2265542255" sldId="307"/>
            <ac:graphicFrameMk id="29" creationId="{7FD26EAC-D4B1-A00C-B0F0-3C54447861F2}"/>
          </ac:graphicFrameMkLst>
        </pc:graphicFrameChg>
        <pc:graphicFrameChg chg="add mod">
          <ac:chgData name="Mohammad Salman" userId="cfd6754c-e613-4f6f-bb98-36aef69d8c31" providerId="ADAL" clId="{990299EA-3706-4963-9607-B363693B7908}" dt="2023-10-16T08:59:03.561" v="14046" actId="1036"/>
          <ac:graphicFrameMkLst>
            <pc:docMk/>
            <pc:sldMk cId="2265542255" sldId="307"/>
            <ac:graphicFrameMk id="39" creationId="{E40AA219-3B18-2B5A-315B-C4F2E0755C12}"/>
          </ac:graphicFrameMkLst>
        </pc:graphicFrameChg>
        <pc:graphicFrameChg chg="add mod">
          <ac:chgData name="Mohammad Salman" userId="cfd6754c-e613-4f6f-bb98-36aef69d8c31" providerId="ADAL" clId="{990299EA-3706-4963-9607-B363693B7908}" dt="2023-10-16T08:59:03.561" v="14046" actId="1036"/>
          <ac:graphicFrameMkLst>
            <pc:docMk/>
            <pc:sldMk cId="2265542255" sldId="307"/>
            <ac:graphicFrameMk id="40" creationId="{68806EA5-BC50-D787-E765-1489A20FEC03}"/>
          </ac:graphicFrameMkLst>
        </pc:graphicFrameChg>
        <pc:picChg chg="add del mod">
          <ac:chgData name="Mohammad Salman" userId="cfd6754c-e613-4f6f-bb98-36aef69d8c31" providerId="ADAL" clId="{990299EA-3706-4963-9607-B363693B7908}" dt="2023-10-16T06:58:10.060" v="12330" actId="478"/>
          <ac:picMkLst>
            <pc:docMk/>
            <pc:sldMk cId="2265542255" sldId="307"/>
            <ac:picMk id="5" creationId="{FB6163D4-3A17-0AAB-71E5-529EB177A29A}"/>
          </ac:picMkLst>
        </pc:picChg>
        <pc:picChg chg="add del mod">
          <ac:chgData name="Mohammad Salman" userId="cfd6754c-e613-4f6f-bb98-36aef69d8c31" providerId="ADAL" clId="{990299EA-3706-4963-9607-B363693B7908}" dt="2023-10-16T06:58:10.811" v="12331" actId="478"/>
          <ac:picMkLst>
            <pc:docMk/>
            <pc:sldMk cId="2265542255" sldId="307"/>
            <ac:picMk id="7" creationId="{CBF64547-48CB-D7FE-9F72-3DAAA7421BBF}"/>
          </ac:picMkLst>
        </pc:picChg>
        <pc:cxnChg chg="add del mod">
          <ac:chgData name="Mohammad Salman" userId="cfd6754c-e613-4f6f-bb98-36aef69d8c31" providerId="ADAL" clId="{990299EA-3706-4963-9607-B363693B7908}" dt="2023-10-16T07:31:08.198" v="13042" actId="478"/>
          <ac:cxnSpMkLst>
            <pc:docMk/>
            <pc:sldMk cId="2265542255" sldId="307"/>
            <ac:cxnSpMk id="9" creationId="{9537F171-FC3F-F5C1-07DD-6C8F7F388A4D}"/>
          </ac:cxnSpMkLst>
        </pc:cxnChg>
        <pc:cxnChg chg="add mod">
          <ac:chgData name="Mohammad Salman" userId="cfd6754c-e613-4f6f-bb98-36aef69d8c31" providerId="ADAL" clId="{990299EA-3706-4963-9607-B363693B7908}" dt="2023-10-16T08:59:03.561" v="14046" actId="1036"/>
          <ac:cxnSpMkLst>
            <pc:docMk/>
            <pc:sldMk cId="2265542255" sldId="307"/>
            <ac:cxnSpMk id="38" creationId="{BC65005D-087B-8529-7E35-F7A806CCAB66}"/>
          </ac:cxnSpMkLst>
        </pc:cxnChg>
      </pc:sldChg>
      <pc:sldChg chg="add del">
        <pc:chgData name="Mohammad Salman" userId="cfd6754c-e613-4f6f-bb98-36aef69d8c31" providerId="ADAL" clId="{990299EA-3706-4963-9607-B363693B7908}" dt="2023-10-16T07:31:31.044" v="13048" actId="47"/>
        <pc:sldMkLst>
          <pc:docMk/>
          <pc:sldMk cId="3940101569" sldId="308"/>
        </pc:sldMkLst>
      </pc:sldChg>
      <pc:sldChg chg="addSp delSp modSp add mod setBg modClrScheme delAnim modAnim chgLayout">
        <pc:chgData name="Mohammad Salman" userId="cfd6754c-e613-4f6f-bb98-36aef69d8c31" providerId="ADAL" clId="{990299EA-3706-4963-9607-B363693B7908}" dt="2023-10-17T06:15:21.790" v="20972" actId="20577"/>
        <pc:sldMkLst>
          <pc:docMk/>
          <pc:sldMk cId="165863490" sldId="309"/>
        </pc:sldMkLst>
        <pc:spChg chg="add del mod">
          <ac:chgData name="Mohammad Salman" userId="cfd6754c-e613-4f6f-bb98-36aef69d8c31" providerId="ADAL" clId="{990299EA-3706-4963-9607-B363693B7908}" dt="2023-10-16T09:04:12.276" v="14059" actId="21"/>
          <ac:spMkLst>
            <pc:docMk/>
            <pc:sldMk cId="165863490" sldId="309"/>
            <ac:spMk id="2" creationId="{262097D0-F79C-8C47-57E7-28B7DA66D3FB}"/>
          </ac:spMkLst>
        </pc:spChg>
        <pc:spChg chg="add mod">
          <ac:chgData name="Mohammad Salman" userId="cfd6754c-e613-4f6f-bb98-36aef69d8c31" providerId="ADAL" clId="{990299EA-3706-4963-9607-B363693B7908}" dt="2023-10-16T10:21:06.197" v="16112" actId="20577"/>
          <ac:spMkLst>
            <pc:docMk/>
            <pc:sldMk cId="165863490" sldId="309"/>
            <ac:spMk id="4" creationId="{87D08D05-D3D1-B52B-6A14-5AB30E318051}"/>
          </ac:spMkLst>
        </pc:spChg>
        <pc:spChg chg="add mod">
          <ac:chgData name="Mohammad Salman" userId="cfd6754c-e613-4f6f-bb98-36aef69d8c31" providerId="ADAL" clId="{990299EA-3706-4963-9607-B363693B7908}" dt="2023-10-17T06:15:21.790" v="20972" actId="20577"/>
          <ac:spMkLst>
            <pc:docMk/>
            <pc:sldMk cId="165863490" sldId="309"/>
            <ac:spMk id="5" creationId="{7565389C-6868-E581-FFCA-C52F765FDE16}"/>
          </ac:spMkLst>
        </pc:spChg>
        <pc:spChg chg="add mod">
          <ac:chgData name="Mohammad Salman" userId="cfd6754c-e613-4f6f-bb98-36aef69d8c31" providerId="ADAL" clId="{990299EA-3706-4963-9607-B363693B7908}" dt="2023-10-16T10:21:20.398" v="16114"/>
          <ac:spMkLst>
            <pc:docMk/>
            <pc:sldMk cId="165863490" sldId="309"/>
            <ac:spMk id="6" creationId="{BB73D111-F8D2-BE38-31AD-58CD357383F5}"/>
          </ac:spMkLst>
        </pc:spChg>
        <pc:spChg chg="del mod">
          <ac:chgData name="Mohammad Salman" userId="cfd6754c-e613-4f6f-bb98-36aef69d8c31" providerId="ADAL" clId="{990299EA-3706-4963-9607-B363693B7908}" dt="2023-10-16T09:04:07.815" v="14058" actId="478"/>
          <ac:spMkLst>
            <pc:docMk/>
            <pc:sldMk cId="165863490" sldId="309"/>
            <ac:spMk id="8" creationId="{81002BCF-978E-50A2-6BD3-A23E080D3BE8}"/>
          </ac:spMkLst>
        </pc:spChg>
        <pc:spChg chg="del">
          <ac:chgData name="Mohammad Salman" userId="cfd6754c-e613-4f6f-bb98-36aef69d8c31" providerId="ADAL" clId="{990299EA-3706-4963-9607-B363693B7908}" dt="2023-10-16T09:03:54.853" v="14053" actId="478"/>
          <ac:spMkLst>
            <pc:docMk/>
            <pc:sldMk cId="165863490" sldId="309"/>
            <ac:spMk id="13" creationId="{4A31EDA1-1E65-CE66-54BC-1A3C52914011}"/>
          </ac:spMkLst>
        </pc:spChg>
        <pc:spChg chg="del">
          <ac:chgData name="Mohammad Salman" userId="cfd6754c-e613-4f6f-bb98-36aef69d8c31" providerId="ADAL" clId="{990299EA-3706-4963-9607-B363693B7908}" dt="2023-10-16T09:03:54.853" v="14053" actId="478"/>
          <ac:spMkLst>
            <pc:docMk/>
            <pc:sldMk cId="165863490" sldId="309"/>
            <ac:spMk id="16" creationId="{B1C1D498-3FF7-4B03-97D8-41762A3B7D9C}"/>
          </ac:spMkLst>
        </pc:spChg>
        <pc:spChg chg="del mod">
          <ac:chgData name="Mohammad Salman" userId="cfd6754c-e613-4f6f-bb98-36aef69d8c31" providerId="ADAL" clId="{990299EA-3706-4963-9607-B363693B7908}" dt="2023-10-16T09:03:59.373" v="14056"/>
          <ac:spMkLst>
            <pc:docMk/>
            <pc:sldMk cId="165863490" sldId="309"/>
            <ac:spMk id="34" creationId="{C91CE4D4-5BB2-BA3F-F400-306038E150C6}"/>
          </ac:spMkLst>
        </pc:spChg>
        <pc:spChg chg="del mod">
          <ac:chgData name="Mohammad Salman" userId="cfd6754c-e613-4f6f-bb98-36aef69d8c31" providerId="ADAL" clId="{990299EA-3706-4963-9607-B363693B7908}" dt="2023-10-16T07:31:11.571" v="13044" actId="478"/>
          <ac:spMkLst>
            <pc:docMk/>
            <pc:sldMk cId="165863490" sldId="309"/>
            <ac:spMk id="35" creationId="{68ADCCD8-DD3C-9D68-DA35-5B222FEB2A29}"/>
          </ac:spMkLst>
        </pc:spChg>
        <pc:spChg chg="del">
          <ac:chgData name="Mohammad Salman" userId="cfd6754c-e613-4f6f-bb98-36aef69d8c31" providerId="ADAL" clId="{990299EA-3706-4963-9607-B363693B7908}" dt="2023-10-16T07:31:13.160" v="13045" actId="478"/>
          <ac:spMkLst>
            <pc:docMk/>
            <pc:sldMk cId="165863490" sldId="309"/>
            <ac:spMk id="36" creationId="{0093CEDE-1239-9159-5CCB-80B7B8A5175A}"/>
          </ac:spMkLst>
        </pc:spChg>
        <pc:graphicFrameChg chg="add del mod">
          <ac:chgData name="Mohammad Salman" userId="cfd6754c-e613-4f6f-bb98-36aef69d8c31" providerId="ADAL" clId="{990299EA-3706-4963-9607-B363693B7908}" dt="2023-10-16T09:04:12.276" v="14059" actId="21"/>
          <ac:graphicFrameMkLst>
            <pc:docMk/>
            <pc:sldMk cId="165863490" sldId="309"/>
            <ac:graphicFrameMk id="3" creationId="{97A90EDA-FAB3-1AFC-489E-162D1DFE740E}"/>
          </ac:graphicFrameMkLst>
        </pc:graphicFrameChg>
        <pc:graphicFrameChg chg="del mod">
          <ac:chgData name="Mohammad Salman" userId="cfd6754c-e613-4f6f-bb98-36aef69d8c31" providerId="ADAL" clId="{990299EA-3706-4963-9607-B363693B7908}" dt="2023-10-16T09:04:07.815" v="14058" actId="478"/>
          <ac:graphicFrameMkLst>
            <pc:docMk/>
            <pc:sldMk cId="165863490" sldId="309"/>
            <ac:graphicFrameMk id="10" creationId="{E9B59D85-5A66-855B-9445-0C750A0526D1}"/>
          </ac:graphicFrameMkLst>
        </pc:graphicFrameChg>
        <pc:graphicFrameChg chg="del mod">
          <ac:chgData name="Mohammad Salman" userId="cfd6754c-e613-4f6f-bb98-36aef69d8c31" providerId="ADAL" clId="{990299EA-3706-4963-9607-B363693B7908}" dt="2023-10-16T09:04:07.815" v="14058" actId="478"/>
          <ac:graphicFrameMkLst>
            <pc:docMk/>
            <pc:sldMk cId="165863490" sldId="309"/>
            <ac:graphicFrameMk id="11" creationId="{3901F5C0-D1CE-92B9-FA5B-78E294662BF4}"/>
          </ac:graphicFrameMkLst>
        </pc:graphicFrameChg>
        <pc:cxnChg chg="del mod">
          <ac:chgData name="Mohammad Salman" userId="cfd6754c-e613-4f6f-bb98-36aef69d8c31" providerId="ADAL" clId="{990299EA-3706-4963-9607-B363693B7908}" dt="2023-10-16T09:04:07.815" v="14058" actId="478"/>
          <ac:cxnSpMkLst>
            <pc:docMk/>
            <pc:sldMk cId="165863490" sldId="309"/>
            <ac:cxnSpMk id="9" creationId="{9537F171-FC3F-F5C1-07DD-6C8F7F388A4D}"/>
          </ac:cxnSpMkLst>
        </pc:cxnChg>
      </pc:sldChg>
      <pc:sldChg chg="modSp add del mod">
        <pc:chgData name="Mohammad Salman" userId="cfd6754c-e613-4f6f-bb98-36aef69d8c31" providerId="ADAL" clId="{990299EA-3706-4963-9607-B363693B7908}" dt="2023-10-16T07:29:03.784" v="13005" actId="47"/>
        <pc:sldMkLst>
          <pc:docMk/>
          <pc:sldMk cId="1226489651" sldId="309"/>
        </pc:sldMkLst>
        <pc:spChg chg="mod">
          <ac:chgData name="Mohammad Salman" userId="cfd6754c-e613-4f6f-bb98-36aef69d8c31" providerId="ADAL" clId="{990299EA-3706-4963-9607-B363693B7908}" dt="2023-10-16T07:28:08.704" v="12998" actId="1076"/>
          <ac:spMkLst>
            <pc:docMk/>
            <pc:sldMk cId="1226489651" sldId="309"/>
            <ac:spMk id="34" creationId="{C91CE4D4-5BB2-BA3F-F400-306038E150C6}"/>
          </ac:spMkLst>
        </pc:spChg>
      </pc:sldChg>
      <pc:sldChg chg="delSp modSp add del mod">
        <pc:chgData name="Mohammad Salman" userId="cfd6754c-e613-4f6f-bb98-36aef69d8c31" providerId="ADAL" clId="{990299EA-3706-4963-9607-B363693B7908}" dt="2023-10-16T07:37:19.372" v="13125" actId="47"/>
        <pc:sldMkLst>
          <pc:docMk/>
          <pc:sldMk cId="2668470250" sldId="310"/>
        </pc:sldMkLst>
        <pc:spChg chg="del mod">
          <ac:chgData name="Mohammad Salman" userId="cfd6754c-e613-4f6f-bb98-36aef69d8c31" providerId="ADAL" clId="{990299EA-3706-4963-9607-B363693B7908}" dt="2023-10-16T07:37:17.620" v="13124" actId="478"/>
          <ac:spMkLst>
            <pc:docMk/>
            <pc:sldMk cId="2668470250" sldId="310"/>
            <ac:spMk id="34" creationId="{C91CE4D4-5BB2-BA3F-F400-306038E150C6}"/>
          </ac:spMkLst>
        </pc:spChg>
      </pc:sldChg>
      <pc:sldChg chg="modSp add del">
        <pc:chgData name="Mohammad Salman" userId="cfd6754c-e613-4f6f-bb98-36aef69d8c31" providerId="ADAL" clId="{990299EA-3706-4963-9607-B363693B7908}" dt="2023-10-16T07:30:32.704" v="13014" actId="47"/>
        <pc:sldMkLst>
          <pc:docMk/>
          <pc:sldMk cId="3054813422" sldId="310"/>
        </pc:sldMkLst>
        <pc:spChg chg="mod">
          <ac:chgData name="Mohammad Salman" userId="cfd6754c-e613-4f6f-bb98-36aef69d8c31" providerId="ADAL" clId="{990299EA-3706-4963-9607-B363693B7908}" dt="2023-10-16T07:29:18.194" v="13006"/>
          <ac:spMkLst>
            <pc:docMk/>
            <pc:sldMk cId="3054813422" sldId="310"/>
            <ac:spMk id="34" creationId="{C91CE4D4-5BB2-BA3F-F400-306038E150C6}"/>
          </ac:spMkLst>
        </pc:spChg>
      </pc:sldChg>
      <pc:sldChg chg="addSp delSp modSp new mod ord setBg delAnim modAnim">
        <pc:chgData name="Mohammad Salman" userId="cfd6754c-e613-4f6f-bb98-36aef69d8c31" providerId="ADAL" clId="{990299EA-3706-4963-9607-B363693B7908}" dt="2023-10-16T14:28:03.068" v="16427"/>
        <pc:sldMkLst>
          <pc:docMk/>
          <pc:sldMk cId="3968704754" sldId="310"/>
        </pc:sldMkLst>
        <pc:spChg chg="mod">
          <ac:chgData name="Mohammad Salman" userId="cfd6754c-e613-4f6f-bb98-36aef69d8c31" providerId="ADAL" clId="{990299EA-3706-4963-9607-B363693B7908}" dt="2023-10-16T09:26:02.207" v="14776" actId="20577"/>
          <ac:spMkLst>
            <pc:docMk/>
            <pc:sldMk cId="3968704754" sldId="310"/>
            <ac:spMk id="2" creationId="{00B00730-64B6-F56D-D343-EA72FB9C7993}"/>
          </ac:spMkLst>
        </pc:spChg>
        <pc:spChg chg="mod">
          <ac:chgData name="Mohammad Salman" userId="cfd6754c-e613-4f6f-bb98-36aef69d8c31" providerId="ADAL" clId="{990299EA-3706-4963-9607-B363693B7908}" dt="2023-10-16T07:46:23.905" v="13278" actId="27636"/>
          <ac:spMkLst>
            <pc:docMk/>
            <pc:sldMk cId="3968704754" sldId="310"/>
            <ac:spMk id="3" creationId="{B19F52A3-8F92-03A7-5920-2A110BFFC9F4}"/>
          </ac:spMkLst>
        </pc:spChg>
        <pc:spChg chg="add del">
          <ac:chgData name="Mohammad Salman" userId="cfd6754c-e613-4f6f-bb98-36aef69d8c31" providerId="ADAL" clId="{990299EA-3706-4963-9607-B363693B7908}" dt="2023-10-16T07:40:43.448" v="13207" actId="22"/>
          <ac:spMkLst>
            <pc:docMk/>
            <pc:sldMk cId="3968704754" sldId="310"/>
            <ac:spMk id="5" creationId="{91A62A56-0712-B07D-DC26-DC24D965997A}"/>
          </ac:spMkLst>
        </pc:spChg>
        <pc:spChg chg="add mod">
          <ac:chgData name="Mohammad Salman" userId="cfd6754c-e613-4f6f-bb98-36aef69d8c31" providerId="ADAL" clId="{990299EA-3706-4963-9607-B363693B7908}" dt="2023-10-16T09:29:33.622" v="14822" actId="20577"/>
          <ac:spMkLst>
            <pc:docMk/>
            <pc:sldMk cId="3968704754" sldId="310"/>
            <ac:spMk id="7" creationId="{2D25ED36-5458-4DFA-3CD3-02890830EEDA}"/>
          </ac:spMkLst>
        </pc:spChg>
        <pc:spChg chg="add mod">
          <ac:chgData name="Mohammad Salman" userId="cfd6754c-e613-4f6f-bb98-36aef69d8c31" providerId="ADAL" clId="{990299EA-3706-4963-9607-B363693B7908}" dt="2023-10-16T09:29:18.577" v="14814" actId="20577"/>
          <ac:spMkLst>
            <pc:docMk/>
            <pc:sldMk cId="3968704754" sldId="310"/>
            <ac:spMk id="9" creationId="{DCB1CF76-C4F0-27EA-869C-C761CE01456D}"/>
          </ac:spMkLst>
        </pc:spChg>
        <pc:spChg chg="add del mod">
          <ac:chgData name="Mohammad Salman" userId="cfd6754c-e613-4f6f-bb98-36aef69d8c31" providerId="ADAL" clId="{990299EA-3706-4963-9607-B363693B7908}" dt="2023-10-16T07:57:22.633" v="13384" actId="478"/>
          <ac:spMkLst>
            <pc:docMk/>
            <pc:sldMk cId="3968704754" sldId="310"/>
            <ac:spMk id="10" creationId="{58E6B359-8872-04AE-9A05-9B100D17FC64}"/>
          </ac:spMkLst>
        </pc:spChg>
      </pc:sldChg>
      <pc:sldChg chg="addSp delSp modSp add mod ord setBg delAnim modAnim modNotesTx">
        <pc:chgData name="Mohammad Salman" userId="cfd6754c-e613-4f6f-bb98-36aef69d8c31" providerId="ADAL" clId="{990299EA-3706-4963-9607-B363693B7908}" dt="2023-10-16T15:03:07.024" v="17711" actId="113"/>
        <pc:sldMkLst>
          <pc:docMk/>
          <pc:sldMk cId="3874410279" sldId="311"/>
        </pc:sldMkLst>
        <pc:spChg chg="mod">
          <ac:chgData name="Mohammad Salman" userId="cfd6754c-e613-4f6f-bb98-36aef69d8c31" providerId="ADAL" clId="{990299EA-3706-4963-9607-B363693B7908}" dt="2023-10-16T10:17:25.165" v="15926"/>
          <ac:spMkLst>
            <pc:docMk/>
            <pc:sldMk cId="3874410279" sldId="311"/>
            <ac:spMk id="2" creationId="{00B00730-64B6-F56D-D343-EA72FB9C7993}"/>
          </ac:spMkLst>
        </pc:spChg>
        <pc:spChg chg="mod">
          <ac:chgData name="Mohammad Salman" userId="cfd6754c-e613-4f6f-bb98-36aef69d8c31" providerId="ADAL" clId="{990299EA-3706-4963-9607-B363693B7908}" dt="2023-10-16T08:24:24.261" v="13999" actId="114"/>
          <ac:spMkLst>
            <pc:docMk/>
            <pc:sldMk cId="3874410279" sldId="311"/>
            <ac:spMk id="3" creationId="{B19F52A3-8F92-03A7-5920-2A110BFFC9F4}"/>
          </ac:spMkLst>
        </pc:spChg>
        <pc:spChg chg="add mod">
          <ac:chgData name="Mohammad Salman" userId="cfd6754c-e613-4f6f-bb98-36aef69d8c31" providerId="ADAL" clId="{990299EA-3706-4963-9607-B363693B7908}" dt="2023-10-16T10:16:57.214" v="15925" actId="20577"/>
          <ac:spMkLst>
            <pc:docMk/>
            <pc:sldMk cId="3874410279" sldId="311"/>
            <ac:spMk id="4" creationId="{395CEDE9-7508-88F0-36C9-C2BF5E878634}"/>
          </ac:spMkLst>
        </pc:spChg>
        <pc:spChg chg="mod">
          <ac:chgData name="Mohammad Salman" userId="cfd6754c-e613-4f6f-bb98-36aef69d8c31" providerId="ADAL" clId="{990299EA-3706-4963-9607-B363693B7908}" dt="2023-10-16T10:16:33.379" v="15909" actId="20577"/>
          <ac:spMkLst>
            <pc:docMk/>
            <pc:sldMk cId="3874410279" sldId="311"/>
            <ac:spMk id="7" creationId="{2D25ED36-5458-4DFA-3CD3-02890830EEDA}"/>
          </ac:spMkLst>
        </pc:spChg>
        <pc:spChg chg="mod">
          <ac:chgData name="Mohammad Salman" userId="cfd6754c-e613-4f6f-bb98-36aef69d8c31" providerId="ADAL" clId="{990299EA-3706-4963-9607-B363693B7908}" dt="2023-10-16T10:16:44.451" v="15919" actId="20577"/>
          <ac:spMkLst>
            <pc:docMk/>
            <pc:sldMk cId="3874410279" sldId="311"/>
            <ac:spMk id="9" creationId="{DCB1CF76-C4F0-27EA-869C-C761CE01456D}"/>
          </ac:spMkLst>
        </pc:spChg>
        <pc:spChg chg="del mod">
          <ac:chgData name="Mohammad Salman" userId="cfd6754c-e613-4f6f-bb98-36aef69d8c31" providerId="ADAL" clId="{990299EA-3706-4963-9607-B363693B7908}" dt="2023-10-16T07:57:24.856" v="13385" actId="478"/>
          <ac:spMkLst>
            <pc:docMk/>
            <pc:sldMk cId="3874410279" sldId="311"/>
            <ac:spMk id="10" creationId="{58E6B359-8872-04AE-9A05-9B100D17FC64}"/>
          </ac:spMkLst>
        </pc:spChg>
      </pc:sldChg>
      <pc:sldChg chg="addSp delSp modSp new del mod">
        <pc:chgData name="Mohammad Salman" userId="cfd6754c-e613-4f6f-bb98-36aef69d8c31" providerId="ADAL" clId="{990299EA-3706-4963-9607-B363693B7908}" dt="2023-10-16T15:11:29.210" v="17714" actId="47"/>
        <pc:sldMkLst>
          <pc:docMk/>
          <pc:sldMk cId="4106384664" sldId="312"/>
        </pc:sldMkLst>
        <pc:spChg chg="del">
          <ac:chgData name="Mohammad Salman" userId="cfd6754c-e613-4f6f-bb98-36aef69d8c31" providerId="ADAL" clId="{990299EA-3706-4963-9607-B363693B7908}" dt="2023-10-16T08:11:07.266" v="13673" actId="478"/>
          <ac:spMkLst>
            <pc:docMk/>
            <pc:sldMk cId="4106384664" sldId="312"/>
            <ac:spMk id="2" creationId="{E02AA967-E85E-FDAB-CF32-B170A1967FD0}"/>
          </ac:spMkLst>
        </pc:spChg>
        <pc:spChg chg="del">
          <ac:chgData name="Mohammad Salman" userId="cfd6754c-e613-4f6f-bb98-36aef69d8c31" providerId="ADAL" clId="{990299EA-3706-4963-9607-B363693B7908}" dt="2023-10-16T08:11:07.266" v="13673" actId="478"/>
          <ac:spMkLst>
            <pc:docMk/>
            <pc:sldMk cId="4106384664" sldId="312"/>
            <ac:spMk id="3" creationId="{D9DD4027-0CE8-F3FF-276E-56C1BCF4D38C}"/>
          </ac:spMkLst>
        </pc:spChg>
        <pc:spChg chg="add mod">
          <ac:chgData name="Mohammad Salman" userId="cfd6754c-e613-4f6f-bb98-36aef69d8c31" providerId="ADAL" clId="{990299EA-3706-4963-9607-B363693B7908}" dt="2023-10-16T08:13:39.333" v="13705" actId="6549"/>
          <ac:spMkLst>
            <pc:docMk/>
            <pc:sldMk cId="4106384664" sldId="312"/>
            <ac:spMk id="5" creationId="{73FD2364-4247-FD0B-BAA2-428933DB157A}"/>
          </ac:spMkLst>
        </pc:spChg>
        <pc:spChg chg="add mod">
          <ac:chgData name="Mohammad Salman" userId="cfd6754c-e613-4f6f-bb98-36aef69d8c31" providerId="ADAL" clId="{990299EA-3706-4963-9607-B363693B7908}" dt="2023-10-16T08:13:55.659" v="13718" actId="1076"/>
          <ac:spMkLst>
            <pc:docMk/>
            <pc:sldMk cId="4106384664" sldId="312"/>
            <ac:spMk id="7" creationId="{D73FFB53-FE28-3CEE-EB47-DE3787A283F9}"/>
          </ac:spMkLst>
        </pc:spChg>
        <pc:spChg chg="add mod">
          <ac:chgData name="Mohammad Salman" userId="cfd6754c-e613-4f6f-bb98-36aef69d8c31" providerId="ADAL" clId="{990299EA-3706-4963-9607-B363693B7908}" dt="2023-10-16T08:15:02.760" v="13730" actId="1076"/>
          <ac:spMkLst>
            <pc:docMk/>
            <pc:sldMk cId="4106384664" sldId="312"/>
            <ac:spMk id="9" creationId="{3272349F-01F4-A6B6-D4A7-BB8321546A49}"/>
          </ac:spMkLst>
        </pc:spChg>
        <pc:picChg chg="add mod">
          <ac:chgData name="Mohammad Salman" userId="cfd6754c-e613-4f6f-bb98-36aef69d8c31" providerId="ADAL" clId="{990299EA-3706-4963-9607-B363693B7908}" dt="2023-10-16T08:15:52.842" v="13734" actId="1076"/>
          <ac:picMkLst>
            <pc:docMk/>
            <pc:sldMk cId="4106384664" sldId="312"/>
            <ac:picMk id="11" creationId="{D69CB38C-FD5D-28E5-B322-95F83000E94A}"/>
          </ac:picMkLst>
        </pc:picChg>
      </pc:sldChg>
      <pc:sldChg chg="addSp delSp modSp add del mod delAnim modAnim">
        <pc:chgData name="Mohammad Salman" userId="cfd6754c-e613-4f6f-bb98-36aef69d8c31" providerId="ADAL" clId="{990299EA-3706-4963-9607-B363693B7908}" dt="2023-10-16T15:11:33.014" v="17715" actId="47"/>
        <pc:sldMkLst>
          <pc:docMk/>
          <pc:sldMk cId="1180640545" sldId="313"/>
        </pc:sldMkLst>
        <pc:spChg chg="add del mod">
          <ac:chgData name="Mohammad Salman" userId="cfd6754c-e613-4f6f-bb98-36aef69d8c31" providerId="ADAL" clId="{990299EA-3706-4963-9607-B363693B7908}" dt="2023-10-16T08:22:59.634" v="13997" actId="478"/>
          <ac:spMkLst>
            <pc:docMk/>
            <pc:sldMk cId="1180640545" sldId="313"/>
            <ac:spMk id="3" creationId="{0D4BE687-293E-BA55-F34A-1619241B82E3}"/>
          </ac:spMkLst>
        </pc:spChg>
        <pc:spChg chg="add mod">
          <ac:chgData name="Mohammad Salman" userId="cfd6754c-e613-4f6f-bb98-36aef69d8c31" providerId="ADAL" clId="{990299EA-3706-4963-9607-B363693B7908}" dt="2023-10-16T08:21:46.077" v="13985" actId="20577"/>
          <ac:spMkLst>
            <pc:docMk/>
            <pc:sldMk cId="1180640545" sldId="313"/>
            <ac:spMk id="4" creationId="{2223F253-F2DE-F0DF-A752-0BA98A8E77B9}"/>
          </ac:spMkLst>
        </pc:spChg>
        <pc:spChg chg="mod">
          <ac:chgData name="Mohammad Salman" userId="cfd6754c-e613-4f6f-bb98-36aef69d8c31" providerId="ADAL" clId="{990299EA-3706-4963-9607-B363693B7908}" dt="2023-10-16T08:21:01.582" v="13842" actId="20577"/>
          <ac:spMkLst>
            <pc:docMk/>
            <pc:sldMk cId="1180640545" sldId="313"/>
            <ac:spMk id="9" creationId="{3272349F-01F4-A6B6-D4A7-BB8321546A49}"/>
          </ac:spMkLst>
        </pc:spChg>
        <pc:picChg chg="del">
          <ac:chgData name="Mohammad Salman" userId="cfd6754c-e613-4f6f-bb98-36aef69d8c31" providerId="ADAL" clId="{990299EA-3706-4963-9607-B363693B7908}" dt="2023-10-16T08:16:38.355" v="13736" actId="478"/>
          <ac:picMkLst>
            <pc:docMk/>
            <pc:sldMk cId="1180640545" sldId="313"/>
            <ac:picMk id="11" creationId="{D69CB38C-FD5D-28E5-B322-95F83000E94A}"/>
          </ac:picMkLst>
        </pc:picChg>
      </pc:sldChg>
      <pc:sldChg chg="add del">
        <pc:chgData name="Mohammad Salman" userId="cfd6754c-e613-4f6f-bb98-36aef69d8c31" providerId="ADAL" clId="{990299EA-3706-4963-9607-B363693B7908}" dt="2023-10-16T08:22:51.237" v="13995" actId="2890"/>
        <pc:sldMkLst>
          <pc:docMk/>
          <pc:sldMk cId="3094831692" sldId="314"/>
        </pc:sldMkLst>
      </pc:sldChg>
      <pc:sldChg chg="add del">
        <pc:chgData name="Mohammad Salman" userId="cfd6754c-e613-4f6f-bb98-36aef69d8c31" providerId="ADAL" clId="{990299EA-3706-4963-9607-B363693B7908}" dt="2023-10-16T15:11:34.807" v="17716" actId="47"/>
        <pc:sldMkLst>
          <pc:docMk/>
          <pc:sldMk cId="3915456661" sldId="314"/>
        </pc:sldMkLst>
      </pc:sldChg>
      <pc:sldChg chg="addSp delSp modSp add mod delAnim modAnim">
        <pc:chgData name="Mohammad Salman" userId="cfd6754c-e613-4f6f-bb98-36aef69d8c31" providerId="ADAL" clId="{990299EA-3706-4963-9607-B363693B7908}" dt="2023-10-24T07:20:05.034" v="30940" actId="20577"/>
        <pc:sldMkLst>
          <pc:docMk/>
          <pc:sldMk cId="1204574004" sldId="315"/>
        </pc:sldMkLst>
        <pc:spChg chg="add mod">
          <ac:chgData name="Mohammad Salman" userId="cfd6754c-e613-4f6f-bb98-36aef69d8c31" providerId="ADAL" clId="{990299EA-3706-4963-9607-B363693B7908}" dt="2023-10-16T09:05:31.199" v="14093" actId="1076"/>
          <ac:spMkLst>
            <pc:docMk/>
            <pc:sldMk cId="1204574004" sldId="315"/>
            <ac:spMk id="2" creationId="{4EB1A8D5-D121-894A-2805-A101314FD438}"/>
          </ac:spMkLst>
        </pc:spChg>
        <pc:spChg chg="add del mod">
          <ac:chgData name="Mohammad Salman" userId="cfd6754c-e613-4f6f-bb98-36aef69d8c31" providerId="ADAL" clId="{990299EA-3706-4963-9607-B363693B7908}" dt="2023-10-16T09:07:43.772" v="14101" actId="478"/>
          <ac:spMkLst>
            <pc:docMk/>
            <pc:sldMk cId="1204574004" sldId="315"/>
            <ac:spMk id="4" creationId="{EB70AFCC-C355-165E-29E4-024F94C2BC82}"/>
          </ac:spMkLst>
        </pc:spChg>
        <pc:spChg chg="mod">
          <ac:chgData name="Mohammad Salman" userId="cfd6754c-e613-4f6f-bb98-36aef69d8c31" providerId="ADAL" clId="{990299EA-3706-4963-9607-B363693B7908}" dt="2023-10-24T07:20:05.034" v="30940" actId="20577"/>
          <ac:spMkLst>
            <pc:docMk/>
            <pc:sldMk cId="1204574004" sldId="315"/>
            <ac:spMk id="34" creationId="{C91CE4D4-5BB2-BA3F-F400-306038E150C6}"/>
          </ac:spMkLst>
        </pc:spChg>
        <pc:spChg chg="del">
          <ac:chgData name="Mohammad Salman" userId="cfd6754c-e613-4f6f-bb98-36aef69d8c31" providerId="ADAL" clId="{990299EA-3706-4963-9607-B363693B7908}" dt="2023-10-16T09:05:44.969" v="14095" actId="478"/>
          <ac:spMkLst>
            <pc:docMk/>
            <pc:sldMk cId="1204574004" sldId="315"/>
            <ac:spMk id="36" creationId="{0093CEDE-1239-9159-5CCB-80B7B8A5175A}"/>
          </ac:spMkLst>
        </pc:spChg>
        <pc:spChg chg="del mod">
          <ac:chgData name="Mohammad Salman" userId="cfd6754c-e613-4f6f-bb98-36aef69d8c31" providerId="ADAL" clId="{990299EA-3706-4963-9607-B363693B7908}" dt="2023-10-16T09:05:03.495" v="14088" actId="478"/>
          <ac:spMkLst>
            <pc:docMk/>
            <pc:sldMk cId="1204574004" sldId="315"/>
            <ac:spMk id="37" creationId="{205EDCD6-9822-887A-EE12-518A12BCCDF1}"/>
          </ac:spMkLst>
        </pc:spChg>
        <pc:spChg chg="del mod">
          <ac:chgData name="Mohammad Salman" userId="cfd6754c-e613-4f6f-bb98-36aef69d8c31" providerId="ADAL" clId="{990299EA-3706-4963-9607-B363693B7908}" dt="2023-10-16T09:05:03.495" v="14088" actId="478"/>
          <ac:spMkLst>
            <pc:docMk/>
            <pc:sldMk cId="1204574004" sldId="315"/>
            <ac:spMk id="41" creationId="{1D8D9753-9542-171D-25DA-2809DE165308}"/>
          </ac:spMkLst>
        </pc:spChg>
        <pc:graphicFrameChg chg="add mod modGraphic">
          <ac:chgData name="Mohammad Salman" userId="cfd6754c-e613-4f6f-bb98-36aef69d8c31" providerId="ADAL" clId="{990299EA-3706-4963-9607-B363693B7908}" dt="2023-10-16T14:21:21.863" v="16409" actId="120"/>
          <ac:graphicFrameMkLst>
            <pc:docMk/>
            <pc:sldMk cId="1204574004" sldId="315"/>
            <ac:graphicFrameMk id="3" creationId="{1AFF9AE6-5BC8-A2F0-6899-C2544937B472}"/>
          </ac:graphicFrameMkLst>
        </pc:graphicFrameChg>
        <pc:graphicFrameChg chg="del mod">
          <ac:chgData name="Mohammad Salman" userId="cfd6754c-e613-4f6f-bb98-36aef69d8c31" providerId="ADAL" clId="{990299EA-3706-4963-9607-B363693B7908}" dt="2023-10-16T09:05:03.495" v="14088" actId="478"/>
          <ac:graphicFrameMkLst>
            <pc:docMk/>
            <pc:sldMk cId="1204574004" sldId="315"/>
            <ac:graphicFrameMk id="39" creationId="{E40AA219-3B18-2B5A-315B-C4F2E0755C12}"/>
          </ac:graphicFrameMkLst>
        </pc:graphicFrameChg>
        <pc:graphicFrameChg chg="del mod">
          <ac:chgData name="Mohammad Salman" userId="cfd6754c-e613-4f6f-bb98-36aef69d8c31" providerId="ADAL" clId="{990299EA-3706-4963-9607-B363693B7908}" dt="2023-10-16T09:05:03.495" v="14088" actId="478"/>
          <ac:graphicFrameMkLst>
            <pc:docMk/>
            <pc:sldMk cId="1204574004" sldId="315"/>
            <ac:graphicFrameMk id="40" creationId="{68806EA5-BC50-D787-E765-1489A20FEC03}"/>
          </ac:graphicFrameMkLst>
        </pc:graphicFrameChg>
        <pc:cxnChg chg="del mod">
          <ac:chgData name="Mohammad Salman" userId="cfd6754c-e613-4f6f-bb98-36aef69d8c31" providerId="ADAL" clId="{990299EA-3706-4963-9607-B363693B7908}" dt="2023-10-16T09:05:03.495" v="14088" actId="478"/>
          <ac:cxnSpMkLst>
            <pc:docMk/>
            <pc:sldMk cId="1204574004" sldId="315"/>
            <ac:cxnSpMk id="38" creationId="{BC65005D-087B-8529-7E35-F7A806CCAB66}"/>
          </ac:cxnSpMkLst>
        </pc:cxnChg>
      </pc:sldChg>
      <pc:sldChg chg="delSp modSp add mod delAnim">
        <pc:chgData name="Mohammad Salman" userId="cfd6754c-e613-4f6f-bb98-36aef69d8c31" providerId="ADAL" clId="{990299EA-3706-4963-9607-B363693B7908}" dt="2023-10-16T09:09:06.826" v="14253" actId="478"/>
        <pc:sldMkLst>
          <pc:docMk/>
          <pc:sldMk cId="3885244396" sldId="316"/>
        </pc:sldMkLst>
        <pc:spChg chg="del">
          <ac:chgData name="Mohammad Salman" userId="cfd6754c-e613-4f6f-bb98-36aef69d8c31" providerId="ADAL" clId="{990299EA-3706-4963-9607-B363693B7908}" dt="2023-10-16T09:09:06.826" v="14253" actId="478"/>
          <ac:spMkLst>
            <pc:docMk/>
            <pc:sldMk cId="3885244396" sldId="316"/>
            <ac:spMk id="2" creationId="{4EB1A8D5-D121-894A-2805-A101314FD438}"/>
          </ac:spMkLst>
        </pc:spChg>
        <pc:spChg chg="mod">
          <ac:chgData name="Mohammad Salman" userId="cfd6754c-e613-4f6f-bb98-36aef69d8c31" providerId="ADAL" clId="{990299EA-3706-4963-9607-B363693B7908}" dt="2023-10-16T09:08:53.831" v="14251" actId="113"/>
          <ac:spMkLst>
            <pc:docMk/>
            <pc:sldMk cId="3885244396" sldId="316"/>
            <ac:spMk id="34" creationId="{C91CE4D4-5BB2-BA3F-F400-306038E150C6}"/>
          </ac:spMkLst>
        </pc:spChg>
        <pc:graphicFrameChg chg="del">
          <ac:chgData name="Mohammad Salman" userId="cfd6754c-e613-4f6f-bb98-36aef69d8c31" providerId="ADAL" clId="{990299EA-3706-4963-9607-B363693B7908}" dt="2023-10-16T09:09:06.826" v="14253" actId="478"/>
          <ac:graphicFrameMkLst>
            <pc:docMk/>
            <pc:sldMk cId="3885244396" sldId="316"/>
            <ac:graphicFrameMk id="3" creationId="{1AFF9AE6-5BC8-A2F0-6899-C2544937B472}"/>
          </ac:graphicFrameMkLst>
        </pc:graphicFrameChg>
      </pc:sldChg>
      <pc:sldChg chg="addSp delSp modSp add mod delAnim">
        <pc:chgData name="Mohammad Salman" userId="cfd6754c-e613-4f6f-bb98-36aef69d8c31" providerId="ADAL" clId="{990299EA-3706-4963-9607-B363693B7908}" dt="2023-10-16T14:27:44.816" v="16426" actId="1036"/>
        <pc:sldMkLst>
          <pc:docMk/>
          <pc:sldMk cId="3474172664" sldId="317"/>
        </pc:sldMkLst>
        <pc:spChg chg="del mod">
          <ac:chgData name="Mohammad Salman" userId="cfd6754c-e613-4f6f-bb98-36aef69d8c31" providerId="ADAL" clId="{990299EA-3706-4963-9607-B363693B7908}" dt="2023-10-16T09:12:37.389" v="14318" actId="478"/>
          <ac:spMkLst>
            <pc:docMk/>
            <pc:sldMk cId="3474172664" sldId="317"/>
            <ac:spMk id="2" creationId="{4EB1A8D5-D121-894A-2805-A101314FD438}"/>
          </ac:spMkLst>
        </pc:spChg>
        <pc:spChg chg="add del mod">
          <ac:chgData name="Mohammad Salman" userId="cfd6754c-e613-4f6f-bb98-36aef69d8c31" providerId="ADAL" clId="{990299EA-3706-4963-9607-B363693B7908}" dt="2023-10-16T09:13:54.672" v="14335" actId="478"/>
          <ac:spMkLst>
            <pc:docMk/>
            <pc:sldMk cId="3474172664" sldId="317"/>
            <ac:spMk id="7" creationId="{AE4A3B93-375A-5DFD-3EC9-DF641C8EFCD8}"/>
          </ac:spMkLst>
        </pc:spChg>
        <pc:spChg chg="add del mod">
          <ac:chgData name="Mohammad Salman" userId="cfd6754c-e613-4f6f-bb98-36aef69d8c31" providerId="ADAL" clId="{990299EA-3706-4963-9607-B363693B7908}" dt="2023-10-16T09:12:51.967" v="14321" actId="478"/>
          <ac:spMkLst>
            <pc:docMk/>
            <pc:sldMk cId="3474172664" sldId="317"/>
            <ac:spMk id="8" creationId="{21CFC18E-4A25-3876-1F37-1A1FD1C0723D}"/>
          </ac:spMkLst>
        </pc:spChg>
        <pc:spChg chg="add del mod">
          <ac:chgData name="Mohammad Salman" userId="cfd6754c-e613-4f6f-bb98-36aef69d8c31" providerId="ADAL" clId="{990299EA-3706-4963-9607-B363693B7908}" dt="2023-10-16T09:10:56.114" v="14262" actId="478"/>
          <ac:spMkLst>
            <pc:docMk/>
            <pc:sldMk cId="3474172664" sldId="317"/>
            <ac:spMk id="9" creationId="{B3603ABD-A2B5-7708-B458-CAE59148569F}"/>
          </ac:spMkLst>
        </pc:spChg>
        <pc:spChg chg="add del mod">
          <ac:chgData name="Mohammad Salman" userId="cfd6754c-e613-4f6f-bb98-36aef69d8c31" providerId="ADAL" clId="{990299EA-3706-4963-9607-B363693B7908}" dt="2023-10-16T09:11:17.445" v="14279" actId="478"/>
          <ac:spMkLst>
            <pc:docMk/>
            <pc:sldMk cId="3474172664" sldId="317"/>
            <ac:spMk id="10" creationId="{3CCEF237-5CF6-4D86-032D-B5992F25E81F}"/>
          </ac:spMkLst>
        </pc:spChg>
        <pc:spChg chg="add del mod">
          <ac:chgData name="Mohammad Salman" userId="cfd6754c-e613-4f6f-bb98-36aef69d8c31" providerId="ADAL" clId="{990299EA-3706-4963-9607-B363693B7908}" dt="2023-10-16T09:11:20.094" v="14280" actId="478"/>
          <ac:spMkLst>
            <pc:docMk/>
            <pc:sldMk cId="3474172664" sldId="317"/>
            <ac:spMk id="11" creationId="{16BDC392-ECA8-70E7-0A22-108B977EC856}"/>
          </ac:spMkLst>
        </pc:spChg>
        <pc:spChg chg="add del mod">
          <ac:chgData name="Mohammad Salman" userId="cfd6754c-e613-4f6f-bb98-36aef69d8c31" providerId="ADAL" clId="{990299EA-3706-4963-9607-B363693B7908}" dt="2023-10-16T09:10:30.926" v="14257" actId="478"/>
          <ac:spMkLst>
            <pc:docMk/>
            <pc:sldMk cId="3474172664" sldId="317"/>
            <ac:spMk id="12" creationId="{787B75F8-1CEA-3929-0888-C4495863730B}"/>
          </ac:spMkLst>
        </pc:spChg>
        <pc:spChg chg="add mod">
          <ac:chgData name="Mohammad Salman" userId="cfd6754c-e613-4f6f-bb98-36aef69d8c31" providerId="ADAL" clId="{990299EA-3706-4963-9607-B363693B7908}" dt="2023-10-16T09:15:59.448" v="14386" actId="20577"/>
          <ac:spMkLst>
            <pc:docMk/>
            <pc:sldMk cId="3474172664" sldId="317"/>
            <ac:spMk id="21" creationId="{A574FB90-2AE6-CE16-613E-0AE8AE108193}"/>
          </ac:spMkLst>
        </pc:spChg>
        <pc:spChg chg="add del mod">
          <ac:chgData name="Mohammad Salman" userId="cfd6754c-e613-4f6f-bb98-36aef69d8c31" providerId="ADAL" clId="{990299EA-3706-4963-9607-B363693B7908}" dt="2023-10-16T09:56:37.178" v="15340" actId="478"/>
          <ac:spMkLst>
            <pc:docMk/>
            <pc:sldMk cId="3474172664" sldId="317"/>
            <ac:spMk id="25" creationId="{2ECE183A-5393-D70E-DC13-067518AB028F}"/>
          </ac:spMkLst>
        </pc:spChg>
        <pc:spChg chg="add del mod">
          <ac:chgData name="Mohammad Salman" userId="cfd6754c-e613-4f6f-bb98-36aef69d8c31" providerId="ADAL" clId="{990299EA-3706-4963-9607-B363693B7908}" dt="2023-10-16T09:14:16.909" v="14341" actId="478"/>
          <ac:spMkLst>
            <pc:docMk/>
            <pc:sldMk cId="3474172664" sldId="317"/>
            <ac:spMk id="26" creationId="{C6AECE3B-0DC8-D38D-A54C-559EBE963486}"/>
          </ac:spMkLst>
        </pc:spChg>
        <pc:spChg chg="add del mod">
          <ac:chgData name="Mohammad Salman" userId="cfd6754c-e613-4f6f-bb98-36aef69d8c31" providerId="ADAL" clId="{990299EA-3706-4963-9607-B363693B7908}" dt="2023-10-16T09:14:15.661" v="14340" actId="478"/>
          <ac:spMkLst>
            <pc:docMk/>
            <pc:sldMk cId="3474172664" sldId="317"/>
            <ac:spMk id="27" creationId="{E2F130A0-4449-2803-8C16-9B0BBD5797D4}"/>
          </ac:spMkLst>
        </pc:spChg>
        <pc:spChg chg="add mod">
          <ac:chgData name="Mohammad Salman" userId="cfd6754c-e613-4f6f-bb98-36aef69d8c31" providerId="ADAL" clId="{990299EA-3706-4963-9607-B363693B7908}" dt="2023-10-16T09:17:45.976" v="14458" actId="1076"/>
          <ac:spMkLst>
            <pc:docMk/>
            <pc:sldMk cId="3474172664" sldId="317"/>
            <ac:spMk id="30" creationId="{3B93D538-3D51-7A54-FF65-1F2B5AD57DD3}"/>
          </ac:spMkLst>
        </pc:spChg>
        <pc:spChg chg="add mod">
          <ac:chgData name="Mohammad Salman" userId="cfd6754c-e613-4f6f-bb98-36aef69d8c31" providerId="ADAL" clId="{990299EA-3706-4963-9607-B363693B7908}" dt="2023-10-16T14:27:44.816" v="16426" actId="1036"/>
          <ac:spMkLst>
            <pc:docMk/>
            <pc:sldMk cId="3474172664" sldId="317"/>
            <ac:spMk id="32" creationId="{99028571-A0AE-EAA5-CA27-FF29994304B9}"/>
          </ac:spMkLst>
        </pc:spChg>
        <pc:spChg chg="del">
          <ac:chgData name="Mohammad Salman" userId="cfd6754c-e613-4f6f-bb98-36aef69d8c31" providerId="ADAL" clId="{990299EA-3706-4963-9607-B363693B7908}" dt="2023-10-16T09:09:11.375" v="14254" actId="478"/>
          <ac:spMkLst>
            <pc:docMk/>
            <pc:sldMk cId="3474172664" sldId="317"/>
            <ac:spMk id="34" creationId="{C91CE4D4-5BB2-BA3F-F400-306038E150C6}"/>
          </ac:spMkLst>
        </pc:spChg>
        <pc:graphicFrameChg chg="del mod">
          <ac:chgData name="Mohammad Salman" userId="cfd6754c-e613-4f6f-bb98-36aef69d8c31" providerId="ADAL" clId="{990299EA-3706-4963-9607-B363693B7908}" dt="2023-10-16T09:13:04.232" v="14322" actId="478"/>
          <ac:graphicFrameMkLst>
            <pc:docMk/>
            <pc:sldMk cId="3474172664" sldId="317"/>
            <ac:graphicFrameMk id="3" creationId="{1AFF9AE6-5BC8-A2F0-6899-C2544937B472}"/>
          </ac:graphicFrameMkLst>
        </pc:graphicFrameChg>
        <pc:cxnChg chg="add del mod">
          <ac:chgData name="Mohammad Salman" userId="cfd6754c-e613-4f6f-bb98-36aef69d8c31" providerId="ADAL" clId="{990299EA-3706-4963-9607-B363693B7908}" dt="2023-10-16T09:13:54.672" v="14335" actId="478"/>
          <ac:cxnSpMkLst>
            <pc:docMk/>
            <pc:sldMk cId="3474172664" sldId="317"/>
            <ac:cxnSpMk id="4" creationId="{A9DFA90B-5E06-0795-B832-AC0314621767}"/>
          </ac:cxnSpMkLst>
        </pc:cxnChg>
        <pc:cxnChg chg="add del mod">
          <ac:chgData name="Mohammad Salman" userId="cfd6754c-e613-4f6f-bb98-36aef69d8c31" providerId="ADAL" clId="{990299EA-3706-4963-9607-B363693B7908}" dt="2023-10-16T09:13:54.672" v="14335" actId="478"/>
          <ac:cxnSpMkLst>
            <pc:docMk/>
            <pc:sldMk cId="3474172664" sldId="317"/>
            <ac:cxnSpMk id="5" creationId="{FF0DEC65-A962-DEC2-39E5-5888651303B0}"/>
          </ac:cxnSpMkLst>
        </pc:cxnChg>
        <pc:cxnChg chg="add del mod">
          <ac:chgData name="Mohammad Salman" userId="cfd6754c-e613-4f6f-bb98-36aef69d8c31" providerId="ADAL" clId="{990299EA-3706-4963-9607-B363693B7908}" dt="2023-10-16T09:13:54.672" v="14335" actId="478"/>
          <ac:cxnSpMkLst>
            <pc:docMk/>
            <pc:sldMk cId="3474172664" sldId="317"/>
            <ac:cxnSpMk id="6" creationId="{8F69D816-4E8C-1B2A-9C39-9E8BFD46E910}"/>
          </ac:cxnSpMkLst>
        </pc:cxnChg>
        <pc:cxnChg chg="add del mod">
          <ac:chgData name="Mohammad Salman" userId="cfd6754c-e613-4f6f-bb98-36aef69d8c31" providerId="ADAL" clId="{990299EA-3706-4963-9607-B363693B7908}" dt="2023-10-16T09:10:36.100" v="14259" actId="478"/>
          <ac:cxnSpMkLst>
            <pc:docMk/>
            <pc:sldMk cId="3474172664" sldId="317"/>
            <ac:cxnSpMk id="14" creationId="{00E59609-147D-CCE2-6799-56954E1039ED}"/>
          </ac:cxnSpMkLst>
        </pc:cxnChg>
        <pc:cxnChg chg="add del mod">
          <ac:chgData name="Mohammad Salman" userId="cfd6754c-e613-4f6f-bb98-36aef69d8c31" providerId="ADAL" clId="{990299EA-3706-4963-9607-B363693B7908}" dt="2023-10-16T09:10:36.100" v="14259" actId="478"/>
          <ac:cxnSpMkLst>
            <pc:docMk/>
            <pc:sldMk cId="3474172664" sldId="317"/>
            <ac:cxnSpMk id="15" creationId="{0F15EEB4-6090-9416-339E-D165D342F006}"/>
          </ac:cxnSpMkLst>
        </pc:cxnChg>
        <pc:cxnChg chg="add del mod">
          <ac:chgData name="Mohammad Salman" userId="cfd6754c-e613-4f6f-bb98-36aef69d8c31" providerId="ADAL" clId="{990299EA-3706-4963-9607-B363693B7908}" dt="2023-10-16T09:56:37.178" v="15340" actId="478"/>
          <ac:cxnSpMkLst>
            <pc:docMk/>
            <pc:sldMk cId="3474172664" sldId="317"/>
            <ac:cxnSpMk id="22" creationId="{0786FF9F-DA7B-4FB1-F93F-BE19C8E4BF9A}"/>
          </ac:cxnSpMkLst>
        </pc:cxnChg>
        <pc:cxnChg chg="add del mod">
          <ac:chgData name="Mohammad Salman" userId="cfd6754c-e613-4f6f-bb98-36aef69d8c31" providerId="ADAL" clId="{990299EA-3706-4963-9607-B363693B7908}" dt="2023-10-16T09:56:37.178" v="15340" actId="478"/>
          <ac:cxnSpMkLst>
            <pc:docMk/>
            <pc:sldMk cId="3474172664" sldId="317"/>
            <ac:cxnSpMk id="23" creationId="{C15D06F4-8607-0CD5-AF62-542E9CA32016}"/>
          </ac:cxnSpMkLst>
        </pc:cxnChg>
        <pc:cxnChg chg="add del mod">
          <ac:chgData name="Mohammad Salman" userId="cfd6754c-e613-4f6f-bb98-36aef69d8c31" providerId="ADAL" clId="{990299EA-3706-4963-9607-B363693B7908}" dt="2023-10-16T09:56:37.178" v="15340" actId="478"/>
          <ac:cxnSpMkLst>
            <pc:docMk/>
            <pc:sldMk cId="3474172664" sldId="317"/>
            <ac:cxnSpMk id="24" creationId="{09C35033-DB1E-C2CA-FB8A-180A77806695}"/>
          </ac:cxnSpMkLst>
        </pc:cxnChg>
      </pc:sldChg>
      <pc:sldChg chg="delSp modSp add del mod">
        <pc:chgData name="Mohammad Salman" userId="cfd6754c-e613-4f6f-bb98-36aef69d8c31" providerId="ADAL" clId="{990299EA-3706-4963-9607-B363693B7908}" dt="2023-10-16T09:15:07.599" v="14364" actId="47"/>
        <pc:sldMkLst>
          <pc:docMk/>
          <pc:sldMk cId="3637568967" sldId="318"/>
        </pc:sldMkLst>
        <pc:spChg chg="del">
          <ac:chgData name="Mohammad Salman" userId="cfd6754c-e613-4f6f-bb98-36aef69d8c31" providerId="ADAL" clId="{990299EA-3706-4963-9607-B363693B7908}" dt="2023-10-16T09:13:41.115" v="14334" actId="478"/>
          <ac:spMkLst>
            <pc:docMk/>
            <pc:sldMk cId="3637568967" sldId="318"/>
            <ac:spMk id="7" creationId="{AE4A3B93-375A-5DFD-3EC9-DF641C8EFCD8}"/>
          </ac:spMkLst>
        </pc:spChg>
        <pc:spChg chg="del mod">
          <ac:chgData name="Mohammad Salman" userId="cfd6754c-e613-4f6f-bb98-36aef69d8c31" providerId="ADAL" clId="{990299EA-3706-4963-9607-B363693B7908}" dt="2023-10-16T09:13:41.115" v="14334" actId="478"/>
          <ac:spMkLst>
            <pc:docMk/>
            <pc:sldMk cId="3637568967" sldId="318"/>
            <ac:spMk id="8" creationId="{21CFC18E-4A25-3876-1F37-1A1FD1C0723D}"/>
          </ac:spMkLst>
        </pc:spChg>
        <pc:cxnChg chg="del">
          <ac:chgData name="Mohammad Salman" userId="cfd6754c-e613-4f6f-bb98-36aef69d8c31" providerId="ADAL" clId="{990299EA-3706-4963-9607-B363693B7908}" dt="2023-10-16T09:13:41.115" v="14334" actId="478"/>
          <ac:cxnSpMkLst>
            <pc:docMk/>
            <pc:sldMk cId="3637568967" sldId="318"/>
            <ac:cxnSpMk id="4" creationId="{A9DFA90B-5E06-0795-B832-AC0314621767}"/>
          </ac:cxnSpMkLst>
        </pc:cxnChg>
        <pc:cxnChg chg="del">
          <ac:chgData name="Mohammad Salman" userId="cfd6754c-e613-4f6f-bb98-36aef69d8c31" providerId="ADAL" clId="{990299EA-3706-4963-9607-B363693B7908}" dt="2023-10-16T09:13:41.115" v="14334" actId="478"/>
          <ac:cxnSpMkLst>
            <pc:docMk/>
            <pc:sldMk cId="3637568967" sldId="318"/>
            <ac:cxnSpMk id="5" creationId="{FF0DEC65-A962-DEC2-39E5-5888651303B0}"/>
          </ac:cxnSpMkLst>
        </pc:cxnChg>
        <pc:cxnChg chg="del">
          <ac:chgData name="Mohammad Salman" userId="cfd6754c-e613-4f6f-bb98-36aef69d8c31" providerId="ADAL" clId="{990299EA-3706-4963-9607-B363693B7908}" dt="2023-10-16T09:13:41.115" v="14334" actId="478"/>
          <ac:cxnSpMkLst>
            <pc:docMk/>
            <pc:sldMk cId="3637568967" sldId="318"/>
            <ac:cxnSpMk id="6" creationId="{8F69D816-4E8C-1B2A-9C39-9E8BFD46E910}"/>
          </ac:cxnSpMkLst>
        </pc:cxnChg>
      </pc:sldChg>
      <pc:sldChg chg="addSp delSp modSp add mod modAnim">
        <pc:chgData name="Mohammad Salman" userId="cfd6754c-e613-4f6f-bb98-36aef69d8c31" providerId="ADAL" clId="{990299EA-3706-4963-9607-B363693B7908}" dt="2023-10-17T08:00:44.754" v="22575" actId="20577"/>
        <pc:sldMkLst>
          <pc:docMk/>
          <pc:sldMk cId="2869161987" sldId="319"/>
        </pc:sldMkLst>
        <pc:spChg chg="add del mod">
          <ac:chgData name="Mohammad Salman" userId="cfd6754c-e613-4f6f-bb98-36aef69d8c31" providerId="ADAL" clId="{990299EA-3706-4963-9607-B363693B7908}" dt="2023-10-16T09:27:27.757" v="14777" actId="478"/>
          <ac:spMkLst>
            <pc:docMk/>
            <pc:sldMk cId="2869161987" sldId="319"/>
            <ac:spMk id="3" creationId="{76611EC6-C2F3-EA8F-5471-0BA081AD254F}"/>
          </ac:spMkLst>
        </pc:spChg>
        <pc:spChg chg="add mod">
          <ac:chgData name="Mohammad Salman" userId="cfd6754c-e613-4f6f-bb98-36aef69d8c31" providerId="ADAL" clId="{990299EA-3706-4963-9607-B363693B7908}" dt="2023-10-16T09:17:05.442" v="14422"/>
          <ac:spMkLst>
            <pc:docMk/>
            <pc:sldMk cId="2869161987" sldId="319"/>
            <ac:spMk id="4" creationId="{8C9A84E5-49D1-F8AF-C942-D12C9C4F1D35}"/>
          </ac:spMkLst>
        </pc:spChg>
        <pc:spChg chg="add mod">
          <ac:chgData name="Mohammad Salman" userId="cfd6754c-e613-4f6f-bb98-36aef69d8c31" providerId="ADAL" clId="{990299EA-3706-4963-9607-B363693B7908}" dt="2023-10-17T08:00:44.754" v="22575" actId="20577"/>
          <ac:spMkLst>
            <pc:docMk/>
            <pc:sldMk cId="2869161987" sldId="319"/>
            <ac:spMk id="5" creationId="{BD3F871C-ADB0-4070-62F9-0729E5A63F70}"/>
          </ac:spMkLst>
        </pc:spChg>
        <pc:spChg chg="add mod">
          <ac:chgData name="Mohammad Salman" userId="cfd6754c-e613-4f6f-bb98-36aef69d8c31" providerId="ADAL" clId="{990299EA-3706-4963-9607-B363693B7908}" dt="2023-10-16T09:59:24.185" v="15417" actId="20577"/>
          <ac:spMkLst>
            <pc:docMk/>
            <pc:sldMk cId="2869161987" sldId="319"/>
            <ac:spMk id="6" creationId="{A966FE50-8737-870C-A6A3-E922D677CEDB}"/>
          </ac:spMkLst>
        </pc:spChg>
        <pc:spChg chg="del">
          <ac:chgData name="Mohammad Salman" userId="cfd6754c-e613-4f6f-bb98-36aef69d8c31" providerId="ADAL" clId="{990299EA-3706-4963-9607-B363693B7908}" dt="2023-10-16T09:17:05.117" v="14421" actId="478"/>
          <ac:spMkLst>
            <pc:docMk/>
            <pc:sldMk cId="2869161987" sldId="319"/>
            <ac:spMk id="21" creationId="{A574FB90-2AE6-CE16-613E-0AE8AE108193}"/>
          </ac:spMkLst>
        </pc:spChg>
        <pc:spChg chg="del">
          <ac:chgData name="Mohammad Salman" userId="cfd6754c-e613-4f6f-bb98-36aef69d8c31" providerId="ADAL" clId="{990299EA-3706-4963-9607-B363693B7908}" dt="2023-10-16T09:56:56.654" v="15344" actId="478"/>
          <ac:spMkLst>
            <pc:docMk/>
            <pc:sldMk cId="2869161987" sldId="319"/>
            <ac:spMk id="25" creationId="{2ECE183A-5393-D70E-DC13-067518AB028F}"/>
          </ac:spMkLst>
        </pc:spChg>
        <pc:graphicFrameChg chg="add mod modGraphic">
          <ac:chgData name="Mohammad Salman" userId="cfd6754c-e613-4f6f-bb98-36aef69d8c31" providerId="ADAL" clId="{990299EA-3706-4963-9607-B363693B7908}" dt="2023-10-16T09:16:15.181" v="14387" actId="2165"/>
          <ac:graphicFrameMkLst>
            <pc:docMk/>
            <pc:sldMk cId="2869161987" sldId="319"/>
            <ac:graphicFrameMk id="2" creationId="{CEEE72C9-6044-8724-FFBF-084B69D20450}"/>
          </ac:graphicFrameMkLst>
        </pc:graphicFrameChg>
        <pc:cxnChg chg="del">
          <ac:chgData name="Mohammad Salman" userId="cfd6754c-e613-4f6f-bb98-36aef69d8c31" providerId="ADAL" clId="{990299EA-3706-4963-9607-B363693B7908}" dt="2023-10-16T09:56:56.654" v="15344" actId="478"/>
          <ac:cxnSpMkLst>
            <pc:docMk/>
            <pc:sldMk cId="2869161987" sldId="319"/>
            <ac:cxnSpMk id="22" creationId="{0786FF9F-DA7B-4FB1-F93F-BE19C8E4BF9A}"/>
          </ac:cxnSpMkLst>
        </pc:cxnChg>
        <pc:cxnChg chg="del">
          <ac:chgData name="Mohammad Salman" userId="cfd6754c-e613-4f6f-bb98-36aef69d8c31" providerId="ADAL" clId="{990299EA-3706-4963-9607-B363693B7908}" dt="2023-10-16T09:56:56.654" v="15344" actId="478"/>
          <ac:cxnSpMkLst>
            <pc:docMk/>
            <pc:sldMk cId="2869161987" sldId="319"/>
            <ac:cxnSpMk id="23" creationId="{C15D06F4-8607-0CD5-AF62-542E9CA32016}"/>
          </ac:cxnSpMkLst>
        </pc:cxnChg>
        <pc:cxnChg chg="del">
          <ac:chgData name="Mohammad Salman" userId="cfd6754c-e613-4f6f-bb98-36aef69d8c31" providerId="ADAL" clId="{990299EA-3706-4963-9607-B363693B7908}" dt="2023-10-16T09:56:56.654" v="15344" actId="478"/>
          <ac:cxnSpMkLst>
            <pc:docMk/>
            <pc:sldMk cId="2869161987" sldId="319"/>
            <ac:cxnSpMk id="24" creationId="{09C35033-DB1E-C2CA-FB8A-180A77806695}"/>
          </ac:cxnSpMkLst>
        </pc:cxnChg>
      </pc:sldChg>
      <pc:sldChg chg="addSp delSp modSp add mod modAnim">
        <pc:chgData name="Mohammad Salman" userId="cfd6754c-e613-4f6f-bb98-36aef69d8c31" providerId="ADAL" clId="{990299EA-3706-4963-9607-B363693B7908}" dt="2023-10-16T09:59:28.497" v="15422" actId="20577"/>
        <pc:sldMkLst>
          <pc:docMk/>
          <pc:sldMk cId="4031906069" sldId="320"/>
        </pc:sldMkLst>
        <pc:spChg chg="del">
          <ac:chgData name="Mohammad Salman" userId="cfd6754c-e613-4f6f-bb98-36aef69d8c31" providerId="ADAL" clId="{990299EA-3706-4963-9607-B363693B7908}" dt="2023-10-16T09:57:02.519" v="15345" actId="478"/>
          <ac:spMkLst>
            <pc:docMk/>
            <pc:sldMk cId="4031906069" sldId="320"/>
            <ac:spMk id="3" creationId="{76611EC6-C2F3-EA8F-5471-0BA081AD254F}"/>
          </ac:spMkLst>
        </pc:spChg>
        <pc:spChg chg="add mod">
          <ac:chgData name="Mohammad Salman" userId="cfd6754c-e613-4f6f-bb98-36aef69d8c31" providerId="ADAL" clId="{990299EA-3706-4963-9607-B363693B7908}" dt="2023-10-16T09:17:07.412" v="14424"/>
          <ac:spMkLst>
            <pc:docMk/>
            <pc:sldMk cId="4031906069" sldId="320"/>
            <ac:spMk id="4" creationId="{7494D29B-C0CF-B00F-FE8D-C6499490B3B8}"/>
          </ac:spMkLst>
        </pc:spChg>
        <pc:spChg chg="add mod">
          <ac:chgData name="Mohammad Salman" userId="cfd6754c-e613-4f6f-bb98-36aef69d8c31" providerId="ADAL" clId="{990299EA-3706-4963-9607-B363693B7908}" dt="2023-10-16T09:27:45.218" v="14803" actId="1076"/>
          <ac:spMkLst>
            <pc:docMk/>
            <pc:sldMk cId="4031906069" sldId="320"/>
            <ac:spMk id="5" creationId="{7BBE654C-4536-BD42-F314-6A27CBBC7225}"/>
          </ac:spMkLst>
        </pc:spChg>
        <pc:spChg chg="add mod">
          <ac:chgData name="Mohammad Salman" userId="cfd6754c-e613-4f6f-bb98-36aef69d8c31" providerId="ADAL" clId="{990299EA-3706-4963-9607-B363693B7908}" dt="2023-10-16T09:19:20.959" v="14529" actId="1076"/>
          <ac:spMkLst>
            <pc:docMk/>
            <pc:sldMk cId="4031906069" sldId="320"/>
            <ac:spMk id="6" creationId="{945CDC59-34D2-EE14-7ECF-F7A923E2E3DD}"/>
          </ac:spMkLst>
        </pc:spChg>
        <pc:spChg chg="add mod">
          <ac:chgData name="Mohammad Salman" userId="cfd6754c-e613-4f6f-bb98-36aef69d8c31" providerId="ADAL" clId="{990299EA-3706-4963-9607-B363693B7908}" dt="2023-10-16T09:57:10.306" v="15347" actId="1076"/>
          <ac:spMkLst>
            <pc:docMk/>
            <pc:sldMk cId="4031906069" sldId="320"/>
            <ac:spMk id="7" creationId="{1BA2A276-B16D-0728-93CA-56846C35D19E}"/>
          </ac:spMkLst>
        </pc:spChg>
        <pc:spChg chg="add mod">
          <ac:chgData name="Mohammad Salman" userId="cfd6754c-e613-4f6f-bb98-36aef69d8c31" providerId="ADAL" clId="{990299EA-3706-4963-9607-B363693B7908}" dt="2023-10-16T09:59:28.497" v="15422" actId="20577"/>
          <ac:spMkLst>
            <pc:docMk/>
            <pc:sldMk cId="4031906069" sldId="320"/>
            <ac:spMk id="8" creationId="{8EEDAF95-2C73-EEB2-E137-D6E0AE6B3B6E}"/>
          </ac:spMkLst>
        </pc:spChg>
        <pc:spChg chg="del">
          <ac:chgData name="Mohammad Salman" userId="cfd6754c-e613-4f6f-bb98-36aef69d8c31" providerId="ADAL" clId="{990299EA-3706-4963-9607-B363693B7908}" dt="2023-10-16T09:17:07.081" v="14423" actId="478"/>
          <ac:spMkLst>
            <pc:docMk/>
            <pc:sldMk cId="4031906069" sldId="320"/>
            <ac:spMk id="21" creationId="{A574FB90-2AE6-CE16-613E-0AE8AE108193}"/>
          </ac:spMkLst>
        </pc:spChg>
        <pc:spChg chg="del">
          <ac:chgData name="Mohammad Salman" userId="cfd6754c-e613-4f6f-bb98-36aef69d8c31" providerId="ADAL" clId="{990299EA-3706-4963-9607-B363693B7908}" dt="2023-10-16T09:57:02.519" v="15345" actId="478"/>
          <ac:spMkLst>
            <pc:docMk/>
            <pc:sldMk cId="4031906069" sldId="320"/>
            <ac:spMk id="25" creationId="{2ECE183A-5393-D70E-DC13-067518AB028F}"/>
          </ac:spMkLst>
        </pc:spChg>
        <pc:graphicFrameChg chg="modGraphic">
          <ac:chgData name="Mohammad Salman" userId="cfd6754c-e613-4f6f-bb98-36aef69d8c31" providerId="ADAL" clId="{990299EA-3706-4963-9607-B363693B7908}" dt="2023-10-16T09:17:14.434" v="14425" actId="20577"/>
          <ac:graphicFrameMkLst>
            <pc:docMk/>
            <pc:sldMk cId="4031906069" sldId="320"/>
            <ac:graphicFrameMk id="2" creationId="{CEEE72C9-6044-8724-FFBF-084B69D20450}"/>
          </ac:graphicFrameMkLst>
        </pc:graphicFrameChg>
        <pc:cxnChg chg="del">
          <ac:chgData name="Mohammad Salman" userId="cfd6754c-e613-4f6f-bb98-36aef69d8c31" providerId="ADAL" clId="{990299EA-3706-4963-9607-B363693B7908}" dt="2023-10-16T09:57:02.519" v="15345" actId="478"/>
          <ac:cxnSpMkLst>
            <pc:docMk/>
            <pc:sldMk cId="4031906069" sldId="320"/>
            <ac:cxnSpMk id="22" creationId="{0786FF9F-DA7B-4FB1-F93F-BE19C8E4BF9A}"/>
          </ac:cxnSpMkLst>
        </pc:cxnChg>
        <pc:cxnChg chg="del">
          <ac:chgData name="Mohammad Salman" userId="cfd6754c-e613-4f6f-bb98-36aef69d8c31" providerId="ADAL" clId="{990299EA-3706-4963-9607-B363693B7908}" dt="2023-10-16T09:57:02.519" v="15345" actId="478"/>
          <ac:cxnSpMkLst>
            <pc:docMk/>
            <pc:sldMk cId="4031906069" sldId="320"/>
            <ac:cxnSpMk id="23" creationId="{C15D06F4-8607-0CD5-AF62-542E9CA32016}"/>
          </ac:cxnSpMkLst>
        </pc:cxnChg>
        <pc:cxnChg chg="del">
          <ac:chgData name="Mohammad Salman" userId="cfd6754c-e613-4f6f-bb98-36aef69d8c31" providerId="ADAL" clId="{990299EA-3706-4963-9607-B363693B7908}" dt="2023-10-16T09:57:02.519" v="15345" actId="478"/>
          <ac:cxnSpMkLst>
            <pc:docMk/>
            <pc:sldMk cId="4031906069" sldId="320"/>
            <ac:cxnSpMk id="24" creationId="{09C35033-DB1E-C2CA-FB8A-180A77806695}"/>
          </ac:cxnSpMkLst>
        </pc:cxnChg>
      </pc:sldChg>
      <pc:sldChg chg="addSp delSp modSp add mod">
        <pc:chgData name="Mohammad Salman" userId="cfd6754c-e613-4f6f-bb98-36aef69d8c31" providerId="ADAL" clId="{990299EA-3706-4963-9607-B363693B7908}" dt="2023-10-17T08:01:13.143" v="22576"/>
        <pc:sldMkLst>
          <pc:docMk/>
          <pc:sldMk cId="291917839" sldId="321"/>
        </pc:sldMkLst>
        <pc:spChg chg="del">
          <ac:chgData name="Mohammad Salman" userId="cfd6754c-e613-4f6f-bb98-36aef69d8c31" providerId="ADAL" clId="{990299EA-3706-4963-9607-B363693B7908}" dt="2023-10-16T09:56:42.372" v="15341" actId="21"/>
          <ac:spMkLst>
            <pc:docMk/>
            <pc:sldMk cId="291917839" sldId="321"/>
            <ac:spMk id="3" creationId="{76611EC6-C2F3-EA8F-5471-0BA081AD254F}"/>
          </ac:spMkLst>
        </pc:spChg>
        <pc:spChg chg="add mod">
          <ac:chgData name="Mohammad Salman" userId="cfd6754c-e613-4f6f-bb98-36aef69d8c31" providerId="ADAL" clId="{990299EA-3706-4963-9607-B363693B7908}" dt="2023-10-17T08:01:13.143" v="22576"/>
          <ac:spMkLst>
            <pc:docMk/>
            <pc:sldMk cId="291917839" sldId="321"/>
            <ac:spMk id="3" creationId="{A3E7A300-E2D1-F2C5-D58C-479DDBE0E8D0}"/>
          </ac:spMkLst>
        </pc:spChg>
        <pc:spChg chg="mod">
          <ac:chgData name="Mohammad Salman" userId="cfd6754c-e613-4f6f-bb98-36aef69d8c31" providerId="ADAL" clId="{990299EA-3706-4963-9607-B363693B7908}" dt="2023-10-16T09:20:08.264" v="14595" actId="20577"/>
          <ac:spMkLst>
            <pc:docMk/>
            <pc:sldMk cId="291917839" sldId="321"/>
            <ac:spMk id="5" creationId="{7BBE654C-4536-BD42-F314-6A27CBBC7225}"/>
          </ac:spMkLst>
        </pc:spChg>
        <pc:spChg chg="del">
          <ac:chgData name="Mohammad Salman" userId="cfd6754c-e613-4f6f-bb98-36aef69d8c31" providerId="ADAL" clId="{990299EA-3706-4963-9607-B363693B7908}" dt="2023-10-16T09:20:35.131" v="14652" actId="478"/>
          <ac:spMkLst>
            <pc:docMk/>
            <pc:sldMk cId="291917839" sldId="321"/>
            <ac:spMk id="6" creationId="{945CDC59-34D2-EE14-7ECF-F7A923E2E3DD}"/>
          </ac:spMkLst>
        </pc:spChg>
        <pc:spChg chg="add mod">
          <ac:chgData name="Mohammad Salman" userId="cfd6754c-e613-4f6f-bb98-36aef69d8c31" providerId="ADAL" clId="{990299EA-3706-4963-9607-B363693B7908}" dt="2023-10-16T09:59:38.667" v="15430" actId="20577"/>
          <ac:spMkLst>
            <pc:docMk/>
            <pc:sldMk cId="291917839" sldId="321"/>
            <ac:spMk id="7" creationId="{CA5883F2-D569-9B5D-23E3-C85DD7E2201A}"/>
          </ac:spMkLst>
        </pc:spChg>
        <pc:spChg chg="del">
          <ac:chgData name="Mohammad Salman" userId="cfd6754c-e613-4f6f-bb98-36aef69d8c31" providerId="ADAL" clId="{990299EA-3706-4963-9607-B363693B7908}" dt="2023-10-16T09:56:42.372" v="15341" actId="21"/>
          <ac:spMkLst>
            <pc:docMk/>
            <pc:sldMk cId="291917839" sldId="321"/>
            <ac:spMk id="25" creationId="{2ECE183A-5393-D70E-DC13-067518AB028F}"/>
          </ac:spMkLst>
        </pc:spChg>
        <pc:cxnChg chg="del">
          <ac:chgData name="Mohammad Salman" userId="cfd6754c-e613-4f6f-bb98-36aef69d8c31" providerId="ADAL" clId="{990299EA-3706-4963-9607-B363693B7908}" dt="2023-10-16T09:56:42.372" v="15341" actId="21"/>
          <ac:cxnSpMkLst>
            <pc:docMk/>
            <pc:sldMk cId="291917839" sldId="321"/>
            <ac:cxnSpMk id="22" creationId="{0786FF9F-DA7B-4FB1-F93F-BE19C8E4BF9A}"/>
          </ac:cxnSpMkLst>
        </pc:cxnChg>
        <pc:cxnChg chg="del">
          <ac:chgData name="Mohammad Salman" userId="cfd6754c-e613-4f6f-bb98-36aef69d8c31" providerId="ADAL" clId="{990299EA-3706-4963-9607-B363693B7908}" dt="2023-10-16T09:56:42.372" v="15341" actId="21"/>
          <ac:cxnSpMkLst>
            <pc:docMk/>
            <pc:sldMk cId="291917839" sldId="321"/>
            <ac:cxnSpMk id="23" creationId="{C15D06F4-8607-0CD5-AF62-542E9CA32016}"/>
          </ac:cxnSpMkLst>
        </pc:cxnChg>
        <pc:cxnChg chg="del">
          <ac:chgData name="Mohammad Salman" userId="cfd6754c-e613-4f6f-bb98-36aef69d8c31" providerId="ADAL" clId="{990299EA-3706-4963-9607-B363693B7908}" dt="2023-10-16T09:56:42.372" v="15341" actId="21"/>
          <ac:cxnSpMkLst>
            <pc:docMk/>
            <pc:sldMk cId="291917839" sldId="321"/>
            <ac:cxnSpMk id="24" creationId="{09C35033-DB1E-C2CA-FB8A-180A77806695}"/>
          </ac:cxnSpMkLst>
        </pc:cxnChg>
      </pc:sldChg>
      <pc:sldChg chg="addSp delSp modSp add mod">
        <pc:chgData name="Mohammad Salman" userId="cfd6754c-e613-4f6f-bb98-36aef69d8c31" providerId="ADAL" clId="{990299EA-3706-4963-9607-B363693B7908}" dt="2023-10-16T09:59:44.039" v="15433" actId="20577"/>
        <pc:sldMkLst>
          <pc:docMk/>
          <pc:sldMk cId="1585524205" sldId="322"/>
        </pc:sldMkLst>
        <pc:spChg chg="del">
          <ac:chgData name="Mohammad Salman" userId="cfd6754c-e613-4f6f-bb98-36aef69d8c31" providerId="ADAL" clId="{990299EA-3706-4963-9607-B363693B7908}" dt="2023-10-16T09:20:14.765" v="14597" actId="478"/>
          <ac:spMkLst>
            <pc:docMk/>
            <pc:sldMk cId="1585524205" sldId="322"/>
            <ac:spMk id="3" creationId="{76611EC6-C2F3-EA8F-5471-0BA081AD254F}"/>
          </ac:spMkLst>
        </pc:spChg>
        <pc:spChg chg="mod">
          <ac:chgData name="Mohammad Salman" userId="cfd6754c-e613-4f6f-bb98-36aef69d8c31" providerId="ADAL" clId="{990299EA-3706-4963-9607-B363693B7908}" dt="2023-10-16T09:20:28.889" v="14650" actId="1076"/>
          <ac:spMkLst>
            <pc:docMk/>
            <pc:sldMk cId="1585524205" sldId="322"/>
            <ac:spMk id="5" creationId="{7BBE654C-4536-BD42-F314-6A27CBBC7225}"/>
          </ac:spMkLst>
        </pc:spChg>
        <pc:spChg chg="del">
          <ac:chgData name="Mohammad Salman" userId="cfd6754c-e613-4f6f-bb98-36aef69d8c31" providerId="ADAL" clId="{990299EA-3706-4963-9607-B363693B7908}" dt="2023-10-16T09:20:33.760" v="14651" actId="478"/>
          <ac:spMkLst>
            <pc:docMk/>
            <pc:sldMk cId="1585524205" sldId="322"/>
            <ac:spMk id="6" creationId="{945CDC59-34D2-EE14-7ECF-F7A923E2E3DD}"/>
          </ac:spMkLst>
        </pc:spChg>
        <pc:spChg chg="add mod">
          <ac:chgData name="Mohammad Salman" userId="cfd6754c-e613-4f6f-bb98-36aef69d8c31" providerId="ADAL" clId="{990299EA-3706-4963-9607-B363693B7908}" dt="2023-10-16T09:59:44.039" v="15433" actId="20577"/>
          <ac:spMkLst>
            <pc:docMk/>
            <pc:sldMk cId="1585524205" sldId="322"/>
            <ac:spMk id="7" creationId="{21E0DA78-EFCF-5419-1EA3-01E91847D862}"/>
          </ac:spMkLst>
        </pc:spChg>
        <pc:spChg chg="del">
          <ac:chgData name="Mohammad Salman" userId="cfd6754c-e613-4f6f-bb98-36aef69d8c31" providerId="ADAL" clId="{990299EA-3706-4963-9607-B363693B7908}" dt="2023-10-16T09:57:20.890" v="15348" actId="478"/>
          <ac:spMkLst>
            <pc:docMk/>
            <pc:sldMk cId="1585524205" sldId="322"/>
            <ac:spMk id="25" creationId="{2ECE183A-5393-D70E-DC13-067518AB028F}"/>
          </ac:spMkLst>
        </pc:spChg>
        <pc:cxnChg chg="del">
          <ac:chgData name="Mohammad Salman" userId="cfd6754c-e613-4f6f-bb98-36aef69d8c31" providerId="ADAL" clId="{990299EA-3706-4963-9607-B363693B7908}" dt="2023-10-16T09:57:20.890" v="15348" actId="478"/>
          <ac:cxnSpMkLst>
            <pc:docMk/>
            <pc:sldMk cId="1585524205" sldId="322"/>
            <ac:cxnSpMk id="22" creationId="{0786FF9F-DA7B-4FB1-F93F-BE19C8E4BF9A}"/>
          </ac:cxnSpMkLst>
        </pc:cxnChg>
        <pc:cxnChg chg="del">
          <ac:chgData name="Mohammad Salman" userId="cfd6754c-e613-4f6f-bb98-36aef69d8c31" providerId="ADAL" clId="{990299EA-3706-4963-9607-B363693B7908}" dt="2023-10-16T09:57:20.890" v="15348" actId="478"/>
          <ac:cxnSpMkLst>
            <pc:docMk/>
            <pc:sldMk cId="1585524205" sldId="322"/>
            <ac:cxnSpMk id="23" creationId="{C15D06F4-8607-0CD5-AF62-542E9CA32016}"/>
          </ac:cxnSpMkLst>
        </pc:cxnChg>
        <pc:cxnChg chg="del">
          <ac:chgData name="Mohammad Salman" userId="cfd6754c-e613-4f6f-bb98-36aef69d8c31" providerId="ADAL" clId="{990299EA-3706-4963-9607-B363693B7908}" dt="2023-10-16T09:57:20.890" v="15348" actId="478"/>
          <ac:cxnSpMkLst>
            <pc:docMk/>
            <pc:sldMk cId="1585524205" sldId="322"/>
            <ac:cxnSpMk id="24" creationId="{09C35033-DB1E-C2CA-FB8A-180A77806695}"/>
          </ac:cxnSpMkLst>
        </pc:cxnChg>
      </pc:sldChg>
      <pc:sldChg chg="addSp delSp modSp add mod">
        <pc:chgData name="Mohammad Salman" userId="cfd6754c-e613-4f6f-bb98-36aef69d8c31" providerId="ADAL" clId="{990299EA-3706-4963-9607-B363693B7908}" dt="2023-10-16T14:27:33.598" v="16424" actId="20577"/>
        <pc:sldMkLst>
          <pc:docMk/>
          <pc:sldMk cId="3345569893" sldId="323"/>
        </pc:sldMkLst>
        <pc:spChg chg="add del mod">
          <ac:chgData name="Mohammad Salman" userId="cfd6754c-e613-4f6f-bb98-36aef69d8c31" providerId="ADAL" clId="{990299EA-3706-4963-9607-B363693B7908}" dt="2023-10-16T09:57:30.123" v="15349" actId="478"/>
          <ac:spMkLst>
            <pc:docMk/>
            <pc:sldMk cId="3345569893" sldId="323"/>
            <ac:spMk id="3" creationId="{876CFDCC-5175-BFA3-A318-0DF0F09FCC30}"/>
          </ac:spMkLst>
        </pc:spChg>
        <pc:spChg chg="mod">
          <ac:chgData name="Mohammad Salman" userId="cfd6754c-e613-4f6f-bb98-36aef69d8c31" providerId="ADAL" clId="{990299EA-3706-4963-9607-B363693B7908}" dt="2023-10-16T14:27:33.598" v="16424" actId="20577"/>
          <ac:spMkLst>
            <pc:docMk/>
            <pc:sldMk cId="3345569893" sldId="323"/>
            <ac:spMk id="5" creationId="{7BBE654C-4536-BD42-F314-6A27CBBC7225}"/>
          </ac:spMkLst>
        </pc:spChg>
        <pc:spChg chg="add del mod">
          <ac:chgData name="Mohammad Salman" userId="cfd6754c-e613-4f6f-bb98-36aef69d8c31" providerId="ADAL" clId="{990299EA-3706-4963-9607-B363693B7908}" dt="2023-10-16T09:57:51.762" v="15385" actId="478"/>
          <ac:spMkLst>
            <pc:docMk/>
            <pc:sldMk cId="3345569893" sldId="323"/>
            <ac:spMk id="6" creationId="{392F0FBF-E86A-4529-417F-17065088A07B}"/>
          </ac:spMkLst>
        </pc:spChg>
        <pc:spChg chg="add mod">
          <ac:chgData name="Mohammad Salman" userId="cfd6754c-e613-4f6f-bb98-36aef69d8c31" providerId="ADAL" clId="{990299EA-3706-4963-9607-B363693B7908}" dt="2023-10-16T09:59:12.335" v="15407"/>
          <ac:spMkLst>
            <pc:docMk/>
            <pc:sldMk cId="3345569893" sldId="323"/>
            <ac:spMk id="7" creationId="{821D5CCA-B819-A762-A647-672537286CFD}"/>
          </ac:spMkLst>
        </pc:spChg>
        <pc:spChg chg="del">
          <ac:chgData name="Mohammad Salman" userId="cfd6754c-e613-4f6f-bb98-36aef69d8c31" providerId="ADAL" clId="{990299EA-3706-4963-9607-B363693B7908}" dt="2023-10-16T09:57:30.123" v="15349" actId="478"/>
          <ac:spMkLst>
            <pc:docMk/>
            <pc:sldMk cId="3345569893" sldId="323"/>
            <ac:spMk id="25" creationId="{2ECE183A-5393-D70E-DC13-067518AB028F}"/>
          </ac:spMkLst>
        </pc:spChg>
        <pc:cxnChg chg="del">
          <ac:chgData name="Mohammad Salman" userId="cfd6754c-e613-4f6f-bb98-36aef69d8c31" providerId="ADAL" clId="{990299EA-3706-4963-9607-B363693B7908}" dt="2023-10-16T09:57:30.123" v="15349" actId="478"/>
          <ac:cxnSpMkLst>
            <pc:docMk/>
            <pc:sldMk cId="3345569893" sldId="323"/>
            <ac:cxnSpMk id="22" creationId="{0786FF9F-DA7B-4FB1-F93F-BE19C8E4BF9A}"/>
          </ac:cxnSpMkLst>
        </pc:cxnChg>
        <pc:cxnChg chg="del">
          <ac:chgData name="Mohammad Salman" userId="cfd6754c-e613-4f6f-bb98-36aef69d8c31" providerId="ADAL" clId="{990299EA-3706-4963-9607-B363693B7908}" dt="2023-10-16T09:57:30.123" v="15349" actId="478"/>
          <ac:cxnSpMkLst>
            <pc:docMk/>
            <pc:sldMk cId="3345569893" sldId="323"/>
            <ac:cxnSpMk id="23" creationId="{C15D06F4-8607-0CD5-AF62-542E9CA32016}"/>
          </ac:cxnSpMkLst>
        </pc:cxnChg>
        <pc:cxnChg chg="del">
          <ac:chgData name="Mohammad Salman" userId="cfd6754c-e613-4f6f-bb98-36aef69d8c31" providerId="ADAL" clId="{990299EA-3706-4963-9607-B363693B7908}" dt="2023-10-16T09:57:30.123" v="15349" actId="478"/>
          <ac:cxnSpMkLst>
            <pc:docMk/>
            <pc:sldMk cId="3345569893" sldId="323"/>
            <ac:cxnSpMk id="24" creationId="{09C35033-DB1E-C2CA-FB8A-180A77806695}"/>
          </ac:cxnSpMkLst>
        </pc:cxnChg>
      </pc:sldChg>
      <pc:sldChg chg="addSp delSp modSp add mod delAnim modAnim modNotesTx">
        <pc:chgData name="Mohammad Salman" userId="cfd6754c-e613-4f6f-bb98-36aef69d8c31" providerId="ADAL" clId="{990299EA-3706-4963-9607-B363693B7908}" dt="2023-10-16T14:33:53.380" v="16449" actId="122"/>
        <pc:sldMkLst>
          <pc:docMk/>
          <pc:sldMk cId="4096286399" sldId="324"/>
        </pc:sldMkLst>
        <pc:spChg chg="del">
          <ac:chgData name="Mohammad Salman" userId="cfd6754c-e613-4f6f-bb98-36aef69d8c31" providerId="ADAL" clId="{990299EA-3706-4963-9607-B363693B7908}" dt="2023-10-16T09:33:02.517" v="14887" actId="478"/>
          <ac:spMkLst>
            <pc:docMk/>
            <pc:sldMk cId="4096286399" sldId="324"/>
            <ac:spMk id="3" creationId="{876CFDCC-5175-BFA3-A318-0DF0F09FCC30}"/>
          </ac:spMkLst>
        </pc:spChg>
        <pc:spChg chg="mod">
          <ac:chgData name="Mohammad Salman" userId="cfd6754c-e613-4f6f-bb98-36aef69d8c31" providerId="ADAL" clId="{990299EA-3706-4963-9607-B363693B7908}" dt="2023-10-16T09:32:55.012" v="14885" actId="20577"/>
          <ac:spMkLst>
            <pc:docMk/>
            <pc:sldMk cId="4096286399" sldId="324"/>
            <ac:spMk id="4" creationId="{7494D29B-C0CF-B00F-FE8D-C6499490B3B8}"/>
          </ac:spMkLst>
        </pc:spChg>
        <pc:spChg chg="add del mod">
          <ac:chgData name="Mohammad Salman" userId="cfd6754c-e613-4f6f-bb98-36aef69d8c31" providerId="ADAL" clId="{990299EA-3706-4963-9607-B363693B7908}" dt="2023-10-16T09:33:30.113" v="14894" actId="478"/>
          <ac:spMkLst>
            <pc:docMk/>
            <pc:sldMk cId="4096286399" sldId="324"/>
            <ac:spMk id="5" creationId="{7BBE654C-4536-BD42-F314-6A27CBBC7225}"/>
          </ac:spMkLst>
        </pc:spChg>
        <pc:spChg chg="add mod">
          <ac:chgData name="Mohammad Salman" userId="cfd6754c-e613-4f6f-bb98-36aef69d8c31" providerId="ADAL" clId="{990299EA-3706-4963-9607-B363693B7908}" dt="2023-10-16T10:01:30.766" v="15450" actId="20577"/>
          <ac:spMkLst>
            <pc:docMk/>
            <pc:sldMk cId="4096286399" sldId="324"/>
            <ac:spMk id="9" creationId="{35F9E180-2692-55C6-17F1-5A558629BA23}"/>
          </ac:spMkLst>
        </pc:spChg>
        <pc:spChg chg="del">
          <ac:chgData name="Mohammad Salman" userId="cfd6754c-e613-4f6f-bb98-36aef69d8c31" providerId="ADAL" clId="{990299EA-3706-4963-9607-B363693B7908}" dt="2023-10-16T10:00:49.920" v="15437" actId="478"/>
          <ac:spMkLst>
            <pc:docMk/>
            <pc:sldMk cId="4096286399" sldId="324"/>
            <ac:spMk id="25" creationId="{2ECE183A-5393-D70E-DC13-067518AB028F}"/>
          </ac:spMkLst>
        </pc:spChg>
        <pc:graphicFrameChg chg="del">
          <ac:chgData name="Mohammad Salman" userId="cfd6754c-e613-4f6f-bb98-36aef69d8c31" providerId="ADAL" clId="{990299EA-3706-4963-9607-B363693B7908}" dt="2023-10-16T09:32:59.942" v="14886" actId="478"/>
          <ac:graphicFrameMkLst>
            <pc:docMk/>
            <pc:sldMk cId="4096286399" sldId="324"/>
            <ac:graphicFrameMk id="2" creationId="{CEEE72C9-6044-8724-FFBF-084B69D20450}"/>
          </ac:graphicFrameMkLst>
        </pc:graphicFrameChg>
        <pc:graphicFrameChg chg="add del mod modGraphic">
          <ac:chgData name="Mohammad Salman" userId="cfd6754c-e613-4f6f-bb98-36aef69d8c31" providerId="ADAL" clId="{990299EA-3706-4963-9607-B363693B7908}" dt="2023-10-16T10:11:01.465" v="15759" actId="478"/>
          <ac:graphicFrameMkLst>
            <pc:docMk/>
            <pc:sldMk cId="4096286399" sldId="324"/>
            <ac:graphicFrameMk id="6" creationId="{5EA7EC70-1988-785C-7280-EC171D676FCA}"/>
          </ac:graphicFrameMkLst>
        </pc:graphicFrameChg>
        <pc:graphicFrameChg chg="add del mod modGraphic">
          <ac:chgData name="Mohammad Salman" userId="cfd6754c-e613-4f6f-bb98-36aef69d8c31" providerId="ADAL" clId="{990299EA-3706-4963-9607-B363693B7908}" dt="2023-10-16T09:34:11.575" v="14912" actId="21"/>
          <ac:graphicFrameMkLst>
            <pc:docMk/>
            <pc:sldMk cId="4096286399" sldId="324"/>
            <ac:graphicFrameMk id="7" creationId="{C5D96203-E11A-E0EE-7766-A22BA7C1ADDC}"/>
          </ac:graphicFrameMkLst>
        </pc:graphicFrameChg>
        <pc:graphicFrameChg chg="add mod modGraphic">
          <ac:chgData name="Mohammad Salman" userId="cfd6754c-e613-4f6f-bb98-36aef69d8c31" providerId="ADAL" clId="{990299EA-3706-4963-9607-B363693B7908}" dt="2023-10-16T14:33:53.380" v="16449" actId="122"/>
          <ac:graphicFrameMkLst>
            <pc:docMk/>
            <pc:sldMk cId="4096286399" sldId="324"/>
            <ac:graphicFrameMk id="8" creationId="{79FB9871-D81E-F74A-4417-0ADE4509F9B7}"/>
          </ac:graphicFrameMkLst>
        </pc:graphicFrameChg>
        <pc:cxnChg chg="del">
          <ac:chgData name="Mohammad Salman" userId="cfd6754c-e613-4f6f-bb98-36aef69d8c31" providerId="ADAL" clId="{990299EA-3706-4963-9607-B363693B7908}" dt="2023-10-16T10:00:49.920" v="15437" actId="478"/>
          <ac:cxnSpMkLst>
            <pc:docMk/>
            <pc:sldMk cId="4096286399" sldId="324"/>
            <ac:cxnSpMk id="22" creationId="{0786FF9F-DA7B-4FB1-F93F-BE19C8E4BF9A}"/>
          </ac:cxnSpMkLst>
        </pc:cxnChg>
        <pc:cxnChg chg="del">
          <ac:chgData name="Mohammad Salman" userId="cfd6754c-e613-4f6f-bb98-36aef69d8c31" providerId="ADAL" clId="{990299EA-3706-4963-9607-B363693B7908}" dt="2023-10-16T10:00:49.920" v="15437" actId="478"/>
          <ac:cxnSpMkLst>
            <pc:docMk/>
            <pc:sldMk cId="4096286399" sldId="324"/>
            <ac:cxnSpMk id="23" creationId="{C15D06F4-8607-0CD5-AF62-542E9CA32016}"/>
          </ac:cxnSpMkLst>
        </pc:cxnChg>
        <pc:cxnChg chg="del">
          <ac:chgData name="Mohammad Salman" userId="cfd6754c-e613-4f6f-bb98-36aef69d8c31" providerId="ADAL" clId="{990299EA-3706-4963-9607-B363693B7908}" dt="2023-10-16T10:00:49.920" v="15437" actId="478"/>
          <ac:cxnSpMkLst>
            <pc:docMk/>
            <pc:sldMk cId="4096286399" sldId="324"/>
            <ac:cxnSpMk id="24" creationId="{09C35033-DB1E-C2CA-FB8A-180A77806695}"/>
          </ac:cxnSpMkLst>
        </pc:cxnChg>
      </pc:sldChg>
      <pc:sldChg chg="addSp delSp modSp add mod ord">
        <pc:chgData name="Mohammad Salman" userId="cfd6754c-e613-4f6f-bb98-36aef69d8c31" providerId="ADAL" clId="{990299EA-3706-4963-9607-B363693B7908}" dt="2023-10-16T10:01:19.682" v="15449" actId="20577"/>
        <pc:sldMkLst>
          <pc:docMk/>
          <pc:sldMk cId="3029427694" sldId="325"/>
        </pc:sldMkLst>
        <pc:spChg chg="add mod">
          <ac:chgData name="Mohammad Salman" userId="cfd6754c-e613-4f6f-bb98-36aef69d8c31" providerId="ADAL" clId="{990299EA-3706-4963-9607-B363693B7908}" dt="2023-10-16T10:01:19.682" v="15449" actId="20577"/>
          <ac:spMkLst>
            <pc:docMk/>
            <pc:sldMk cId="3029427694" sldId="325"/>
            <ac:spMk id="2" creationId="{EE2A034D-A185-D5D6-D7F1-D20A944ECFD7}"/>
          </ac:spMkLst>
        </pc:spChg>
        <pc:spChg chg="del">
          <ac:chgData name="Mohammad Salman" userId="cfd6754c-e613-4f6f-bb98-36aef69d8c31" providerId="ADAL" clId="{990299EA-3706-4963-9607-B363693B7908}" dt="2023-10-16T10:00:08.828" v="15434" actId="478"/>
          <ac:spMkLst>
            <pc:docMk/>
            <pc:sldMk cId="3029427694" sldId="325"/>
            <ac:spMk id="25" creationId="{2ECE183A-5393-D70E-DC13-067518AB028F}"/>
          </ac:spMkLst>
        </pc:spChg>
        <pc:cxnChg chg="del">
          <ac:chgData name="Mohammad Salman" userId="cfd6754c-e613-4f6f-bb98-36aef69d8c31" providerId="ADAL" clId="{990299EA-3706-4963-9607-B363693B7908}" dt="2023-10-16T10:00:08.828" v="15434" actId="478"/>
          <ac:cxnSpMkLst>
            <pc:docMk/>
            <pc:sldMk cId="3029427694" sldId="325"/>
            <ac:cxnSpMk id="22" creationId="{0786FF9F-DA7B-4FB1-F93F-BE19C8E4BF9A}"/>
          </ac:cxnSpMkLst>
        </pc:cxnChg>
        <pc:cxnChg chg="del">
          <ac:chgData name="Mohammad Salman" userId="cfd6754c-e613-4f6f-bb98-36aef69d8c31" providerId="ADAL" clId="{990299EA-3706-4963-9607-B363693B7908}" dt="2023-10-16T10:00:08.828" v="15434" actId="478"/>
          <ac:cxnSpMkLst>
            <pc:docMk/>
            <pc:sldMk cId="3029427694" sldId="325"/>
            <ac:cxnSpMk id="23" creationId="{C15D06F4-8607-0CD5-AF62-542E9CA32016}"/>
          </ac:cxnSpMkLst>
        </pc:cxnChg>
        <pc:cxnChg chg="del">
          <ac:chgData name="Mohammad Salman" userId="cfd6754c-e613-4f6f-bb98-36aef69d8c31" providerId="ADAL" clId="{990299EA-3706-4963-9607-B363693B7908}" dt="2023-10-16T10:00:08.828" v="15434" actId="478"/>
          <ac:cxnSpMkLst>
            <pc:docMk/>
            <pc:sldMk cId="3029427694" sldId="325"/>
            <ac:cxnSpMk id="24" creationId="{09C35033-DB1E-C2CA-FB8A-180A77806695}"/>
          </ac:cxnSpMkLst>
        </pc:cxnChg>
      </pc:sldChg>
      <pc:sldChg chg="add del">
        <pc:chgData name="Mohammad Salman" userId="cfd6754c-e613-4f6f-bb98-36aef69d8c31" providerId="ADAL" clId="{990299EA-3706-4963-9607-B363693B7908}" dt="2023-10-16T09:39:15.199" v="15096" actId="47"/>
        <pc:sldMkLst>
          <pc:docMk/>
          <pc:sldMk cId="3407778388" sldId="326"/>
        </pc:sldMkLst>
      </pc:sldChg>
      <pc:sldChg chg="addSp delSp modSp add mod delAnim modAnim modNotesTx">
        <pc:chgData name="Mohammad Salman" userId="cfd6754c-e613-4f6f-bb98-36aef69d8c31" providerId="ADAL" clId="{990299EA-3706-4963-9607-B363693B7908}" dt="2023-10-17T08:17:04.611" v="22651" actId="20577"/>
        <pc:sldMkLst>
          <pc:docMk/>
          <pc:sldMk cId="2441102545" sldId="327"/>
        </pc:sldMkLst>
        <pc:spChg chg="add del mod">
          <ac:chgData name="Mohammad Salman" userId="cfd6754c-e613-4f6f-bb98-36aef69d8c31" providerId="ADAL" clId="{990299EA-3706-4963-9607-B363693B7908}" dt="2023-10-16T10:00:53.427" v="15439" actId="478"/>
          <ac:spMkLst>
            <pc:docMk/>
            <pc:sldMk cId="2441102545" sldId="327"/>
            <ac:spMk id="2" creationId="{83CFC252-99FA-D2F7-34D3-E9FC5259222E}"/>
          </ac:spMkLst>
        </pc:spChg>
        <pc:spChg chg="add del mod">
          <ac:chgData name="Mohammad Salman" userId="cfd6754c-e613-4f6f-bb98-36aef69d8c31" providerId="ADAL" clId="{990299EA-3706-4963-9607-B363693B7908}" dt="2023-10-16T10:02:39.916" v="15456" actId="478"/>
          <ac:spMkLst>
            <pc:docMk/>
            <pc:sldMk cId="2441102545" sldId="327"/>
            <ac:spMk id="3" creationId="{CCB733C1-C724-713A-57F8-51CA51B67CE5}"/>
          </ac:spMkLst>
        </pc:spChg>
        <pc:spChg chg="add mod">
          <ac:chgData name="Mohammad Salman" userId="cfd6754c-e613-4f6f-bb98-36aef69d8c31" providerId="ADAL" clId="{990299EA-3706-4963-9607-B363693B7908}" dt="2023-10-16T10:01:35.852" v="15451" actId="20577"/>
          <ac:spMkLst>
            <pc:docMk/>
            <pc:sldMk cId="2441102545" sldId="327"/>
            <ac:spMk id="5" creationId="{7AC65570-7264-B8D0-9D63-4E14A409289A}"/>
          </ac:spMkLst>
        </pc:spChg>
        <pc:spChg chg="add mod">
          <ac:chgData name="Mohammad Salman" userId="cfd6754c-e613-4f6f-bb98-36aef69d8c31" providerId="ADAL" clId="{990299EA-3706-4963-9607-B363693B7908}" dt="2023-10-16T10:02:51.550" v="15461" actId="1076"/>
          <ac:spMkLst>
            <pc:docMk/>
            <pc:sldMk cId="2441102545" sldId="327"/>
            <ac:spMk id="7" creationId="{03DF2513-37D6-BA6B-8D43-E58192D25C2D}"/>
          </ac:spMkLst>
        </pc:spChg>
        <pc:spChg chg="del">
          <ac:chgData name="Mohammad Salman" userId="cfd6754c-e613-4f6f-bb98-36aef69d8c31" providerId="ADAL" clId="{990299EA-3706-4963-9607-B363693B7908}" dt="2023-10-16T10:00:53.427" v="15439" actId="478"/>
          <ac:spMkLst>
            <pc:docMk/>
            <pc:sldMk cId="2441102545" sldId="327"/>
            <ac:spMk id="25" creationId="{2ECE183A-5393-D70E-DC13-067518AB028F}"/>
          </ac:spMkLst>
        </pc:spChg>
        <pc:graphicFrameChg chg="del">
          <ac:chgData name="Mohammad Salman" userId="cfd6754c-e613-4f6f-bb98-36aef69d8c31" providerId="ADAL" clId="{990299EA-3706-4963-9607-B363693B7908}" dt="2023-10-16T10:11:05.318" v="15760" actId="478"/>
          <ac:graphicFrameMkLst>
            <pc:docMk/>
            <pc:sldMk cId="2441102545" sldId="327"/>
            <ac:graphicFrameMk id="6" creationId="{5EA7EC70-1988-785C-7280-EC171D676FCA}"/>
          </ac:graphicFrameMkLst>
        </pc:graphicFrameChg>
        <pc:graphicFrameChg chg="modGraphic">
          <ac:chgData name="Mohammad Salman" userId="cfd6754c-e613-4f6f-bb98-36aef69d8c31" providerId="ADAL" clId="{990299EA-3706-4963-9607-B363693B7908}" dt="2023-10-16T14:33:40.576" v="16445" actId="120"/>
          <ac:graphicFrameMkLst>
            <pc:docMk/>
            <pc:sldMk cId="2441102545" sldId="327"/>
            <ac:graphicFrameMk id="8" creationId="{79FB9871-D81E-F74A-4417-0ADE4509F9B7}"/>
          </ac:graphicFrameMkLst>
        </pc:graphicFrameChg>
        <pc:cxnChg chg="del">
          <ac:chgData name="Mohammad Salman" userId="cfd6754c-e613-4f6f-bb98-36aef69d8c31" providerId="ADAL" clId="{990299EA-3706-4963-9607-B363693B7908}" dt="2023-10-16T10:00:53.427" v="15439" actId="478"/>
          <ac:cxnSpMkLst>
            <pc:docMk/>
            <pc:sldMk cId="2441102545" sldId="327"/>
            <ac:cxnSpMk id="22" creationId="{0786FF9F-DA7B-4FB1-F93F-BE19C8E4BF9A}"/>
          </ac:cxnSpMkLst>
        </pc:cxnChg>
        <pc:cxnChg chg="del">
          <ac:chgData name="Mohammad Salman" userId="cfd6754c-e613-4f6f-bb98-36aef69d8c31" providerId="ADAL" clId="{990299EA-3706-4963-9607-B363693B7908}" dt="2023-10-16T10:00:53.427" v="15439" actId="478"/>
          <ac:cxnSpMkLst>
            <pc:docMk/>
            <pc:sldMk cId="2441102545" sldId="327"/>
            <ac:cxnSpMk id="23" creationId="{C15D06F4-8607-0CD5-AF62-542E9CA32016}"/>
          </ac:cxnSpMkLst>
        </pc:cxnChg>
        <pc:cxnChg chg="del">
          <ac:chgData name="Mohammad Salman" userId="cfd6754c-e613-4f6f-bb98-36aef69d8c31" providerId="ADAL" clId="{990299EA-3706-4963-9607-B363693B7908}" dt="2023-10-16T10:00:53.427" v="15439" actId="478"/>
          <ac:cxnSpMkLst>
            <pc:docMk/>
            <pc:sldMk cId="2441102545" sldId="327"/>
            <ac:cxnSpMk id="24" creationId="{09C35033-DB1E-C2CA-FB8A-180A77806695}"/>
          </ac:cxnSpMkLst>
        </pc:cxnChg>
      </pc:sldChg>
      <pc:sldChg chg="addSp delSp modSp add mod delAnim modAnim modNotesTx">
        <pc:chgData name="Mohammad Salman" userId="cfd6754c-e613-4f6f-bb98-36aef69d8c31" providerId="ADAL" clId="{990299EA-3706-4963-9607-B363693B7908}" dt="2023-10-17T08:17:36.567" v="22652"/>
        <pc:sldMkLst>
          <pc:docMk/>
          <pc:sldMk cId="3799930638" sldId="328"/>
        </pc:sldMkLst>
        <pc:spChg chg="del">
          <ac:chgData name="Mohammad Salman" userId="cfd6754c-e613-4f6f-bb98-36aef69d8c31" providerId="ADAL" clId="{990299EA-3706-4963-9607-B363693B7908}" dt="2023-10-16T10:00:58.561" v="15441" actId="478"/>
          <ac:spMkLst>
            <pc:docMk/>
            <pc:sldMk cId="3799930638" sldId="328"/>
            <ac:spMk id="2" creationId="{83CFC252-99FA-D2F7-34D3-E9FC5259222E}"/>
          </ac:spMkLst>
        </pc:spChg>
        <pc:spChg chg="mod">
          <ac:chgData name="Mohammad Salman" userId="cfd6754c-e613-4f6f-bb98-36aef69d8c31" providerId="ADAL" clId="{990299EA-3706-4963-9607-B363693B7908}" dt="2023-10-16T09:37:22.943" v="14983" actId="14100"/>
          <ac:spMkLst>
            <pc:docMk/>
            <pc:sldMk cId="3799930638" sldId="328"/>
            <ac:spMk id="3" creationId="{CCB733C1-C724-713A-57F8-51CA51B67CE5}"/>
          </ac:spMkLst>
        </pc:spChg>
        <pc:spChg chg="add del mod">
          <ac:chgData name="Mohammad Salman" userId="cfd6754c-e613-4f6f-bb98-36aef69d8c31" providerId="ADAL" clId="{990299EA-3706-4963-9607-B363693B7908}" dt="2023-10-16T10:00:58.561" v="15441" actId="478"/>
          <ac:spMkLst>
            <pc:docMk/>
            <pc:sldMk cId="3799930638" sldId="328"/>
            <ac:spMk id="5" creationId="{AF96B041-2F70-E574-E48B-B5B8DCD1A4EC}"/>
          </ac:spMkLst>
        </pc:spChg>
        <pc:spChg chg="add mod">
          <ac:chgData name="Mohammad Salman" userId="cfd6754c-e613-4f6f-bb98-36aef69d8c31" providerId="ADAL" clId="{990299EA-3706-4963-9607-B363693B7908}" dt="2023-10-16T10:01:48.902" v="15452" actId="20577"/>
          <ac:spMkLst>
            <pc:docMk/>
            <pc:sldMk cId="3799930638" sldId="328"/>
            <ac:spMk id="10" creationId="{85585EA3-AB8B-FF79-CA26-9F9A56CEC91E}"/>
          </ac:spMkLst>
        </pc:spChg>
        <pc:spChg chg="add del mod">
          <ac:chgData name="Mohammad Salman" userId="cfd6754c-e613-4f6f-bb98-36aef69d8c31" providerId="ADAL" clId="{990299EA-3706-4963-9607-B363693B7908}" dt="2023-10-16T10:02:45.583" v="15459" actId="21"/>
          <ac:spMkLst>
            <pc:docMk/>
            <pc:sldMk cId="3799930638" sldId="328"/>
            <ac:spMk id="11" creationId="{1692A0F1-0138-C1FE-E5EF-661D01AE3DC1}"/>
          </ac:spMkLst>
        </pc:spChg>
        <pc:spChg chg="add mod">
          <ac:chgData name="Mohammad Salman" userId="cfd6754c-e613-4f6f-bb98-36aef69d8c31" providerId="ADAL" clId="{990299EA-3706-4963-9607-B363693B7908}" dt="2023-10-16T14:36:27.751" v="16453" actId="207"/>
          <ac:spMkLst>
            <pc:docMk/>
            <pc:sldMk cId="3799930638" sldId="328"/>
            <ac:spMk id="12" creationId="{57C1DFDF-6CBF-7541-3A0D-2FA9339FE99C}"/>
          </ac:spMkLst>
        </pc:spChg>
        <pc:spChg chg="add mod">
          <ac:chgData name="Mohammad Salman" userId="cfd6754c-e613-4f6f-bb98-36aef69d8c31" providerId="ADAL" clId="{990299EA-3706-4963-9607-B363693B7908}" dt="2023-10-16T14:38:56.416" v="16722" actId="113"/>
          <ac:spMkLst>
            <pc:docMk/>
            <pc:sldMk cId="3799930638" sldId="328"/>
            <ac:spMk id="14" creationId="{F85846E4-AEB4-A3B7-8EBF-DD83711E9EAA}"/>
          </ac:spMkLst>
        </pc:spChg>
        <pc:spChg chg="add mod">
          <ac:chgData name="Mohammad Salman" userId="cfd6754c-e613-4f6f-bb98-36aef69d8c31" providerId="ADAL" clId="{990299EA-3706-4963-9607-B363693B7908}" dt="2023-10-16T14:40:09.201" v="16790" actId="1076"/>
          <ac:spMkLst>
            <pc:docMk/>
            <pc:sldMk cId="3799930638" sldId="328"/>
            <ac:spMk id="15" creationId="{AE50DFF8-0CE9-71EC-A2FA-767C24588E31}"/>
          </ac:spMkLst>
        </pc:spChg>
        <pc:spChg chg="del">
          <ac:chgData name="Mohammad Salman" userId="cfd6754c-e613-4f6f-bb98-36aef69d8c31" providerId="ADAL" clId="{990299EA-3706-4963-9607-B363693B7908}" dt="2023-10-16T10:00:58.561" v="15441" actId="478"/>
          <ac:spMkLst>
            <pc:docMk/>
            <pc:sldMk cId="3799930638" sldId="328"/>
            <ac:spMk id="25" creationId="{2ECE183A-5393-D70E-DC13-067518AB028F}"/>
          </ac:spMkLst>
        </pc:spChg>
        <pc:graphicFrameChg chg="del">
          <ac:chgData name="Mohammad Salman" userId="cfd6754c-e613-4f6f-bb98-36aef69d8c31" providerId="ADAL" clId="{990299EA-3706-4963-9607-B363693B7908}" dt="2023-10-16T10:11:07.738" v="15761" actId="478"/>
          <ac:graphicFrameMkLst>
            <pc:docMk/>
            <pc:sldMk cId="3799930638" sldId="328"/>
            <ac:graphicFrameMk id="6" creationId="{5EA7EC70-1988-785C-7280-EC171D676FCA}"/>
          </ac:graphicFrameMkLst>
        </pc:graphicFrameChg>
        <pc:graphicFrameChg chg="modGraphic">
          <ac:chgData name="Mohammad Salman" userId="cfd6754c-e613-4f6f-bb98-36aef69d8c31" providerId="ADAL" clId="{990299EA-3706-4963-9607-B363693B7908}" dt="2023-10-16T14:33:38.886" v="16443" actId="120"/>
          <ac:graphicFrameMkLst>
            <pc:docMk/>
            <pc:sldMk cId="3799930638" sldId="328"/>
            <ac:graphicFrameMk id="8" creationId="{79FB9871-D81E-F74A-4417-0ADE4509F9B7}"/>
          </ac:graphicFrameMkLst>
        </pc:graphicFrameChg>
        <pc:cxnChg chg="del mod">
          <ac:chgData name="Mohammad Salman" userId="cfd6754c-e613-4f6f-bb98-36aef69d8c31" providerId="ADAL" clId="{990299EA-3706-4963-9607-B363693B7908}" dt="2023-10-16T10:00:58.561" v="15441" actId="478"/>
          <ac:cxnSpMkLst>
            <pc:docMk/>
            <pc:sldMk cId="3799930638" sldId="328"/>
            <ac:cxnSpMk id="22" creationId="{0786FF9F-DA7B-4FB1-F93F-BE19C8E4BF9A}"/>
          </ac:cxnSpMkLst>
        </pc:cxnChg>
        <pc:cxnChg chg="del mod">
          <ac:chgData name="Mohammad Salman" userId="cfd6754c-e613-4f6f-bb98-36aef69d8c31" providerId="ADAL" clId="{990299EA-3706-4963-9607-B363693B7908}" dt="2023-10-16T10:00:58.561" v="15441" actId="478"/>
          <ac:cxnSpMkLst>
            <pc:docMk/>
            <pc:sldMk cId="3799930638" sldId="328"/>
            <ac:cxnSpMk id="23" creationId="{C15D06F4-8607-0CD5-AF62-542E9CA32016}"/>
          </ac:cxnSpMkLst>
        </pc:cxnChg>
        <pc:cxnChg chg="del">
          <ac:chgData name="Mohammad Salman" userId="cfd6754c-e613-4f6f-bb98-36aef69d8c31" providerId="ADAL" clId="{990299EA-3706-4963-9607-B363693B7908}" dt="2023-10-16T10:00:58.561" v="15441" actId="478"/>
          <ac:cxnSpMkLst>
            <pc:docMk/>
            <pc:sldMk cId="3799930638" sldId="328"/>
            <ac:cxnSpMk id="24" creationId="{09C35033-DB1E-C2CA-FB8A-180A77806695}"/>
          </ac:cxnSpMkLst>
        </pc:cxnChg>
      </pc:sldChg>
      <pc:sldChg chg="addSp delSp modSp add mod delAnim modAnim modNotesTx">
        <pc:chgData name="Mohammad Salman" userId="cfd6754c-e613-4f6f-bb98-36aef69d8c31" providerId="ADAL" clId="{990299EA-3706-4963-9607-B363693B7908}" dt="2023-10-16T14:43:39.678" v="16792"/>
        <pc:sldMkLst>
          <pc:docMk/>
          <pc:sldMk cId="2660729053" sldId="329"/>
        </pc:sldMkLst>
        <pc:spChg chg="del">
          <ac:chgData name="Mohammad Salman" userId="cfd6754c-e613-4f6f-bb98-36aef69d8c31" providerId="ADAL" clId="{990299EA-3706-4963-9607-B363693B7908}" dt="2023-10-16T10:01:02.860" v="15443" actId="478"/>
          <ac:spMkLst>
            <pc:docMk/>
            <pc:sldMk cId="2660729053" sldId="329"/>
            <ac:spMk id="2" creationId="{83CFC252-99FA-D2F7-34D3-E9FC5259222E}"/>
          </ac:spMkLst>
        </pc:spChg>
        <pc:spChg chg="mod">
          <ac:chgData name="Mohammad Salman" userId="cfd6754c-e613-4f6f-bb98-36aef69d8c31" providerId="ADAL" clId="{990299EA-3706-4963-9607-B363693B7908}" dt="2023-10-16T09:38:03.125" v="14992" actId="1036"/>
          <ac:spMkLst>
            <pc:docMk/>
            <pc:sldMk cId="2660729053" sldId="329"/>
            <ac:spMk id="3" creationId="{CCB733C1-C724-713A-57F8-51CA51B67CE5}"/>
          </ac:spMkLst>
        </pc:spChg>
        <pc:spChg chg="del">
          <ac:chgData name="Mohammad Salman" userId="cfd6754c-e613-4f6f-bb98-36aef69d8c31" providerId="ADAL" clId="{990299EA-3706-4963-9607-B363693B7908}" dt="2023-10-16T10:01:02.860" v="15443" actId="478"/>
          <ac:spMkLst>
            <pc:docMk/>
            <pc:sldMk cId="2660729053" sldId="329"/>
            <ac:spMk id="5" creationId="{AF96B041-2F70-E574-E48B-B5B8DCD1A4EC}"/>
          </ac:spMkLst>
        </pc:spChg>
        <pc:spChg chg="add mod">
          <ac:chgData name="Mohammad Salman" userId="cfd6754c-e613-4f6f-bb98-36aef69d8c31" providerId="ADAL" clId="{990299EA-3706-4963-9607-B363693B7908}" dt="2023-10-16T10:02:12.602" v="15454" actId="20577"/>
          <ac:spMkLst>
            <pc:docMk/>
            <pc:sldMk cId="2660729053" sldId="329"/>
            <ac:spMk id="7" creationId="{22EC4F48-280E-6747-AFAC-FEBBD27230EE}"/>
          </ac:spMkLst>
        </pc:spChg>
        <pc:spChg chg="add mod">
          <ac:chgData name="Mohammad Salman" userId="cfd6754c-e613-4f6f-bb98-36aef69d8c31" providerId="ADAL" clId="{990299EA-3706-4963-9607-B363693B7908}" dt="2023-10-16T10:02:01.059" v="15453"/>
          <ac:spMkLst>
            <pc:docMk/>
            <pc:sldMk cId="2660729053" sldId="329"/>
            <ac:spMk id="9" creationId="{740AE222-2A74-CEDA-C20E-0EFE1AADEFF0}"/>
          </ac:spMkLst>
        </pc:spChg>
        <pc:spChg chg="add mod">
          <ac:chgData name="Mohammad Salman" userId="cfd6754c-e613-4f6f-bb98-36aef69d8c31" providerId="ADAL" clId="{990299EA-3706-4963-9607-B363693B7908}" dt="2023-10-16T14:43:39.678" v="16792"/>
          <ac:spMkLst>
            <pc:docMk/>
            <pc:sldMk cId="2660729053" sldId="329"/>
            <ac:spMk id="10" creationId="{99D35D6D-92C1-D0AD-2F9E-4A0DB2EDA999}"/>
          </ac:spMkLst>
        </pc:spChg>
        <pc:spChg chg="del">
          <ac:chgData name="Mohammad Salman" userId="cfd6754c-e613-4f6f-bb98-36aef69d8c31" providerId="ADAL" clId="{990299EA-3706-4963-9607-B363693B7908}" dt="2023-10-16T10:01:02.860" v="15443" actId="478"/>
          <ac:spMkLst>
            <pc:docMk/>
            <pc:sldMk cId="2660729053" sldId="329"/>
            <ac:spMk id="25" creationId="{2ECE183A-5393-D70E-DC13-067518AB028F}"/>
          </ac:spMkLst>
        </pc:spChg>
        <pc:graphicFrameChg chg="del">
          <ac:chgData name="Mohammad Salman" userId="cfd6754c-e613-4f6f-bb98-36aef69d8c31" providerId="ADAL" clId="{990299EA-3706-4963-9607-B363693B7908}" dt="2023-10-16T10:11:09.423" v="15762" actId="478"/>
          <ac:graphicFrameMkLst>
            <pc:docMk/>
            <pc:sldMk cId="2660729053" sldId="329"/>
            <ac:graphicFrameMk id="6" creationId="{5EA7EC70-1988-785C-7280-EC171D676FCA}"/>
          </ac:graphicFrameMkLst>
        </pc:graphicFrameChg>
        <pc:graphicFrameChg chg="modGraphic">
          <ac:chgData name="Mohammad Salman" userId="cfd6754c-e613-4f6f-bb98-36aef69d8c31" providerId="ADAL" clId="{990299EA-3706-4963-9607-B363693B7908}" dt="2023-10-16T14:33:37.503" v="16441" actId="120"/>
          <ac:graphicFrameMkLst>
            <pc:docMk/>
            <pc:sldMk cId="2660729053" sldId="329"/>
            <ac:graphicFrameMk id="8" creationId="{79FB9871-D81E-F74A-4417-0ADE4509F9B7}"/>
          </ac:graphicFrameMkLst>
        </pc:graphicFrameChg>
        <pc:cxnChg chg="del">
          <ac:chgData name="Mohammad Salman" userId="cfd6754c-e613-4f6f-bb98-36aef69d8c31" providerId="ADAL" clId="{990299EA-3706-4963-9607-B363693B7908}" dt="2023-10-16T10:01:02.860" v="15443" actId="478"/>
          <ac:cxnSpMkLst>
            <pc:docMk/>
            <pc:sldMk cId="2660729053" sldId="329"/>
            <ac:cxnSpMk id="22" creationId="{0786FF9F-DA7B-4FB1-F93F-BE19C8E4BF9A}"/>
          </ac:cxnSpMkLst>
        </pc:cxnChg>
        <pc:cxnChg chg="del">
          <ac:chgData name="Mohammad Salman" userId="cfd6754c-e613-4f6f-bb98-36aef69d8c31" providerId="ADAL" clId="{990299EA-3706-4963-9607-B363693B7908}" dt="2023-10-16T10:01:02.860" v="15443" actId="478"/>
          <ac:cxnSpMkLst>
            <pc:docMk/>
            <pc:sldMk cId="2660729053" sldId="329"/>
            <ac:cxnSpMk id="23" creationId="{C15D06F4-8607-0CD5-AF62-542E9CA32016}"/>
          </ac:cxnSpMkLst>
        </pc:cxnChg>
        <pc:cxnChg chg="del">
          <ac:chgData name="Mohammad Salman" userId="cfd6754c-e613-4f6f-bb98-36aef69d8c31" providerId="ADAL" clId="{990299EA-3706-4963-9607-B363693B7908}" dt="2023-10-16T10:01:02.860" v="15443" actId="478"/>
          <ac:cxnSpMkLst>
            <pc:docMk/>
            <pc:sldMk cId="2660729053" sldId="329"/>
            <ac:cxnSpMk id="24" creationId="{09C35033-DB1E-C2CA-FB8A-180A77806695}"/>
          </ac:cxnSpMkLst>
        </pc:cxnChg>
      </pc:sldChg>
      <pc:sldChg chg="addSp delSp modSp add mod delAnim modAnim modNotesTx">
        <pc:chgData name="Mohammad Salman" userId="cfd6754c-e613-4f6f-bb98-36aef69d8c31" providerId="ADAL" clId="{990299EA-3706-4963-9607-B363693B7908}" dt="2023-10-16T14:33:00.322" v="16434"/>
        <pc:sldMkLst>
          <pc:docMk/>
          <pc:sldMk cId="923341302" sldId="330"/>
        </pc:sldMkLst>
        <pc:spChg chg="del">
          <ac:chgData name="Mohammad Salman" userId="cfd6754c-e613-4f6f-bb98-36aef69d8c31" providerId="ADAL" clId="{990299EA-3706-4963-9607-B363693B7908}" dt="2023-10-16T10:01:07.316" v="15445" actId="478"/>
          <ac:spMkLst>
            <pc:docMk/>
            <pc:sldMk cId="923341302" sldId="330"/>
            <ac:spMk id="2" creationId="{83CFC252-99FA-D2F7-34D3-E9FC5259222E}"/>
          </ac:spMkLst>
        </pc:spChg>
        <pc:spChg chg="mod">
          <ac:chgData name="Mohammad Salman" userId="cfd6754c-e613-4f6f-bb98-36aef69d8c31" providerId="ADAL" clId="{990299EA-3706-4963-9607-B363693B7908}" dt="2023-10-16T09:40:26.571" v="15322" actId="1076"/>
          <ac:spMkLst>
            <pc:docMk/>
            <pc:sldMk cId="923341302" sldId="330"/>
            <ac:spMk id="3" creationId="{CCB733C1-C724-713A-57F8-51CA51B67CE5}"/>
          </ac:spMkLst>
        </pc:spChg>
        <pc:spChg chg="del">
          <ac:chgData name="Mohammad Salman" userId="cfd6754c-e613-4f6f-bb98-36aef69d8c31" providerId="ADAL" clId="{990299EA-3706-4963-9607-B363693B7908}" dt="2023-10-16T09:40:22.260" v="15321" actId="478"/>
          <ac:spMkLst>
            <pc:docMk/>
            <pc:sldMk cId="923341302" sldId="330"/>
            <ac:spMk id="5" creationId="{AF96B041-2F70-E574-E48B-B5B8DCD1A4EC}"/>
          </ac:spMkLst>
        </pc:spChg>
        <pc:spChg chg="add mod">
          <ac:chgData name="Mohammad Salman" userId="cfd6754c-e613-4f6f-bb98-36aef69d8c31" providerId="ADAL" clId="{990299EA-3706-4963-9607-B363693B7908}" dt="2023-10-16T10:03:20.246" v="15465" actId="20577"/>
          <ac:spMkLst>
            <pc:docMk/>
            <pc:sldMk cId="923341302" sldId="330"/>
            <ac:spMk id="7" creationId="{0E91C13E-4175-4FE6-3218-4FCE284CFEAB}"/>
          </ac:spMkLst>
        </pc:spChg>
        <pc:spChg chg="add mod">
          <ac:chgData name="Mohammad Salman" userId="cfd6754c-e613-4f6f-bb98-36aef69d8c31" providerId="ADAL" clId="{990299EA-3706-4963-9607-B363693B7908}" dt="2023-10-16T10:03:14.771" v="15464" actId="1035"/>
          <ac:spMkLst>
            <pc:docMk/>
            <pc:sldMk cId="923341302" sldId="330"/>
            <ac:spMk id="9" creationId="{73858B81-E547-01F3-9F19-656C1483DC02}"/>
          </ac:spMkLst>
        </pc:spChg>
        <pc:spChg chg="del">
          <ac:chgData name="Mohammad Salman" userId="cfd6754c-e613-4f6f-bb98-36aef69d8c31" providerId="ADAL" clId="{990299EA-3706-4963-9607-B363693B7908}" dt="2023-10-16T10:01:07.316" v="15445" actId="478"/>
          <ac:spMkLst>
            <pc:docMk/>
            <pc:sldMk cId="923341302" sldId="330"/>
            <ac:spMk id="25" creationId="{2ECE183A-5393-D70E-DC13-067518AB028F}"/>
          </ac:spMkLst>
        </pc:spChg>
        <pc:graphicFrameChg chg="del">
          <ac:chgData name="Mohammad Salman" userId="cfd6754c-e613-4f6f-bb98-36aef69d8c31" providerId="ADAL" clId="{990299EA-3706-4963-9607-B363693B7908}" dt="2023-10-16T10:11:11.146" v="15763" actId="478"/>
          <ac:graphicFrameMkLst>
            <pc:docMk/>
            <pc:sldMk cId="923341302" sldId="330"/>
            <ac:graphicFrameMk id="6" creationId="{5EA7EC70-1988-785C-7280-EC171D676FCA}"/>
          </ac:graphicFrameMkLst>
        </pc:graphicFrameChg>
        <pc:graphicFrameChg chg="modGraphic">
          <ac:chgData name="Mohammad Salman" userId="cfd6754c-e613-4f6f-bb98-36aef69d8c31" providerId="ADAL" clId="{990299EA-3706-4963-9607-B363693B7908}" dt="2023-10-16T09:40:32.368" v="15325" actId="20577"/>
          <ac:graphicFrameMkLst>
            <pc:docMk/>
            <pc:sldMk cId="923341302" sldId="330"/>
            <ac:graphicFrameMk id="8" creationId="{79FB9871-D81E-F74A-4417-0ADE4509F9B7}"/>
          </ac:graphicFrameMkLst>
        </pc:graphicFrameChg>
        <pc:cxnChg chg="del">
          <ac:chgData name="Mohammad Salman" userId="cfd6754c-e613-4f6f-bb98-36aef69d8c31" providerId="ADAL" clId="{990299EA-3706-4963-9607-B363693B7908}" dt="2023-10-16T10:01:07.316" v="15445" actId="478"/>
          <ac:cxnSpMkLst>
            <pc:docMk/>
            <pc:sldMk cId="923341302" sldId="330"/>
            <ac:cxnSpMk id="22" creationId="{0786FF9F-DA7B-4FB1-F93F-BE19C8E4BF9A}"/>
          </ac:cxnSpMkLst>
        </pc:cxnChg>
        <pc:cxnChg chg="del">
          <ac:chgData name="Mohammad Salman" userId="cfd6754c-e613-4f6f-bb98-36aef69d8c31" providerId="ADAL" clId="{990299EA-3706-4963-9607-B363693B7908}" dt="2023-10-16T10:01:07.316" v="15445" actId="478"/>
          <ac:cxnSpMkLst>
            <pc:docMk/>
            <pc:sldMk cId="923341302" sldId="330"/>
            <ac:cxnSpMk id="23" creationId="{C15D06F4-8607-0CD5-AF62-542E9CA32016}"/>
          </ac:cxnSpMkLst>
        </pc:cxnChg>
        <pc:cxnChg chg="del">
          <ac:chgData name="Mohammad Salman" userId="cfd6754c-e613-4f6f-bb98-36aef69d8c31" providerId="ADAL" clId="{990299EA-3706-4963-9607-B363693B7908}" dt="2023-10-16T10:01:07.316" v="15445" actId="478"/>
          <ac:cxnSpMkLst>
            <pc:docMk/>
            <pc:sldMk cId="923341302" sldId="330"/>
            <ac:cxnSpMk id="24" creationId="{09C35033-DB1E-C2CA-FB8A-180A77806695}"/>
          </ac:cxnSpMkLst>
        </pc:cxnChg>
      </pc:sldChg>
      <pc:sldChg chg="addSp delSp modSp add del mod">
        <pc:chgData name="Mohammad Salman" userId="cfd6754c-e613-4f6f-bb98-36aef69d8c31" providerId="ADAL" clId="{990299EA-3706-4963-9607-B363693B7908}" dt="2023-10-16T10:03:34.237" v="15466" actId="47"/>
        <pc:sldMkLst>
          <pc:docMk/>
          <pc:sldMk cId="2641867361" sldId="331"/>
        </pc:sldMkLst>
        <pc:spChg chg="del">
          <ac:chgData name="Mohammad Salman" userId="cfd6754c-e613-4f6f-bb98-36aef69d8c31" providerId="ADAL" clId="{990299EA-3706-4963-9607-B363693B7908}" dt="2023-10-16T09:40:51.432" v="15339" actId="478"/>
          <ac:spMkLst>
            <pc:docMk/>
            <pc:sldMk cId="2641867361" sldId="331"/>
            <ac:spMk id="2" creationId="{83CFC252-99FA-D2F7-34D3-E9FC5259222E}"/>
          </ac:spMkLst>
        </pc:spChg>
        <pc:spChg chg="add mod">
          <ac:chgData name="Mohammad Salman" userId="cfd6754c-e613-4f6f-bb98-36aef69d8c31" providerId="ADAL" clId="{990299EA-3706-4963-9607-B363693B7908}" dt="2023-10-16T10:01:10.836" v="15448"/>
          <ac:spMkLst>
            <pc:docMk/>
            <pc:sldMk cId="2641867361" sldId="331"/>
            <ac:spMk id="5" creationId="{1F0B6B00-84A5-EB4F-E6A2-AB0B87C365F7}"/>
          </ac:spMkLst>
        </pc:spChg>
        <pc:spChg chg="del">
          <ac:chgData name="Mohammad Salman" userId="cfd6754c-e613-4f6f-bb98-36aef69d8c31" providerId="ADAL" clId="{990299EA-3706-4963-9607-B363693B7908}" dt="2023-10-16T10:01:10.574" v="15447" actId="478"/>
          <ac:spMkLst>
            <pc:docMk/>
            <pc:sldMk cId="2641867361" sldId="331"/>
            <ac:spMk id="25" creationId="{2ECE183A-5393-D70E-DC13-067518AB028F}"/>
          </ac:spMkLst>
        </pc:spChg>
        <pc:cxnChg chg="del">
          <ac:chgData name="Mohammad Salman" userId="cfd6754c-e613-4f6f-bb98-36aef69d8c31" providerId="ADAL" clId="{990299EA-3706-4963-9607-B363693B7908}" dt="2023-10-16T10:01:10.574" v="15447" actId="478"/>
          <ac:cxnSpMkLst>
            <pc:docMk/>
            <pc:sldMk cId="2641867361" sldId="331"/>
            <ac:cxnSpMk id="22" creationId="{0786FF9F-DA7B-4FB1-F93F-BE19C8E4BF9A}"/>
          </ac:cxnSpMkLst>
        </pc:cxnChg>
        <pc:cxnChg chg="del">
          <ac:chgData name="Mohammad Salman" userId="cfd6754c-e613-4f6f-bb98-36aef69d8c31" providerId="ADAL" clId="{990299EA-3706-4963-9607-B363693B7908}" dt="2023-10-16T10:01:10.574" v="15447" actId="478"/>
          <ac:cxnSpMkLst>
            <pc:docMk/>
            <pc:sldMk cId="2641867361" sldId="331"/>
            <ac:cxnSpMk id="23" creationId="{C15D06F4-8607-0CD5-AF62-542E9CA32016}"/>
          </ac:cxnSpMkLst>
        </pc:cxnChg>
        <pc:cxnChg chg="del">
          <ac:chgData name="Mohammad Salman" userId="cfd6754c-e613-4f6f-bb98-36aef69d8c31" providerId="ADAL" clId="{990299EA-3706-4963-9607-B363693B7908}" dt="2023-10-16T10:01:10.574" v="15447" actId="478"/>
          <ac:cxnSpMkLst>
            <pc:docMk/>
            <pc:sldMk cId="2641867361" sldId="331"/>
            <ac:cxnSpMk id="24" creationId="{09C35033-DB1E-C2CA-FB8A-180A77806695}"/>
          </ac:cxnSpMkLst>
        </pc:cxnChg>
      </pc:sldChg>
      <pc:sldChg chg="addSp modSp new del">
        <pc:chgData name="Mohammad Salman" userId="cfd6754c-e613-4f6f-bb98-36aef69d8c31" providerId="ADAL" clId="{990299EA-3706-4963-9607-B363693B7908}" dt="2023-10-23T14:13:36.580" v="30427" actId="47"/>
        <pc:sldMkLst>
          <pc:docMk/>
          <pc:sldMk cId="3653733750" sldId="332"/>
        </pc:sldMkLst>
        <pc:spChg chg="add mod">
          <ac:chgData name="Mohammad Salman" userId="cfd6754c-e613-4f6f-bb98-36aef69d8c31" providerId="ADAL" clId="{990299EA-3706-4963-9607-B363693B7908}" dt="2023-10-16T09:56:47.820" v="15343"/>
          <ac:spMkLst>
            <pc:docMk/>
            <pc:sldMk cId="3653733750" sldId="332"/>
            <ac:spMk id="7" creationId="{6FDD27A8-1148-A0AE-F212-7057A839C2F1}"/>
          </ac:spMkLst>
        </pc:spChg>
        <pc:spChg chg="add mod">
          <ac:chgData name="Mohammad Salman" userId="cfd6754c-e613-4f6f-bb98-36aef69d8c31" providerId="ADAL" clId="{990299EA-3706-4963-9607-B363693B7908}" dt="2023-10-16T09:56:47.820" v="15343"/>
          <ac:spMkLst>
            <pc:docMk/>
            <pc:sldMk cId="3653733750" sldId="332"/>
            <ac:spMk id="8" creationId="{58132D89-EFBB-CFBE-3342-D5464072BACE}"/>
          </ac:spMkLst>
        </pc:spChg>
        <pc:cxnChg chg="add mod">
          <ac:chgData name="Mohammad Salman" userId="cfd6754c-e613-4f6f-bb98-36aef69d8c31" providerId="ADAL" clId="{990299EA-3706-4963-9607-B363693B7908}" dt="2023-10-16T09:56:47.820" v="15343"/>
          <ac:cxnSpMkLst>
            <pc:docMk/>
            <pc:sldMk cId="3653733750" sldId="332"/>
            <ac:cxnSpMk id="4" creationId="{9D959E39-245B-CC2B-2617-54E701868678}"/>
          </ac:cxnSpMkLst>
        </pc:cxnChg>
        <pc:cxnChg chg="add mod">
          <ac:chgData name="Mohammad Salman" userId="cfd6754c-e613-4f6f-bb98-36aef69d8c31" providerId="ADAL" clId="{990299EA-3706-4963-9607-B363693B7908}" dt="2023-10-16T09:56:47.820" v="15343"/>
          <ac:cxnSpMkLst>
            <pc:docMk/>
            <pc:sldMk cId="3653733750" sldId="332"/>
            <ac:cxnSpMk id="5" creationId="{3B025911-4A55-6B26-8AA0-ADEADC7EBAA5}"/>
          </ac:cxnSpMkLst>
        </pc:cxnChg>
        <pc:cxnChg chg="add mod">
          <ac:chgData name="Mohammad Salman" userId="cfd6754c-e613-4f6f-bb98-36aef69d8c31" providerId="ADAL" clId="{990299EA-3706-4963-9607-B363693B7908}" dt="2023-10-16T09:56:47.820" v="15343"/>
          <ac:cxnSpMkLst>
            <pc:docMk/>
            <pc:sldMk cId="3653733750" sldId="332"/>
            <ac:cxnSpMk id="6" creationId="{9AA971D3-90BC-A1C2-984A-CB983B4FAC30}"/>
          </ac:cxnSpMkLst>
        </pc:cxnChg>
      </pc:sldChg>
      <pc:sldChg chg="delSp modSp add del mod delAnim modNotesTx">
        <pc:chgData name="Mohammad Salman" userId="cfd6754c-e613-4f6f-bb98-36aef69d8c31" providerId="ADAL" clId="{990299EA-3706-4963-9607-B363693B7908}" dt="2023-10-16T10:12:47.188" v="15854" actId="47"/>
        <pc:sldMkLst>
          <pc:docMk/>
          <pc:sldMk cId="3267982448" sldId="333"/>
        </pc:sldMkLst>
        <pc:spChg chg="del">
          <ac:chgData name="Mohammad Salman" userId="cfd6754c-e613-4f6f-bb98-36aef69d8c31" providerId="ADAL" clId="{990299EA-3706-4963-9607-B363693B7908}" dt="2023-10-16T10:04:02.826" v="15541" actId="478"/>
          <ac:spMkLst>
            <pc:docMk/>
            <pc:sldMk cId="3267982448" sldId="333"/>
            <ac:spMk id="3" creationId="{CCB733C1-C724-713A-57F8-51CA51B67CE5}"/>
          </ac:spMkLst>
        </pc:spChg>
        <pc:spChg chg="mod">
          <ac:chgData name="Mohammad Salman" userId="cfd6754c-e613-4f6f-bb98-36aef69d8c31" providerId="ADAL" clId="{990299EA-3706-4963-9607-B363693B7908}" dt="2023-10-16T10:07:49.085" v="15683" actId="20577"/>
          <ac:spMkLst>
            <pc:docMk/>
            <pc:sldMk cId="3267982448" sldId="333"/>
            <ac:spMk id="7" creationId="{0E91C13E-4175-4FE6-3218-4FCE284CFEAB}"/>
          </ac:spMkLst>
        </pc:spChg>
        <pc:spChg chg="del">
          <ac:chgData name="Mohammad Salman" userId="cfd6754c-e613-4f6f-bb98-36aef69d8c31" providerId="ADAL" clId="{990299EA-3706-4963-9607-B363693B7908}" dt="2023-10-16T10:04:00.738" v="15540" actId="478"/>
          <ac:spMkLst>
            <pc:docMk/>
            <pc:sldMk cId="3267982448" sldId="333"/>
            <ac:spMk id="9" creationId="{73858B81-E547-01F3-9F19-656C1483DC02}"/>
          </ac:spMkLst>
        </pc:spChg>
        <pc:graphicFrameChg chg="del">
          <ac:chgData name="Mohammad Salman" userId="cfd6754c-e613-4f6f-bb98-36aef69d8c31" providerId="ADAL" clId="{990299EA-3706-4963-9607-B363693B7908}" dt="2023-10-16T10:10:44.398" v="15758" actId="478"/>
          <ac:graphicFrameMkLst>
            <pc:docMk/>
            <pc:sldMk cId="3267982448" sldId="333"/>
            <ac:graphicFrameMk id="6" creationId="{5EA7EC70-1988-785C-7280-EC171D676FCA}"/>
          </ac:graphicFrameMkLst>
        </pc:graphicFrameChg>
      </pc:sldChg>
      <pc:sldChg chg="addSp delSp modSp add mod delAnim modAnim modNotesTx">
        <pc:chgData name="Mohammad Salman" userId="cfd6754c-e613-4f6f-bb98-36aef69d8c31" providerId="ADAL" clId="{990299EA-3706-4963-9607-B363693B7908}" dt="2023-10-24T07:35:26.930" v="30961" actId="20577"/>
        <pc:sldMkLst>
          <pc:docMk/>
          <pc:sldMk cId="153796840" sldId="334"/>
        </pc:sldMkLst>
        <pc:spChg chg="add del mod">
          <ac:chgData name="Mohammad Salman" userId="cfd6754c-e613-4f6f-bb98-36aef69d8c31" providerId="ADAL" clId="{990299EA-3706-4963-9607-B363693B7908}" dt="2023-10-16T10:08:19.616" v="15688" actId="478"/>
          <ac:spMkLst>
            <pc:docMk/>
            <pc:sldMk cId="153796840" sldId="334"/>
            <ac:spMk id="2" creationId="{CD5D9303-4298-F016-77A1-CA668876DE07}"/>
          </ac:spMkLst>
        </pc:spChg>
        <pc:spChg chg="add mod">
          <ac:chgData name="Mohammad Salman" userId="cfd6754c-e613-4f6f-bb98-36aef69d8c31" providerId="ADAL" clId="{990299EA-3706-4963-9607-B363693B7908}" dt="2023-10-16T10:12:28.787" v="15849" actId="1076"/>
          <ac:spMkLst>
            <pc:docMk/>
            <pc:sldMk cId="153796840" sldId="334"/>
            <ac:spMk id="3" creationId="{8F2B8D19-CC22-83C7-2250-EA5B479821C0}"/>
          </ac:spMkLst>
        </pc:spChg>
        <pc:spChg chg="add del mod">
          <ac:chgData name="Mohammad Salman" userId="cfd6754c-e613-4f6f-bb98-36aef69d8c31" providerId="ADAL" clId="{990299EA-3706-4963-9607-B363693B7908}" dt="2023-10-16T10:12:19.894" v="15847" actId="478"/>
          <ac:spMkLst>
            <pc:docMk/>
            <pc:sldMk cId="153796840" sldId="334"/>
            <ac:spMk id="5" creationId="{1AFF68DC-CB11-18BA-9CE7-5AE39F633556}"/>
          </ac:spMkLst>
        </pc:spChg>
        <pc:spChg chg="add mod">
          <ac:chgData name="Mohammad Salman" userId="cfd6754c-e613-4f6f-bb98-36aef69d8c31" providerId="ADAL" clId="{990299EA-3706-4963-9607-B363693B7908}" dt="2023-10-16T10:14:03.103" v="15867" actId="1037"/>
          <ac:spMkLst>
            <pc:docMk/>
            <pc:sldMk cId="153796840" sldId="334"/>
            <ac:spMk id="9" creationId="{8CC866B7-09C1-070C-8CDC-A31A3A4E45A0}"/>
          </ac:spMkLst>
        </pc:spChg>
        <pc:spChg chg="add mod">
          <ac:chgData name="Mohammad Salman" userId="cfd6754c-e613-4f6f-bb98-36aef69d8c31" providerId="ADAL" clId="{990299EA-3706-4963-9607-B363693B7908}" dt="2023-10-16T10:14:13.774" v="15869" actId="1076"/>
          <ac:spMkLst>
            <pc:docMk/>
            <pc:sldMk cId="153796840" sldId="334"/>
            <ac:spMk id="10" creationId="{EEAC3714-0F48-1990-4768-E1FC87456208}"/>
          </ac:spMkLst>
        </pc:spChg>
        <pc:spChg chg="add mod">
          <ac:chgData name="Mohammad Salman" userId="cfd6754c-e613-4f6f-bb98-36aef69d8c31" providerId="ADAL" clId="{990299EA-3706-4963-9607-B363693B7908}" dt="2023-10-16T10:14:50.429" v="15882" actId="14100"/>
          <ac:spMkLst>
            <pc:docMk/>
            <pc:sldMk cId="153796840" sldId="334"/>
            <ac:spMk id="12" creationId="{0CF9A163-FCCA-5511-21B7-3654B4D10D64}"/>
          </ac:spMkLst>
        </pc:spChg>
        <pc:graphicFrameChg chg="del">
          <ac:chgData name="Mohammad Salman" userId="cfd6754c-e613-4f6f-bb98-36aef69d8c31" providerId="ADAL" clId="{990299EA-3706-4963-9607-B363693B7908}" dt="2023-10-16T10:11:14.719" v="15765" actId="478"/>
          <ac:graphicFrameMkLst>
            <pc:docMk/>
            <pc:sldMk cId="153796840" sldId="334"/>
            <ac:graphicFrameMk id="6" creationId="{5EA7EC70-1988-785C-7280-EC171D676FCA}"/>
          </ac:graphicFrameMkLst>
        </pc:graphicFrameChg>
      </pc:sldChg>
      <pc:sldChg chg="addSp delSp modSp add del mod delAnim modNotesTx">
        <pc:chgData name="Mohammad Salman" userId="cfd6754c-e613-4f6f-bb98-36aef69d8c31" providerId="ADAL" clId="{990299EA-3706-4963-9607-B363693B7908}" dt="2023-10-16T10:12:48.663" v="15855" actId="47"/>
        <pc:sldMkLst>
          <pc:docMk/>
          <pc:sldMk cId="1281947235" sldId="335"/>
        </pc:sldMkLst>
        <pc:spChg chg="add mod">
          <ac:chgData name="Mohammad Salman" userId="cfd6754c-e613-4f6f-bb98-36aef69d8c31" providerId="ADAL" clId="{990299EA-3706-4963-9607-B363693B7908}" dt="2023-10-16T10:08:07.438" v="15686" actId="1076"/>
          <ac:spMkLst>
            <pc:docMk/>
            <pc:sldMk cId="1281947235" sldId="335"/>
            <ac:spMk id="2" creationId="{A4A9FE3F-C706-9B61-926D-396BCA49C5FE}"/>
          </ac:spMkLst>
        </pc:spChg>
        <pc:graphicFrameChg chg="del">
          <ac:chgData name="Mohammad Salman" userId="cfd6754c-e613-4f6f-bb98-36aef69d8c31" providerId="ADAL" clId="{990299EA-3706-4963-9607-B363693B7908}" dt="2023-10-16T10:11:13.578" v="15764" actId="478"/>
          <ac:graphicFrameMkLst>
            <pc:docMk/>
            <pc:sldMk cId="1281947235" sldId="335"/>
            <ac:graphicFrameMk id="6" creationId="{5EA7EC70-1988-785C-7280-EC171D676FCA}"/>
          </ac:graphicFrameMkLst>
        </pc:graphicFrameChg>
      </pc:sldChg>
      <pc:sldChg chg="addSp delSp modSp add mod delAnim modAnim chgLayout">
        <pc:chgData name="Mohammad Salman" userId="cfd6754c-e613-4f6f-bb98-36aef69d8c31" providerId="ADAL" clId="{990299EA-3706-4963-9607-B363693B7908}" dt="2023-10-17T08:29:49.499" v="22653"/>
        <pc:sldMkLst>
          <pc:docMk/>
          <pc:sldMk cId="2923097738" sldId="335"/>
        </pc:sldMkLst>
        <pc:spChg chg="mod ord">
          <ac:chgData name="Mohammad Salman" userId="cfd6754c-e613-4f6f-bb98-36aef69d8c31" providerId="ADAL" clId="{990299EA-3706-4963-9607-B363693B7908}" dt="2023-10-16T10:18:08.188" v="15994" actId="700"/>
          <ac:spMkLst>
            <pc:docMk/>
            <pc:sldMk cId="2923097738" sldId="335"/>
            <ac:spMk id="2" creationId="{00B00730-64B6-F56D-D343-EA72FB9C7993}"/>
          </ac:spMkLst>
        </pc:spChg>
        <pc:spChg chg="mod ord">
          <ac:chgData name="Mohammad Salman" userId="cfd6754c-e613-4f6f-bb98-36aef69d8c31" providerId="ADAL" clId="{990299EA-3706-4963-9607-B363693B7908}" dt="2023-10-16T10:20:03.456" v="16063" actId="207"/>
          <ac:spMkLst>
            <pc:docMk/>
            <pc:sldMk cId="2923097738" sldId="335"/>
            <ac:spMk id="3" creationId="{B19F52A3-8F92-03A7-5920-2A110BFFC9F4}"/>
          </ac:spMkLst>
        </pc:spChg>
        <pc:spChg chg="del">
          <ac:chgData name="Mohammad Salman" userId="cfd6754c-e613-4f6f-bb98-36aef69d8c31" providerId="ADAL" clId="{990299EA-3706-4963-9607-B363693B7908}" dt="2023-10-16T10:18:05.281" v="15993" actId="478"/>
          <ac:spMkLst>
            <pc:docMk/>
            <pc:sldMk cId="2923097738" sldId="335"/>
            <ac:spMk id="4" creationId="{395CEDE9-7508-88F0-36C9-C2BF5E878634}"/>
          </ac:spMkLst>
        </pc:spChg>
        <pc:spChg chg="del">
          <ac:chgData name="Mohammad Salman" userId="cfd6754c-e613-4f6f-bb98-36aef69d8c31" providerId="ADAL" clId="{990299EA-3706-4963-9607-B363693B7908}" dt="2023-10-16T10:18:05.281" v="15993" actId="478"/>
          <ac:spMkLst>
            <pc:docMk/>
            <pc:sldMk cId="2923097738" sldId="335"/>
            <ac:spMk id="7" creationId="{2D25ED36-5458-4DFA-3CD3-02890830EEDA}"/>
          </ac:spMkLst>
        </pc:spChg>
        <pc:spChg chg="del">
          <ac:chgData name="Mohammad Salman" userId="cfd6754c-e613-4f6f-bb98-36aef69d8c31" providerId="ADAL" clId="{990299EA-3706-4963-9607-B363693B7908}" dt="2023-10-16T10:18:05.281" v="15993" actId="478"/>
          <ac:spMkLst>
            <pc:docMk/>
            <pc:sldMk cId="2923097738" sldId="335"/>
            <ac:spMk id="9" creationId="{DCB1CF76-C4F0-27EA-869C-C761CE01456D}"/>
          </ac:spMkLst>
        </pc:spChg>
        <pc:picChg chg="add mod">
          <ac:chgData name="Mohammad Salman" userId="cfd6754c-e613-4f6f-bb98-36aef69d8c31" providerId="ADAL" clId="{990299EA-3706-4963-9607-B363693B7908}" dt="2023-10-16T10:19:35.968" v="16061" actId="1076"/>
          <ac:picMkLst>
            <pc:docMk/>
            <pc:sldMk cId="2923097738" sldId="335"/>
            <ac:picMk id="6" creationId="{07CDD66F-7C30-2A16-006A-CB71A7535307}"/>
          </ac:picMkLst>
        </pc:picChg>
      </pc:sldChg>
      <pc:sldChg chg="modSp new mod">
        <pc:chgData name="Mohammad Salman" userId="cfd6754c-e613-4f6f-bb98-36aef69d8c31" providerId="ADAL" clId="{990299EA-3706-4963-9607-B363693B7908}" dt="2023-10-24T07:36:40.682" v="30976" actId="20577"/>
        <pc:sldMkLst>
          <pc:docMk/>
          <pc:sldMk cId="693414834" sldId="336"/>
        </pc:sldMkLst>
        <pc:spChg chg="mod">
          <ac:chgData name="Mohammad Salman" userId="cfd6754c-e613-4f6f-bb98-36aef69d8c31" providerId="ADAL" clId="{990299EA-3706-4963-9607-B363693B7908}" dt="2023-10-16T15:12:15.320" v="17747" actId="20577"/>
          <ac:spMkLst>
            <pc:docMk/>
            <pc:sldMk cId="693414834" sldId="336"/>
            <ac:spMk id="2" creationId="{B7AA682C-BBF9-F318-75C0-E4862BB9308D}"/>
          </ac:spMkLst>
        </pc:spChg>
        <pc:spChg chg="mod">
          <ac:chgData name="Mohammad Salman" userId="cfd6754c-e613-4f6f-bb98-36aef69d8c31" providerId="ADAL" clId="{990299EA-3706-4963-9607-B363693B7908}" dt="2023-10-24T07:36:40.682" v="30976" actId="20577"/>
          <ac:spMkLst>
            <pc:docMk/>
            <pc:sldMk cId="693414834" sldId="336"/>
            <ac:spMk id="3" creationId="{D7EBC0A4-3E02-A730-E530-F759F4EF77DF}"/>
          </ac:spMkLst>
        </pc:spChg>
      </pc:sldChg>
      <pc:sldChg chg="delSp add mod modNotesTx">
        <pc:chgData name="Mohammad Salman" userId="cfd6754c-e613-4f6f-bb98-36aef69d8c31" providerId="ADAL" clId="{990299EA-3706-4963-9607-B363693B7908}" dt="2023-10-16T14:46:06.680" v="16853" actId="478"/>
        <pc:sldMkLst>
          <pc:docMk/>
          <pc:sldMk cId="65378447" sldId="337"/>
        </pc:sldMkLst>
        <pc:spChg chg="del">
          <ac:chgData name="Mohammad Salman" userId="cfd6754c-e613-4f6f-bb98-36aef69d8c31" providerId="ADAL" clId="{990299EA-3706-4963-9607-B363693B7908}" dt="2023-10-16T14:45:39.501" v="16794" actId="478"/>
          <ac:spMkLst>
            <pc:docMk/>
            <pc:sldMk cId="65378447" sldId="337"/>
            <ac:spMk id="3" creationId="{CCB733C1-C724-713A-57F8-51CA51B67CE5}"/>
          </ac:spMkLst>
        </pc:spChg>
        <pc:spChg chg="del">
          <ac:chgData name="Mohammad Salman" userId="cfd6754c-e613-4f6f-bb98-36aef69d8c31" providerId="ADAL" clId="{990299EA-3706-4963-9607-B363693B7908}" dt="2023-10-16T14:46:06.680" v="16853" actId="478"/>
          <ac:spMkLst>
            <pc:docMk/>
            <pc:sldMk cId="65378447" sldId="337"/>
            <ac:spMk id="9" creationId="{73858B81-E547-01F3-9F19-656C1483DC02}"/>
          </ac:spMkLst>
        </pc:spChg>
      </pc:sldChg>
      <pc:sldChg chg="addSp delSp modSp new del mod ord delAnim modAnim">
        <pc:chgData name="Mohammad Salman" userId="cfd6754c-e613-4f6f-bb98-36aef69d8c31" providerId="ADAL" clId="{990299EA-3706-4963-9607-B363693B7908}" dt="2023-10-17T05:58:46.432" v="20555" actId="47"/>
        <pc:sldMkLst>
          <pc:docMk/>
          <pc:sldMk cId="4152618897" sldId="338"/>
        </pc:sldMkLst>
        <pc:spChg chg="del">
          <ac:chgData name="Mohammad Salman" userId="cfd6754c-e613-4f6f-bb98-36aef69d8c31" providerId="ADAL" clId="{990299EA-3706-4963-9607-B363693B7908}" dt="2023-10-16T15:13:48.640" v="18072" actId="478"/>
          <ac:spMkLst>
            <pc:docMk/>
            <pc:sldMk cId="4152618897" sldId="338"/>
            <ac:spMk id="2" creationId="{5EE04E30-67A7-49E2-5FA5-F339497786E0}"/>
          </ac:spMkLst>
        </pc:spChg>
        <pc:spChg chg="del">
          <ac:chgData name="Mohammad Salman" userId="cfd6754c-e613-4f6f-bb98-36aef69d8c31" providerId="ADAL" clId="{990299EA-3706-4963-9607-B363693B7908}" dt="2023-10-16T15:13:48.640" v="18072" actId="478"/>
          <ac:spMkLst>
            <pc:docMk/>
            <pc:sldMk cId="4152618897" sldId="338"/>
            <ac:spMk id="3" creationId="{BC6D2B86-9FE6-F957-A724-ECA390A0A2C4}"/>
          </ac:spMkLst>
        </pc:spChg>
        <pc:spChg chg="add del mod">
          <ac:chgData name="Mohammad Salman" userId="cfd6754c-e613-4f6f-bb98-36aef69d8c31" providerId="ADAL" clId="{990299EA-3706-4963-9607-B363693B7908}" dt="2023-10-16T16:34:03.022" v="18204" actId="478"/>
          <ac:spMkLst>
            <pc:docMk/>
            <pc:sldMk cId="4152618897" sldId="338"/>
            <ac:spMk id="5" creationId="{44DE33B8-9DE5-080F-988F-309223BD960A}"/>
          </ac:spMkLst>
        </pc:spChg>
        <pc:spChg chg="add del mod">
          <ac:chgData name="Mohammad Salman" userId="cfd6754c-e613-4f6f-bb98-36aef69d8c31" providerId="ADAL" clId="{990299EA-3706-4963-9607-B363693B7908}" dt="2023-10-16T16:34:03.022" v="18204" actId="478"/>
          <ac:spMkLst>
            <pc:docMk/>
            <pc:sldMk cId="4152618897" sldId="338"/>
            <ac:spMk id="6" creationId="{344C4640-8BCD-A5C0-06FE-F59DF6E3645E}"/>
          </ac:spMkLst>
        </pc:spChg>
        <pc:spChg chg="add del mod">
          <ac:chgData name="Mohammad Salman" userId="cfd6754c-e613-4f6f-bb98-36aef69d8c31" providerId="ADAL" clId="{990299EA-3706-4963-9607-B363693B7908}" dt="2023-10-16T16:32:03.500" v="18185" actId="478"/>
          <ac:spMkLst>
            <pc:docMk/>
            <pc:sldMk cId="4152618897" sldId="338"/>
            <ac:spMk id="7" creationId="{8E2CFBDA-F9D1-1648-38F6-5C4BCD22B7DC}"/>
          </ac:spMkLst>
        </pc:spChg>
        <pc:spChg chg="add mod">
          <ac:chgData name="Mohammad Salman" userId="cfd6754c-e613-4f6f-bb98-36aef69d8c31" providerId="ADAL" clId="{990299EA-3706-4963-9607-B363693B7908}" dt="2023-10-16T16:35:01.496" v="18213" actId="20577"/>
          <ac:spMkLst>
            <pc:docMk/>
            <pc:sldMk cId="4152618897" sldId="338"/>
            <ac:spMk id="9" creationId="{E91D5BD3-5D70-81E4-AC3E-B7D9D606350C}"/>
          </ac:spMkLst>
        </pc:spChg>
        <pc:spChg chg="add mod">
          <ac:chgData name="Mohammad Salman" userId="cfd6754c-e613-4f6f-bb98-36aef69d8c31" providerId="ADAL" clId="{990299EA-3706-4963-9607-B363693B7908}" dt="2023-10-16T16:34:26.430" v="18211" actId="1076"/>
          <ac:spMkLst>
            <pc:docMk/>
            <pc:sldMk cId="4152618897" sldId="338"/>
            <ac:spMk id="11" creationId="{C9587696-F720-1275-7F8A-63BE1001B89D}"/>
          </ac:spMkLst>
        </pc:spChg>
        <pc:spChg chg="add mod">
          <ac:chgData name="Mohammad Salman" userId="cfd6754c-e613-4f6f-bb98-36aef69d8c31" providerId="ADAL" clId="{990299EA-3706-4963-9607-B363693B7908}" dt="2023-10-17T05:29:07.059" v="18510" actId="1076"/>
          <ac:spMkLst>
            <pc:docMk/>
            <pc:sldMk cId="4152618897" sldId="338"/>
            <ac:spMk id="12" creationId="{4F3A0EC2-EDB9-FA31-9C43-21980B46014E}"/>
          </ac:spMkLst>
        </pc:spChg>
        <pc:spChg chg="add mod">
          <ac:chgData name="Mohammad Salman" userId="cfd6754c-e613-4f6f-bb98-36aef69d8c31" providerId="ADAL" clId="{990299EA-3706-4963-9607-B363693B7908}" dt="2023-10-17T05:29:07.059" v="18510" actId="1076"/>
          <ac:spMkLst>
            <pc:docMk/>
            <pc:sldMk cId="4152618897" sldId="338"/>
            <ac:spMk id="13" creationId="{F3ABAD30-1F6D-5B8C-C705-5CDBF6D18165}"/>
          </ac:spMkLst>
        </pc:spChg>
        <pc:cxnChg chg="add mod">
          <ac:chgData name="Mohammad Salman" userId="cfd6754c-e613-4f6f-bb98-36aef69d8c31" providerId="ADAL" clId="{990299EA-3706-4963-9607-B363693B7908}" dt="2023-10-17T05:29:07.059" v="18510" actId="1076"/>
          <ac:cxnSpMkLst>
            <pc:docMk/>
            <pc:sldMk cId="4152618897" sldId="338"/>
            <ac:cxnSpMk id="15" creationId="{633F1E38-8815-B493-8E72-0182018E0CF2}"/>
          </ac:cxnSpMkLst>
        </pc:cxnChg>
      </pc:sldChg>
      <pc:sldChg chg="modSp new mod setBg">
        <pc:chgData name="Mohammad Salman" userId="cfd6754c-e613-4f6f-bb98-36aef69d8c31" providerId="ADAL" clId="{990299EA-3706-4963-9607-B363693B7908}" dt="2023-10-17T07:13:57.555" v="22498" actId="20577"/>
        <pc:sldMkLst>
          <pc:docMk/>
          <pc:sldMk cId="1640253513" sldId="339"/>
        </pc:sldMkLst>
        <pc:spChg chg="mod">
          <ac:chgData name="Mohammad Salman" userId="cfd6754c-e613-4f6f-bb98-36aef69d8c31" providerId="ADAL" clId="{990299EA-3706-4963-9607-B363693B7908}" dt="2023-10-17T06:17:31.892" v="21122" actId="20577"/>
          <ac:spMkLst>
            <pc:docMk/>
            <pc:sldMk cId="1640253513" sldId="339"/>
            <ac:spMk id="2" creationId="{3EE3F554-D12B-BE08-BFDA-6A90C57DE538}"/>
          </ac:spMkLst>
        </pc:spChg>
        <pc:spChg chg="mod">
          <ac:chgData name="Mohammad Salman" userId="cfd6754c-e613-4f6f-bb98-36aef69d8c31" providerId="ADAL" clId="{990299EA-3706-4963-9607-B363693B7908}" dt="2023-10-17T07:13:57.555" v="22498" actId="20577"/>
          <ac:spMkLst>
            <pc:docMk/>
            <pc:sldMk cId="1640253513" sldId="339"/>
            <ac:spMk id="3" creationId="{734BE812-A9D9-A9D6-B5CB-EE04A7C08A94}"/>
          </ac:spMkLst>
        </pc:spChg>
      </pc:sldChg>
      <pc:sldChg chg="addSp delSp modSp add mod ord delAnim modAnim">
        <pc:chgData name="Mohammad Salman" userId="cfd6754c-e613-4f6f-bb98-36aef69d8c31" providerId="ADAL" clId="{990299EA-3706-4963-9607-B363693B7908}" dt="2023-10-17T05:32:15.736" v="18683" actId="113"/>
        <pc:sldMkLst>
          <pc:docMk/>
          <pc:sldMk cId="2974997241" sldId="340"/>
        </pc:sldMkLst>
        <pc:spChg chg="add mod">
          <ac:chgData name="Mohammad Salman" userId="cfd6754c-e613-4f6f-bb98-36aef69d8c31" providerId="ADAL" clId="{990299EA-3706-4963-9607-B363693B7908}" dt="2023-10-16T16:33:58.401" v="18203"/>
          <ac:spMkLst>
            <pc:docMk/>
            <pc:sldMk cId="2974997241" sldId="340"/>
            <ac:spMk id="2" creationId="{15E2192F-841F-B138-E474-EFD40811B5FA}"/>
          </ac:spMkLst>
        </pc:spChg>
        <pc:spChg chg="add mod">
          <ac:chgData name="Mohammad Salman" userId="cfd6754c-e613-4f6f-bb98-36aef69d8c31" providerId="ADAL" clId="{990299EA-3706-4963-9607-B363693B7908}" dt="2023-10-16T16:33:58.401" v="18203"/>
          <ac:spMkLst>
            <pc:docMk/>
            <pc:sldMk cId="2974997241" sldId="340"/>
            <ac:spMk id="3" creationId="{926EAAD9-220D-5D23-E9B7-2996AC1523C6}"/>
          </ac:spMkLst>
        </pc:spChg>
        <pc:spChg chg="add del mod">
          <ac:chgData name="Mohammad Salman" userId="cfd6754c-e613-4f6f-bb98-36aef69d8c31" providerId="ADAL" clId="{990299EA-3706-4963-9607-B363693B7908}" dt="2023-10-17T05:29:45.237" v="18595" actId="478"/>
          <ac:spMkLst>
            <pc:docMk/>
            <pc:sldMk cId="2974997241" sldId="340"/>
            <ac:spMk id="4" creationId="{43E8E10B-E053-6880-17FF-D3D168091055}"/>
          </ac:spMkLst>
        </pc:spChg>
        <pc:spChg chg="del">
          <ac:chgData name="Mohammad Salman" userId="cfd6754c-e613-4f6f-bb98-36aef69d8c31" providerId="ADAL" clId="{990299EA-3706-4963-9607-B363693B7908}" dt="2023-10-16T16:33:58.082" v="18202" actId="478"/>
          <ac:spMkLst>
            <pc:docMk/>
            <pc:sldMk cId="2974997241" sldId="340"/>
            <ac:spMk id="5" creationId="{44DE33B8-9DE5-080F-988F-309223BD960A}"/>
          </ac:spMkLst>
        </pc:spChg>
        <pc:spChg chg="del">
          <ac:chgData name="Mohammad Salman" userId="cfd6754c-e613-4f6f-bb98-36aef69d8c31" providerId="ADAL" clId="{990299EA-3706-4963-9607-B363693B7908}" dt="2023-10-16T16:33:58.082" v="18202" actId="478"/>
          <ac:spMkLst>
            <pc:docMk/>
            <pc:sldMk cId="2974997241" sldId="340"/>
            <ac:spMk id="6" creationId="{344C4640-8BCD-A5C0-06FE-F59DF6E3645E}"/>
          </ac:spMkLst>
        </pc:spChg>
        <pc:spChg chg="add del mod">
          <ac:chgData name="Mohammad Salman" userId="cfd6754c-e613-4f6f-bb98-36aef69d8c31" providerId="ADAL" clId="{990299EA-3706-4963-9607-B363693B7908}" dt="2023-10-17T05:30:52.488" v="18602" actId="478"/>
          <ac:spMkLst>
            <pc:docMk/>
            <pc:sldMk cId="2974997241" sldId="340"/>
            <ac:spMk id="7" creationId="{546CA43E-1E70-DA6B-1712-C686B7AE75B4}"/>
          </ac:spMkLst>
        </pc:spChg>
        <pc:spChg chg="add del mod">
          <ac:chgData name="Mohammad Salman" userId="cfd6754c-e613-4f6f-bb98-36aef69d8c31" providerId="ADAL" clId="{990299EA-3706-4963-9607-B363693B7908}" dt="2023-10-17T05:30:53.767" v="18603" actId="478"/>
          <ac:spMkLst>
            <pc:docMk/>
            <pc:sldMk cId="2974997241" sldId="340"/>
            <ac:spMk id="8" creationId="{245CE019-2E79-5D59-BFC7-7262403552FD}"/>
          </ac:spMkLst>
        </pc:spChg>
        <pc:spChg chg="add del mod">
          <ac:chgData name="Mohammad Salman" userId="cfd6754c-e613-4f6f-bb98-36aef69d8c31" providerId="ADAL" clId="{990299EA-3706-4963-9607-B363693B7908}" dt="2023-10-16T16:38:35.214" v="18463" actId="478"/>
          <ac:spMkLst>
            <pc:docMk/>
            <pc:sldMk cId="2974997241" sldId="340"/>
            <ac:spMk id="9" creationId="{5E314085-B6BE-D5F7-965C-251B5E6AB6E8}"/>
          </ac:spMkLst>
        </pc:spChg>
        <pc:spChg chg="add del mod">
          <ac:chgData name="Mohammad Salman" userId="cfd6754c-e613-4f6f-bb98-36aef69d8c31" providerId="ADAL" clId="{990299EA-3706-4963-9607-B363693B7908}" dt="2023-10-17T05:30:29.945" v="18597" actId="478"/>
          <ac:spMkLst>
            <pc:docMk/>
            <pc:sldMk cId="2974997241" sldId="340"/>
            <ac:spMk id="16" creationId="{6E095483-3AC3-FDC1-A409-797C225A75D3}"/>
          </ac:spMkLst>
        </pc:spChg>
        <pc:spChg chg="add mod">
          <ac:chgData name="Mohammad Salman" userId="cfd6754c-e613-4f6f-bb98-36aef69d8c31" providerId="ADAL" clId="{990299EA-3706-4963-9607-B363693B7908}" dt="2023-10-17T05:32:15.736" v="18683" actId="113"/>
          <ac:spMkLst>
            <pc:docMk/>
            <pc:sldMk cId="2974997241" sldId="340"/>
            <ac:spMk id="17" creationId="{6BF6D0F0-BA56-ABA5-54FE-92D17D72A802}"/>
          </ac:spMkLst>
        </pc:spChg>
        <pc:cxnChg chg="add del mod">
          <ac:chgData name="Mohammad Salman" userId="cfd6754c-e613-4f6f-bb98-36aef69d8c31" providerId="ADAL" clId="{990299EA-3706-4963-9607-B363693B7908}" dt="2023-10-16T16:39:56.468" v="18481" actId="478"/>
          <ac:cxnSpMkLst>
            <pc:docMk/>
            <pc:sldMk cId="2974997241" sldId="340"/>
            <ac:cxnSpMk id="10" creationId="{8D0FCA7F-080B-A705-70EF-252F9AC0F386}"/>
          </ac:cxnSpMkLst>
        </pc:cxnChg>
        <pc:cxnChg chg="add mod">
          <ac:chgData name="Mohammad Salman" userId="cfd6754c-e613-4f6f-bb98-36aef69d8c31" providerId="ADAL" clId="{990299EA-3706-4963-9607-B363693B7908}" dt="2023-10-17T05:32:10.720" v="18678" actId="20577"/>
          <ac:cxnSpMkLst>
            <pc:docMk/>
            <pc:sldMk cId="2974997241" sldId="340"/>
            <ac:cxnSpMk id="18" creationId="{A52B6D4D-51DF-F60A-037F-AD52EF0A2E92}"/>
          </ac:cxnSpMkLst>
        </pc:cxnChg>
      </pc:sldChg>
      <pc:sldChg chg="delSp modSp add del mod">
        <pc:chgData name="Mohammad Salman" userId="cfd6754c-e613-4f6f-bb98-36aef69d8c31" providerId="ADAL" clId="{990299EA-3706-4963-9607-B363693B7908}" dt="2023-10-17T05:34:54.391" v="18835" actId="47"/>
        <pc:sldMkLst>
          <pc:docMk/>
          <pc:sldMk cId="407598307" sldId="341"/>
        </pc:sldMkLst>
        <pc:spChg chg="del mod">
          <ac:chgData name="Mohammad Salman" userId="cfd6754c-e613-4f6f-bb98-36aef69d8c31" providerId="ADAL" clId="{990299EA-3706-4963-9607-B363693B7908}" dt="2023-10-17T05:31:37.582" v="18655" actId="478"/>
          <ac:spMkLst>
            <pc:docMk/>
            <pc:sldMk cId="407598307" sldId="341"/>
            <ac:spMk id="4" creationId="{43E8E10B-E053-6880-17FF-D3D168091055}"/>
          </ac:spMkLst>
        </pc:spChg>
      </pc:sldChg>
      <pc:sldChg chg="add del">
        <pc:chgData name="Mohammad Salman" userId="cfd6754c-e613-4f6f-bb98-36aef69d8c31" providerId="ADAL" clId="{990299EA-3706-4963-9607-B363693B7908}" dt="2023-10-17T05:34:50.604" v="18834" actId="47"/>
        <pc:sldMkLst>
          <pc:docMk/>
          <pc:sldMk cId="3388087106" sldId="342"/>
        </pc:sldMkLst>
      </pc:sldChg>
      <pc:sldChg chg="addSp delSp modSp add mod modAnim">
        <pc:chgData name="Mohammad Salman" userId="cfd6754c-e613-4f6f-bb98-36aef69d8c31" providerId="ADAL" clId="{990299EA-3706-4963-9607-B363693B7908}" dt="2023-10-17T05:37:35.111" v="19068"/>
        <pc:sldMkLst>
          <pc:docMk/>
          <pc:sldMk cId="1815986484" sldId="343"/>
        </pc:sldMkLst>
        <pc:spChg chg="del">
          <ac:chgData name="Mohammad Salman" userId="cfd6754c-e613-4f6f-bb98-36aef69d8c31" providerId="ADAL" clId="{990299EA-3706-4963-9607-B363693B7908}" dt="2023-10-17T05:32:36.986" v="18685" actId="478"/>
          <ac:spMkLst>
            <pc:docMk/>
            <pc:sldMk cId="1815986484" sldId="343"/>
            <ac:spMk id="3" creationId="{926EAAD9-220D-5D23-E9B7-2996AC1523C6}"/>
          </ac:spMkLst>
        </pc:spChg>
        <pc:spChg chg="add mod">
          <ac:chgData name="Mohammad Salman" userId="cfd6754c-e613-4f6f-bb98-36aef69d8c31" providerId="ADAL" clId="{990299EA-3706-4963-9607-B363693B7908}" dt="2023-10-17T05:32:47.133" v="18686"/>
          <ac:spMkLst>
            <pc:docMk/>
            <pc:sldMk cId="1815986484" sldId="343"/>
            <ac:spMk id="5" creationId="{B920A111-23DA-0622-2C10-D35CA8C7E8BE}"/>
          </ac:spMkLst>
        </pc:spChg>
        <pc:spChg chg="add mod">
          <ac:chgData name="Mohammad Salman" userId="cfd6754c-e613-4f6f-bb98-36aef69d8c31" providerId="ADAL" clId="{990299EA-3706-4963-9607-B363693B7908}" dt="2023-10-17T05:33:09.748" v="18687"/>
          <ac:spMkLst>
            <pc:docMk/>
            <pc:sldMk cId="1815986484" sldId="343"/>
            <ac:spMk id="6" creationId="{5E45317C-31A1-7267-D5EE-248F9A01F67A}"/>
          </ac:spMkLst>
        </pc:spChg>
        <pc:spChg chg="mod">
          <ac:chgData name="Mohammad Salman" userId="cfd6754c-e613-4f6f-bb98-36aef69d8c31" providerId="ADAL" clId="{990299EA-3706-4963-9607-B363693B7908}" dt="2023-10-17T05:33:41.657" v="18795" actId="20577"/>
          <ac:spMkLst>
            <pc:docMk/>
            <pc:sldMk cId="1815986484" sldId="343"/>
            <ac:spMk id="17" creationId="{6BF6D0F0-BA56-ABA5-54FE-92D17D72A802}"/>
          </ac:spMkLst>
        </pc:spChg>
        <pc:cxnChg chg="mod">
          <ac:chgData name="Mohammad Salman" userId="cfd6754c-e613-4f6f-bb98-36aef69d8c31" providerId="ADAL" clId="{990299EA-3706-4963-9607-B363693B7908}" dt="2023-10-17T05:33:35.778" v="18766" actId="20577"/>
          <ac:cxnSpMkLst>
            <pc:docMk/>
            <pc:sldMk cId="1815986484" sldId="343"/>
            <ac:cxnSpMk id="18" creationId="{A52B6D4D-51DF-F60A-037F-AD52EF0A2E92}"/>
          </ac:cxnSpMkLst>
        </pc:cxnChg>
      </pc:sldChg>
      <pc:sldChg chg="addSp delSp modSp add mod delAnim">
        <pc:chgData name="Mohammad Salman" userId="cfd6754c-e613-4f6f-bb98-36aef69d8c31" providerId="ADAL" clId="{990299EA-3706-4963-9607-B363693B7908}" dt="2023-10-17T06:35:25.138" v="21879" actId="20577"/>
        <pc:sldMkLst>
          <pc:docMk/>
          <pc:sldMk cId="3057321631" sldId="344"/>
        </pc:sldMkLst>
        <pc:spChg chg="add mod">
          <ac:chgData name="Mohammad Salman" userId="cfd6754c-e613-4f6f-bb98-36aef69d8c31" providerId="ADAL" clId="{990299EA-3706-4963-9607-B363693B7908}" dt="2023-10-17T05:34:17.713" v="18833"/>
          <ac:spMkLst>
            <pc:docMk/>
            <pc:sldMk cId="3057321631" sldId="344"/>
            <ac:spMk id="3" creationId="{46EDAB09-3CCC-0DFF-A24A-631C7A052813}"/>
          </ac:spMkLst>
        </pc:spChg>
        <pc:spChg chg="del">
          <ac:chgData name="Mohammad Salman" userId="cfd6754c-e613-4f6f-bb98-36aef69d8c31" providerId="ADAL" clId="{990299EA-3706-4963-9607-B363693B7908}" dt="2023-10-17T05:34:10.687" v="18832" actId="478"/>
          <ac:spMkLst>
            <pc:docMk/>
            <pc:sldMk cId="3057321631" sldId="344"/>
            <ac:spMk id="6" creationId="{5E45317C-31A1-7267-D5EE-248F9A01F67A}"/>
          </ac:spMkLst>
        </pc:spChg>
        <pc:spChg chg="mod">
          <ac:chgData name="Mohammad Salman" userId="cfd6754c-e613-4f6f-bb98-36aef69d8c31" providerId="ADAL" clId="{990299EA-3706-4963-9607-B363693B7908}" dt="2023-10-17T06:35:25.138" v="21879" actId="20577"/>
          <ac:spMkLst>
            <pc:docMk/>
            <pc:sldMk cId="3057321631" sldId="344"/>
            <ac:spMk id="17" creationId="{6BF6D0F0-BA56-ABA5-54FE-92D17D72A802}"/>
          </ac:spMkLst>
        </pc:spChg>
        <pc:cxnChg chg="del mod">
          <ac:chgData name="Mohammad Salman" userId="cfd6754c-e613-4f6f-bb98-36aef69d8c31" providerId="ADAL" clId="{990299EA-3706-4963-9607-B363693B7908}" dt="2023-10-17T05:34:09.955" v="18831" actId="478"/>
          <ac:cxnSpMkLst>
            <pc:docMk/>
            <pc:sldMk cId="3057321631" sldId="344"/>
            <ac:cxnSpMk id="18" creationId="{A52B6D4D-51DF-F60A-037F-AD52EF0A2E92}"/>
          </ac:cxnSpMkLst>
        </pc:cxnChg>
      </pc:sldChg>
      <pc:sldChg chg="addSp modSp add mod modAnim">
        <pc:chgData name="Mohammad Salman" userId="cfd6754c-e613-4f6f-bb98-36aef69d8c31" providerId="ADAL" clId="{990299EA-3706-4963-9607-B363693B7908}" dt="2023-10-24T07:37:15.205" v="30978"/>
        <pc:sldMkLst>
          <pc:docMk/>
          <pc:sldMk cId="264386810" sldId="345"/>
        </pc:sldMkLst>
        <pc:spChg chg="add mod">
          <ac:chgData name="Mohammad Salman" userId="cfd6754c-e613-4f6f-bb98-36aef69d8c31" providerId="ADAL" clId="{990299EA-3706-4963-9607-B363693B7908}" dt="2023-10-17T05:36:32.323" v="19060"/>
          <ac:spMkLst>
            <pc:docMk/>
            <pc:sldMk cId="264386810" sldId="345"/>
            <ac:spMk id="4" creationId="{74346388-EEBA-A79A-6E3C-DB8E0B61E83B}"/>
          </ac:spMkLst>
        </pc:spChg>
        <pc:spChg chg="add mod">
          <ac:chgData name="Mohammad Salman" userId="cfd6754c-e613-4f6f-bb98-36aef69d8c31" providerId="ADAL" clId="{990299EA-3706-4963-9607-B363693B7908}" dt="2023-10-17T05:36:40.984" v="19061"/>
          <ac:spMkLst>
            <pc:docMk/>
            <pc:sldMk cId="264386810" sldId="345"/>
            <ac:spMk id="6" creationId="{C77977F8-D742-CB57-2CC3-37A004D540D2}"/>
          </ac:spMkLst>
        </pc:spChg>
        <pc:spChg chg="mod">
          <ac:chgData name="Mohammad Salman" userId="cfd6754c-e613-4f6f-bb98-36aef69d8c31" providerId="ADAL" clId="{990299EA-3706-4963-9607-B363693B7908}" dt="2023-10-24T07:37:15.205" v="30978"/>
          <ac:spMkLst>
            <pc:docMk/>
            <pc:sldMk cId="264386810" sldId="345"/>
            <ac:spMk id="17" creationId="{6BF6D0F0-BA56-ABA5-54FE-92D17D72A802}"/>
          </ac:spMkLst>
        </pc:spChg>
        <pc:cxnChg chg="add mod">
          <ac:chgData name="Mohammad Salman" userId="cfd6754c-e613-4f6f-bb98-36aef69d8c31" providerId="ADAL" clId="{990299EA-3706-4963-9607-B363693B7908}" dt="2023-10-17T05:37:11.262" v="19066" actId="14100"/>
          <ac:cxnSpMkLst>
            <pc:docMk/>
            <pc:sldMk cId="264386810" sldId="345"/>
            <ac:cxnSpMk id="7" creationId="{A109D616-276B-C7B8-FB90-DE36282F5DC6}"/>
          </ac:cxnSpMkLst>
        </pc:cxnChg>
      </pc:sldChg>
      <pc:sldChg chg="addSp delSp modSp add mod modNotesTx">
        <pc:chgData name="Mohammad Salman" userId="cfd6754c-e613-4f6f-bb98-36aef69d8c31" providerId="ADAL" clId="{990299EA-3706-4963-9607-B363693B7908}" dt="2023-10-24T07:38:45.727" v="31063" actId="114"/>
        <pc:sldMkLst>
          <pc:docMk/>
          <pc:sldMk cId="2133887452" sldId="346"/>
        </pc:sldMkLst>
        <pc:spChg chg="add mod">
          <ac:chgData name="Mohammad Salman" userId="cfd6754c-e613-4f6f-bb98-36aef69d8c31" providerId="ADAL" clId="{990299EA-3706-4963-9607-B363693B7908}" dt="2023-10-17T05:41:30.004" v="19501" actId="14100"/>
          <ac:spMkLst>
            <pc:docMk/>
            <pc:sldMk cId="2133887452" sldId="346"/>
            <ac:spMk id="8" creationId="{B081AA3C-044A-AC15-C31F-6744D348B64B}"/>
          </ac:spMkLst>
        </pc:spChg>
        <pc:spChg chg="mod">
          <ac:chgData name="Mohammad Salman" userId="cfd6754c-e613-4f6f-bb98-36aef69d8c31" providerId="ADAL" clId="{990299EA-3706-4963-9607-B363693B7908}" dt="2023-10-24T07:38:45.727" v="31063" actId="114"/>
          <ac:spMkLst>
            <pc:docMk/>
            <pc:sldMk cId="2133887452" sldId="346"/>
            <ac:spMk id="17" creationId="{6BF6D0F0-BA56-ABA5-54FE-92D17D72A802}"/>
          </ac:spMkLst>
        </pc:spChg>
        <pc:cxnChg chg="del mod">
          <ac:chgData name="Mohammad Salman" userId="cfd6754c-e613-4f6f-bb98-36aef69d8c31" providerId="ADAL" clId="{990299EA-3706-4963-9607-B363693B7908}" dt="2023-10-17T05:39:27.410" v="19183" actId="478"/>
          <ac:cxnSpMkLst>
            <pc:docMk/>
            <pc:sldMk cId="2133887452" sldId="346"/>
            <ac:cxnSpMk id="7" creationId="{A109D616-276B-C7B8-FB90-DE36282F5DC6}"/>
          </ac:cxnSpMkLst>
        </pc:cxnChg>
        <pc:cxnChg chg="add mod">
          <ac:chgData name="Mohammad Salman" userId="cfd6754c-e613-4f6f-bb98-36aef69d8c31" providerId="ADAL" clId="{990299EA-3706-4963-9607-B363693B7908}" dt="2023-10-17T05:41:44.227" v="19504" actId="14100"/>
          <ac:cxnSpMkLst>
            <pc:docMk/>
            <pc:sldMk cId="2133887452" sldId="346"/>
            <ac:cxnSpMk id="9" creationId="{95483390-7E20-B9B0-23A0-40E262DD23B1}"/>
          </ac:cxnSpMkLst>
        </pc:cxnChg>
        <pc:cxnChg chg="add del mod">
          <ac:chgData name="Mohammad Salman" userId="cfd6754c-e613-4f6f-bb98-36aef69d8c31" providerId="ADAL" clId="{990299EA-3706-4963-9607-B363693B7908}" dt="2023-10-17T05:42:23.051" v="19510" actId="478"/>
          <ac:cxnSpMkLst>
            <pc:docMk/>
            <pc:sldMk cId="2133887452" sldId="346"/>
            <ac:cxnSpMk id="12" creationId="{573DF429-2263-FD02-F264-C7356C1C7A2D}"/>
          </ac:cxnSpMkLst>
        </pc:cxnChg>
        <pc:cxnChg chg="add mod">
          <ac:chgData name="Mohammad Salman" userId="cfd6754c-e613-4f6f-bb98-36aef69d8c31" providerId="ADAL" clId="{990299EA-3706-4963-9607-B363693B7908}" dt="2023-10-17T05:42:45.468" v="19515" actId="692"/>
          <ac:cxnSpMkLst>
            <pc:docMk/>
            <pc:sldMk cId="2133887452" sldId="346"/>
            <ac:cxnSpMk id="18" creationId="{2ACDEC1C-78D1-3A04-E262-02C30F93D187}"/>
          </ac:cxnSpMkLst>
        </pc:cxnChg>
      </pc:sldChg>
      <pc:sldChg chg="delSp modSp add mod">
        <pc:chgData name="Mohammad Salman" userId="cfd6754c-e613-4f6f-bb98-36aef69d8c31" providerId="ADAL" clId="{990299EA-3706-4963-9607-B363693B7908}" dt="2023-10-17T05:46:57.800" v="19787" actId="1076"/>
        <pc:sldMkLst>
          <pc:docMk/>
          <pc:sldMk cId="699457551" sldId="347"/>
        </pc:sldMkLst>
        <pc:spChg chg="del">
          <ac:chgData name="Mohammad Salman" userId="cfd6754c-e613-4f6f-bb98-36aef69d8c31" providerId="ADAL" clId="{990299EA-3706-4963-9607-B363693B7908}" dt="2023-10-17T05:44:53.461" v="19699" actId="478"/>
          <ac:spMkLst>
            <pc:docMk/>
            <pc:sldMk cId="699457551" sldId="347"/>
            <ac:spMk id="2" creationId="{15E2192F-841F-B138-E474-EFD40811B5FA}"/>
          </ac:spMkLst>
        </pc:spChg>
        <pc:spChg chg="del">
          <ac:chgData name="Mohammad Salman" userId="cfd6754c-e613-4f6f-bb98-36aef69d8c31" providerId="ADAL" clId="{990299EA-3706-4963-9607-B363693B7908}" dt="2023-10-17T05:44:52.541" v="19698" actId="478"/>
          <ac:spMkLst>
            <pc:docMk/>
            <pc:sldMk cId="699457551" sldId="347"/>
            <ac:spMk id="3" creationId="{46EDAB09-3CCC-0DFF-A24A-631C7A052813}"/>
          </ac:spMkLst>
        </pc:spChg>
        <pc:spChg chg="mod">
          <ac:chgData name="Mohammad Salman" userId="cfd6754c-e613-4f6f-bb98-36aef69d8c31" providerId="ADAL" clId="{990299EA-3706-4963-9607-B363693B7908}" dt="2023-10-17T05:46:00.021" v="19716" actId="1076"/>
          <ac:spMkLst>
            <pc:docMk/>
            <pc:sldMk cId="699457551" sldId="347"/>
            <ac:spMk id="4" creationId="{74346388-EEBA-A79A-6E3C-DB8E0B61E83B}"/>
          </ac:spMkLst>
        </pc:spChg>
        <pc:spChg chg="mod">
          <ac:chgData name="Mohammad Salman" userId="cfd6754c-e613-4f6f-bb98-36aef69d8c31" providerId="ADAL" clId="{990299EA-3706-4963-9607-B363693B7908}" dt="2023-10-17T05:46:00.021" v="19716" actId="1076"/>
          <ac:spMkLst>
            <pc:docMk/>
            <pc:sldMk cId="699457551" sldId="347"/>
            <ac:spMk id="5" creationId="{B920A111-23DA-0622-2C10-D35CA8C7E8BE}"/>
          </ac:spMkLst>
        </pc:spChg>
        <pc:spChg chg="del">
          <ac:chgData name="Mohammad Salman" userId="cfd6754c-e613-4f6f-bb98-36aef69d8c31" providerId="ADAL" clId="{990299EA-3706-4963-9607-B363693B7908}" dt="2023-10-17T05:44:21.377" v="19695" actId="478"/>
          <ac:spMkLst>
            <pc:docMk/>
            <pc:sldMk cId="699457551" sldId="347"/>
            <ac:spMk id="6" creationId="{C77977F8-D742-CB57-2CC3-37A004D540D2}"/>
          </ac:spMkLst>
        </pc:spChg>
        <pc:spChg chg="del mod">
          <ac:chgData name="Mohammad Salman" userId="cfd6754c-e613-4f6f-bb98-36aef69d8c31" providerId="ADAL" clId="{990299EA-3706-4963-9607-B363693B7908}" dt="2023-10-17T05:44:16.255" v="19692" actId="478"/>
          <ac:spMkLst>
            <pc:docMk/>
            <pc:sldMk cId="699457551" sldId="347"/>
            <ac:spMk id="8" creationId="{B081AA3C-044A-AC15-C31F-6744D348B64B}"/>
          </ac:spMkLst>
        </pc:spChg>
        <pc:spChg chg="mod">
          <ac:chgData name="Mohammad Salman" userId="cfd6754c-e613-4f6f-bb98-36aef69d8c31" providerId="ADAL" clId="{990299EA-3706-4963-9607-B363693B7908}" dt="2023-10-17T05:46:57.800" v="19787" actId="1076"/>
          <ac:spMkLst>
            <pc:docMk/>
            <pc:sldMk cId="699457551" sldId="347"/>
            <ac:spMk id="17" creationId="{6BF6D0F0-BA56-ABA5-54FE-92D17D72A802}"/>
          </ac:spMkLst>
        </pc:spChg>
        <pc:cxnChg chg="del mod">
          <ac:chgData name="Mohammad Salman" userId="cfd6754c-e613-4f6f-bb98-36aef69d8c31" providerId="ADAL" clId="{990299EA-3706-4963-9607-B363693B7908}" dt="2023-10-17T05:44:17.704" v="19693" actId="478"/>
          <ac:cxnSpMkLst>
            <pc:docMk/>
            <pc:sldMk cId="699457551" sldId="347"/>
            <ac:cxnSpMk id="9" creationId="{95483390-7E20-B9B0-23A0-40E262DD23B1}"/>
          </ac:cxnSpMkLst>
        </pc:cxnChg>
        <pc:cxnChg chg="del">
          <ac:chgData name="Mohammad Salman" userId="cfd6754c-e613-4f6f-bb98-36aef69d8c31" providerId="ADAL" clId="{990299EA-3706-4963-9607-B363693B7908}" dt="2023-10-17T05:44:19.579" v="19694" actId="478"/>
          <ac:cxnSpMkLst>
            <pc:docMk/>
            <pc:sldMk cId="699457551" sldId="347"/>
            <ac:cxnSpMk id="18" creationId="{2ACDEC1C-78D1-3A04-E262-02C30F93D187}"/>
          </ac:cxnSpMkLst>
        </pc:cxnChg>
      </pc:sldChg>
      <pc:sldChg chg="addSp modSp add mod modNotesTx">
        <pc:chgData name="Mohammad Salman" userId="cfd6754c-e613-4f6f-bb98-36aef69d8c31" providerId="ADAL" clId="{990299EA-3706-4963-9607-B363693B7908}" dt="2023-10-17T06:08:08.913" v="20912" actId="20577"/>
        <pc:sldMkLst>
          <pc:docMk/>
          <pc:sldMk cId="3547056454" sldId="348"/>
        </pc:sldMkLst>
        <pc:spChg chg="mod">
          <ac:chgData name="Mohammad Salman" userId="cfd6754c-e613-4f6f-bb98-36aef69d8c31" providerId="ADAL" clId="{990299EA-3706-4963-9607-B363693B7908}" dt="2023-10-17T05:49:51.751" v="19935" actId="20577"/>
          <ac:spMkLst>
            <pc:docMk/>
            <pc:sldMk cId="3547056454" sldId="348"/>
            <ac:spMk id="5" creationId="{B920A111-23DA-0622-2C10-D35CA8C7E8BE}"/>
          </ac:spMkLst>
        </pc:spChg>
        <pc:spChg chg="mod">
          <ac:chgData name="Mohammad Salman" userId="cfd6754c-e613-4f6f-bb98-36aef69d8c31" providerId="ADAL" clId="{990299EA-3706-4963-9607-B363693B7908}" dt="2023-10-17T05:51:27.200" v="20130" actId="692"/>
          <ac:spMkLst>
            <pc:docMk/>
            <pc:sldMk cId="3547056454" sldId="348"/>
            <ac:spMk id="8" creationId="{B081AA3C-044A-AC15-C31F-6744D348B64B}"/>
          </ac:spMkLst>
        </pc:spChg>
        <pc:spChg chg="add mod">
          <ac:chgData name="Mohammad Salman" userId="cfd6754c-e613-4f6f-bb98-36aef69d8c31" providerId="ADAL" clId="{990299EA-3706-4963-9607-B363693B7908}" dt="2023-10-17T05:51:13.371" v="20128" actId="1076"/>
          <ac:spMkLst>
            <pc:docMk/>
            <pc:sldMk cId="3547056454" sldId="348"/>
            <ac:spMk id="10" creationId="{1D0A8178-E86F-6FA7-BEEF-544C7BA7DF51}"/>
          </ac:spMkLst>
        </pc:spChg>
        <pc:spChg chg="mod">
          <ac:chgData name="Mohammad Salman" userId="cfd6754c-e613-4f6f-bb98-36aef69d8c31" providerId="ADAL" clId="{990299EA-3706-4963-9607-B363693B7908}" dt="2023-10-17T05:56:38.553" v="20446" actId="113"/>
          <ac:spMkLst>
            <pc:docMk/>
            <pc:sldMk cId="3547056454" sldId="348"/>
            <ac:spMk id="17" creationId="{6BF6D0F0-BA56-ABA5-54FE-92D17D72A802}"/>
          </ac:spMkLst>
        </pc:spChg>
        <pc:cxnChg chg="mod">
          <ac:chgData name="Mohammad Salman" userId="cfd6754c-e613-4f6f-bb98-36aef69d8c31" providerId="ADAL" clId="{990299EA-3706-4963-9607-B363693B7908}" dt="2023-10-17T05:51:17.973" v="20129" actId="14100"/>
          <ac:cxnSpMkLst>
            <pc:docMk/>
            <pc:sldMk cId="3547056454" sldId="348"/>
            <ac:cxnSpMk id="9" creationId="{95483390-7E20-B9B0-23A0-40E262DD23B1}"/>
          </ac:cxnSpMkLst>
        </pc:cxnChg>
      </pc:sldChg>
      <pc:sldChg chg="delSp modSp add mod modNotesTx">
        <pc:chgData name="Mohammad Salman" userId="cfd6754c-e613-4f6f-bb98-36aef69d8c31" providerId="ADAL" clId="{990299EA-3706-4963-9607-B363693B7908}" dt="2023-10-24T07:39:38.745" v="31064" actId="108"/>
        <pc:sldMkLst>
          <pc:docMk/>
          <pc:sldMk cId="3535093296" sldId="349"/>
        </pc:sldMkLst>
        <pc:spChg chg="del">
          <ac:chgData name="Mohammad Salman" userId="cfd6754c-e613-4f6f-bb98-36aef69d8c31" providerId="ADAL" clId="{990299EA-3706-4963-9607-B363693B7908}" dt="2023-10-17T05:52:13.814" v="20132" actId="478"/>
          <ac:spMkLst>
            <pc:docMk/>
            <pc:sldMk cId="3535093296" sldId="349"/>
            <ac:spMk id="8" creationId="{B081AA3C-044A-AC15-C31F-6744D348B64B}"/>
          </ac:spMkLst>
        </pc:spChg>
        <pc:spChg chg="mod">
          <ac:chgData name="Mohammad Salman" userId="cfd6754c-e613-4f6f-bb98-36aef69d8c31" providerId="ADAL" clId="{990299EA-3706-4963-9607-B363693B7908}" dt="2023-10-24T07:39:38.745" v="31064" actId="108"/>
          <ac:spMkLst>
            <pc:docMk/>
            <pc:sldMk cId="3535093296" sldId="349"/>
            <ac:spMk id="17" creationId="{6BF6D0F0-BA56-ABA5-54FE-92D17D72A802}"/>
          </ac:spMkLst>
        </pc:spChg>
      </pc:sldChg>
      <pc:sldChg chg="delSp modSp add mod modNotesTx">
        <pc:chgData name="Mohammad Salman" userId="cfd6754c-e613-4f6f-bb98-36aef69d8c31" providerId="ADAL" clId="{990299EA-3706-4963-9607-B363693B7908}" dt="2023-10-17T06:07:59.142" v="20910" actId="20577"/>
        <pc:sldMkLst>
          <pc:docMk/>
          <pc:sldMk cId="1730171135" sldId="350"/>
        </pc:sldMkLst>
        <pc:spChg chg="del">
          <ac:chgData name="Mohammad Salman" userId="cfd6754c-e613-4f6f-bb98-36aef69d8c31" providerId="ADAL" clId="{990299EA-3706-4963-9607-B363693B7908}" dt="2023-10-17T06:00:06.182" v="20764" actId="478"/>
          <ac:spMkLst>
            <pc:docMk/>
            <pc:sldMk cId="1730171135" sldId="350"/>
            <ac:spMk id="10" creationId="{1D0A8178-E86F-6FA7-BEEF-544C7BA7DF51}"/>
          </ac:spMkLst>
        </pc:spChg>
        <pc:spChg chg="mod">
          <ac:chgData name="Mohammad Salman" userId="cfd6754c-e613-4f6f-bb98-36aef69d8c31" providerId="ADAL" clId="{990299EA-3706-4963-9607-B363693B7908}" dt="2023-10-17T05:59:56.133" v="20763" actId="108"/>
          <ac:spMkLst>
            <pc:docMk/>
            <pc:sldMk cId="1730171135" sldId="350"/>
            <ac:spMk id="17" creationId="{6BF6D0F0-BA56-ABA5-54FE-92D17D72A802}"/>
          </ac:spMkLst>
        </pc:spChg>
        <pc:cxnChg chg="del mod">
          <ac:chgData name="Mohammad Salman" userId="cfd6754c-e613-4f6f-bb98-36aef69d8c31" providerId="ADAL" clId="{990299EA-3706-4963-9607-B363693B7908}" dt="2023-10-17T06:00:07.181" v="20765" actId="478"/>
          <ac:cxnSpMkLst>
            <pc:docMk/>
            <pc:sldMk cId="1730171135" sldId="350"/>
            <ac:cxnSpMk id="9" creationId="{95483390-7E20-B9B0-23A0-40E262DD23B1}"/>
          </ac:cxnSpMkLst>
        </pc:cxnChg>
        <pc:cxnChg chg="mod">
          <ac:chgData name="Mohammad Salman" userId="cfd6754c-e613-4f6f-bb98-36aef69d8c31" providerId="ADAL" clId="{990299EA-3706-4963-9607-B363693B7908}" dt="2023-10-17T06:00:23.488" v="20766" actId="692"/>
          <ac:cxnSpMkLst>
            <pc:docMk/>
            <pc:sldMk cId="1730171135" sldId="350"/>
            <ac:cxnSpMk id="18" creationId="{2ACDEC1C-78D1-3A04-E262-02C30F93D187}"/>
          </ac:cxnSpMkLst>
        </pc:cxnChg>
      </pc:sldChg>
      <pc:sldChg chg="addSp delSp modSp add mod modNotesTx">
        <pc:chgData name="Mohammad Salman" userId="cfd6754c-e613-4f6f-bb98-36aef69d8c31" providerId="ADAL" clId="{990299EA-3706-4963-9607-B363693B7908}" dt="2023-10-17T06:59:26.536" v="22156" actId="1035"/>
        <pc:sldMkLst>
          <pc:docMk/>
          <pc:sldMk cId="4102740693" sldId="351"/>
        </pc:sldMkLst>
        <pc:spChg chg="del">
          <ac:chgData name="Mohammad Salman" userId="cfd6754c-e613-4f6f-bb98-36aef69d8c31" providerId="ADAL" clId="{990299EA-3706-4963-9607-B363693B7908}" dt="2023-10-17T06:02:52.649" v="20808" actId="478"/>
          <ac:spMkLst>
            <pc:docMk/>
            <pc:sldMk cId="4102740693" sldId="351"/>
            <ac:spMk id="4" creationId="{74346388-EEBA-A79A-6E3C-DB8E0B61E83B}"/>
          </ac:spMkLst>
        </pc:spChg>
        <pc:spChg chg="del">
          <ac:chgData name="Mohammad Salman" userId="cfd6754c-e613-4f6f-bb98-36aef69d8c31" providerId="ADAL" clId="{990299EA-3706-4963-9607-B363693B7908}" dt="2023-10-17T06:02:55.065" v="20810" actId="478"/>
          <ac:spMkLst>
            <pc:docMk/>
            <pc:sldMk cId="4102740693" sldId="351"/>
            <ac:spMk id="6" creationId="{C77977F8-D742-CB57-2CC3-37A004D540D2}"/>
          </ac:spMkLst>
        </pc:spChg>
        <pc:spChg chg="add mod">
          <ac:chgData name="Mohammad Salman" userId="cfd6754c-e613-4f6f-bb98-36aef69d8c31" providerId="ADAL" clId="{990299EA-3706-4963-9607-B363693B7908}" dt="2023-10-17T06:08:27.646" v="20913" actId="164"/>
          <ac:spMkLst>
            <pc:docMk/>
            <pc:sldMk cId="4102740693" sldId="351"/>
            <ac:spMk id="9" creationId="{109C973D-D1F5-D2FA-8CA5-061310337874}"/>
          </ac:spMkLst>
        </pc:spChg>
        <pc:spChg chg="add mod">
          <ac:chgData name="Mohammad Salman" userId="cfd6754c-e613-4f6f-bb98-36aef69d8c31" providerId="ADAL" clId="{990299EA-3706-4963-9607-B363693B7908}" dt="2023-10-17T06:08:27.646" v="20913" actId="164"/>
          <ac:spMkLst>
            <pc:docMk/>
            <pc:sldMk cId="4102740693" sldId="351"/>
            <ac:spMk id="10" creationId="{8C0E0C8D-5136-6960-3ACD-812029822C9C}"/>
          </ac:spMkLst>
        </pc:spChg>
        <pc:spChg chg="add mod">
          <ac:chgData name="Mohammad Salman" userId="cfd6754c-e613-4f6f-bb98-36aef69d8c31" providerId="ADAL" clId="{990299EA-3706-4963-9607-B363693B7908}" dt="2023-10-17T06:08:27.646" v="20913" actId="164"/>
          <ac:spMkLst>
            <pc:docMk/>
            <pc:sldMk cId="4102740693" sldId="351"/>
            <ac:spMk id="11" creationId="{42D43A33-85D9-78EF-3A0F-3D5A151DD5BB}"/>
          </ac:spMkLst>
        </pc:spChg>
        <pc:spChg chg="add mod">
          <ac:chgData name="Mohammad Salman" userId="cfd6754c-e613-4f6f-bb98-36aef69d8c31" providerId="ADAL" clId="{990299EA-3706-4963-9607-B363693B7908}" dt="2023-10-17T06:08:27.646" v="20913" actId="164"/>
          <ac:spMkLst>
            <pc:docMk/>
            <pc:sldMk cId="4102740693" sldId="351"/>
            <ac:spMk id="12" creationId="{E5C32AD4-4AF9-CC82-DC6A-93AD5455E184}"/>
          </ac:spMkLst>
        </pc:spChg>
        <pc:spChg chg="add mod">
          <ac:chgData name="Mohammad Salman" userId="cfd6754c-e613-4f6f-bb98-36aef69d8c31" providerId="ADAL" clId="{990299EA-3706-4963-9607-B363693B7908}" dt="2023-10-17T06:08:27.646" v="20913" actId="164"/>
          <ac:spMkLst>
            <pc:docMk/>
            <pc:sldMk cId="4102740693" sldId="351"/>
            <ac:spMk id="13" creationId="{623E72E5-D30E-04AF-0308-471607F5B832}"/>
          </ac:spMkLst>
        </pc:spChg>
        <pc:spChg chg="add mod">
          <ac:chgData name="Mohammad Salman" userId="cfd6754c-e613-4f6f-bb98-36aef69d8c31" providerId="ADAL" clId="{990299EA-3706-4963-9607-B363693B7908}" dt="2023-10-17T06:08:27.646" v="20913" actId="164"/>
          <ac:spMkLst>
            <pc:docMk/>
            <pc:sldMk cId="4102740693" sldId="351"/>
            <ac:spMk id="14" creationId="{5BEC5163-7BC2-475C-8EA3-EF1CE450A74B}"/>
          </ac:spMkLst>
        </pc:spChg>
        <pc:spChg chg="del mod">
          <ac:chgData name="Mohammad Salman" userId="cfd6754c-e613-4f6f-bb98-36aef69d8c31" providerId="ADAL" clId="{990299EA-3706-4963-9607-B363693B7908}" dt="2023-10-17T06:02:58.996" v="20811" actId="478"/>
          <ac:spMkLst>
            <pc:docMk/>
            <pc:sldMk cId="4102740693" sldId="351"/>
            <ac:spMk id="17" creationId="{6BF6D0F0-BA56-ABA5-54FE-92D17D72A802}"/>
          </ac:spMkLst>
        </pc:spChg>
        <pc:grpChg chg="add mod">
          <ac:chgData name="Mohammad Salman" userId="cfd6754c-e613-4f6f-bb98-36aef69d8c31" providerId="ADAL" clId="{990299EA-3706-4963-9607-B363693B7908}" dt="2023-10-17T06:59:26.536" v="22156" actId="1035"/>
          <ac:grpSpMkLst>
            <pc:docMk/>
            <pc:sldMk cId="4102740693" sldId="351"/>
            <ac:grpSpMk id="15" creationId="{1981F04F-B228-6005-E0C4-44FCD7306246}"/>
          </ac:grpSpMkLst>
        </pc:grpChg>
        <pc:picChg chg="add mod">
          <ac:chgData name="Mohammad Salman" userId="cfd6754c-e613-4f6f-bb98-36aef69d8c31" providerId="ADAL" clId="{990299EA-3706-4963-9607-B363693B7908}" dt="2023-10-17T06:08:27.646" v="20913" actId="164"/>
          <ac:picMkLst>
            <pc:docMk/>
            <pc:sldMk cId="4102740693" sldId="351"/>
            <ac:picMk id="8" creationId="{990C7CB3-D6BD-BD72-9086-E019D1B9970F}"/>
          </ac:picMkLst>
        </pc:picChg>
        <pc:cxnChg chg="del">
          <ac:chgData name="Mohammad Salman" userId="cfd6754c-e613-4f6f-bb98-36aef69d8c31" providerId="ADAL" clId="{990299EA-3706-4963-9607-B363693B7908}" dt="2023-10-17T06:02:53.617" v="20809" actId="478"/>
          <ac:cxnSpMkLst>
            <pc:docMk/>
            <pc:sldMk cId="4102740693" sldId="351"/>
            <ac:cxnSpMk id="18" creationId="{2ACDEC1C-78D1-3A04-E262-02C30F93D187}"/>
          </ac:cxnSpMkLst>
        </pc:cxnChg>
      </pc:sldChg>
      <pc:sldChg chg="addSp delSp modSp new mod setBg">
        <pc:chgData name="Mohammad Salman" userId="cfd6754c-e613-4f6f-bb98-36aef69d8c31" providerId="ADAL" clId="{990299EA-3706-4963-9607-B363693B7908}" dt="2023-10-17T06:26:42.083" v="21294" actId="1076"/>
        <pc:sldMkLst>
          <pc:docMk/>
          <pc:sldMk cId="3578637699" sldId="352"/>
        </pc:sldMkLst>
        <pc:spChg chg="del">
          <ac:chgData name="Mohammad Salman" userId="cfd6754c-e613-4f6f-bb98-36aef69d8c31" providerId="ADAL" clId="{990299EA-3706-4963-9607-B363693B7908}" dt="2023-10-17T06:21:14.299" v="21124" actId="478"/>
          <ac:spMkLst>
            <pc:docMk/>
            <pc:sldMk cId="3578637699" sldId="352"/>
            <ac:spMk id="2" creationId="{5844BB28-2A2E-B67D-4417-5FDA643338CA}"/>
          </ac:spMkLst>
        </pc:spChg>
        <pc:spChg chg="del">
          <ac:chgData name="Mohammad Salman" userId="cfd6754c-e613-4f6f-bb98-36aef69d8c31" providerId="ADAL" clId="{990299EA-3706-4963-9607-B363693B7908}" dt="2023-10-17T06:21:14.299" v="21124" actId="478"/>
          <ac:spMkLst>
            <pc:docMk/>
            <pc:sldMk cId="3578637699" sldId="352"/>
            <ac:spMk id="3" creationId="{A81F349F-E24B-A2D6-47A8-8C1190A836A4}"/>
          </ac:spMkLst>
        </pc:spChg>
        <pc:spChg chg="add mod">
          <ac:chgData name="Mohammad Salman" userId="cfd6754c-e613-4f6f-bb98-36aef69d8c31" providerId="ADAL" clId="{990299EA-3706-4963-9607-B363693B7908}" dt="2023-10-17T06:26:42.083" v="21294" actId="1076"/>
          <ac:spMkLst>
            <pc:docMk/>
            <pc:sldMk cId="3578637699" sldId="352"/>
            <ac:spMk id="6" creationId="{1846C9F7-33D4-74F3-7FA5-6BF1A53E4B20}"/>
          </ac:spMkLst>
        </pc:spChg>
        <pc:spChg chg="add mod">
          <ac:chgData name="Mohammad Salman" userId="cfd6754c-e613-4f6f-bb98-36aef69d8c31" providerId="ADAL" clId="{990299EA-3706-4963-9607-B363693B7908}" dt="2023-10-17T06:24:08.992" v="21275" actId="164"/>
          <ac:spMkLst>
            <pc:docMk/>
            <pc:sldMk cId="3578637699" sldId="352"/>
            <ac:spMk id="7" creationId="{26AE1B8D-46EA-F26E-0565-F64A4E839105}"/>
          </ac:spMkLst>
        </pc:spChg>
        <pc:spChg chg="add mod">
          <ac:chgData name="Mohammad Salman" userId="cfd6754c-e613-4f6f-bb98-36aef69d8c31" providerId="ADAL" clId="{990299EA-3706-4963-9607-B363693B7908}" dt="2023-10-17T06:24:08.992" v="21275" actId="164"/>
          <ac:spMkLst>
            <pc:docMk/>
            <pc:sldMk cId="3578637699" sldId="352"/>
            <ac:spMk id="8" creationId="{C1A35CAC-DDB0-DE2C-7AAE-546F2C2456C4}"/>
          </ac:spMkLst>
        </pc:spChg>
        <pc:grpChg chg="add mod">
          <ac:chgData name="Mohammad Salman" userId="cfd6754c-e613-4f6f-bb98-36aef69d8c31" providerId="ADAL" clId="{990299EA-3706-4963-9607-B363693B7908}" dt="2023-10-17T06:26:28.130" v="21289" actId="1076"/>
          <ac:grpSpMkLst>
            <pc:docMk/>
            <pc:sldMk cId="3578637699" sldId="352"/>
            <ac:grpSpMk id="9" creationId="{EF5CB7D0-4DE4-6C3D-F25E-3B41AE3BFB3F}"/>
          </ac:grpSpMkLst>
        </pc:grpChg>
        <pc:picChg chg="add mod">
          <ac:chgData name="Mohammad Salman" userId="cfd6754c-e613-4f6f-bb98-36aef69d8c31" providerId="ADAL" clId="{990299EA-3706-4963-9607-B363693B7908}" dt="2023-10-17T06:24:08.992" v="21275" actId="164"/>
          <ac:picMkLst>
            <pc:docMk/>
            <pc:sldMk cId="3578637699" sldId="352"/>
            <ac:picMk id="5" creationId="{440F1D4A-DA96-CCDB-5485-58CA000CB8BE}"/>
          </ac:picMkLst>
        </pc:picChg>
      </pc:sldChg>
      <pc:sldChg chg="addSp delSp modSp add mod">
        <pc:chgData name="Mohammad Salman" userId="cfd6754c-e613-4f6f-bb98-36aef69d8c31" providerId="ADAL" clId="{990299EA-3706-4963-9607-B363693B7908}" dt="2023-10-17T06:33:07.168" v="21862" actId="113"/>
        <pc:sldMkLst>
          <pc:docMk/>
          <pc:sldMk cId="778735653" sldId="353"/>
        </pc:sldMkLst>
        <pc:spChg chg="mod">
          <ac:chgData name="Mohammad Salman" userId="cfd6754c-e613-4f6f-bb98-36aef69d8c31" providerId="ADAL" clId="{990299EA-3706-4963-9607-B363693B7908}" dt="2023-10-17T06:33:07.168" v="21862" actId="113"/>
          <ac:spMkLst>
            <pc:docMk/>
            <pc:sldMk cId="778735653" sldId="353"/>
            <ac:spMk id="6" creationId="{1846C9F7-33D4-74F3-7FA5-6BF1A53E4B20}"/>
          </ac:spMkLst>
        </pc:spChg>
        <pc:grpChg chg="del">
          <ac:chgData name="Mohammad Salman" userId="cfd6754c-e613-4f6f-bb98-36aef69d8c31" providerId="ADAL" clId="{990299EA-3706-4963-9607-B363693B7908}" dt="2023-10-17T06:29:01.757" v="21296" actId="478"/>
          <ac:grpSpMkLst>
            <pc:docMk/>
            <pc:sldMk cId="778735653" sldId="353"/>
            <ac:grpSpMk id="9" creationId="{EF5CB7D0-4DE4-6C3D-F25E-3B41AE3BFB3F}"/>
          </ac:grpSpMkLst>
        </pc:grpChg>
        <pc:picChg chg="add mod">
          <ac:chgData name="Mohammad Salman" userId="cfd6754c-e613-4f6f-bb98-36aef69d8c31" providerId="ADAL" clId="{990299EA-3706-4963-9607-B363693B7908}" dt="2023-10-17T06:32:06.462" v="21849" actId="1076"/>
          <ac:picMkLst>
            <pc:docMk/>
            <pc:sldMk cId="778735653" sldId="353"/>
            <ac:picMk id="3" creationId="{2755A55E-094C-3C3F-B692-CE6F9D3A533A}"/>
          </ac:picMkLst>
        </pc:picChg>
      </pc:sldChg>
      <pc:sldChg chg="addSp delSp modSp new mod setBg">
        <pc:chgData name="Mohammad Salman" userId="cfd6754c-e613-4f6f-bb98-36aef69d8c31" providerId="ADAL" clId="{990299EA-3706-4963-9607-B363693B7908}" dt="2023-10-20T06:39:13.765" v="22849" actId="20577"/>
        <pc:sldMkLst>
          <pc:docMk/>
          <pc:sldMk cId="477843951" sldId="354"/>
        </pc:sldMkLst>
        <pc:spChg chg="del">
          <ac:chgData name="Mohammad Salman" userId="cfd6754c-e613-4f6f-bb98-36aef69d8c31" providerId="ADAL" clId="{990299EA-3706-4963-9607-B363693B7908}" dt="2023-10-17T06:39:29.781" v="21881" actId="478"/>
          <ac:spMkLst>
            <pc:docMk/>
            <pc:sldMk cId="477843951" sldId="354"/>
            <ac:spMk id="2" creationId="{4753290C-7348-70BF-34E9-3EA372BDD196}"/>
          </ac:spMkLst>
        </pc:spChg>
        <pc:spChg chg="del">
          <ac:chgData name="Mohammad Salman" userId="cfd6754c-e613-4f6f-bb98-36aef69d8c31" providerId="ADAL" clId="{990299EA-3706-4963-9607-B363693B7908}" dt="2023-10-17T06:39:29.781" v="21881" actId="478"/>
          <ac:spMkLst>
            <pc:docMk/>
            <pc:sldMk cId="477843951" sldId="354"/>
            <ac:spMk id="3" creationId="{7352F7D4-9640-570B-1AF4-DD4000990367}"/>
          </ac:spMkLst>
        </pc:spChg>
        <pc:spChg chg="add mod">
          <ac:chgData name="Mohammad Salman" userId="cfd6754c-e613-4f6f-bb98-36aef69d8c31" providerId="ADAL" clId="{990299EA-3706-4963-9607-B363693B7908}" dt="2023-10-20T06:39:13.765" v="22849" actId="20577"/>
          <ac:spMkLst>
            <pc:docMk/>
            <pc:sldMk cId="477843951" sldId="354"/>
            <ac:spMk id="6" creationId="{7533190A-6609-0CAF-E146-4BE0BE4D0AEC}"/>
          </ac:spMkLst>
        </pc:spChg>
        <pc:picChg chg="add mod">
          <ac:chgData name="Mohammad Salman" userId="cfd6754c-e613-4f6f-bb98-36aef69d8c31" providerId="ADAL" clId="{990299EA-3706-4963-9607-B363693B7908}" dt="2023-10-17T06:40:47.561" v="22036" actId="1076"/>
          <ac:picMkLst>
            <pc:docMk/>
            <pc:sldMk cId="477843951" sldId="354"/>
            <ac:picMk id="5" creationId="{B66D4835-45D4-8AB6-3B56-978FA111620E}"/>
          </ac:picMkLst>
        </pc:picChg>
      </pc:sldChg>
      <pc:sldChg chg="addSp delSp modSp new mod modAnim modNotesTx">
        <pc:chgData name="Mohammad Salman" userId="cfd6754c-e613-4f6f-bb98-36aef69d8c31" providerId="ADAL" clId="{990299EA-3706-4963-9607-B363693B7908}" dt="2023-10-24T07:41:14.696" v="31067" actId="113"/>
        <pc:sldMkLst>
          <pc:docMk/>
          <pc:sldMk cId="2308865302" sldId="355"/>
        </pc:sldMkLst>
        <pc:spChg chg="del">
          <ac:chgData name="Mohammad Salman" userId="cfd6754c-e613-4f6f-bb98-36aef69d8c31" providerId="ADAL" clId="{990299EA-3706-4963-9607-B363693B7908}" dt="2023-10-17T06:55:40.443" v="22118" actId="478"/>
          <ac:spMkLst>
            <pc:docMk/>
            <pc:sldMk cId="2308865302" sldId="355"/>
            <ac:spMk id="2" creationId="{DB44C5B8-4D77-C9D5-3F8B-BF45D56FED3D}"/>
          </ac:spMkLst>
        </pc:spChg>
        <pc:spChg chg="add mod">
          <ac:chgData name="Mohammad Salman" userId="cfd6754c-e613-4f6f-bb98-36aef69d8c31" providerId="ADAL" clId="{990299EA-3706-4963-9607-B363693B7908}" dt="2023-10-17T08:32:22.066" v="22684" actId="207"/>
          <ac:spMkLst>
            <pc:docMk/>
            <pc:sldMk cId="2308865302" sldId="355"/>
            <ac:spMk id="3" creationId="{47E1DD7B-BC27-FA61-16B3-DD556A522D79}"/>
          </ac:spMkLst>
        </pc:spChg>
        <pc:spChg chg="del">
          <ac:chgData name="Mohammad Salman" userId="cfd6754c-e613-4f6f-bb98-36aef69d8c31" providerId="ADAL" clId="{990299EA-3706-4963-9607-B363693B7908}" dt="2023-10-17T06:55:40.443" v="22118" actId="478"/>
          <ac:spMkLst>
            <pc:docMk/>
            <pc:sldMk cId="2308865302" sldId="355"/>
            <ac:spMk id="3" creationId="{9BBBCE7A-001A-67F1-310E-B203E488AA13}"/>
          </ac:spMkLst>
        </pc:spChg>
        <pc:spChg chg="add mod">
          <ac:chgData name="Mohammad Salman" userId="cfd6754c-e613-4f6f-bb98-36aef69d8c31" providerId="ADAL" clId="{990299EA-3706-4963-9607-B363693B7908}" dt="2023-10-17T06:57:48.684" v="22139" actId="14100"/>
          <ac:spMkLst>
            <pc:docMk/>
            <pc:sldMk cId="2308865302" sldId="355"/>
            <ac:spMk id="8" creationId="{D5E7C6DE-FBDA-BDB2-64B1-C4D0EE355A9F}"/>
          </ac:spMkLst>
        </pc:spChg>
        <pc:spChg chg="add mod">
          <ac:chgData name="Mohammad Salman" userId="cfd6754c-e613-4f6f-bb98-36aef69d8c31" providerId="ADAL" clId="{990299EA-3706-4963-9607-B363693B7908}" dt="2023-10-17T06:58:51.656" v="22154" actId="1035"/>
          <ac:spMkLst>
            <pc:docMk/>
            <pc:sldMk cId="2308865302" sldId="355"/>
            <ac:spMk id="9" creationId="{62098C39-7E31-C139-9A19-F8E8D7666F05}"/>
          </ac:spMkLst>
        </pc:spChg>
        <pc:spChg chg="add mod">
          <ac:chgData name="Mohammad Salman" userId="cfd6754c-e613-4f6f-bb98-36aef69d8c31" providerId="ADAL" clId="{990299EA-3706-4963-9607-B363693B7908}" dt="2023-10-17T08:38:17.456" v="22806" actId="1076"/>
          <ac:spMkLst>
            <pc:docMk/>
            <pc:sldMk cId="2308865302" sldId="355"/>
            <ac:spMk id="11" creationId="{5C66EF50-87CD-67D9-EE60-81F9CCDB566D}"/>
          </ac:spMkLst>
        </pc:spChg>
        <pc:spChg chg="add mod">
          <ac:chgData name="Mohammad Salman" userId="cfd6754c-e613-4f6f-bb98-36aef69d8c31" providerId="ADAL" clId="{990299EA-3706-4963-9607-B363693B7908}" dt="2023-10-17T07:00:42.221" v="22186" actId="1076"/>
          <ac:spMkLst>
            <pc:docMk/>
            <pc:sldMk cId="2308865302" sldId="355"/>
            <ac:spMk id="18" creationId="{C9D83B46-15DB-9996-2212-60C69AC92680}"/>
          </ac:spMkLst>
        </pc:spChg>
        <pc:spChg chg="add mod">
          <ac:chgData name="Mohammad Salman" userId="cfd6754c-e613-4f6f-bb98-36aef69d8c31" providerId="ADAL" clId="{990299EA-3706-4963-9607-B363693B7908}" dt="2023-10-17T07:09:45.148" v="22362" actId="692"/>
          <ac:spMkLst>
            <pc:docMk/>
            <pc:sldMk cId="2308865302" sldId="355"/>
            <ac:spMk id="20" creationId="{71BC7DE5-88F8-715B-C960-90DB862C9E42}"/>
          </ac:spMkLst>
        </pc:spChg>
        <pc:spChg chg="add mod">
          <ac:chgData name="Mohammad Salman" userId="cfd6754c-e613-4f6f-bb98-36aef69d8c31" providerId="ADAL" clId="{990299EA-3706-4963-9607-B363693B7908}" dt="2023-10-17T07:09:33.475" v="22361" actId="207"/>
          <ac:spMkLst>
            <pc:docMk/>
            <pc:sldMk cId="2308865302" sldId="355"/>
            <ac:spMk id="36" creationId="{0FEE1B0F-8702-E75E-AF31-31800C071DD7}"/>
          </ac:spMkLst>
        </pc:spChg>
        <pc:spChg chg="add mod">
          <ac:chgData name="Mohammad Salman" userId="cfd6754c-e613-4f6f-bb98-36aef69d8c31" providerId="ADAL" clId="{990299EA-3706-4963-9607-B363693B7908}" dt="2023-10-17T07:10:34.226" v="22372" actId="692"/>
          <ac:spMkLst>
            <pc:docMk/>
            <pc:sldMk cId="2308865302" sldId="355"/>
            <ac:spMk id="44" creationId="{C366CF42-DA2E-E30B-647D-F38097C0C2CB}"/>
          </ac:spMkLst>
        </pc:spChg>
        <pc:spChg chg="add mod">
          <ac:chgData name="Mohammad Salman" userId="cfd6754c-e613-4f6f-bb98-36aef69d8c31" providerId="ADAL" clId="{990299EA-3706-4963-9607-B363693B7908}" dt="2023-10-17T07:10:29.391" v="22371" actId="207"/>
          <ac:spMkLst>
            <pc:docMk/>
            <pc:sldMk cId="2308865302" sldId="355"/>
            <ac:spMk id="50" creationId="{00AD385F-F5C8-7AB7-5E5E-CFC7DEA5F061}"/>
          </ac:spMkLst>
        </pc:spChg>
        <pc:spChg chg="add mod">
          <ac:chgData name="Mohammad Salman" userId="cfd6754c-e613-4f6f-bb98-36aef69d8c31" providerId="ADAL" clId="{990299EA-3706-4963-9607-B363693B7908}" dt="2023-10-17T07:12:04.968" v="22376" actId="1076"/>
          <ac:spMkLst>
            <pc:docMk/>
            <pc:sldMk cId="2308865302" sldId="355"/>
            <ac:spMk id="51" creationId="{D6184EF8-13C7-54DF-2974-69C78906AA06}"/>
          </ac:spMkLst>
        </pc:spChg>
        <pc:spChg chg="add mod">
          <ac:chgData name="Mohammad Salman" userId="cfd6754c-e613-4f6f-bb98-36aef69d8c31" providerId="ADAL" clId="{990299EA-3706-4963-9607-B363693B7908}" dt="2023-10-17T07:09:06.191" v="22356" actId="692"/>
          <ac:spMkLst>
            <pc:docMk/>
            <pc:sldMk cId="2308865302" sldId="355"/>
            <ac:spMk id="52" creationId="{E50A3004-3AF3-27FE-DFE8-EF8A7B9F888A}"/>
          </ac:spMkLst>
        </pc:spChg>
        <pc:spChg chg="add mod">
          <ac:chgData name="Mohammad Salman" userId="cfd6754c-e613-4f6f-bb98-36aef69d8c31" providerId="ADAL" clId="{990299EA-3706-4963-9607-B363693B7908}" dt="2023-10-17T07:10:06.256" v="22366" actId="692"/>
          <ac:spMkLst>
            <pc:docMk/>
            <pc:sldMk cId="2308865302" sldId="355"/>
            <ac:spMk id="55" creationId="{36F6287A-B200-7697-8C2D-471B15ABE613}"/>
          </ac:spMkLst>
        </pc:spChg>
        <pc:graphicFrameChg chg="add mod modGraphic">
          <ac:chgData name="Mohammad Salman" userId="cfd6754c-e613-4f6f-bb98-36aef69d8c31" providerId="ADAL" clId="{990299EA-3706-4963-9607-B363693B7908}" dt="2023-10-17T08:32:13.760" v="22682" actId="1076"/>
          <ac:graphicFrameMkLst>
            <pc:docMk/>
            <pc:sldMk cId="2308865302" sldId="355"/>
            <ac:graphicFrameMk id="2" creationId="{5D15FE06-B0FA-DB38-1CC1-1CEEEB0BB8AD}"/>
          </ac:graphicFrameMkLst>
        </pc:graphicFrameChg>
        <pc:picChg chg="add mod">
          <ac:chgData name="Mohammad Salman" userId="cfd6754c-e613-4f6f-bb98-36aef69d8c31" providerId="ADAL" clId="{990299EA-3706-4963-9607-B363693B7908}" dt="2023-10-17T07:03:27.137" v="22228" actId="1076"/>
          <ac:picMkLst>
            <pc:docMk/>
            <pc:sldMk cId="2308865302" sldId="355"/>
            <ac:picMk id="5" creationId="{03DC91FE-B3E5-3763-50BE-2663318C82AE}"/>
          </ac:picMkLst>
        </pc:picChg>
        <pc:picChg chg="add mod">
          <ac:chgData name="Mohammad Salman" userId="cfd6754c-e613-4f6f-bb98-36aef69d8c31" providerId="ADAL" clId="{990299EA-3706-4963-9607-B363693B7908}" dt="2023-10-17T08:38:01.951" v="22795" actId="1076"/>
          <ac:picMkLst>
            <pc:docMk/>
            <pc:sldMk cId="2308865302" sldId="355"/>
            <ac:picMk id="6" creationId="{8D6864A0-D0D5-B60D-DBA3-0B3441BBF7DE}"/>
          </ac:picMkLst>
        </pc:picChg>
        <pc:picChg chg="add mod">
          <ac:chgData name="Mohammad Salman" userId="cfd6754c-e613-4f6f-bb98-36aef69d8c31" providerId="ADAL" clId="{990299EA-3706-4963-9607-B363693B7908}" dt="2023-10-17T06:56:31.407" v="22130" actId="1076"/>
          <ac:picMkLst>
            <pc:docMk/>
            <pc:sldMk cId="2308865302" sldId="355"/>
            <ac:picMk id="7" creationId="{3E384565-781D-F89B-2E46-CEF6D909198A}"/>
          </ac:picMkLst>
        </pc:picChg>
        <pc:cxnChg chg="add mod">
          <ac:chgData name="Mohammad Salman" userId="cfd6754c-e613-4f6f-bb98-36aef69d8c31" providerId="ADAL" clId="{990299EA-3706-4963-9607-B363693B7908}" dt="2023-10-17T06:58:51.656" v="22154" actId="1035"/>
          <ac:cxnSpMkLst>
            <pc:docMk/>
            <pc:sldMk cId="2308865302" sldId="355"/>
            <ac:cxnSpMk id="10" creationId="{0C21B600-1803-82FC-675B-F6DC9975173A}"/>
          </ac:cxnSpMkLst>
        </pc:cxnChg>
        <pc:cxnChg chg="add del mod">
          <ac:chgData name="Mohammad Salman" userId="cfd6754c-e613-4f6f-bb98-36aef69d8c31" providerId="ADAL" clId="{990299EA-3706-4963-9607-B363693B7908}" dt="2023-10-17T07:09:23.659" v="22359" actId="692"/>
          <ac:cxnSpMkLst>
            <pc:docMk/>
            <pc:sldMk cId="2308865302" sldId="355"/>
            <ac:cxnSpMk id="21" creationId="{D69DD974-D233-6308-0B13-207B71D8B836}"/>
          </ac:cxnSpMkLst>
        </pc:cxnChg>
        <pc:cxnChg chg="add del mod">
          <ac:chgData name="Mohammad Salman" userId="cfd6754c-e613-4f6f-bb98-36aef69d8c31" providerId="ADAL" clId="{990299EA-3706-4963-9607-B363693B7908}" dt="2023-10-17T07:02:49.230" v="22220" actId="11529"/>
          <ac:cxnSpMkLst>
            <pc:docMk/>
            <pc:sldMk cId="2308865302" sldId="355"/>
            <ac:cxnSpMk id="39" creationId="{4EDFB874-921C-806A-5D40-EE24AD2946EC}"/>
          </ac:cxnSpMkLst>
        </pc:cxnChg>
        <pc:cxnChg chg="add mod">
          <ac:chgData name="Mohammad Salman" userId="cfd6754c-e613-4f6f-bb98-36aef69d8c31" providerId="ADAL" clId="{990299EA-3706-4963-9607-B363693B7908}" dt="2023-10-17T07:10:20.374" v="22369" actId="692"/>
          <ac:cxnSpMkLst>
            <pc:docMk/>
            <pc:sldMk cId="2308865302" sldId="355"/>
            <ac:cxnSpMk id="45" creationId="{D7EF543F-9B65-071D-5066-1306799CBAE4}"/>
          </ac:cxnSpMkLst>
        </pc:cxnChg>
      </pc:sldChg>
      <pc:sldChg chg="addSp delSp modSp add mod delAnim modAnim modNotesTx">
        <pc:chgData name="Mohammad Salman" userId="cfd6754c-e613-4f6f-bb98-36aef69d8c31" providerId="ADAL" clId="{990299EA-3706-4963-9607-B363693B7908}" dt="2023-10-23T15:24:24.797" v="30559" actId="20577"/>
        <pc:sldMkLst>
          <pc:docMk/>
          <pc:sldMk cId="3089306554" sldId="356"/>
        </pc:sldMkLst>
        <pc:spChg chg="mod">
          <ac:chgData name="Mohammad Salman" userId="cfd6754c-e613-4f6f-bb98-36aef69d8c31" providerId="ADAL" clId="{990299EA-3706-4963-9607-B363693B7908}" dt="2023-10-17T08:34:35.523" v="22773" actId="1036"/>
          <ac:spMkLst>
            <pc:docMk/>
            <pc:sldMk cId="3089306554" sldId="356"/>
            <ac:spMk id="3" creationId="{47E1DD7B-BC27-FA61-16B3-DD556A522D79}"/>
          </ac:spMkLst>
        </pc:spChg>
        <pc:spChg chg="add mod">
          <ac:chgData name="Mohammad Salman" userId="cfd6754c-e613-4f6f-bb98-36aef69d8c31" providerId="ADAL" clId="{990299EA-3706-4963-9607-B363693B7908}" dt="2023-10-17T08:34:14.155" v="22758" actId="1076"/>
          <ac:spMkLst>
            <pc:docMk/>
            <pc:sldMk cId="3089306554" sldId="356"/>
            <ac:spMk id="6" creationId="{11F1BEF8-3B72-689F-6995-8ED168DECC4E}"/>
          </ac:spMkLst>
        </pc:spChg>
        <pc:spChg chg="del">
          <ac:chgData name="Mohammad Salman" userId="cfd6754c-e613-4f6f-bb98-36aef69d8c31" providerId="ADAL" clId="{990299EA-3706-4963-9607-B363693B7908}" dt="2023-10-17T08:35:17.723" v="22783" actId="478"/>
          <ac:spMkLst>
            <pc:docMk/>
            <pc:sldMk cId="3089306554" sldId="356"/>
            <ac:spMk id="9" creationId="{62098C39-7E31-C139-9A19-F8E8D7666F05}"/>
          </ac:spMkLst>
        </pc:spChg>
        <pc:spChg chg="add mod">
          <ac:chgData name="Mohammad Salman" userId="cfd6754c-e613-4f6f-bb98-36aef69d8c31" providerId="ADAL" clId="{990299EA-3706-4963-9607-B363693B7908}" dt="2023-10-17T08:39:27.064" v="22810"/>
          <ac:spMkLst>
            <pc:docMk/>
            <pc:sldMk cId="3089306554" sldId="356"/>
            <ac:spMk id="16" creationId="{0BD306A3-8234-CAB1-03F2-2A10933D0A6C}"/>
          </ac:spMkLst>
        </pc:spChg>
        <pc:spChg chg="mod">
          <ac:chgData name="Mohammad Salman" userId="cfd6754c-e613-4f6f-bb98-36aef69d8c31" providerId="ADAL" clId="{990299EA-3706-4963-9607-B363693B7908}" dt="2023-10-17T08:36:44.426" v="22791" actId="1076"/>
          <ac:spMkLst>
            <pc:docMk/>
            <pc:sldMk cId="3089306554" sldId="356"/>
            <ac:spMk id="18" creationId="{C9D83B46-15DB-9996-2212-60C69AC92680}"/>
          </ac:spMkLst>
        </pc:spChg>
        <pc:spChg chg="mod">
          <ac:chgData name="Mohammad Salman" userId="cfd6754c-e613-4f6f-bb98-36aef69d8c31" providerId="ADAL" clId="{990299EA-3706-4963-9607-B363693B7908}" dt="2023-10-17T08:35:13.284" v="22782" actId="692"/>
          <ac:spMkLst>
            <pc:docMk/>
            <pc:sldMk cId="3089306554" sldId="356"/>
            <ac:spMk id="20" creationId="{71BC7DE5-88F8-715B-C960-90DB862C9E42}"/>
          </ac:spMkLst>
        </pc:spChg>
        <pc:spChg chg="del">
          <ac:chgData name="Mohammad Salman" userId="cfd6754c-e613-4f6f-bb98-36aef69d8c31" providerId="ADAL" clId="{990299EA-3706-4963-9607-B363693B7908}" dt="2023-10-17T08:35:22.421" v="22786" actId="478"/>
          <ac:spMkLst>
            <pc:docMk/>
            <pc:sldMk cId="3089306554" sldId="356"/>
            <ac:spMk id="36" creationId="{0FEE1B0F-8702-E75E-AF31-31800C071DD7}"/>
          </ac:spMkLst>
        </pc:spChg>
        <pc:spChg chg="del">
          <ac:chgData name="Mohammad Salman" userId="cfd6754c-e613-4f6f-bb98-36aef69d8c31" providerId="ADAL" clId="{990299EA-3706-4963-9607-B363693B7908}" dt="2023-10-17T08:35:18.992" v="22784" actId="478"/>
          <ac:spMkLst>
            <pc:docMk/>
            <pc:sldMk cId="3089306554" sldId="356"/>
            <ac:spMk id="52" creationId="{E50A3004-3AF3-27FE-DFE8-EF8A7B9F888A}"/>
          </ac:spMkLst>
        </pc:spChg>
        <pc:graphicFrameChg chg="mod modGraphic">
          <ac:chgData name="Mohammad Salman" userId="cfd6754c-e613-4f6f-bb98-36aef69d8c31" providerId="ADAL" clId="{990299EA-3706-4963-9607-B363693B7908}" dt="2023-10-17T08:34:35.523" v="22773" actId="1036"/>
          <ac:graphicFrameMkLst>
            <pc:docMk/>
            <pc:sldMk cId="3089306554" sldId="356"/>
            <ac:graphicFrameMk id="2" creationId="{5D15FE06-B0FA-DB38-1CC1-1CEEEB0BB8AD}"/>
          </ac:graphicFrameMkLst>
        </pc:graphicFrameChg>
        <pc:picChg chg="del">
          <ac:chgData name="Mohammad Salman" userId="cfd6754c-e613-4f6f-bb98-36aef69d8c31" providerId="ADAL" clId="{990299EA-3706-4963-9607-B363693B7908}" dt="2023-10-17T08:34:02.028" v="22755" actId="478"/>
          <ac:picMkLst>
            <pc:docMk/>
            <pc:sldMk cId="3089306554" sldId="356"/>
            <ac:picMk id="7" creationId="{3E384565-781D-F89B-2E46-CEF6D909198A}"/>
          </ac:picMkLst>
        </pc:picChg>
        <pc:picChg chg="add mod">
          <ac:chgData name="Mohammad Salman" userId="cfd6754c-e613-4f6f-bb98-36aef69d8c31" providerId="ADAL" clId="{990299EA-3706-4963-9607-B363693B7908}" dt="2023-10-17T08:39:35.340" v="22813" actId="1076"/>
          <ac:picMkLst>
            <pc:docMk/>
            <pc:sldMk cId="3089306554" sldId="356"/>
            <ac:picMk id="15" creationId="{35878543-C77B-4011-DB60-79E05FD09C6B}"/>
          </ac:picMkLst>
        </pc:picChg>
        <pc:cxnChg chg="mod">
          <ac:chgData name="Mohammad Salman" userId="cfd6754c-e613-4f6f-bb98-36aef69d8c31" providerId="ADAL" clId="{990299EA-3706-4963-9607-B363693B7908}" dt="2023-10-17T08:35:00.135" v="22780" actId="14100"/>
          <ac:cxnSpMkLst>
            <pc:docMk/>
            <pc:sldMk cId="3089306554" sldId="356"/>
            <ac:cxnSpMk id="10" creationId="{0C21B600-1803-82FC-675B-F6DC9975173A}"/>
          </ac:cxnSpMkLst>
        </pc:cxnChg>
        <pc:cxnChg chg="del mod">
          <ac:chgData name="Mohammad Salman" userId="cfd6754c-e613-4f6f-bb98-36aef69d8c31" providerId="ADAL" clId="{990299EA-3706-4963-9607-B363693B7908}" dt="2023-10-17T08:35:20.506" v="22785" actId="478"/>
          <ac:cxnSpMkLst>
            <pc:docMk/>
            <pc:sldMk cId="3089306554" sldId="356"/>
            <ac:cxnSpMk id="21" creationId="{D69DD974-D233-6308-0B13-207B71D8B836}"/>
          </ac:cxnSpMkLst>
        </pc:cxnChg>
      </pc:sldChg>
      <pc:sldChg chg="addSp delSp modSp new mod setBg modClrScheme chgLayout">
        <pc:chgData name="Mohammad Salman" userId="cfd6754c-e613-4f6f-bb98-36aef69d8c31" providerId="ADAL" clId="{990299EA-3706-4963-9607-B363693B7908}" dt="2023-10-20T10:09:37.761" v="23794" actId="1076"/>
        <pc:sldMkLst>
          <pc:docMk/>
          <pc:sldMk cId="272341793" sldId="357"/>
        </pc:sldMkLst>
        <pc:spChg chg="del mod ord">
          <ac:chgData name="Mohammad Salman" userId="cfd6754c-e613-4f6f-bb98-36aef69d8c31" providerId="ADAL" clId="{990299EA-3706-4963-9607-B363693B7908}" dt="2023-10-20T06:41:20.004" v="22852" actId="700"/>
          <ac:spMkLst>
            <pc:docMk/>
            <pc:sldMk cId="272341793" sldId="357"/>
            <ac:spMk id="2" creationId="{A2AE15B5-B0D2-A79B-5EE7-173DD2D4B6DB}"/>
          </ac:spMkLst>
        </pc:spChg>
        <pc:spChg chg="del mod ord">
          <ac:chgData name="Mohammad Salman" userId="cfd6754c-e613-4f6f-bb98-36aef69d8c31" providerId="ADAL" clId="{990299EA-3706-4963-9607-B363693B7908}" dt="2023-10-20T06:41:20.004" v="22852" actId="700"/>
          <ac:spMkLst>
            <pc:docMk/>
            <pc:sldMk cId="272341793" sldId="357"/>
            <ac:spMk id="3" creationId="{9A700C20-4FAB-38C3-40B9-C03FC137AEE4}"/>
          </ac:spMkLst>
        </pc:spChg>
        <pc:spChg chg="add mod ord">
          <ac:chgData name="Mohammad Salman" userId="cfd6754c-e613-4f6f-bb98-36aef69d8c31" providerId="ADAL" clId="{990299EA-3706-4963-9607-B363693B7908}" dt="2023-10-20T06:41:28.519" v="22889" actId="20577"/>
          <ac:spMkLst>
            <pc:docMk/>
            <pc:sldMk cId="272341793" sldId="357"/>
            <ac:spMk id="4" creationId="{AC932614-DCC0-9BC8-5B7B-21AE43C4A293}"/>
          </ac:spMkLst>
        </pc:spChg>
        <pc:spChg chg="add mod ord">
          <ac:chgData name="Mohammad Salman" userId="cfd6754c-e613-4f6f-bb98-36aef69d8c31" providerId="ADAL" clId="{990299EA-3706-4963-9607-B363693B7908}" dt="2023-10-20T06:42:02.055" v="22958" actId="113"/>
          <ac:spMkLst>
            <pc:docMk/>
            <pc:sldMk cId="272341793" sldId="357"/>
            <ac:spMk id="5" creationId="{E6AA7FD4-9ED5-D201-C5E2-3B7A8BEB0AE2}"/>
          </ac:spMkLst>
        </pc:spChg>
        <pc:spChg chg="add del">
          <ac:chgData name="Mohammad Salman" userId="cfd6754c-e613-4f6f-bb98-36aef69d8c31" providerId="ADAL" clId="{990299EA-3706-4963-9607-B363693B7908}" dt="2023-10-20T10:09:24.069" v="23788" actId="22"/>
          <ac:spMkLst>
            <pc:docMk/>
            <pc:sldMk cId="272341793" sldId="357"/>
            <ac:spMk id="7" creationId="{F38F0E4B-670D-76F2-B5DE-39AB44AFDC9B}"/>
          </ac:spMkLst>
        </pc:spChg>
        <pc:spChg chg="add mod">
          <ac:chgData name="Mohammad Salman" userId="cfd6754c-e613-4f6f-bb98-36aef69d8c31" providerId="ADAL" clId="{990299EA-3706-4963-9607-B363693B7908}" dt="2023-10-20T10:09:37.761" v="23794" actId="1076"/>
          <ac:spMkLst>
            <pc:docMk/>
            <pc:sldMk cId="272341793" sldId="357"/>
            <ac:spMk id="9" creationId="{7E763A0E-7451-9802-E6F4-5E4A55FA9C69}"/>
          </ac:spMkLst>
        </pc:spChg>
      </pc:sldChg>
      <pc:sldChg chg="addSp delSp modSp new mod">
        <pc:chgData name="Mohammad Salman" userId="cfd6754c-e613-4f6f-bb98-36aef69d8c31" providerId="ADAL" clId="{990299EA-3706-4963-9607-B363693B7908}" dt="2023-10-20T06:50:41.037" v="23385" actId="14100"/>
        <pc:sldMkLst>
          <pc:docMk/>
          <pc:sldMk cId="1364604054" sldId="358"/>
        </pc:sldMkLst>
        <pc:spChg chg="mod">
          <ac:chgData name="Mohammad Salman" userId="cfd6754c-e613-4f6f-bb98-36aef69d8c31" providerId="ADAL" clId="{990299EA-3706-4963-9607-B363693B7908}" dt="2023-10-20T06:42:20.609" v="22976" actId="5793"/>
          <ac:spMkLst>
            <pc:docMk/>
            <pc:sldMk cId="1364604054" sldId="358"/>
            <ac:spMk id="2" creationId="{1A0CADE7-72A2-6E9A-77A9-355C38CF9C60}"/>
          </ac:spMkLst>
        </pc:spChg>
        <pc:spChg chg="mod">
          <ac:chgData name="Mohammad Salman" userId="cfd6754c-e613-4f6f-bb98-36aef69d8c31" providerId="ADAL" clId="{990299EA-3706-4963-9607-B363693B7908}" dt="2023-10-20T06:50:41.037" v="23385" actId="14100"/>
          <ac:spMkLst>
            <pc:docMk/>
            <pc:sldMk cId="1364604054" sldId="358"/>
            <ac:spMk id="3" creationId="{E84DA945-A896-30D2-6C03-0DC200C560DD}"/>
          </ac:spMkLst>
        </pc:spChg>
        <pc:spChg chg="add mod">
          <ac:chgData name="Mohammad Salman" userId="cfd6754c-e613-4f6f-bb98-36aef69d8c31" providerId="ADAL" clId="{990299EA-3706-4963-9607-B363693B7908}" dt="2023-10-20T06:47:04.437" v="23348" actId="1076"/>
          <ac:spMkLst>
            <pc:docMk/>
            <pc:sldMk cId="1364604054" sldId="358"/>
            <ac:spMk id="4" creationId="{56E0CA9B-2073-33E7-D734-7348E83C212A}"/>
          </ac:spMkLst>
        </pc:spChg>
        <pc:picChg chg="add del mod">
          <ac:chgData name="Mohammad Salman" userId="cfd6754c-e613-4f6f-bb98-36aef69d8c31" providerId="ADAL" clId="{990299EA-3706-4963-9607-B363693B7908}" dt="2023-10-20T06:48:13.188" v="23356" actId="21"/>
          <ac:picMkLst>
            <pc:docMk/>
            <pc:sldMk cId="1364604054" sldId="358"/>
            <ac:picMk id="13" creationId="{F054020E-99D8-22EC-0D8E-5441D1F0F39B}"/>
          </ac:picMkLst>
        </pc:picChg>
        <pc:picChg chg="add mod">
          <ac:chgData name="Mohammad Salman" userId="cfd6754c-e613-4f6f-bb98-36aef69d8c31" providerId="ADAL" clId="{990299EA-3706-4963-9607-B363693B7908}" dt="2023-10-20T06:49:00.667" v="23373" actId="1076"/>
          <ac:picMkLst>
            <pc:docMk/>
            <pc:sldMk cId="1364604054" sldId="358"/>
            <ac:picMk id="14" creationId="{F2241730-7A1F-B4AF-22C8-7468971A1414}"/>
          </ac:picMkLst>
        </pc:picChg>
        <pc:cxnChg chg="add del">
          <ac:chgData name="Mohammad Salman" userId="cfd6754c-e613-4f6f-bb98-36aef69d8c31" providerId="ADAL" clId="{990299EA-3706-4963-9607-B363693B7908}" dt="2023-10-20T06:46:42.614" v="23344" actId="478"/>
          <ac:cxnSpMkLst>
            <pc:docMk/>
            <pc:sldMk cId="1364604054" sldId="358"/>
            <ac:cxnSpMk id="6" creationId="{45AFED1D-8A21-7C83-ABD7-BE4F847789F4}"/>
          </ac:cxnSpMkLst>
        </pc:cxnChg>
        <pc:cxnChg chg="add mod">
          <ac:chgData name="Mohammad Salman" userId="cfd6754c-e613-4f6f-bb98-36aef69d8c31" providerId="ADAL" clId="{990299EA-3706-4963-9607-B363693B7908}" dt="2023-10-20T06:47:14.466" v="23350" actId="14100"/>
          <ac:cxnSpMkLst>
            <pc:docMk/>
            <pc:sldMk cId="1364604054" sldId="358"/>
            <ac:cxnSpMk id="8" creationId="{4677E23C-7558-6A8D-E8EF-2D8A19619DA3}"/>
          </ac:cxnSpMkLst>
        </pc:cxnChg>
      </pc:sldChg>
      <pc:sldChg chg="new del">
        <pc:chgData name="Mohammad Salman" userId="cfd6754c-e613-4f6f-bb98-36aef69d8c31" providerId="ADAL" clId="{990299EA-3706-4963-9607-B363693B7908}" dt="2023-10-20T06:47:48.241" v="23352" actId="680"/>
        <pc:sldMkLst>
          <pc:docMk/>
          <pc:sldMk cId="3750857237" sldId="359"/>
        </pc:sldMkLst>
      </pc:sldChg>
      <pc:sldChg chg="addSp delSp modSp add mod">
        <pc:chgData name="Mohammad Salman" userId="cfd6754c-e613-4f6f-bb98-36aef69d8c31" providerId="ADAL" clId="{990299EA-3706-4963-9607-B363693B7908}" dt="2023-10-20T06:53:42.677" v="23532" actId="113"/>
        <pc:sldMkLst>
          <pc:docMk/>
          <pc:sldMk cId="4253364634" sldId="359"/>
        </pc:sldMkLst>
        <pc:spChg chg="mod">
          <ac:chgData name="Mohammad Salman" userId="cfd6754c-e613-4f6f-bb98-36aef69d8c31" providerId="ADAL" clId="{990299EA-3706-4963-9607-B363693B7908}" dt="2023-10-20T06:53:42.677" v="23532" actId="113"/>
          <ac:spMkLst>
            <pc:docMk/>
            <pc:sldMk cId="4253364634" sldId="359"/>
            <ac:spMk id="3" creationId="{E84DA945-A896-30D2-6C03-0DC200C560DD}"/>
          </ac:spMkLst>
        </pc:spChg>
        <pc:spChg chg="del">
          <ac:chgData name="Mohammad Salman" userId="cfd6754c-e613-4f6f-bb98-36aef69d8c31" providerId="ADAL" clId="{990299EA-3706-4963-9607-B363693B7908}" dt="2023-10-20T06:51:36.206" v="23397" actId="478"/>
          <ac:spMkLst>
            <pc:docMk/>
            <pc:sldMk cId="4253364634" sldId="359"/>
            <ac:spMk id="4" creationId="{56E0CA9B-2073-33E7-D734-7348E83C212A}"/>
          </ac:spMkLst>
        </pc:spChg>
        <pc:picChg chg="add del mod">
          <ac:chgData name="Mohammad Salman" userId="cfd6754c-e613-4f6f-bb98-36aef69d8c31" providerId="ADAL" clId="{990299EA-3706-4963-9607-B363693B7908}" dt="2023-10-20T06:48:26.041" v="23359" actId="21"/>
          <ac:picMkLst>
            <pc:docMk/>
            <pc:sldMk cId="4253364634" sldId="359"/>
            <ac:picMk id="5" creationId="{FCAFE1EC-A3A0-5A58-C667-7BEAD79FF160}"/>
          </ac:picMkLst>
        </pc:picChg>
        <pc:cxnChg chg="del mod">
          <ac:chgData name="Mohammad Salman" userId="cfd6754c-e613-4f6f-bb98-36aef69d8c31" providerId="ADAL" clId="{990299EA-3706-4963-9607-B363693B7908}" dt="2023-10-20T06:51:36.206" v="23397" actId="478"/>
          <ac:cxnSpMkLst>
            <pc:docMk/>
            <pc:sldMk cId="4253364634" sldId="359"/>
            <ac:cxnSpMk id="8" creationId="{4677E23C-7558-6A8D-E8EF-2D8A19619DA3}"/>
          </ac:cxnSpMkLst>
        </pc:cxnChg>
      </pc:sldChg>
      <pc:sldChg chg="addSp delSp modSp new mod setBg">
        <pc:chgData name="Mohammad Salman" userId="cfd6754c-e613-4f6f-bb98-36aef69d8c31" providerId="ADAL" clId="{990299EA-3706-4963-9607-B363693B7908}" dt="2023-10-23T06:39:25.863" v="25493" actId="21"/>
        <pc:sldMkLst>
          <pc:docMk/>
          <pc:sldMk cId="2617165705" sldId="360"/>
        </pc:sldMkLst>
        <pc:spChg chg="del">
          <ac:chgData name="Mohammad Salman" userId="cfd6754c-e613-4f6f-bb98-36aef69d8c31" providerId="ADAL" clId="{990299EA-3706-4963-9607-B363693B7908}" dt="2023-10-20T06:54:34.274" v="23534" actId="478"/>
          <ac:spMkLst>
            <pc:docMk/>
            <pc:sldMk cId="2617165705" sldId="360"/>
            <ac:spMk id="2" creationId="{3AD0F73B-50E3-A3B5-2990-D72648A621B3}"/>
          </ac:spMkLst>
        </pc:spChg>
        <pc:spChg chg="del">
          <ac:chgData name="Mohammad Salman" userId="cfd6754c-e613-4f6f-bb98-36aef69d8c31" providerId="ADAL" clId="{990299EA-3706-4963-9607-B363693B7908}" dt="2023-10-20T06:54:34.274" v="23534" actId="478"/>
          <ac:spMkLst>
            <pc:docMk/>
            <pc:sldMk cId="2617165705" sldId="360"/>
            <ac:spMk id="3" creationId="{AF3227DB-92C5-53C0-02D7-7850208FC6BC}"/>
          </ac:spMkLst>
        </pc:spChg>
        <pc:spChg chg="add del mod">
          <ac:chgData name="Mohammad Salman" userId="cfd6754c-e613-4f6f-bb98-36aef69d8c31" providerId="ADAL" clId="{990299EA-3706-4963-9607-B363693B7908}" dt="2023-10-23T06:39:25.863" v="25493" actId="21"/>
          <ac:spMkLst>
            <pc:docMk/>
            <pc:sldMk cId="2617165705" sldId="360"/>
            <ac:spMk id="6" creationId="{A94A3053-433C-789E-3F60-B8A27ECAAD1B}"/>
          </ac:spMkLst>
        </pc:spChg>
        <pc:spChg chg="add mod">
          <ac:chgData name="Mohammad Salman" userId="cfd6754c-e613-4f6f-bb98-36aef69d8c31" providerId="ADAL" clId="{990299EA-3706-4963-9607-B363693B7908}" dt="2023-10-20T09:59:17.486" v="23553" actId="14100"/>
          <ac:spMkLst>
            <pc:docMk/>
            <pc:sldMk cId="2617165705" sldId="360"/>
            <ac:spMk id="7" creationId="{405B68A5-DB21-FC2D-48D7-CE4EB672A746}"/>
          </ac:spMkLst>
        </pc:spChg>
        <pc:spChg chg="add mod">
          <ac:chgData name="Mohammad Salman" userId="cfd6754c-e613-4f6f-bb98-36aef69d8c31" providerId="ADAL" clId="{990299EA-3706-4963-9607-B363693B7908}" dt="2023-10-20T09:59:30.614" v="23557" actId="14100"/>
          <ac:spMkLst>
            <pc:docMk/>
            <pc:sldMk cId="2617165705" sldId="360"/>
            <ac:spMk id="8" creationId="{B89B8EC2-0A4D-4160-4796-CE623B04BCC1}"/>
          </ac:spMkLst>
        </pc:spChg>
        <pc:picChg chg="add mod">
          <ac:chgData name="Mohammad Salman" userId="cfd6754c-e613-4f6f-bb98-36aef69d8c31" providerId="ADAL" clId="{990299EA-3706-4963-9607-B363693B7908}" dt="2023-10-20T06:54:46.658" v="23539" actId="1076"/>
          <ac:picMkLst>
            <pc:docMk/>
            <pc:sldMk cId="2617165705" sldId="360"/>
            <ac:picMk id="5" creationId="{60C53D69-62F5-4CEF-237F-C9AE3B479E25}"/>
          </ac:picMkLst>
        </pc:picChg>
      </pc:sldChg>
      <pc:sldChg chg="addSp delSp modSp new mod setBg">
        <pc:chgData name="Mohammad Salman" userId="cfd6754c-e613-4f6f-bb98-36aef69d8c31" providerId="ADAL" clId="{990299EA-3706-4963-9607-B363693B7908}" dt="2023-10-20T10:02:54.425" v="23567"/>
        <pc:sldMkLst>
          <pc:docMk/>
          <pc:sldMk cId="708297598" sldId="361"/>
        </pc:sldMkLst>
        <pc:spChg chg="del">
          <ac:chgData name="Mohammad Salman" userId="cfd6754c-e613-4f6f-bb98-36aef69d8c31" providerId="ADAL" clId="{990299EA-3706-4963-9607-B363693B7908}" dt="2023-10-20T10:02:14.685" v="23559" actId="478"/>
          <ac:spMkLst>
            <pc:docMk/>
            <pc:sldMk cId="708297598" sldId="361"/>
            <ac:spMk id="2" creationId="{1D7AD842-852F-F7AB-7D82-8FBD596EEEA9}"/>
          </ac:spMkLst>
        </pc:spChg>
        <pc:spChg chg="del">
          <ac:chgData name="Mohammad Salman" userId="cfd6754c-e613-4f6f-bb98-36aef69d8c31" providerId="ADAL" clId="{990299EA-3706-4963-9607-B363693B7908}" dt="2023-10-20T10:02:14.685" v="23559" actId="478"/>
          <ac:spMkLst>
            <pc:docMk/>
            <pc:sldMk cId="708297598" sldId="361"/>
            <ac:spMk id="3" creationId="{2969DFC2-CFBB-5C3F-ED6D-D5EB4D804386}"/>
          </ac:spMkLst>
        </pc:spChg>
        <pc:picChg chg="add mod">
          <ac:chgData name="Mohammad Salman" userId="cfd6754c-e613-4f6f-bb98-36aef69d8c31" providerId="ADAL" clId="{990299EA-3706-4963-9607-B363693B7908}" dt="2023-10-20T10:02:48.735" v="23565" actId="1076"/>
          <ac:picMkLst>
            <pc:docMk/>
            <pc:sldMk cId="708297598" sldId="361"/>
            <ac:picMk id="5" creationId="{BADD0A74-FD8E-ABC2-5136-3C658A95DBF1}"/>
          </ac:picMkLst>
        </pc:picChg>
        <pc:picChg chg="add mod">
          <ac:chgData name="Mohammad Salman" userId="cfd6754c-e613-4f6f-bb98-36aef69d8c31" providerId="ADAL" clId="{990299EA-3706-4963-9607-B363693B7908}" dt="2023-10-20T10:02:50.856" v="23566" actId="1076"/>
          <ac:picMkLst>
            <pc:docMk/>
            <pc:sldMk cId="708297598" sldId="361"/>
            <ac:picMk id="7" creationId="{5A860E24-A968-675B-4EF9-6C1D077FD781}"/>
          </ac:picMkLst>
        </pc:picChg>
      </pc:sldChg>
      <pc:sldChg chg="addSp modSp new mod">
        <pc:chgData name="Mohammad Salman" userId="cfd6754c-e613-4f6f-bb98-36aef69d8c31" providerId="ADAL" clId="{990299EA-3706-4963-9607-B363693B7908}" dt="2023-10-20T10:09:00.911" v="23784" actId="1076"/>
        <pc:sldMkLst>
          <pc:docMk/>
          <pc:sldMk cId="2845692214" sldId="362"/>
        </pc:sldMkLst>
        <pc:spChg chg="mod">
          <ac:chgData name="Mohammad Salman" userId="cfd6754c-e613-4f6f-bb98-36aef69d8c31" providerId="ADAL" clId="{990299EA-3706-4963-9607-B363693B7908}" dt="2023-10-20T10:05:35.980" v="23586" actId="20577"/>
          <ac:spMkLst>
            <pc:docMk/>
            <pc:sldMk cId="2845692214" sldId="362"/>
            <ac:spMk id="2" creationId="{6C4518A6-C88D-0441-D069-ADE0AE57D101}"/>
          </ac:spMkLst>
        </pc:spChg>
        <pc:spChg chg="mod">
          <ac:chgData name="Mohammad Salman" userId="cfd6754c-e613-4f6f-bb98-36aef69d8c31" providerId="ADAL" clId="{990299EA-3706-4963-9607-B363693B7908}" dt="2023-10-20T10:08:55.119" v="23783" actId="27636"/>
          <ac:spMkLst>
            <pc:docMk/>
            <pc:sldMk cId="2845692214" sldId="362"/>
            <ac:spMk id="3" creationId="{50F6BD9A-21EF-E364-6690-CB7E0FD7DC7D}"/>
          </ac:spMkLst>
        </pc:spChg>
        <pc:picChg chg="add mod">
          <ac:chgData name="Mohammad Salman" userId="cfd6754c-e613-4f6f-bb98-36aef69d8c31" providerId="ADAL" clId="{990299EA-3706-4963-9607-B363693B7908}" dt="2023-10-20T10:09:00.911" v="23784" actId="1076"/>
          <ac:picMkLst>
            <pc:docMk/>
            <pc:sldMk cId="2845692214" sldId="362"/>
            <ac:picMk id="5" creationId="{CEF1C16C-A911-D0E7-B24A-D11D382CEDDD}"/>
          </ac:picMkLst>
        </pc:picChg>
      </pc:sldChg>
      <pc:sldChg chg="addSp delSp modSp new mod setBg">
        <pc:chgData name="Mohammad Salman" userId="cfd6754c-e613-4f6f-bb98-36aef69d8c31" providerId="ADAL" clId="{990299EA-3706-4963-9607-B363693B7908}" dt="2023-10-20T10:12:05.219" v="23823" actId="1076"/>
        <pc:sldMkLst>
          <pc:docMk/>
          <pc:sldMk cId="2267730069" sldId="363"/>
        </pc:sldMkLst>
        <pc:spChg chg="del">
          <ac:chgData name="Mohammad Salman" userId="cfd6754c-e613-4f6f-bb98-36aef69d8c31" providerId="ADAL" clId="{990299EA-3706-4963-9607-B363693B7908}" dt="2023-10-20T10:10:30.672" v="23796" actId="478"/>
          <ac:spMkLst>
            <pc:docMk/>
            <pc:sldMk cId="2267730069" sldId="363"/>
            <ac:spMk id="2" creationId="{C19BC421-1185-BE9B-A813-5DC1B8278E8B}"/>
          </ac:spMkLst>
        </pc:spChg>
        <pc:spChg chg="del">
          <ac:chgData name="Mohammad Salman" userId="cfd6754c-e613-4f6f-bb98-36aef69d8c31" providerId="ADAL" clId="{990299EA-3706-4963-9607-B363693B7908}" dt="2023-10-20T10:10:30.672" v="23796" actId="478"/>
          <ac:spMkLst>
            <pc:docMk/>
            <pc:sldMk cId="2267730069" sldId="363"/>
            <ac:spMk id="3" creationId="{6A382BCA-0B00-EF11-476D-233A1AC82DCD}"/>
          </ac:spMkLst>
        </pc:spChg>
        <pc:spChg chg="add mod">
          <ac:chgData name="Mohammad Salman" userId="cfd6754c-e613-4f6f-bb98-36aef69d8c31" providerId="ADAL" clId="{990299EA-3706-4963-9607-B363693B7908}" dt="2023-10-20T10:12:02.620" v="23822" actId="1076"/>
          <ac:spMkLst>
            <pc:docMk/>
            <pc:sldMk cId="2267730069" sldId="363"/>
            <ac:spMk id="6" creationId="{2D33D20A-24C1-99E9-B897-014C1D62BFB7}"/>
          </ac:spMkLst>
        </pc:spChg>
        <pc:picChg chg="add mod">
          <ac:chgData name="Mohammad Salman" userId="cfd6754c-e613-4f6f-bb98-36aef69d8c31" providerId="ADAL" clId="{990299EA-3706-4963-9607-B363693B7908}" dt="2023-10-20T10:12:05.219" v="23823" actId="1076"/>
          <ac:picMkLst>
            <pc:docMk/>
            <pc:sldMk cId="2267730069" sldId="363"/>
            <ac:picMk id="5" creationId="{4E60B434-69A4-A1F6-130A-07FE48A255E5}"/>
          </ac:picMkLst>
        </pc:picChg>
      </pc:sldChg>
      <pc:sldChg chg="addSp delSp modSp new mod setBg modClrScheme chgLayout">
        <pc:chgData name="Mohammad Salman" userId="cfd6754c-e613-4f6f-bb98-36aef69d8c31" providerId="ADAL" clId="{990299EA-3706-4963-9607-B363693B7908}" dt="2023-10-23T06:40:18.096" v="25505" actId="1036"/>
        <pc:sldMkLst>
          <pc:docMk/>
          <pc:sldMk cId="809197720" sldId="364"/>
        </pc:sldMkLst>
        <pc:spChg chg="del mod ord">
          <ac:chgData name="Mohammad Salman" userId="cfd6754c-e613-4f6f-bb98-36aef69d8c31" providerId="ADAL" clId="{990299EA-3706-4963-9607-B363693B7908}" dt="2023-10-20T10:13:49.029" v="23828" actId="700"/>
          <ac:spMkLst>
            <pc:docMk/>
            <pc:sldMk cId="809197720" sldId="364"/>
            <ac:spMk id="2" creationId="{A6C2C710-97D1-B22D-3A6A-72D2527AECF1}"/>
          </ac:spMkLst>
        </pc:spChg>
        <pc:spChg chg="del mod ord">
          <ac:chgData name="Mohammad Salman" userId="cfd6754c-e613-4f6f-bb98-36aef69d8c31" providerId="ADAL" clId="{990299EA-3706-4963-9607-B363693B7908}" dt="2023-10-20T10:13:49.029" v="23828" actId="700"/>
          <ac:spMkLst>
            <pc:docMk/>
            <pc:sldMk cId="809197720" sldId="364"/>
            <ac:spMk id="3" creationId="{F809ED76-14DF-6DF6-105D-9D02750B1271}"/>
          </ac:spMkLst>
        </pc:spChg>
        <pc:spChg chg="add mod ord">
          <ac:chgData name="Mohammad Salman" userId="cfd6754c-e613-4f6f-bb98-36aef69d8c31" providerId="ADAL" clId="{990299EA-3706-4963-9607-B363693B7908}" dt="2023-10-23T06:40:18.096" v="25505" actId="1036"/>
          <ac:spMkLst>
            <pc:docMk/>
            <pc:sldMk cId="809197720" sldId="364"/>
            <ac:spMk id="4" creationId="{B3638C41-336F-2278-56E1-F4D7AD89AE7F}"/>
          </ac:spMkLst>
        </pc:spChg>
        <pc:spChg chg="add mod ord">
          <ac:chgData name="Mohammad Salman" userId="cfd6754c-e613-4f6f-bb98-36aef69d8c31" providerId="ADAL" clId="{990299EA-3706-4963-9607-B363693B7908}" dt="2023-10-23T06:36:31.232" v="25323" actId="20577"/>
          <ac:spMkLst>
            <pc:docMk/>
            <pc:sldMk cId="809197720" sldId="364"/>
            <ac:spMk id="5" creationId="{A01A0133-7CE3-C377-1A13-43EFBD06C8EB}"/>
          </ac:spMkLst>
        </pc:spChg>
      </pc:sldChg>
      <pc:sldChg chg="addSp delSp modSp new mod">
        <pc:chgData name="Mohammad Salman" userId="cfd6754c-e613-4f6f-bb98-36aef69d8c31" providerId="ADAL" clId="{990299EA-3706-4963-9607-B363693B7908}" dt="2023-10-23T07:26:50.309" v="26103" actId="113"/>
        <pc:sldMkLst>
          <pc:docMk/>
          <pc:sldMk cId="2708349965" sldId="365"/>
        </pc:sldMkLst>
        <pc:spChg chg="del">
          <ac:chgData name="Mohammad Salman" userId="cfd6754c-e613-4f6f-bb98-36aef69d8c31" providerId="ADAL" clId="{990299EA-3706-4963-9607-B363693B7908}" dt="2023-10-20T10:19:16.298" v="24041" actId="478"/>
          <ac:spMkLst>
            <pc:docMk/>
            <pc:sldMk cId="2708349965" sldId="365"/>
            <ac:spMk id="2" creationId="{6993A8B0-77FB-EBC6-FBE0-299AB19AFC97}"/>
          </ac:spMkLst>
        </pc:spChg>
        <pc:spChg chg="del">
          <ac:chgData name="Mohammad Salman" userId="cfd6754c-e613-4f6f-bb98-36aef69d8c31" providerId="ADAL" clId="{990299EA-3706-4963-9607-B363693B7908}" dt="2023-10-20T10:19:16.298" v="24041" actId="478"/>
          <ac:spMkLst>
            <pc:docMk/>
            <pc:sldMk cId="2708349965" sldId="365"/>
            <ac:spMk id="3" creationId="{ED1DDBC2-B0C4-FE05-1651-91A670D7ECF6}"/>
          </ac:spMkLst>
        </pc:spChg>
        <pc:spChg chg="add mod">
          <ac:chgData name="Mohammad Salman" userId="cfd6754c-e613-4f6f-bb98-36aef69d8c31" providerId="ADAL" clId="{990299EA-3706-4963-9607-B363693B7908}" dt="2023-10-23T07:26:50.309" v="26103" actId="113"/>
          <ac:spMkLst>
            <pc:docMk/>
            <pc:sldMk cId="2708349965" sldId="365"/>
            <ac:spMk id="8" creationId="{206D6215-7DFF-E736-B306-9D567AD3C4DE}"/>
          </ac:spMkLst>
        </pc:spChg>
        <pc:picChg chg="add del">
          <ac:chgData name="Mohammad Salman" userId="cfd6754c-e613-4f6f-bb98-36aef69d8c31" providerId="ADAL" clId="{990299EA-3706-4963-9607-B363693B7908}" dt="2023-10-20T10:19:15.199" v="24040" actId="22"/>
          <ac:picMkLst>
            <pc:docMk/>
            <pc:sldMk cId="2708349965" sldId="365"/>
            <ac:picMk id="5" creationId="{45D1A626-406E-5551-BC5A-FFEDB813E6B5}"/>
          </ac:picMkLst>
        </pc:picChg>
        <pc:picChg chg="add mod">
          <ac:chgData name="Mohammad Salman" userId="cfd6754c-e613-4f6f-bb98-36aef69d8c31" providerId="ADAL" clId="{990299EA-3706-4963-9607-B363693B7908}" dt="2023-10-23T06:45:12.039" v="25698" actId="14100"/>
          <ac:picMkLst>
            <pc:docMk/>
            <pc:sldMk cId="2708349965" sldId="365"/>
            <ac:picMk id="7" creationId="{919FB600-B7AF-532F-722E-8FFBB4364774}"/>
          </ac:picMkLst>
        </pc:picChg>
        <pc:picChg chg="add del mod">
          <ac:chgData name="Mohammad Salman" userId="cfd6754c-e613-4f6f-bb98-36aef69d8c31" providerId="ADAL" clId="{990299EA-3706-4963-9607-B363693B7908}" dt="2023-10-23T07:26:23.247" v="26012" actId="478"/>
          <ac:picMkLst>
            <pc:docMk/>
            <pc:sldMk cId="2708349965" sldId="365"/>
            <ac:picMk id="10" creationId="{1881A0E1-5B9B-628A-2363-10DE70926141}"/>
          </ac:picMkLst>
        </pc:picChg>
        <pc:picChg chg="add del mod">
          <ac:chgData name="Mohammad Salman" userId="cfd6754c-e613-4f6f-bb98-36aef69d8c31" providerId="ADAL" clId="{990299EA-3706-4963-9607-B363693B7908}" dt="2023-10-23T07:26:22.891" v="26011" actId="22"/>
          <ac:picMkLst>
            <pc:docMk/>
            <pc:sldMk cId="2708349965" sldId="365"/>
            <ac:picMk id="12" creationId="{979FE6D9-A228-C507-4E92-9E959129401F}"/>
          </ac:picMkLst>
        </pc:picChg>
      </pc:sldChg>
      <pc:sldChg chg="addSp delSp modSp add mod modAnim modNotesTx">
        <pc:chgData name="Mohammad Salman" userId="cfd6754c-e613-4f6f-bb98-36aef69d8c31" providerId="ADAL" clId="{990299EA-3706-4963-9607-B363693B7908}" dt="2023-10-23T09:36:25.142" v="29840" actId="20577"/>
        <pc:sldMkLst>
          <pc:docMk/>
          <pc:sldMk cId="3927287634" sldId="366"/>
        </pc:sldMkLst>
        <pc:spChg chg="mod">
          <ac:chgData name="Mohammad Salman" userId="cfd6754c-e613-4f6f-bb98-36aef69d8c31" providerId="ADAL" clId="{990299EA-3706-4963-9607-B363693B7908}" dt="2023-10-23T09:36:25.142" v="29840" actId="20577"/>
          <ac:spMkLst>
            <pc:docMk/>
            <pc:sldMk cId="3927287634" sldId="366"/>
            <ac:spMk id="8" creationId="{206D6215-7DFF-E736-B306-9D567AD3C4DE}"/>
          </ac:spMkLst>
        </pc:spChg>
        <pc:spChg chg="add mod">
          <ac:chgData name="Mohammad Salman" userId="cfd6754c-e613-4f6f-bb98-36aef69d8c31" providerId="ADAL" clId="{990299EA-3706-4963-9607-B363693B7908}" dt="2023-10-23T07:11:38.147" v="25771" actId="1076"/>
          <ac:spMkLst>
            <pc:docMk/>
            <pc:sldMk cId="3927287634" sldId="366"/>
            <ac:spMk id="12" creationId="{00886D11-BB81-C3D5-D654-8F38F43500EA}"/>
          </ac:spMkLst>
        </pc:spChg>
        <pc:spChg chg="add mod">
          <ac:chgData name="Mohammad Salman" userId="cfd6754c-e613-4f6f-bb98-36aef69d8c31" providerId="ADAL" clId="{990299EA-3706-4963-9607-B363693B7908}" dt="2023-10-23T07:11:38.147" v="25771" actId="1076"/>
          <ac:spMkLst>
            <pc:docMk/>
            <pc:sldMk cId="3927287634" sldId="366"/>
            <ac:spMk id="16" creationId="{D22AF2B7-C2D7-5290-13C8-3ECBDE43EED2}"/>
          </ac:spMkLst>
        </pc:spChg>
        <pc:spChg chg="add mod">
          <ac:chgData name="Mohammad Salman" userId="cfd6754c-e613-4f6f-bb98-36aef69d8c31" providerId="ADAL" clId="{990299EA-3706-4963-9607-B363693B7908}" dt="2023-10-23T07:10:47.925" v="25765" actId="692"/>
          <ac:spMkLst>
            <pc:docMk/>
            <pc:sldMk cId="3927287634" sldId="366"/>
            <ac:spMk id="19" creationId="{75BE95EC-09A1-B1A3-6499-4D28B6FB5E56}"/>
          </ac:spMkLst>
        </pc:spChg>
        <pc:spChg chg="add mod">
          <ac:chgData name="Mohammad Salman" userId="cfd6754c-e613-4f6f-bb98-36aef69d8c31" providerId="ADAL" clId="{990299EA-3706-4963-9607-B363693B7908}" dt="2023-10-23T07:10:47.925" v="25765" actId="692"/>
          <ac:spMkLst>
            <pc:docMk/>
            <pc:sldMk cId="3927287634" sldId="366"/>
            <ac:spMk id="24" creationId="{664FE83E-FB2A-9727-38BD-AAA5663573F9}"/>
          </ac:spMkLst>
        </pc:spChg>
        <pc:spChg chg="add mod">
          <ac:chgData name="Mohammad Salman" userId="cfd6754c-e613-4f6f-bb98-36aef69d8c31" providerId="ADAL" clId="{990299EA-3706-4963-9607-B363693B7908}" dt="2023-10-23T07:15:42.581" v="25956" actId="1076"/>
          <ac:spMkLst>
            <pc:docMk/>
            <pc:sldMk cId="3927287634" sldId="366"/>
            <ac:spMk id="27" creationId="{8D1F1C27-3854-2C7E-14C9-4D10E0430DCD}"/>
          </ac:spMkLst>
        </pc:spChg>
        <pc:spChg chg="add mod">
          <ac:chgData name="Mohammad Salman" userId="cfd6754c-e613-4f6f-bb98-36aef69d8c31" providerId="ADAL" clId="{990299EA-3706-4963-9607-B363693B7908}" dt="2023-10-23T07:13:17.291" v="25801" actId="207"/>
          <ac:spMkLst>
            <pc:docMk/>
            <pc:sldMk cId="3927287634" sldId="366"/>
            <ac:spMk id="28" creationId="{F3B98CB9-9922-F465-1400-38E1F2F19767}"/>
          </ac:spMkLst>
        </pc:spChg>
        <pc:spChg chg="add mod">
          <ac:chgData name="Mohammad Salman" userId="cfd6754c-e613-4f6f-bb98-36aef69d8c31" providerId="ADAL" clId="{990299EA-3706-4963-9607-B363693B7908}" dt="2023-10-23T07:27:29.127" v="26109" actId="1035"/>
          <ac:spMkLst>
            <pc:docMk/>
            <pc:sldMk cId="3927287634" sldId="366"/>
            <ac:spMk id="33" creationId="{50D01290-F3CC-0BBF-D6D9-B5FBE06D714A}"/>
          </ac:spMkLst>
        </pc:spChg>
        <pc:picChg chg="add mod modCrop">
          <ac:chgData name="Mohammad Salman" userId="cfd6754c-e613-4f6f-bb98-36aef69d8c31" providerId="ADAL" clId="{990299EA-3706-4963-9607-B363693B7908}" dt="2023-10-23T06:46:22.752" v="25702" actId="732"/>
          <ac:picMkLst>
            <pc:docMk/>
            <pc:sldMk cId="3927287634" sldId="366"/>
            <ac:picMk id="3" creationId="{0A777091-AEC7-8609-BAFA-381469F06532}"/>
          </ac:picMkLst>
        </pc:picChg>
        <pc:picChg chg="add mod">
          <ac:chgData name="Mohammad Salman" userId="cfd6754c-e613-4f6f-bb98-36aef69d8c31" providerId="ADAL" clId="{990299EA-3706-4963-9607-B363693B7908}" dt="2023-10-20T10:27:04.061" v="24954" actId="1076"/>
          <ac:picMkLst>
            <pc:docMk/>
            <pc:sldMk cId="3927287634" sldId="366"/>
            <ac:picMk id="4" creationId="{5CE26FD7-A665-BC9B-64FB-66FE3B5724F5}"/>
          </ac:picMkLst>
        </pc:picChg>
        <pc:picChg chg="add mod">
          <ac:chgData name="Mohammad Salman" userId="cfd6754c-e613-4f6f-bb98-36aef69d8c31" providerId="ADAL" clId="{990299EA-3706-4963-9607-B363693B7908}" dt="2023-10-20T10:27:54.662" v="24957" actId="1076"/>
          <ac:picMkLst>
            <pc:docMk/>
            <pc:sldMk cId="3927287634" sldId="366"/>
            <ac:picMk id="6" creationId="{3DBA3C10-6014-91A9-7C3E-CBDAC4993A3F}"/>
          </ac:picMkLst>
        </pc:picChg>
        <pc:picChg chg="del">
          <ac:chgData name="Mohammad Salman" userId="cfd6754c-e613-4f6f-bb98-36aef69d8c31" providerId="ADAL" clId="{990299EA-3706-4963-9607-B363693B7908}" dt="2023-10-20T10:26:16.021" v="24944" actId="478"/>
          <ac:picMkLst>
            <pc:docMk/>
            <pc:sldMk cId="3927287634" sldId="366"/>
            <ac:picMk id="7" creationId="{919FB600-B7AF-532F-722E-8FFBB4364774}"/>
          </ac:picMkLst>
        </pc:picChg>
        <pc:picChg chg="del">
          <ac:chgData name="Mohammad Salman" userId="cfd6754c-e613-4f6f-bb98-36aef69d8c31" providerId="ADAL" clId="{990299EA-3706-4963-9607-B363693B7908}" dt="2023-10-20T10:26:17.829" v="24945" actId="478"/>
          <ac:picMkLst>
            <pc:docMk/>
            <pc:sldMk cId="3927287634" sldId="366"/>
            <ac:picMk id="10" creationId="{1881A0E1-5B9B-628A-2363-10DE70926141}"/>
          </ac:picMkLst>
        </pc:picChg>
        <pc:picChg chg="add mod">
          <ac:chgData name="Mohammad Salman" userId="cfd6754c-e613-4f6f-bb98-36aef69d8c31" providerId="ADAL" clId="{990299EA-3706-4963-9607-B363693B7908}" dt="2023-10-23T06:46:36" v="25706" actId="1076"/>
          <ac:picMkLst>
            <pc:docMk/>
            <pc:sldMk cId="3927287634" sldId="366"/>
            <ac:picMk id="11" creationId="{9A314620-7D17-01E6-D4A8-C210050E7A27}"/>
          </ac:picMkLst>
        </pc:picChg>
        <pc:cxnChg chg="add mod">
          <ac:chgData name="Mohammad Salman" userId="cfd6754c-e613-4f6f-bb98-36aef69d8c31" providerId="ADAL" clId="{990299EA-3706-4963-9607-B363693B7908}" dt="2023-10-23T07:15:38.248" v="25955" actId="14100"/>
          <ac:cxnSpMkLst>
            <pc:docMk/>
            <pc:sldMk cId="3927287634" sldId="366"/>
            <ac:cxnSpMk id="13" creationId="{17698648-361E-45B0-BA43-74478BD60230}"/>
          </ac:cxnSpMkLst>
        </pc:cxnChg>
        <pc:cxnChg chg="add mod">
          <ac:chgData name="Mohammad Salman" userId="cfd6754c-e613-4f6f-bb98-36aef69d8c31" providerId="ADAL" clId="{990299EA-3706-4963-9607-B363693B7908}" dt="2023-10-23T07:10:47.925" v="25765" actId="692"/>
          <ac:cxnSpMkLst>
            <pc:docMk/>
            <pc:sldMk cId="3927287634" sldId="366"/>
            <ac:cxnSpMk id="20" creationId="{9B85196B-34E5-F85A-BDF1-81DA0A44CBE9}"/>
          </ac:cxnSpMkLst>
        </pc:cxnChg>
      </pc:sldChg>
      <pc:sldChg chg="addSp delSp modSp new mod modAnim">
        <pc:chgData name="Mohammad Salman" userId="cfd6754c-e613-4f6f-bb98-36aef69d8c31" providerId="ADAL" clId="{990299EA-3706-4963-9607-B363693B7908}" dt="2023-10-23T09:36:41.868" v="29841" actId="14100"/>
        <pc:sldMkLst>
          <pc:docMk/>
          <pc:sldMk cId="95633275" sldId="367"/>
        </pc:sldMkLst>
        <pc:spChg chg="del">
          <ac:chgData name="Mohammad Salman" userId="cfd6754c-e613-4f6f-bb98-36aef69d8c31" providerId="ADAL" clId="{990299EA-3706-4963-9607-B363693B7908}" dt="2023-10-20T10:28:13.813" v="24959" actId="478"/>
          <ac:spMkLst>
            <pc:docMk/>
            <pc:sldMk cId="95633275" sldId="367"/>
            <ac:spMk id="2" creationId="{75852E0E-9ED7-350A-136C-630A98E5B00D}"/>
          </ac:spMkLst>
        </pc:spChg>
        <pc:spChg chg="del">
          <ac:chgData name="Mohammad Salman" userId="cfd6754c-e613-4f6f-bb98-36aef69d8c31" providerId="ADAL" clId="{990299EA-3706-4963-9607-B363693B7908}" dt="2023-10-20T10:28:13.813" v="24959" actId="478"/>
          <ac:spMkLst>
            <pc:docMk/>
            <pc:sldMk cId="95633275" sldId="367"/>
            <ac:spMk id="3" creationId="{C8614DDE-B7E2-1789-3303-8B12B6822AB3}"/>
          </ac:spMkLst>
        </pc:spChg>
        <pc:spChg chg="add mod">
          <ac:chgData name="Mohammad Salman" userId="cfd6754c-e613-4f6f-bb98-36aef69d8c31" providerId="ADAL" clId="{990299EA-3706-4963-9607-B363693B7908}" dt="2023-10-23T09:36:41.868" v="29841" actId="14100"/>
          <ac:spMkLst>
            <pc:docMk/>
            <pc:sldMk cId="95633275" sldId="367"/>
            <ac:spMk id="8" creationId="{671F695D-9D6B-4070-9727-964F99071A92}"/>
          </ac:spMkLst>
        </pc:spChg>
        <pc:picChg chg="add del mod">
          <ac:chgData name="Mohammad Salman" userId="cfd6754c-e613-4f6f-bb98-36aef69d8c31" providerId="ADAL" clId="{990299EA-3706-4963-9607-B363693B7908}" dt="2023-10-20T10:28:46.702" v="24964" actId="478"/>
          <ac:picMkLst>
            <pc:docMk/>
            <pc:sldMk cId="95633275" sldId="367"/>
            <ac:picMk id="5" creationId="{98A3E50B-2305-F648-B296-E57A03A2E452}"/>
          </ac:picMkLst>
        </pc:picChg>
        <pc:picChg chg="add mod">
          <ac:chgData name="Mohammad Salman" userId="cfd6754c-e613-4f6f-bb98-36aef69d8c31" providerId="ADAL" clId="{990299EA-3706-4963-9607-B363693B7908}" dt="2023-10-20T10:28:59.516" v="24967" actId="1076"/>
          <ac:picMkLst>
            <pc:docMk/>
            <pc:sldMk cId="95633275" sldId="367"/>
            <ac:picMk id="7" creationId="{2BF7431E-8478-4B37-3307-F6378D92F16E}"/>
          </ac:picMkLst>
        </pc:picChg>
      </pc:sldChg>
      <pc:sldChg chg="addSp delSp modSp new mod delAnim modAnim">
        <pc:chgData name="Mohammad Salman" userId="cfd6754c-e613-4f6f-bb98-36aef69d8c31" providerId="ADAL" clId="{990299EA-3706-4963-9607-B363693B7908}" dt="2023-10-24T08:11:04.140" v="31114" actId="20577"/>
        <pc:sldMkLst>
          <pc:docMk/>
          <pc:sldMk cId="2566092634" sldId="368"/>
        </pc:sldMkLst>
        <pc:spChg chg="del">
          <ac:chgData name="Mohammad Salman" userId="cfd6754c-e613-4f6f-bb98-36aef69d8c31" providerId="ADAL" clId="{990299EA-3706-4963-9607-B363693B7908}" dt="2023-10-23T08:21:19.108" v="27073" actId="478"/>
          <ac:spMkLst>
            <pc:docMk/>
            <pc:sldMk cId="2566092634" sldId="368"/>
            <ac:spMk id="2" creationId="{95E2DBC9-1083-2A5D-03B2-0DEA63419851}"/>
          </ac:spMkLst>
        </pc:spChg>
        <pc:spChg chg="del">
          <ac:chgData name="Mohammad Salman" userId="cfd6754c-e613-4f6f-bb98-36aef69d8c31" providerId="ADAL" clId="{990299EA-3706-4963-9607-B363693B7908}" dt="2023-10-23T08:21:19.108" v="27073" actId="478"/>
          <ac:spMkLst>
            <pc:docMk/>
            <pc:sldMk cId="2566092634" sldId="368"/>
            <ac:spMk id="3" creationId="{89B329E8-2CA7-BAD2-FDF8-815D3CB334B7}"/>
          </ac:spMkLst>
        </pc:spChg>
        <pc:spChg chg="add del mod">
          <ac:chgData name="Mohammad Salman" userId="cfd6754c-e613-4f6f-bb98-36aef69d8c31" providerId="ADAL" clId="{990299EA-3706-4963-9607-B363693B7908}" dt="2023-10-23T08:21:18.300" v="27072"/>
          <ac:spMkLst>
            <pc:docMk/>
            <pc:sldMk cId="2566092634" sldId="368"/>
            <ac:spMk id="4" creationId="{929439A2-9C1E-ECF6-9D37-ACF52FF965EE}"/>
          </ac:spMkLst>
        </pc:spChg>
        <pc:spChg chg="add mod">
          <ac:chgData name="Mohammad Salman" userId="cfd6754c-e613-4f6f-bb98-36aef69d8c31" providerId="ADAL" clId="{990299EA-3706-4963-9607-B363693B7908}" dt="2023-10-24T08:11:04.140" v="31114" actId="20577"/>
          <ac:spMkLst>
            <pc:docMk/>
            <pc:sldMk cId="2566092634" sldId="368"/>
            <ac:spMk id="5" creationId="{9E971778-D46C-24F0-F754-8CEF52C4E1A2}"/>
          </ac:spMkLst>
        </pc:spChg>
        <pc:spChg chg="add del mod">
          <ac:chgData name="Mohammad Salman" userId="cfd6754c-e613-4f6f-bb98-36aef69d8c31" providerId="ADAL" clId="{990299EA-3706-4963-9607-B363693B7908}" dt="2023-10-23T08:24:51.968" v="27231" actId="478"/>
          <ac:spMkLst>
            <pc:docMk/>
            <pc:sldMk cId="2566092634" sldId="368"/>
            <ac:spMk id="8" creationId="{8E4BCC3C-8A4C-56E6-32E1-603355891EFC}"/>
          </ac:spMkLst>
        </pc:spChg>
        <pc:picChg chg="add mod">
          <ac:chgData name="Mohammad Salman" userId="cfd6754c-e613-4f6f-bb98-36aef69d8c31" providerId="ADAL" clId="{990299EA-3706-4963-9607-B363693B7908}" dt="2023-10-23T08:23:54.142" v="27176"/>
          <ac:picMkLst>
            <pc:docMk/>
            <pc:sldMk cId="2566092634" sldId="368"/>
            <ac:picMk id="6" creationId="{D68794CF-98F0-FDFC-A2C6-11947FD4A686}"/>
          </ac:picMkLst>
        </pc:picChg>
        <pc:picChg chg="add mod">
          <ac:chgData name="Mohammad Salman" userId="cfd6754c-e613-4f6f-bb98-36aef69d8c31" providerId="ADAL" clId="{990299EA-3706-4963-9607-B363693B7908}" dt="2023-10-23T08:23:54.142" v="27176"/>
          <ac:picMkLst>
            <pc:docMk/>
            <pc:sldMk cId="2566092634" sldId="368"/>
            <ac:picMk id="7" creationId="{399D26FD-6BE2-9F16-4E2C-E99ECEADCA60}"/>
          </ac:picMkLst>
        </pc:picChg>
        <pc:picChg chg="add mod ord">
          <ac:chgData name="Mohammad Salman" userId="cfd6754c-e613-4f6f-bb98-36aef69d8c31" providerId="ADAL" clId="{990299EA-3706-4963-9607-B363693B7908}" dt="2023-10-23T08:25:06.641" v="27234" actId="167"/>
          <ac:picMkLst>
            <pc:docMk/>
            <pc:sldMk cId="2566092634" sldId="368"/>
            <ac:picMk id="9" creationId="{355671CF-F413-FFD8-5299-0956303A7F79}"/>
          </ac:picMkLst>
        </pc:picChg>
      </pc:sldChg>
      <pc:sldChg chg="modSp new mod ord setBg">
        <pc:chgData name="Mohammad Salman" userId="cfd6754c-e613-4f6f-bb98-36aef69d8c31" providerId="ADAL" clId="{990299EA-3706-4963-9607-B363693B7908}" dt="2023-10-23T15:23:03.851" v="30558" actId="20577"/>
        <pc:sldMkLst>
          <pc:docMk/>
          <pc:sldMk cId="486182130" sldId="369"/>
        </pc:sldMkLst>
        <pc:spChg chg="mod">
          <ac:chgData name="Mohammad Salman" userId="cfd6754c-e613-4f6f-bb98-36aef69d8c31" providerId="ADAL" clId="{990299EA-3706-4963-9607-B363693B7908}" dt="2023-10-20T10:34:55.435" v="25260" actId="20577"/>
          <ac:spMkLst>
            <pc:docMk/>
            <pc:sldMk cId="486182130" sldId="369"/>
            <ac:spMk id="2" creationId="{113630D8-F3EA-B68A-8B58-8D44F8215046}"/>
          </ac:spMkLst>
        </pc:spChg>
        <pc:spChg chg="mod">
          <ac:chgData name="Mohammad Salman" userId="cfd6754c-e613-4f6f-bb98-36aef69d8c31" providerId="ADAL" clId="{990299EA-3706-4963-9607-B363693B7908}" dt="2023-10-23T15:23:03.851" v="30558" actId="20577"/>
          <ac:spMkLst>
            <pc:docMk/>
            <pc:sldMk cId="486182130" sldId="369"/>
            <ac:spMk id="3" creationId="{3ED00811-33CD-E6EF-A67A-A1590087239B}"/>
          </ac:spMkLst>
        </pc:spChg>
      </pc:sldChg>
      <pc:sldChg chg="delSp new del mod">
        <pc:chgData name="Mohammad Salman" userId="cfd6754c-e613-4f6f-bb98-36aef69d8c31" providerId="ADAL" clId="{990299EA-3706-4963-9607-B363693B7908}" dt="2023-10-23T06:42:30.479" v="25686" actId="47"/>
        <pc:sldMkLst>
          <pc:docMk/>
          <pc:sldMk cId="2478611699" sldId="370"/>
        </pc:sldMkLst>
        <pc:spChg chg="del">
          <ac:chgData name="Mohammad Salman" userId="cfd6754c-e613-4f6f-bb98-36aef69d8c31" providerId="ADAL" clId="{990299EA-3706-4963-9607-B363693B7908}" dt="2023-10-23T06:41:38.680" v="25684" actId="478"/>
          <ac:spMkLst>
            <pc:docMk/>
            <pc:sldMk cId="2478611699" sldId="370"/>
            <ac:spMk id="2" creationId="{5C9C3524-DBAB-1A25-8CE3-9A816D6B25A3}"/>
          </ac:spMkLst>
        </pc:spChg>
        <pc:spChg chg="del">
          <ac:chgData name="Mohammad Salman" userId="cfd6754c-e613-4f6f-bb98-36aef69d8c31" providerId="ADAL" clId="{990299EA-3706-4963-9607-B363693B7908}" dt="2023-10-23T06:41:38.680" v="25684" actId="478"/>
          <ac:spMkLst>
            <pc:docMk/>
            <pc:sldMk cId="2478611699" sldId="370"/>
            <ac:spMk id="3" creationId="{29941DBB-C1E8-3D31-470F-ABDE6134C361}"/>
          </ac:spMkLst>
        </pc:spChg>
      </pc:sldChg>
      <pc:sldChg chg="addSp delSp modSp new del mod ord setBg delAnim modAnim">
        <pc:chgData name="Mohammad Salman" userId="cfd6754c-e613-4f6f-bb98-36aef69d8c31" providerId="ADAL" clId="{990299EA-3706-4963-9607-B363693B7908}" dt="2023-10-23T14:14:02.497" v="30428" actId="2696"/>
        <pc:sldMkLst>
          <pc:docMk/>
          <pc:sldMk cId="686131797" sldId="371"/>
        </pc:sldMkLst>
        <pc:spChg chg="del mod">
          <ac:chgData name="Mohammad Salman" userId="cfd6754c-e613-4f6f-bb98-36aef69d8c31" providerId="ADAL" clId="{990299EA-3706-4963-9607-B363693B7908}" dt="2023-10-23T06:36:47.088" v="25328" actId="478"/>
          <ac:spMkLst>
            <pc:docMk/>
            <pc:sldMk cId="686131797" sldId="371"/>
            <ac:spMk id="2" creationId="{B104C4EC-7BBC-2571-FB2B-C0D00E59B521}"/>
          </ac:spMkLst>
        </pc:spChg>
        <pc:spChg chg="add mod">
          <ac:chgData name="Mohammad Salman" userId="cfd6754c-e613-4f6f-bb98-36aef69d8c31" providerId="ADAL" clId="{990299EA-3706-4963-9607-B363693B7908}" dt="2023-10-23T13:41:31.811" v="30426" actId="20577"/>
          <ac:spMkLst>
            <pc:docMk/>
            <pc:sldMk cId="686131797" sldId="371"/>
            <ac:spMk id="2" creationId="{EBA68310-78E7-8EAE-EA13-F3733F89E32D}"/>
          </ac:spMkLst>
        </pc:spChg>
        <pc:spChg chg="del mod">
          <ac:chgData name="Mohammad Salman" userId="cfd6754c-e613-4f6f-bb98-36aef69d8c31" providerId="ADAL" clId="{990299EA-3706-4963-9607-B363693B7908}" dt="2023-10-23T06:36:47.088" v="25328" actId="478"/>
          <ac:spMkLst>
            <pc:docMk/>
            <pc:sldMk cId="686131797" sldId="371"/>
            <ac:spMk id="3" creationId="{205045EA-EB44-4C62-E585-DA5F08B24AEC}"/>
          </ac:spMkLst>
        </pc:spChg>
        <pc:spChg chg="add del">
          <ac:chgData name="Mohammad Salman" userId="cfd6754c-e613-4f6f-bb98-36aef69d8c31" providerId="ADAL" clId="{990299EA-3706-4963-9607-B363693B7908}" dt="2023-10-23T13:02:51.520" v="30176" actId="22"/>
          <ac:spMkLst>
            <pc:docMk/>
            <pc:sldMk cId="686131797" sldId="371"/>
            <ac:spMk id="4" creationId="{6D975558-DC0F-5671-3609-96B0E0A219A0}"/>
          </ac:spMkLst>
        </pc:spChg>
        <pc:spChg chg="add del mod">
          <ac:chgData name="Mohammad Salman" userId="cfd6754c-e613-4f6f-bb98-36aef69d8c31" providerId="ADAL" clId="{990299EA-3706-4963-9607-B363693B7908}" dt="2023-10-23T06:36:47.537" v="25329" actId="478"/>
          <ac:spMkLst>
            <pc:docMk/>
            <pc:sldMk cId="686131797" sldId="371"/>
            <ac:spMk id="5" creationId="{472BE3AD-DE4D-65E2-5609-176AEDEEF013}"/>
          </ac:spMkLst>
        </pc:spChg>
        <pc:spChg chg="add mod">
          <ac:chgData name="Mohammad Salman" userId="cfd6754c-e613-4f6f-bb98-36aef69d8c31" providerId="ADAL" clId="{990299EA-3706-4963-9607-B363693B7908}" dt="2023-10-23T13:09:25.505" v="30411" actId="2085"/>
          <ac:spMkLst>
            <pc:docMk/>
            <pc:sldMk cId="686131797" sldId="371"/>
            <ac:spMk id="6" creationId="{B03904DC-F6DA-06DD-2925-F53839AB21CF}"/>
          </ac:spMkLst>
        </pc:spChg>
        <pc:spChg chg="add del mod">
          <ac:chgData name="Mohammad Salman" userId="cfd6754c-e613-4f6f-bb98-36aef69d8c31" providerId="ADAL" clId="{990299EA-3706-4963-9607-B363693B7908}" dt="2023-10-23T06:36:47.537" v="25329" actId="478"/>
          <ac:spMkLst>
            <pc:docMk/>
            <pc:sldMk cId="686131797" sldId="371"/>
            <ac:spMk id="7" creationId="{3B31A3DF-AEFF-F0A2-6986-F43395DF10A4}"/>
          </ac:spMkLst>
        </pc:spChg>
        <pc:spChg chg="add del mod">
          <ac:chgData name="Mohammad Salman" userId="cfd6754c-e613-4f6f-bb98-36aef69d8c31" providerId="ADAL" clId="{990299EA-3706-4963-9607-B363693B7908}" dt="2023-10-23T08:39:56.138" v="27504" actId="478"/>
          <ac:spMkLst>
            <pc:docMk/>
            <pc:sldMk cId="686131797" sldId="371"/>
            <ac:spMk id="8" creationId="{9B8CB697-657E-C07F-569B-137F0468600D}"/>
          </ac:spMkLst>
        </pc:spChg>
        <pc:spChg chg="add del mod">
          <ac:chgData name="Mohammad Salman" userId="cfd6754c-e613-4f6f-bb98-36aef69d8c31" providerId="ADAL" clId="{990299EA-3706-4963-9607-B363693B7908}" dt="2023-10-23T08:39:56.138" v="27504" actId="478"/>
          <ac:spMkLst>
            <pc:docMk/>
            <pc:sldMk cId="686131797" sldId="371"/>
            <ac:spMk id="9" creationId="{C2505681-F85A-776B-351E-810F81DF3D08}"/>
          </ac:spMkLst>
        </pc:spChg>
        <pc:spChg chg="add del mod">
          <ac:chgData name="Mohammad Salman" userId="cfd6754c-e613-4f6f-bb98-36aef69d8c31" providerId="ADAL" clId="{990299EA-3706-4963-9607-B363693B7908}" dt="2023-10-23T08:39:56.138" v="27504" actId="478"/>
          <ac:spMkLst>
            <pc:docMk/>
            <pc:sldMk cId="686131797" sldId="371"/>
            <ac:spMk id="10" creationId="{3DAA4AF1-44BE-29E7-74C9-C4B7F90313F0}"/>
          </ac:spMkLst>
        </pc:spChg>
        <pc:spChg chg="add del">
          <ac:chgData name="Mohammad Salman" userId="cfd6754c-e613-4f6f-bb98-36aef69d8c31" providerId="ADAL" clId="{990299EA-3706-4963-9607-B363693B7908}" dt="2023-10-23T13:05:43.092" v="30260" actId="22"/>
          <ac:spMkLst>
            <pc:docMk/>
            <pc:sldMk cId="686131797" sldId="371"/>
            <ac:spMk id="10" creationId="{40A980FF-D533-963F-7B80-B1B2F0F252E1}"/>
          </ac:spMkLst>
        </pc:spChg>
        <pc:spChg chg="add del mod">
          <ac:chgData name="Mohammad Salman" userId="cfd6754c-e613-4f6f-bb98-36aef69d8c31" providerId="ADAL" clId="{990299EA-3706-4963-9607-B363693B7908}" dt="2023-10-23T08:39:56.138" v="27504" actId="478"/>
          <ac:spMkLst>
            <pc:docMk/>
            <pc:sldMk cId="686131797" sldId="371"/>
            <ac:spMk id="11" creationId="{28274F41-B45C-F832-B56A-63553712F64B}"/>
          </ac:spMkLst>
        </pc:spChg>
        <pc:spChg chg="add del mod">
          <ac:chgData name="Mohammad Salman" userId="cfd6754c-e613-4f6f-bb98-36aef69d8c31" providerId="ADAL" clId="{990299EA-3706-4963-9607-B363693B7908}" dt="2023-10-23T08:39:56.138" v="27504" actId="478"/>
          <ac:spMkLst>
            <pc:docMk/>
            <pc:sldMk cId="686131797" sldId="371"/>
            <ac:spMk id="12" creationId="{7DCB7DBB-A47F-2D5B-64F5-07393FA072C5}"/>
          </ac:spMkLst>
        </pc:spChg>
        <pc:spChg chg="add mod">
          <ac:chgData name="Mohammad Salman" userId="cfd6754c-e613-4f6f-bb98-36aef69d8c31" providerId="ADAL" clId="{990299EA-3706-4963-9607-B363693B7908}" dt="2023-10-23T13:06:18.894" v="30272" actId="1076"/>
          <ac:spMkLst>
            <pc:docMk/>
            <pc:sldMk cId="686131797" sldId="371"/>
            <ac:spMk id="12" creationId="{CE2D2B1D-E1EB-3439-4CFC-266B1AA9E5FF}"/>
          </ac:spMkLst>
        </pc:spChg>
        <pc:spChg chg="add del mod">
          <ac:chgData name="Mohammad Salman" userId="cfd6754c-e613-4f6f-bb98-36aef69d8c31" providerId="ADAL" clId="{990299EA-3706-4963-9607-B363693B7908}" dt="2023-10-23T07:08:10.174" v="25721" actId="21"/>
          <ac:spMkLst>
            <pc:docMk/>
            <pc:sldMk cId="686131797" sldId="371"/>
            <ac:spMk id="13" creationId="{83737C19-6B1A-0731-D173-EDA9D74383D4}"/>
          </ac:spMkLst>
        </pc:spChg>
        <pc:spChg chg="add mod">
          <ac:chgData name="Mohammad Salman" userId="cfd6754c-e613-4f6f-bb98-36aef69d8c31" providerId="ADAL" clId="{990299EA-3706-4963-9607-B363693B7908}" dt="2023-10-23T13:07:46.186" v="30352" actId="692"/>
          <ac:spMkLst>
            <pc:docMk/>
            <pc:sldMk cId="686131797" sldId="371"/>
            <ac:spMk id="13" creationId="{A5FE2753-71FC-A261-CF48-4EF17A3CD7AE}"/>
          </ac:spMkLst>
        </pc:spChg>
        <pc:spChg chg="add mod">
          <ac:chgData name="Mohammad Salman" userId="cfd6754c-e613-4f6f-bb98-36aef69d8c31" providerId="ADAL" clId="{990299EA-3706-4963-9607-B363693B7908}" dt="2023-10-23T13:09:48.053" v="30420" actId="14100"/>
          <ac:spMkLst>
            <pc:docMk/>
            <pc:sldMk cId="686131797" sldId="371"/>
            <ac:spMk id="14" creationId="{ABFD9A3D-1459-50DE-4DC8-6ACD0B9D598F}"/>
          </ac:spMkLst>
        </pc:spChg>
        <pc:picChg chg="add mod">
          <ac:chgData name="Mohammad Salman" userId="cfd6754c-e613-4f6f-bb98-36aef69d8c31" providerId="ADAL" clId="{990299EA-3706-4963-9607-B363693B7908}" dt="2023-10-23T13:04:56.953" v="30235" actId="1076"/>
          <ac:picMkLst>
            <pc:docMk/>
            <pc:sldMk cId="686131797" sldId="371"/>
            <ac:picMk id="8" creationId="{AAC5F249-F812-0AE1-CB3D-857A6F5CCB18}"/>
          </ac:picMkLst>
        </pc:picChg>
        <pc:cxnChg chg="add del mod">
          <ac:chgData name="Mohammad Salman" userId="cfd6754c-e613-4f6f-bb98-36aef69d8c31" providerId="ADAL" clId="{990299EA-3706-4963-9607-B363693B7908}" dt="2023-10-23T07:08:10.174" v="25721" actId="21"/>
          <ac:cxnSpMkLst>
            <pc:docMk/>
            <pc:sldMk cId="686131797" sldId="371"/>
            <ac:cxnSpMk id="14" creationId="{335315BA-5B0D-48F6-889A-3733C90237F1}"/>
          </ac:cxnSpMkLst>
        </pc:cxnChg>
        <pc:cxnChg chg="add mod">
          <ac:chgData name="Mohammad Salman" userId="cfd6754c-e613-4f6f-bb98-36aef69d8c31" providerId="ADAL" clId="{990299EA-3706-4963-9607-B363693B7908}" dt="2023-10-23T13:09:48.053" v="30420" actId="14100"/>
          <ac:cxnSpMkLst>
            <pc:docMk/>
            <pc:sldMk cId="686131797" sldId="371"/>
            <ac:cxnSpMk id="16" creationId="{2678CF7E-03DD-A0A6-1017-B6C68CBCD47C}"/>
          </ac:cxnSpMkLst>
        </pc:cxnChg>
      </pc:sldChg>
      <pc:sldChg chg="modSp new add del mod ord">
        <pc:chgData name="Mohammad Salman" userId="cfd6754c-e613-4f6f-bb98-36aef69d8c31" providerId="ADAL" clId="{990299EA-3706-4963-9607-B363693B7908}" dt="2023-10-23T08:16:59.600" v="27029" actId="20577"/>
        <pc:sldMkLst>
          <pc:docMk/>
          <pc:sldMk cId="3420534507" sldId="372"/>
        </pc:sldMkLst>
        <pc:spChg chg="mod">
          <ac:chgData name="Mohammad Salman" userId="cfd6754c-e613-4f6f-bb98-36aef69d8c31" providerId="ADAL" clId="{990299EA-3706-4963-9607-B363693B7908}" dt="2023-10-23T06:40:26.314" v="25508"/>
          <ac:spMkLst>
            <pc:docMk/>
            <pc:sldMk cId="3420534507" sldId="372"/>
            <ac:spMk id="2" creationId="{AC81B651-70C9-0021-8B8E-8112696E7022}"/>
          </ac:spMkLst>
        </pc:spChg>
        <pc:spChg chg="mod">
          <ac:chgData name="Mohammad Salman" userId="cfd6754c-e613-4f6f-bb98-36aef69d8c31" providerId="ADAL" clId="{990299EA-3706-4963-9607-B363693B7908}" dt="2023-10-23T08:16:59.600" v="27029" actId="20577"/>
          <ac:spMkLst>
            <pc:docMk/>
            <pc:sldMk cId="3420534507" sldId="372"/>
            <ac:spMk id="3" creationId="{C74B7E34-909C-8653-73D8-715516515B5B}"/>
          </ac:spMkLst>
        </pc:spChg>
      </pc:sldChg>
      <pc:sldChg chg="modSp add mod ord">
        <pc:chgData name="Mohammad Salman" userId="cfd6754c-e613-4f6f-bb98-36aef69d8c31" providerId="ADAL" clId="{990299EA-3706-4963-9607-B363693B7908}" dt="2023-10-23T08:16:50.386" v="27019"/>
        <pc:sldMkLst>
          <pc:docMk/>
          <pc:sldMk cId="210269891" sldId="373"/>
        </pc:sldMkLst>
        <pc:spChg chg="mod">
          <ac:chgData name="Mohammad Salman" userId="cfd6754c-e613-4f6f-bb98-36aef69d8c31" providerId="ADAL" clId="{990299EA-3706-4963-9607-B363693B7908}" dt="2023-10-23T08:16:50.386" v="27019"/>
          <ac:spMkLst>
            <pc:docMk/>
            <pc:sldMk cId="210269891" sldId="373"/>
            <ac:spMk id="3" creationId="{C74B7E34-909C-8653-73D8-715516515B5B}"/>
          </ac:spMkLst>
        </pc:spChg>
      </pc:sldChg>
      <pc:sldChg chg="new del">
        <pc:chgData name="Mohammad Salman" userId="cfd6754c-e613-4f6f-bb98-36aef69d8c31" providerId="ADAL" clId="{990299EA-3706-4963-9607-B363693B7908}" dt="2023-10-23T06:42:31.744" v="25687" actId="47"/>
        <pc:sldMkLst>
          <pc:docMk/>
          <pc:sldMk cId="1884368778" sldId="373"/>
        </pc:sldMkLst>
      </pc:sldChg>
      <pc:sldChg chg="addSp delSp modSp new mod ord delAnim modAnim">
        <pc:chgData name="Mohammad Salman" userId="cfd6754c-e613-4f6f-bb98-36aef69d8c31" providerId="ADAL" clId="{990299EA-3706-4963-9607-B363693B7908}" dt="2023-10-23T08:03:32.904" v="26792" actId="113"/>
        <pc:sldMkLst>
          <pc:docMk/>
          <pc:sldMk cId="1591705057" sldId="374"/>
        </pc:sldMkLst>
        <pc:spChg chg="del">
          <ac:chgData name="Mohammad Salman" userId="cfd6754c-e613-4f6f-bb98-36aef69d8c31" providerId="ADAL" clId="{990299EA-3706-4963-9607-B363693B7908}" dt="2023-10-23T07:20:48.606" v="25981" actId="478"/>
          <ac:spMkLst>
            <pc:docMk/>
            <pc:sldMk cId="1591705057" sldId="374"/>
            <ac:spMk id="2" creationId="{32ED6982-E298-8601-BEAB-2904F56F54FF}"/>
          </ac:spMkLst>
        </pc:spChg>
        <pc:spChg chg="del">
          <ac:chgData name="Mohammad Salman" userId="cfd6754c-e613-4f6f-bb98-36aef69d8c31" providerId="ADAL" clId="{990299EA-3706-4963-9607-B363693B7908}" dt="2023-10-23T07:20:48.606" v="25981" actId="478"/>
          <ac:spMkLst>
            <pc:docMk/>
            <pc:sldMk cId="1591705057" sldId="374"/>
            <ac:spMk id="3" creationId="{183F28AA-1FE2-68E5-F05A-9645E3815278}"/>
          </ac:spMkLst>
        </pc:spChg>
        <pc:spChg chg="add del">
          <ac:chgData name="Mohammad Salman" userId="cfd6754c-e613-4f6f-bb98-36aef69d8c31" providerId="ADAL" clId="{990299EA-3706-4963-9607-B363693B7908}" dt="2023-10-23T07:21:29.118" v="25985" actId="22"/>
          <ac:spMkLst>
            <pc:docMk/>
            <pc:sldMk cId="1591705057" sldId="374"/>
            <ac:spMk id="5" creationId="{3E8C2C47-90AC-B4F8-480A-41251A4F3880}"/>
          </ac:spMkLst>
        </pc:spChg>
        <pc:spChg chg="add mod">
          <ac:chgData name="Mohammad Salman" userId="cfd6754c-e613-4f6f-bb98-36aef69d8c31" providerId="ADAL" clId="{990299EA-3706-4963-9607-B363693B7908}" dt="2023-10-23T08:03:32.904" v="26792" actId="113"/>
          <ac:spMkLst>
            <pc:docMk/>
            <pc:sldMk cId="1591705057" sldId="374"/>
            <ac:spMk id="7" creationId="{A6BFA2DF-2534-226B-17CA-72F5A45C14D5}"/>
          </ac:spMkLst>
        </pc:spChg>
        <pc:spChg chg="add mod">
          <ac:chgData name="Mohammad Salman" userId="cfd6754c-e613-4f6f-bb98-36aef69d8c31" providerId="ADAL" clId="{990299EA-3706-4963-9607-B363693B7908}" dt="2023-10-23T07:40:50.938" v="26649" actId="1036"/>
          <ac:spMkLst>
            <pc:docMk/>
            <pc:sldMk cId="1591705057" sldId="374"/>
            <ac:spMk id="12" creationId="{4C7EC1EA-4B53-E846-75A1-61AFAD19849E}"/>
          </ac:spMkLst>
        </pc:spChg>
        <pc:spChg chg="add mod">
          <ac:chgData name="Mohammad Salman" userId="cfd6754c-e613-4f6f-bb98-36aef69d8c31" providerId="ADAL" clId="{990299EA-3706-4963-9607-B363693B7908}" dt="2023-10-23T07:39:29.625" v="26620" actId="1076"/>
          <ac:spMkLst>
            <pc:docMk/>
            <pc:sldMk cId="1591705057" sldId="374"/>
            <ac:spMk id="24" creationId="{13CA4234-C7DA-53EC-0C3A-0335F1AC8276}"/>
          </ac:spMkLst>
        </pc:spChg>
        <pc:spChg chg="add mod">
          <ac:chgData name="Mohammad Salman" userId="cfd6754c-e613-4f6f-bb98-36aef69d8c31" providerId="ADAL" clId="{990299EA-3706-4963-9607-B363693B7908}" dt="2023-10-23T07:40:41.961" v="26643" actId="1076"/>
          <ac:spMkLst>
            <pc:docMk/>
            <pc:sldMk cId="1591705057" sldId="374"/>
            <ac:spMk id="28" creationId="{BF123FE1-A37B-E314-3E65-5D7093EC1780}"/>
          </ac:spMkLst>
        </pc:spChg>
        <pc:grpChg chg="add mod">
          <ac:chgData name="Mohammad Salman" userId="cfd6754c-e613-4f6f-bb98-36aef69d8c31" providerId="ADAL" clId="{990299EA-3706-4963-9607-B363693B7908}" dt="2023-10-23T07:40:56.685" v="26651" actId="14100"/>
          <ac:grpSpMkLst>
            <pc:docMk/>
            <pc:sldMk cId="1591705057" sldId="374"/>
            <ac:grpSpMk id="23" creationId="{F6FAD369-9944-3FD7-EDDB-F0819F5B757E}"/>
          </ac:grpSpMkLst>
        </pc:grpChg>
        <pc:grpChg chg="add mod">
          <ac:chgData name="Mohammad Salman" userId="cfd6754c-e613-4f6f-bb98-36aef69d8c31" providerId="ADAL" clId="{990299EA-3706-4963-9607-B363693B7908}" dt="2023-10-23T07:40:35.246" v="26642" actId="1076"/>
          <ac:grpSpMkLst>
            <pc:docMk/>
            <pc:sldMk cId="1591705057" sldId="374"/>
            <ac:grpSpMk id="25" creationId="{2A1E7F62-7FDD-82F5-564F-B3389B694640}"/>
          </ac:grpSpMkLst>
        </pc:grpChg>
        <pc:picChg chg="add mod">
          <ac:chgData name="Mohammad Salman" userId="cfd6754c-e613-4f6f-bb98-36aef69d8c31" providerId="ADAL" clId="{990299EA-3706-4963-9607-B363693B7908}" dt="2023-10-23T07:30:54.612" v="26204" actId="1076"/>
          <ac:picMkLst>
            <pc:docMk/>
            <pc:sldMk cId="1591705057" sldId="374"/>
            <ac:picMk id="9" creationId="{DC84F438-37F1-03F6-C5EB-B07A4B4A822C}"/>
          </ac:picMkLst>
        </pc:picChg>
        <pc:picChg chg="add mod">
          <ac:chgData name="Mohammad Salman" userId="cfd6754c-e613-4f6f-bb98-36aef69d8c31" providerId="ADAL" clId="{990299EA-3706-4963-9607-B363693B7908}" dt="2023-10-23T07:37:24.080" v="26528" actId="1076"/>
          <ac:picMkLst>
            <pc:docMk/>
            <pc:sldMk cId="1591705057" sldId="374"/>
            <ac:picMk id="11" creationId="{512DEFE3-EFFE-7134-3E61-4D02133A8870}"/>
          </ac:picMkLst>
        </pc:picChg>
        <pc:inkChg chg="add del">
          <ac:chgData name="Mohammad Salman" userId="cfd6754c-e613-4f6f-bb98-36aef69d8c31" providerId="ADAL" clId="{990299EA-3706-4963-9607-B363693B7908}" dt="2023-10-23T07:38:44.295" v="26593" actId="9405"/>
          <ac:inkMkLst>
            <pc:docMk/>
            <pc:sldMk cId="1591705057" sldId="374"/>
            <ac:inkMk id="20" creationId="{76E4C129-308E-4668-F1C9-7CDF4030F729}"/>
          </ac:inkMkLst>
        </pc:inkChg>
        <pc:inkChg chg="add mod">
          <ac:chgData name="Mohammad Salman" userId="cfd6754c-e613-4f6f-bb98-36aef69d8c31" providerId="ADAL" clId="{990299EA-3706-4963-9607-B363693B7908}" dt="2023-10-23T07:38:59.560" v="26596" actId="164"/>
          <ac:inkMkLst>
            <pc:docMk/>
            <pc:sldMk cId="1591705057" sldId="374"/>
            <ac:inkMk id="21" creationId="{4871B116-4FC4-A542-5AD5-14EDA34D9902}"/>
          </ac:inkMkLst>
        </pc:inkChg>
        <pc:inkChg chg="add mod">
          <ac:chgData name="Mohammad Salman" userId="cfd6754c-e613-4f6f-bb98-36aef69d8c31" providerId="ADAL" clId="{990299EA-3706-4963-9607-B363693B7908}" dt="2023-10-23T07:38:59.560" v="26596" actId="164"/>
          <ac:inkMkLst>
            <pc:docMk/>
            <pc:sldMk cId="1591705057" sldId="374"/>
            <ac:inkMk id="22" creationId="{6B8DEE47-8996-9DB5-4526-E2E03FA5ED99}"/>
          </ac:inkMkLst>
        </pc:inkChg>
        <pc:inkChg chg="mod">
          <ac:chgData name="Mohammad Salman" userId="cfd6754c-e613-4f6f-bb98-36aef69d8c31" providerId="ADAL" clId="{990299EA-3706-4963-9607-B363693B7908}" dt="2023-10-23T07:39:38.200" v="26621"/>
          <ac:inkMkLst>
            <pc:docMk/>
            <pc:sldMk cId="1591705057" sldId="374"/>
            <ac:inkMk id="26" creationId="{50E4D4A0-FA17-A772-5241-8DE7083E85B6}"/>
          </ac:inkMkLst>
        </pc:inkChg>
        <pc:inkChg chg="mod">
          <ac:chgData name="Mohammad Salman" userId="cfd6754c-e613-4f6f-bb98-36aef69d8c31" providerId="ADAL" clId="{990299EA-3706-4963-9607-B363693B7908}" dt="2023-10-23T07:39:38.200" v="26621"/>
          <ac:inkMkLst>
            <pc:docMk/>
            <pc:sldMk cId="1591705057" sldId="374"/>
            <ac:inkMk id="27" creationId="{67190F26-6887-C0A4-5F0B-F2177CFB0FCC}"/>
          </ac:inkMkLst>
        </pc:inkChg>
        <pc:cxnChg chg="add del mod">
          <ac:chgData name="Mohammad Salman" userId="cfd6754c-e613-4f6f-bb98-36aef69d8c31" providerId="ADAL" clId="{990299EA-3706-4963-9607-B363693B7908}" dt="2023-10-23T07:38:24.347" v="26591" actId="478"/>
          <ac:cxnSpMkLst>
            <pc:docMk/>
            <pc:sldMk cId="1591705057" sldId="374"/>
            <ac:cxnSpMk id="13" creationId="{F675450F-F48D-3AF1-1335-33EE0564C6D5}"/>
          </ac:cxnSpMkLst>
        </pc:cxnChg>
      </pc:sldChg>
      <pc:sldChg chg="addSp delSp modSp new mod setBg modAnim">
        <pc:chgData name="Mohammad Salman" userId="cfd6754c-e613-4f6f-bb98-36aef69d8c31" providerId="ADAL" clId="{990299EA-3706-4963-9607-B363693B7908}" dt="2023-10-23T08:13:06.913" v="26860" actId="14100"/>
        <pc:sldMkLst>
          <pc:docMk/>
          <pc:sldMk cId="403228635" sldId="375"/>
        </pc:sldMkLst>
        <pc:spChg chg="del">
          <ac:chgData name="Mohammad Salman" userId="cfd6754c-e613-4f6f-bb98-36aef69d8c31" providerId="ADAL" clId="{990299EA-3706-4963-9607-B363693B7908}" dt="2023-10-23T07:31:07.857" v="26206" actId="478"/>
          <ac:spMkLst>
            <pc:docMk/>
            <pc:sldMk cId="403228635" sldId="375"/>
            <ac:spMk id="2" creationId="{239ED022-B6A7-FC93-E401-AF84C2850112}"/>
          </ac:spMkLst>
        </pc:spChg>
        <pc:spChg chg="del">
          <ac:chgData name="Mohammad Salman" userId="cfd6754c-e613-4f6f-bb98-36aef69d8c31" providerId="ADAL" clId="{990299EA-3706-4963-9607-B363693B7908}" dt="2023-10-23T07:31:07.857" v="26206" actId="478"/>
          <ac:spMkLst>
            <pc:docMk/>
            <pc:sldMk cId="403228635" sldId="375"/>
            <ac:spMk id="3" creationId="{D88E0CF0-8E86-1881-E469-3A86AC4D982E}"/>
          </ac:spMkLst>
        </pc:spChg>
        <pc:spChg chg="add del mod">
          <ac:chgData name="Mohammad Salman" userId="cfd6754c-e613-4f6f-bb98-36aef69d8c31" providerId="ADAL" clId="{990299EA-3706-4963-9607-B363693B7908}" dt="2023-10-23T07:31:07.857" v="26206" actId="478"/>
          <ac:spMkLst>
            <pc:docMk/>
            <pc:sldMk cId="403228635" sldId="375"/>
            <ac:spMk id="4" creationId="{928E8D6E-E963-039D-B6BA-D4E442543008}"/>
          </ac:spMkLst>
        </pc:spChg>
        <pc:spChg chg="add del mod">
          <ac:chgData name="Mohammad Salman" userId="cfd6754c-e613-4f6f-bb98-36aef69d8c31" providerId="ADAL" clId="{990299EA-3706-4963-9607-B363693B7908}" dt="2023-10-23T08:09:19.104" v="26827" actId="478"/>
          <ac:spMkLst>
            <pc:docMk/>
            <pc:sldMk cId="403228635" sldId="375"/>
            <ac:spMk id="5" creationId="{27C14D14-C516-5680-8538-694882D02325}"/>
          </ac:spMkLst>
        </pc:spChg>
        <pc:spChg chg="add mod">
          <ac:chgData name="Mohammad Salman" userId="cfd6754c-e613-4f6f-bb98-36aef69d8c31" providerId="ADAL" clId="{990299EA-3706-4963-9607-B363693B7908}" dt="2023-10-23T08:11:36.942" v="26847" actId="1076"/>
          <ac:spMkLst>
            <pc:docMk/>
            <pc:sldMk cId="403228635" sldId="375"/>
            <ac:spMk id="8" creationId="{AA9A4976-FCF7-C9D6-EF4B-5AF970B85C87}"/>
          </ac:spMkLst>
        </pc:spChg>
        <pc:spChg chg="add mod">
          <ac:chgData name="Mohammad Salman" userId="cfd6754c-e613-4f6f-bb98-36aef69d8c31" providerId="ADAL" clId="{990299EA-3706-4963-9607-B363693B7908}" dt="2023-10-23T08:12:24.108" v="26850" actId="14100"/>
          <ac:spMkLst>
            <pc:docMk/>
            <pc:sldMk cId="403228635" sldId="375"/>
            <ac:spMk id="9" creationId="{28CF822D-8B91-DFAE-98E3-C299D9E01C4B}"/>
          </ac:spMkLst>
        </pc:spChg>
        <pc:spChg chg="add mod">
          <ac:chgData name="Mohammad Salman" userId="cfd6754c-e613-4f6f-bb98-36aef69d8c31" providerId="ADAL" clId="{990299EA-3706-4963-9607-B363693B7908}" dt="2023-10-23T08:12:37.696" v="26854" actId="14100"/>
          <ac:spMkLst>
            <pc:docMk/>
            <pc:sldMk cId="403228635" sldId="375"/>
            <ac:spMk id="10" creationId="{41AAC6B8-BCB5-8317-E1EE-FBAC657D2B21}"/>
          </ac:spMkLst>
        </pc:spChg>
        <pc:picChg chg="add mod">
          <ac:chgData name="Mohammad Salman" userId="cfd6754c-e613-4f6f-bb98-36aef69d8c31" providerId="ADAL" clId="{990299EA-3706-4963-9607-B363693B7908}" dt="2023-10-23T08:11:33.059" v="26845" actId="1076"/>
          <ac:picMkLst>
            <pc:docMk/>
            <pc:sldMk cId="403228635" sldId="375"/>
            <ac:picMk id="7" creationId="{0B5FF9A6-1D7D-0D71-E049-63D318C437FB}"/>
          </ac:picMkLst>
        </pc:picChg>
        <pc:cxnChg chg="add mod">
          <ac:chgData name="Mohammad Salman" userId="cfd6754c-e613-4f6f-bb98-36aef69d8c31" providerId="ADAL" clId="{990299EA-3706-4963-9607-B363693B7908}" dt="2023-10-23T08:13:06.913" v="26860" actId="14100"/>
          <ac:cxnSpMkLst>
            <pc:docMk/>
            <pc:sldMk cId="403228635" sldId="375"/>
            <ac:cxnSpMk id="11" creationId="{DC4C6910-F9B6-C8F1-7A86-28C4D2BA85F5}"/>
          </ac:cxnSpMkLst>
        </pc:cxnChg>
      </pc:sldChg>
      <pc:sldChg chg="addSp delSp modSp add mod delAnim modAnim">
        <pc:chgData name="Mohammad Salman" userId="cfd6754c-e613-4f6f-bb98-36aef69d8c31" providerId="ADAL" clId="{990299EA-3706-4963-9607-B363693B7908}" dt="2023-10-24T08:07:23.812" v="31096" actId="20577"/>
        <pc:sldMkLst>
          <pc:docMk/>
          <pc:sldMk cId="3207670175" sldId="376"/>
        </pc:sldMkLst>
        <pc:spChg chg="add del">
          <ac:chgData name="Mohammad Salman" userId="cfd6754c-e613-4f6f-bb98-36aef69d8c31" providerId="ADAL" clId="{990299EA-3706-4963-9607-B363693B7908}" dt="2023-10-23T08:04:24.604" v="26796"/>
          <ac:spMkLst>
            <pc:docMk/>
            <pc:sldMk cId="3207670175" sldId="376"/>
            <ac:spMk id="2" creationId="{465E5111-B790-E681-97C9-20EAA3C1AAD9}"/>
          </ac:spMkLst>
        </pc:spChg>
        <pc:spChg chg="add mod">
          <ac:chgData name="Mohammad Salman" userId="cfd6754c-e613-4f6f-bb98-36aef69d8c31" providerId="ADAL" clId="{990299EA-3706-4963-9607-B363693B7908}" dt="2023-10-24T08:07:23.812" v="31096" actId="20577"/>
          <ac:spMkLst>
            <pc:docMk/>
            <pc:sldMk cId="3207670175" sldId="376"/>
            <ac:spMk id="4" creationId="{9694032C-E463-9821-81D8-6344713DB335}"/>
          </ac:spMkLst>
        </pc:spChg>
        <pc:spChg chg="del mod">
          <ac:chgData name="Mohammad Salman" userId="cfd6754c-e613-4f6f-bb98-36aef69d8c31" providerId="ADAL" clId="{990299EA-3706-4963-9607-B363693B7908}" dt="2023-10-23T07:43:20.159" v="26665"/>
          <ac:spMkLst>
            <pc:docMk/>
            <pc:sldMk cId="3207670175" sldId="376"/>
            <ac:spMk id="7" creationId="{A6BFA2DF-2534-226B-17CA-72F5A45C14D5}"/>
          </ac:spMkLst>
        </pc:spChg>
        <pc:spChg chg="del">
          <ac:chgData name="Mohammad Salman" userId="cfd6754c-e613-4f6f-bb98-36aef69d8c31" providerId="ADAL" clId="{990299EA-3706-4963-9607-B363693B7908}" dt="2023-10-23T07:43:22.244" v="26666" actId="478"/>
          <ac:spMkLst>
            <pc:docMk/>
            <pc:sldMk cId="3207670175" sldId="376"/>
            <ac:spMk id="12" creationId="{4C7EC1EA-4B53-E846-75A1-61AFAD19849E}"/>
          </ac:spMkLst>
        </pc:spChg>
        <pc:spChg chg="add mod">
          <ac:chgData name="Mohammad Salman" userId="cfd6754c-e613-4f6f-bb98-36aef69d8c31" providerId="ADAL" clId="{990299EA-3706-4963-9607-B363693B7908}" dt="2023-10-23T08:28:34.958" v="27416" actId="14100"/>
          <ac:spMkLst>
            <pc:docMk/>
            <pc:sldMk cId="3207670175" sldId="376"/>
            <ac:spMk id="15" creationId="{C3A2F20B-EA4A-E8A0-084E-E63974D36A1E}"/>
          </ac:spMkLst>
        </pc:spChg>
        <pc:spChg chg="add mod">
          <ac:chgData name="Mohammad Salman" userId="cfd6754c-e613-4f6f-bb98-36aef69d8c31" providerId="ADAL" clId="{990299EA-3706-4963-9607-B363693B7908}" dt="2023-10-23T08:28:49.310" v="27420" actId="14100"/>
          <ac:spMkLst>
            <pc:docMk/>
            <pc:sldMk cId="3207670175" sldId="376"/>
            <ac:spMk id="16" creationId="{E18C4A97-2D65-AFF8-F717-8BDFF7C8BD5A}"/>
          </ac:spMkLst>
        </pc:spChg>
        <pc:spChg chg="del">
          <ac:chgData name="Mohammad Salman" userId="cfd6754c-e613-4f6f-bb98-36aef69d8c31" providerId="ADAL" clId="{990299EA-3706-4963-9607-B363693B7908}" dt="2023-10-23T07:43:22.244" v="26666" actId="478"/>
          <ac:spMkLst>
            <pc:docMk/>
            <pc:sldMk cId="3207670175" sldId="376"/>
            <ac:spMk id="24" creationId="{13CA4234-C7DA-53EC-0C3A-0335F1AC8276}"/>
          </ac:spMkLst>
        </pc:spChg>
        <pc:spChg chg="del">
          <ac:chgData name="Mohammad Salman" userId="cfd6754c-e613-4f6f-bb98-36aef69d8c31" providerId="ADAL" clId="{990299EA-3706-4963-9607-B363693B7908}" dt="2023-10-23T07:43:22.244" v="26666" actId="478"/>
          <ac:spMkLst>
            <pc:docMk/>
            <pc:sldMk cId="3207670175" sldId="376"/>
            <ac:spMk id="28" creationId="{BF123FE1-A37B-E314-3E65-5D7093EC1780}"/>
          </ac:spMkLst>
        </pc:spChg>
        <pc:grpChg chg="del">
          <ac:chgData name="Mohammad Salman" userId="cfd6754c-e613-4f6f-bb98-36aef69d8c31" providerId="ADAL" clId="{990299EA-3706-4963-9607-B363693B7908}" dt="2023-10-23T07:43:22.244" v="26666" actId="478"/>
          <ac:grpSpMkLst>
            <pc:docMk/>
            <pc:sldMk cId="3207670175" sldId="376"/>
            <ac:grpSpMk id="23" creationId="{F6FAD369-9944-3FD7-EDDB-F0819F5B757E}"/>
          </ac:grpSpMkLst>
        </pc:grpChg>
        <pc:grpChg chg="del">
          <ac:chgData name="Mohammad Salman" userId="cfd6754c-e613-4f6f-bb98-36aef69d8c31" providerId="ADAL" clId="{990299EA-3706-4963-9607-B363693B7908}" dt="2023-10-23T07:43:22.244" v="26666" actId="478"/>
          <ac:grpSpMkLst>
            <pc:docMk/>
            <pc:sldMk cId="3207670175" sldId="376"/>
            <ac:grpSpMk id="25" creationId="{2A1E7F62-7FDD-82F5-564F-B3389B694640}"/>
          </ac:grpSpMkLst>
        </pc:grpChg>
        <pc:picChg chg="add mod">
          <ac:chgData name="Mohammad Salman" userId="cfd6754c-e613-4f6f-bb98-36aef69d8c31" providerId="ADAL" clId="{990299EA-3706-4963-9607-B363693B7908}" dt="2023-10-23T08:06:37.758" v="26813" actId="14100"/>
          <ac:picMkLst>
            <pc:docMk/>
            <pc:sldMk cId="3207670175" sldId="376"/>
            <ac:picMk id="6" creationId="{3A11A5B3-5757-6E51-7624-73B65F224CC6}"/>
          </ac:picMkLst>
        </pc:picChg>
        <pc:picChg chg="del">
          <ac:chgData name="Mohammad Salman" userId="cfd6754c-e613-4f6f-bb98-36aef69d8c31" providerId="ADAL" clId="{990299EA-3706-4963-9607-B363693B7908}" dt="2023-10-23T07:43:23.607" v="26667" actId="478"/>
          <ac:picMkLst>
            <pc:docMk/>
            <pc:sldMk cId="3207670175" sldId="376"/>
            <ac:picMk id="9" creationId="{DC84F438-37F1-03F6-C5EB-B07A4B4A822C}"/>
          </ac:picMkLst>
        </pc:picChg>
        <pc:picChg chg="add mod">
          <ac:chgData name="Mohammad Salman" userId="cfd6754c-e613-4f6f-bb98-36aef69d8c31" providerId="ADAL" clId="{990299EA-3706-4963-9607-B363693B7908}" dt="2023-10-23T08:07:03.445" v="26816" actId="14100"/>
          <ac:picMkLst>
            <pc:docMk/>
            <pc:sldMk cId="3207670175" sldId="376"/>
            <ac:picMk id="10" creationId="{548D5E5A-13DE-C01A-7370-0A13D30C2058}"/>
          </ac:picMkLst>
        </pc:picChg>
        <pc:picChg chg="del">
          <ac:chgData name="Mohammad Salman" userId="cfd6754c-e613-4f6f-bb98-36aef69d8c31" providerId="ADAL" clId="{990299EA-3706-4963-9607-B363693B7908}" dt="2023-10-23T07:43:22.244" v="26666" actId="478"/>
          <ac:picMkLst>
            <pc:docMk/>
            <pc:sldMk cId="3207670175" sldId="376"/>
            <ac:picMk id="11" creationId="{512DEFE3-EFFE-7134-3E61-4D02133A8870}"/>
          </ac:picMkLst>
        </pc:picChg>
        <pc:picChg chg="add mod">
          <ac:chgData name="Mohammad Salman" userId="cfd6754c-e613-4f6f-bb98-36aef69d8c31" providerId="ADAL" clId="{990299EA-3706-4963-9607-B363693B7908}" dt="2023-10-23T08:09:35.725" v="26830" actId="1076"/>
          <ac:picMkLst>
            <pc:docMk/>
            <pc:sldMk cId="3207670175" sldId="376"/>
            <ac:picMk id="14" creationId="{0BCA0BE9-AA7B-C1A3-A49C-B0903FE9AD16}"/>
          </ac:picMkLst>
        </pc:picChg>
      </pc:sldChg>
      <pc:sldChg chg="modSp add mod">
        <pc:chgData name="Mohammad Salman" userId="cfd6754c-e613-4f6f-bb98-36aef69d8c31" providerId="ADAL" clId="{990299EA-3706-4963-9607-B363693B7908}" dt="2023-10-23T08:16:45.293" v="27018"/>
        <pc:sldMkLst>
          <pc:docMk/>
          <pc:sldMk cId="1828889498" sldId="377"/>
        </pc:sldMkLst>
        <pc:spChg chg="mod">
          <ac:chgData name="Mohammad Salman" userId="cfd6754c-e613-4f6f-bb98-36aef69d8c31" providerId="ADAL" clId="{990299EA-3706-4963-9607-B363693B7908}" dt="2023-10-23T08:16:45.293" v="27018"/>
          <ac:spMkLst>
            <pc:docMk/>
            <pc:sldMk cId="1828889498" sldId="377"/>
            <ac:spMk id="3" creationId="{C74B7E34-909C-8653-73D8-715516515B5B}"/>
          </ac:spMkLst>
        </pc:spChg>
      </pc:sldChg>
      <pc:sldChg chg="modSp add mod">
        <pc:chgData name="Mohammad Salman" userId="cfd6754c-e613-4f6f-bb98-36aef69d8c31" providerId="ADAL" clId="{990299EA-3706-4963-9607-B363693B7908}" dt="2023-10-23T08:18:16.052" v="27062" actId="20577"/>
        <pc:sldMkLst>
          <pc:docMk/>
          <pc:sldMk cId="1284322604" sldId="378"/>
        </pc:sldMkLst>
        <pc:spChg chg="mod">
          <ac:chgData name="Mohammad Salman" userId="cfd6754c-e613-4f6f-bb98-36aef69d8c31" providerId="ADAL" clId="{990299EA-3706-4963-9607-B363693B7908}" dt="2023-10-23T08:18:16.052" v="27062" actId="20577"/>
          <ac:spMkLst>
            <pc:docMk/>
            <pc:sldMk cId="1284322604" sldId="378"/>
            <ac:spMk id="3" creationId="{C74B7E34-909C-8653-73D8-715516515B5B}"/>
          </ac:spMkLst>
        </pc:spChg>
      </pc:sldChg>
      <pc:sldChg chg="new del">
        <pc:chgData name="Mohammad Salman" userId="cfd6754c-e613-4f6f-bb98-36aef69d8c31" providerId="ADAL" clId="{990299EA-3706-4963-9607-B363693B7908}" dt="2023-10-23T08:09:50.962" v="26835" actId="680"/>
        <pc:sldMkLst>
          <pc:docMk/>
          <pc:sldMk cId="2959326676" sldId="378"/>
        </pc:sldMkLst>
      </pc:sldChg>
      <pc:sldChg chg="addSp delSp modSp new mod modAnim">
        <pc:chgData name="Mohammad Salman" userId="cfd6754c-e613-4f6f-bb98-36aef69d8c31" providerId="ADAL" clId="{990299EA-3706-4963-9607-B363693B7908}" dt="2023-10-23T08:40:27.714" v="27505" actId="114"/>
        <pc:sldMkLst>
          <pc:docMk/>
          <pc:sldMk cId="1569658937" sldId="379"/>
        </pc:sldMkLst>
        <pc:spChg chg="del">
          <ac:chgData name="Mohammad Salman" userId="cfd6754c-e613-4f6f-bb98-36aef69d8c31" providerId="ADAL" clId="{990299EA-3706-4963-9607-B363693B7908}" dt="2023-10-23T08:14:50.098" v="26978" actId="478"/>
          <ac:spMkLst>
            <pc:docMk/>
            <pc:sldMk cId="1569658937" sldId="379"/>
            <ac:spMk id="2" creationId="{EBB6EF94-5C3C-E016-97BF-ECCE34D87CEB}"/>
          </ac:spMkLst>
        </pc:spChg>
        <pc:spChg chg="del">
          <ac:chgData name="Mohammad Salman" userId="cfd6754c-e613-4f6f-bb98-36aef69d8c31" providerId="ADAL" clId="{990299EA-3706-4963-9607-B363693B7908}" dt="2023-10-23T08:14:50.098" v="26978" actId="478"/>
          <ac:spMkLst>
            <pc:docMk/>
            <pc:sldMk cId="1569658937" sldId="379"/>
            <ac:spMk id="3" creationId="{49F1E07A-42F1-602F-3FC6-774CBB49A7A5}"/>
          </ac:spMkLst>
        </pc:spChg>
        <pc:spChg chg="add del">
          <ac:chgData name="Mohammad Salman" userId="cfd6754c-e613-4f6f-bb98-36aef69d8c31" providerId="ADAL" clId="{990299EA-3706-4963-9607-B363693B7908}" dt="2023-10-23T08:14:57.481" v="26982" actId="22"/>
          <ac:spMkLst>
            <pc:docMk/>
            <pc:sldMk cId="1569658937" sldId="379"/>
            <ac:spMk id="5" creationId="{FFC2B984-7340-65B6-9DA5-574B73F8D556}"/>
          </ac:spMkLst>
        </pc:spChg>
        <pc:spChg chg="add mod">
          <ac:chgData name="Mohammad Salman" userId="cfd6754c-e613-4f6f-bb98-36aef69d8c31" providerId="ADAL" clId="{990299EA-3706-4963-9607-B363693B7908}" dt="2023-10-23T08:40:27.714" v="27505" actId="114"/>
          <ac:spMkLst>
            <pc:docMk/>
            <pc:sldMk cId="1569658937" sldId="379"/>
            <ac:spMk id="7" creationId="{5F38DF9C-93D3-D234-01F1-0A41CEC9011E}"/>
          </ac:spMkLst>
        </pc:spChg>
        <pc:spChg chg="add">
          <ac:chgData name="Mohammad Salman" userId="cfd6754c-e613-4f6f-bb98-36aef69d8c31" providerId="ADAL" clId="{990299EA-3706-4963-9607-B363693B7908}" dt="2023-10-23T08:21:12.258" v="27070" actId="11529"/>
          <ac:spMkLst>
            <pc:docMk/>
            <pc:sldMk cId="1569658937" sldId="379"/>
            <ac:spMk id="11" creationId="{BE005AB0-981A-6586-5550-B88C33E74621}"/>
          </ac:spMkLst>
        </pc:spChg>
        <pc:picChg chg="add mod">
          <ac:chgData name="Mohammad Salman" userId="cfd6754c-e613-4f6f-bb98-36aef69d8c31" providerId="ADAL" clId="{990299EA-3706-4963-9607-B363693B7908}" dt="2023-10-23T08:18:49.822" v="27063"/>
          <ac:picMkLst>
            <pc:docMk/>
            <pc:sldMk cId="1569658937" sldId="379"/>
            <ac:picMk id="8" creationId="{F6C4374A-A907-6CF2-7866-1532176F933C}"/>
          </ac:picMkLst>
        </pc:picChg>
        <pc:picChg chg="add mod">
          <ac:chgData name="Mohammad Salman" userId="cfd6754c-e613-4f6f-bb98-36aef69d8c31" providerId="ADAL" clId="{990299EA-3706-4963-9607-B363693B7908}" dt="2023-10-23T08:19:29.232" v="27068" actId="1076"/>
          <ac:picMkLst>
            <pc:docMk/>
            <pc:sldMk cId="1569658937" sldId="379"/>
            <ac:picMk id="10" creationId="{4102C6DA-AFA8-94E7-E2EC-4FA07589923B}"/>
          </ac:picMkLst>
        </pc:picChg>
        <pc:picChg chg="add mod">
          <ac:chgData name="Mohammad Salman" userId="cfd6754c-e613-4f6f-bb98-36aef69d8c31" providerId="ADAL" clId="{990299EA-3706-4963-9607-B363693B7908}" dt="2023-10-23T08:22:15.679" v="27171" actId="1076"/>
          <ac:picMkLst>
            <pc:docMk/>
            <pc:sldMk cId="1569658937" sldId="379"/>
            <ac:picMk id="13" creationId="{A8B842BB-93F5-A3B2-3506-3EA81ADA798F}"/>
          </ac:picMkLst>
        </pc:picChg>
      </pc:sldChg>
      <pc:sldChg chg="addSp delSp modSp new mod setBg modAnim">
        <pc:chgData name="Mohammad Salman" userId="cfd6754c-e613-4f6f-bb98-36aef69d8c31" providerId="ADAL" clId="{990299EA-3706-4963-9607-B363693B7908}" dt="2023-10-23T08:39:24.278" v="27503" actId="692"/>
        <pc:sldMkLst>
          <pc:docMk/>
          <pc:sldMk cId="3014191044" sldId="380"/>
        </pc:sldMkLst>
        <pc:spChg chg="del">
          <ac:chgData name="Mohammad Salman" userId="cfd6754c-e613-4f6f-bb98-36aef69d8c31" providerId="ADAL" clId="{990299EA-3706-4963-9607-B363693B7908}" dt="2023-10-23T08:29:56.431" v="27425" actId="478"/>
          <ac:spMkLst>
            <pc:docMk/>
            <pc:sldMk cId="3014191044" sldId="380"/>
            <ac:spMk id="2" creationId="{9340E0B3-90C5-CF49-80F6-E1F1976E729F}"/>
          </ac:spMkLst>
        </pc:spChg>
        <pc:spChg chg="del">
          <ac:chgData name="Mohammad Salman" userId="cfd6754c-e613-4f6f-bb98-36aef69d8c31" providerId="ADAL" clId="{990299EA-3706-4963-9607-B363693B7908}" dt="2023-10-23T08:29:56.431" v="27425" actId="478"/>
          <ac:spMkLst>
            <pc:docMk/>
            <pc:sldMk cId="3014191044" sldId="380"/>
            <ac:spMk id="3" creationId="{27644AB4-FAAB-D589-A5EE-D626A7D0E154}"/>
          </ac:spMkLst>
        </pc:spChg>
        <pc:spChg chg="add mod">
          <ac:chgData name="Mohammad Salman" userId="cfd6754c-e613-4f6f-bb98-36aef69d8c31" providerId="ADAL" clId="{990299EA-3706-4963-9607-B363693B7908}" dt="2023-10-23T08:35:09.956" v="27462" actId="1076"/>
          <ac:spMkLst>
            <pc:docMk/>
            <pc:sldMk cId="3014191044" sldId="380"/>
            <ac:spMk id="5" creationId="{61D79BE2-6D1F-1BA2-D4CC-59CA31C5B2F8}"/>
          </ac:spMkLst>
        </pc:spChg>
        <pc:spChg chg="add mod">
          <ac:chgData name="Mohammad Salman" userId="cfd6754c-e613-4f6f-bb98-36aef69d8c31" providerId="ADAL" clId="{990299EA-3706-4963-9607-B363693B7908}" dt="2023-10-23T08:35:13.556" v="27463" actId="1076"/>
          <ac:spMkLst>
            <pc:docMk/>
            <pc:sldMk cId="3014191044" sldId="380"/>
            <ac:spMk id="7" creationId="{78943577-15B1-BB86-76B8-04CC9DCE439F}"/>
          </ac:spMkLst>
        </pc:spChg>
        <pc:spChg chg="add mod">
          <ac:chgData name="Mohammad Salman" userId="cfd6754c-e613-4f6f-bb98-36aef69d8c31" providerId="ADAL" clId="{990299EA-3706-4963-9607-B363693B7908}" dt="2023-10-23T08:36:09.825" v="27467" actId="14100"/>
          <ac:spMkLst>
            <pc:docMk/>
            <pc:sldMk cId="3014191044" sldId="380"/>
            <ac:spMk id="8" creationId="{80773DB1-4FEC-F778-5C5B-3EF0049F80F2}"/>
          </ac:spMkLst>
        </pc:spChg>
        <pc:spChg chg="add mod">
          <ac:chgData name="Mohammad Salman" userId="cfd6754c-e613-4f6f-bb98-36aef69d8c31" providerId="ADAL" clId="{990299EA-3706-4963-9607-B363693B7908}" dt="2023-10-23T08:36:22.116" v="27471" actId="14100"/>
          <ac:spMkLst>
            <pc:docMk/>
            <pc:sldMk cId="3014191044" sldId="380"/>
            <ac:spMk id="9" creationId="{55A9D86D-193A-101C-9B4E-6C7F79C96A61}"/>
          </ac:spMkLst>
        </pc:spChg>
        <pc:spChg chg="add mod">
          <ac:chgData name="Mohammad Salman" userId="cfd6754c-e613-4f6f-bb98-36aef69d8c31" providerId="ADAL" clId="{990299EA-3706-4963-9607-B363693B7908}" dt="2023-10-23T08:39:24.278" v="27503" actId="692"/>
          <ac:spMkLst>
            <pc:docMk/>
            <pc:sldMk cId="3014191044" sldId="380"/>
            <ac:spMk id="16" creationId="{B6988F91-71C8-1C87-144A-0FB4571AAE24}"/>
          </ac:spMkLst>
        </pc:spChg>
        <pc:picChg chg="add mod">
          <ac:chgData name="Mohammad Salman" userId="cfd6754c-e613-4f6f-bb98-36aef69d8c31" providerId="ADAL" clId="{990299EA-3706-4963-9607-B363693B7908}" dt="2023-10-23T08:38:53.958" v="27489" actId="692"/>
          <ac:picMkLst>
            <pc:docMk/>
            <pc:sldMk cId="3014191044" sldId="380"/>
            <ac:picMk id="15" creationId="{E0FED0C5-FD1A-439A-8CA3-372EA60B352B}"/>
          </ac:picMkLst>
        </pc:picChg>
        <pc:cxnChg chg="add mod">
          <ac:chgData name="Mohammad Salman" userId="cfd6754c-e613-4f6f-bb98-36aef69d8c31" providerId="ADAL" clId="{990299EA-3706-4963-9607-B363693B7908}" dt="2023-10-23T08:36:43.344" v="27476" actId="692"/>
          <ac:cxnSpMkLst>
            <pc:docMk/>
            <pc:sldMk cId="3014191044" sldId="380"/>
            <ac:cxnSpMk id="10" creationId="{E02AF0B6-356B-CFB2-4106-63C2919DD89D}"/>
          </ac:cxnSpMkLst>
        </pc:cxnChg>
      </pc:sldChg>
      <pc:sldChg chg="addSp delSp modSp new mod modAnim">
        <pc:chgData name="Mohammad Salman" userId="cfd6754c-e613-4f6f-bb98-36aef69d8c31" providerId="ADAL" clId="{990299EA-3706-4963-9607-B363693B7908}" dt="2023-10-23T08:56:59.073" v="28482" actId="207"/>
        <pc:sldMkLst>
          <pc:docMk/>
          <pc:sldMk cId="4046839302" sldId="381"/>
        </pc:sldMkLst>
        <pc:spChg chg="del">
          <ac:chgData name="Mohammad Salman" userId="cfd6754c-e613-4f6f-bb98-36aef69d8c31" providerId="ADAL" clId="{990299EA-3706-4963-9607-B363693B7908}" dt="2023-10-23T08:41:03.912" v="27508" actId="478"/>
          <ac:spMkLst>
            <pc:docMk/>
            <pc:sldMk cId="4046839302" sldId="381"/>
            <ac:spMk id="2" creationId="{0D9B51EF-35C9-1ED6-EE37-DBC5CC7AC28D}"/>
          </ac:spMkLst>
        </pc:spChg>
        <pc:spChg chg="del">
          <ac:chgData name="Mohammad Salman" userId="cfd6754c-e613-4f6f-bb98-36aef69d8c31" providerId="ADAL" clId="{990299EA-3706-4963-9607-B363693B7908}" dt="2023-10-23T08:41:03.912" v="27508" actId="478"/>
          <ac:spMkLst>
            <pc:docMk/>
            <pc:sldMk cId="4046839302" sldId="381"/>
            <ac:spMk id="3" creationId="{1583F68D-1AF1-93D1-C53F-8F904BAE01BB}"/>
          </ac:spMkLst>
        </pc:spChg>
        <pc:spChg chg="add mod">
          <ac:chgData name="Mohammad Salman" userId="cfd6754c-e613-4f6f-bb98-36aef69d8c31" providerId="ADAL" clId="{990299EA-3706-4963-9607-B363693B7908}" dt="2023-10-23T08:55:12.402" v="28273" actId="1076"/>
          <ac:spMkLst>
            <pc:docMk/>
            <pc:sldMk cId="4046839302" sldId="381"/>
            <ac:spMk id="9" creationId="{78E0C033-53FB-B13E-8A52-7E8D724BCC0F}"/>
          </ac:spMkLst>
        </pc:spChg>
        <pc:spChg chg="add mod">
          <ac:chgData name="Mohammad Salman" userId="cfd6754c-e613-4f6f-bb98-36aef69d8c31" providerId="ADAL" clId="{990299EA-3706-4963-9607-B363693B7908}" dt="2023-10-23T08:56:59.073" v="28482" actId="207"/>
          <ac:spMkLst>
            <pc:docMk/>
            <pc:sldMk cId="4046839302" sldId="381"/>
            <ac:spMk id="10" creationId="{D0B59E4F-2DD4-6264-DCF6-4A72E857F392}"/>
          </ac:spMkLst>
        </pc:spChg>
        <pc:picChg chg="add mod">
          <ac:chgData name="Mohammad Salman" userId="cfd6754c-e613-4f6f-bb98-36aef69d8c31" providerId="ADAL" clId="{990299EA-3706-4963-9607-B363693B7908}" dt="2023-10-23T08:41:40.693" v="27515" actId="1076"/>
          <ac:picMkLst>
            <pc:docMk/>
            <pc:sldMk cId="4046839302" sldId="381"/>
            <ac:picMk id="5" creationId="{F7586F25-4025-3323-DAF6-52815C30E243}"/>
          </ac:picMkLst>
        </pc:picChg>
        <pc:picChg chg="add mod">
          <ac:chgData name="Mohammad Salman" userId="cfd6754c-e613-4f6f-bb98-36aef69d8c31" providerId="ADAL" clId="{990299EA-3706-4963-9607-B363693B7908}" dt="2023-10-23T08:41:37.943" v="27514"/>
          <ac:picMkLst>
            <pc:docMk/>
            <pc:sldMk cId="4046839302" sldId="381"/>
            <ac:picMk id="6" creationId="{8C835752-ED40-4F41-C9C6-8E0AAFDBD788}"/>
          </ac:picMkLst>
        </pc:picChg>
        <pc:picChg chg="add del mod">
          <ac:chgData name="Mohammad Salman" userId="cfd6754c-e613-4f6f-bb98-36aef69d8c31" providerId="ADAL" clId="{990299EA-3706-4963-9607-B363693B7908}" dt="2023-10-23T08:41:53.352" v="27518" actId="478"/>
          <ac:picMkLst>
            <pc:docMk/>
            <pc:sldMk cId="4046839302" sldId="381"/>
            <ac:picMk id="7" creationId="{B095D7B3-B409-3F8B-1EA7-45BC87CE6B87}"/>
          </ac:picMkLst>
        </pc:picChg>
        <pc:picChg chg="add mod modCrop">
          <ac:chgData name="Mohammad Salman" userId="cfd6754c-e613-4f6f-bb98-36aef69d8c31" providerId="ADAL" clId="{990299EA-3706-4963-9607-B363693B7908}" dt="2023-10-23T08:44:13.948" v="27679" actId="1076"/>
          <ac:picMkLst>
            <pc:docMk/>
            <pc:sldMk cId="4046839302" sldId="381"/>
            <ac:picMk id="8" creationId="{B68C5593-0C66-E469-AF4B-D2A842808EBB}"/>
          </ac:picMkLst>
        </pc:picChg>
      </pc:sldChg>
      <pc:sldChg chg="addSp delSp modSp add mod setBg modAnim">
        <pc:chgData name="Mohammad Salman" userId="cfd6754c-e613-4f6f-bb98-36aef69d8c31" providerId="ADAL" clId="{990299EA-3706-4963-9607-B363693B7908}" dt="2023-10-23T08:50:01.002" v="27946"/>
        <pc:sldMkLst>
          <pc:docMk/>
          <pc:sldMk cId="2687287218" sldId="382"/>
        </pc:sldMkLst>
        <pc:spChg chg="add mod">
          <ac:chgData name="Mohammad Salman" userId="cfd6754c-e613-4f6f-bb98-36aef69d8c31" providerId="ADAL" clId="{990299EA-3706-4963-9607-B363693B7908}" dt="2023-10-23T08:48:37.208" v="27784" actId="1036"/>
          <ac:spMkLst>
            <pc:docMk/>
            <pc:sldMk cId="2687287218" sldId="382"/>
            <ac:spMk id="4" creationId="{0C53616D-EC67-48CB-A8FF-2B1AC9CDC66D}"/>
          </ac:spMkLst>
        </pc:spChg>
        <pc:spChg chg="mod">
          <ac:chgData name="Mohammad Salman" userId="cfd6754c-e613-4f6f-bb98-36aef69d8c31" providerId="ADAL" clId="{990299EA-3706-4963-9607-B363693B7908}" dt="2023-10-23T08:49:53.386" v="27945" actId="14100"/>
          <ac:spMkLst>
            <pc:docMk/>
            <pc:sldMk cId="2687287218" sldId="382"/>
            <ac:spMk id="9" creationId="{78E0C033-53FB-B13E-8A52-7E8D724BCC0F}"/>
          </ac:spMkLst>
        </pc:spChg>
        <pc:picChg chg="add mod">
          <ac:chgData name="Mohammad Salman" userId="cfd6754c-e613-4f6f-bb98-36aef69d8c31" providerId="ADAL" clId="{990299EA-3706-4963-9607-B363693B7908}" dt="2023-10-23T08:48:37.208" v="27784" actId="1036"/>
          <ac:picMkLst>
            <pc:docMk/>
            <pc:sldMk cId="2687287218" sldId="382"/>
            <ac:picMk id="2" creationId="{B26EDCFA-F0E0-4EE1-5054-E67DFC4A0B7B}"/>
          </ac:picMkLst>
        </pc:picChg>
        <pc:picChg chg="del mod">
          <ac:chgData name="Mohammad Salman" userId="cfd6754c-e613-4f6f-bb98-36aef69d8c31" providerId="ADAL" clId="{990299EA-3706-4963-9607-B363693B7908}" dt="2023-10-23T08:46:50.973" v="27687" actId="478"/>
          <ac:picMkLst>
            <pc:docMk/>
            <pc:sldMk cId="2687287218" sldId="382"/>
            <ac:picMk id="5" creationId="{F7586F25-4025-3323-DAF6-52815C30E243}"/>
          </ac:picMkLst>
        </pc:picChg>
        <pc:picChg chg="del">
          <ac:chgData name="Mohammad Salman" userId="cfd6754c-e613-4f6f-bb98-36aef69d8c31" providerId="ADAL" clId="{990299EA-3706-4963-9607-B363693B7908}" dt="2023-10-23T08:45:57.977" v="27686" actId="478"/>
          <ac:picMkLst>
            <pc:docMk/>
            <pc:sldMk cId="2687287218" sldId="382"/>
            <ac:picMk id="6" creationId="{8C835752-ED40-4F41-C9C6-8E0AAFDBD788}"/>
          </ac:picMkLst>
        </pc:picChg>
        <pc:picChg chg="add mod">
          <ac:chgData name="Mohammad Salman" userId="cfd6754c-e613-4f6f-bb98-36aef69d8c31" providerId="ADAL" clId="{990299EA-3706-4963-9607-B363693B7908}" dt="2023-10-23T08:48:33.258" v="27763" actId="1076"/>
          <ac:picMkLst>
            <pc:docMk/>
            <pc:sldMk cId="2687287218" sldId="382"/>
            <ac:picMk id="7" creationId="{9D14D067-04D0-ACE4-2B6F-1435251B36C0}"/>
          </ac:picMkLst>
        </pc:picChg>
        <pc:picChg chg="del">
          <ac:chgData name="Mohammad Salman" userId="cfd6754c-e613-4f6f-bb98-36aef69d8c31" providerId="ADAL" clId="{990299EA-3706-4963-9607-B363693B7908}" dt="2023-10-23T08:45:54.655" v="27684" actId="478"/>
          <ac:picMkLst>
            <pc:docMk/>
            <pc:sldMk cId="2687287218" sldId="382"/>
            <ac:picMk id="8" creationId="{B68C5593-0C66-E469-AF4B-D2A842808EBB}"/>
          </ac:picMkLst>
        </pc:picChg>
      </pc:sldChg>
      <pc:sldChg chg="addSp delSp modSp new del mod setBg modClrScheme chgLayout">
        <pc:chgData name="Mohammad Salman" userId="cfd6754c-e613-4f6f-bb98-36aef69d8c31" providerId="ADAL" clId="{990299EA-3706-4963-9607-B363693B7908}" dt="2023-10-23T14:14:02.497" v="30428" actId="2696"/>
        <pc:sldMkLst>
          <pc:docMk/>
          <pc:sldMk cId="20745782" sldId="383"/>
        </pc:sldMkLst>
        <pc:spChg chg="del mod ord">
          <ac:chgData name="Mohammad Salman" userId="cfd6754c-e613-4f6f-bb98-36aef69d8c31" providerId="ADAL" clId="{990299EA-3706-4963-9607-B363693B7908}" dt="2023-10-23T08:51:28.560" v="28106" actId="700"/>
          <ac:spMkLst>
            <pc:docMk/>
            <pc:sldMk cId="20745782" sldId="383"/>
            <ac:spMk id="2" creationId="{7B2A0BCF-D8FC-D0A7-1FFD-3BBCEC545883}"/>
          </ac:spMkLst>
        </pc:spChg>
        <pc:spChg chg="del mod ord">
          <ac:chgData name="Mohammad Salman" userId="cfd6754c-e613-4f6f-bb98-36aef69d8c31" providerId="ADAL" clId="{990299EA-3706-4963-9607-B363693B7908}" dt="2023-10-23T08:51:28.560" v="28106" actId="700"/>
          <ac:spMkLst>
            <pc:docMk/>
            <pc:sldMk cId="20745782" sldId="383"/>
            <ac:spMk id="3" creationId="{50D344A3-2D89-5729-6566-DD86600B97AB}"/>
          </ac:spMkLst>
        </pc:spChg>
        <pc:spChg chg="add mod ord">
          <ac:chgData name="Mohammad Salman" userId="cfd6754c-e613-4f6f-bb98-36aef69d8c31" providerId="ADAL" clId="{990299EA-3706-4963-9607-B363693B7908}" dt="2023-10-23T08:51:49.566" v="28168" actId="20577"/>
          <ac:spMkLst>
            <pc:docMk/>
            <pc:sldMk cId="20745782" sldId="383"/>
            <ac:spMk id="4" creationId="{D4D06D19-A62B-F021-9BCF-5287BDB37F14}"/>
          </ac:spMkLst>
        </pc:spChg>
        <pc:spChg chg="add mod ord">
          <ac:chgData name="Mohammad Salman" userId="cfd6754c-e613-4f6f-bb98-36aef69d8c31" providerId="ADAL" clId="{990299EA-3706-4963-9607-B363693B7908}" dt="2023-10-23T08:52:08.536" v="28259" actId="20577"/>
          <ac:spMkLst>
            <pc:docMk/>
            <pc:sldMk cId="20745782" sldId="383"/>
            <ac:spMk id="5" creationId="{4A04A1FA-7ECE-5A5C-9246-63F93D1D98EE}"/>
          </ac:spMkLst>
        </pc:spChg>
        <pc:spChg chg="add del">
          <ac:chgData name="Mohammad Salman" userId="cfd6754c-e613-4f6f-bb98-36aef69d8c31" providerId="ADAL" clId="{990299EA-3706-4963-9607-B363693B7908}" dt="2023-10-23T08:52:45.420" v="28264" actId="22"/>
          <ac:spMkLst>
            <pc:docMk/>
            <pc:sldMk cId="20745782" sldId="383"/>
            <ac:spMk id="7" creationId="{5368AF3F-E840-0759-3B9F-9061790A7584}"/>
          </ac:spMkLst>
        </pc:spChg>
        <pc:spChg chg="add mod">
          <ac:chgData name="Mohammad Salman" userId="cfd6754c-e613-4f6f-bb98-36aef69d8c31" providerId="ADAL" clId="{990299EA-3706-4963-9607-B363693B7908}" dt="2023-10-23T08:52:58.700" v="28270" actId="1076"/>
          <ac:spMkLst>
            <pc:docMk/>
            <pc:sldMk cId="20745782" sldId="383"/>
            <ac:spMk id="9" creationId="{052D7F84-2A23-060A-ECF1-A43EC7459A0E}"/>
          </ac:spMkLst>
        </pc:spChg>
      </pc:sldChg>
      <pc:sldChg chg="modSp add mod setBg">
        <pc:chgData name="Mohammad Salman" userId="cfd6754c-e613-4f6f-bb98-36aef69d8c31" providerId="ADAL" clId="{990299EA-3706-4963-9607-B363693B7908}" dt="2023-10-23T15:25:03.860" v="30560"/>
        <pc:sldMkLst>
          <pc:docMk/>
          <pc:sldMk cId="1871205771" sldId="383"/>
        </pc:sldMkLst>
        <pc:spChg chg="mod">
          <ac:chgData name="Mohammad Salman" userId="cfd6754c-e613-4f6f-bb98-36aef69d8c31" providerId="ADAL" clId="{990299EA-3706-4963-9607-B363693B7908}" dt="2023-10-23T15:20:46.944" v="30535" actId="207"/>
          <ac:spMkLst>
            <pc:docMk/>
            <pc:sldMk cId="1871205771" sldId="383"/>
            <ac:spMk id="3" creationId="{C74B7E34-909C-8653-73D8-715516515B5B}"/>
          </ac:spMkLst>
        </pc:spChg>
      </pc:sldChg>
      <pc:sldChg chg="addSp delSp modSp new del mod delAnim modAnim">
        <pc:chgData name="Mohammad Salman" userId="cfd6754c-e613-4f6f-bb98-36aef69d8c31" providerId="ADAL" clId="{990299EA-3706-4963-9607-B363693B7908}" dt="2023-10-23T14:14:02.497" v="30428" actId="2696"/>
        <pc:sldMkLst>
          <pc:docMk/>
          <pc:sldMk cId="340886458" sldId="384"/>
        </pc:sldMkLst>
        <pc:spChg chg="del">
          <ac:chgData name="Mohammad Salman" userId="cfd6754c-e613-4f6f-bb98-36aef69d8c31" providerId="ADAL" clId="{990299EA-3706-4963-9607-B363693B7908}" dt="2023-10-23T08:53:52.875" v="28271" actId="478"/>
          <ac:spMkLst>
            <pc:docMk/>
            <pc:sldMk cId="340886458" sldId="384"/>
            <ac:spMk id="2" creationId="{624D115F-41A4-67DC-5B30-943DFF700245}"/>
          </ac:spMkLst>
        </pc:spChg>
        <pc:spChg chg="del">
          <ac:chgData name="Mohammad Salman" userId="cfd6754c-e613-4f6f-bb98-36aef69d8c31" providerId="ADAL" clId="{990299EA-3706-4963-9607-B363693B7908}" dt="2023-10-23T08:53:52.875" v="28271" actId="478"/>
          <ac:spMkLst>
            <pc:docMk/>
            <pc:sldMk cId="340886458" sldId="384"/>
            <ac:spMk id="3" creationId="{697DE629-6B91-EBC7-C91F-17AE759C572A}"/>
          </ac:spMkLst>
        </pc:spChg>
        <pc:spChg chg="add mod">
          <ac:chgData name="Mohammad Salman" userId="cfd6754c-e613-4f6f-bb98-36aef69d8c31" providerId="ADAL" clId="{990299EA-3706-4963-9607-B363693B7908}" dt="2023-10-23T09:09:20.892" v="28851" actId="14100"/>
          <ac:spMkLst>
            <pc:docMk/>
            <pc:sldMk cId="340886458" sldId="384"/>
            <ac:spMk id="4" creationId="{EFB3BA88-ADB8-C7AE-5D47-1897D01EF978}"/>
          </ac:spMkLst>
        </pc:spChg>
        <pc:spChg chg="add mod">
          <ac:chgData name="Mohammad Salman" userId="cfd6754c-e613-4f6f-bb98-36aef69d8c31" providerId="ADAL" clId="{990299EA-3706-4963-9607-B363693B7908}" dt="2023-10-23T09:11:05.756" v="28867" actId="1076"/>
          <ac:spMkLst>
            <pc:docMk/>
            <pc:sldMk cId="340886458" sldId="384"/>
            <ac:spMk id="6" creationId="{19F8C814-D37B-1928-7A08-F777244AD61E}"/>
          </ac:spMkLst>
        </pc:spChg>
        <pc:spChg chg="add del mod">
          <ac:chgData name="Mohammad Salman" userId="cfd6754c-e613-4f6f-bb98-36aef69d8c31" providerId="ADAL" clId="{990299EA-3706-4963-9607-B363693B7908}" dt="2023-10-23T09:02:06.892" v="28603"/>
          <ac:spMkLst>
            <pc:docMk/>
            <pc:sldMk cId="340886458" sldId="384"/>
            <ac:spMk id="8" creationId="{BA261338-6607-F08D-0303-3A70C403BA69}"/>
          </ac:spMkLst>
        </pc:spChg>
        <pc:spChg chg="add del mod">
          <ac:chgData name="Mohammad Salman" userId="cfd6754c-e613-4f6f-bb98-36aef69d8c31" providerId="ADAL" clId="{990299EA-3706-4963-9607-B363693B7908}" dt="2023-10-23T09:04:17.012" v="28648" actId="478"/>
          <ac:spMkLst>
            <pc:docMk/>
            <pc:sldMk cId="340886458" sldId="384"/>
            <ac:spMk id="10" creationId="{D81A8C50-586B-6335-2852-B67944C735F7}"/>
          </ac:spMkLst>
        </pc:spChg>
        <pc:spChg chg="add del mod">
          <ac:chgData name="Mohammad Salman" userId="cfd6754c-e613-4f6f-bb98-36aef69d8c31" providerId="ADAL" clId="{990299EA-3706-4963-9607-B363693B7908}" dt="2023-10-23T09:09:15.962" v="28849" actId="478"/>
          <ac:spMkLst>
            <pc:docMk/>
            <pc:sldMk cId="340886458" sldId="384"/>
            <ac:spMk id="12" creationId="{3994AF92-C164-C31B-CB37-8DDC3C89743B}"/>
          </ac:spMkLst>
        </pc:spChg>
        <pc:spChg chg="add del mod">
          <ac:chgData name="Mohammad Salman" userId="cfd6754c-e613-4f6f-bb98-36aef69d8c31" providerId="ADAL" clId="{990299EA-3706-4963-9607-B363693B7908}" dt="2023-10-23T09:09:17.880" v="28850" actId="478"/>
          <ac:spMkLst>
            <pc:docMk/>
            <pc:sldMk cId="340886458" sldId="384"/>
            <ac:spMk id="13" creationId="{58690A1D-B179-D59E-FD79-4D2054D37081}"/>
          </ac:spMkLst>
        </pc:spChg>
        <pc:spChg chg="add del mod">
          <ac:chgData name="Mohammad Salman" userId="cfd6754c-e613-4f6f-bb98-36aef69d8c31" providerId="ADAL" clId="{990299EA-3706-4963-9607-B363693B7908}" dt="2023-10-23T09:09:17.880" v="28850" actId="478"/>
          <ac:spMkLst>
            <pc:docMk/>
            <pc:sldMk cId="340886458" sldId="384"/>
            <ac:spMk id="14" creationId="{98E94D9E-5E08-51D2-BF03-19CE7926C549}"/>
          </ac:spMkLst>
        </pc:spChg>
        <pc:spChg chg="add del mod">
          <ac:chgData name="Mohammad Salman" userId="cfd6754c-e613-4f6f-bb98-36aef69d8c31" providerId="ADAL" clId="{990299EA-3706-4963-9607-B363693B7908}" dt="2023-10-23T09:09:17.880" v="28850" actId="478"/>
          <ac:spMkLst>
            <pc:docMk/>
            <pc:sldMk cId="340886458" sldId="384"/>
            <ac:spMk id="15" creationId="{0310A349-C9CF-5EE3-7448-F3155B6FF86A}"/>
          </ac:spMkLst>
        </pc:spChg>
        <pc:spChg chg="add mod">
          <ac:chgData name="Mohammad Salman" userId="cfd6754c-e613-4f6f-bb98-36aef69d8c31" providerId="ADAL" clId="{990299EA-3706-4963-9607-B363693B7908}" dt="2023-10-23T09:11:11.084" v="28884" actId="1035"/>
          <ac:spMkLst>
            <pc:docMk/>
            <pc:sldMk cId="340886458" sldId="384"/>
            <ac:spMk id="16" creationId="{4D5ACBDD-5EBD-5CD4-4813-109D89475C97}"/>
          </ac:spMkLst>
        </pc:spChg>
        <pc:spChg chg="add mod">
          <ac:chgData name="Mohammad Salman" userId="cfd6754c-e613-4f6f-bb98-36aef69d8c31" providerId="ADAL" clId="{990299EA-3706-4963-9607-B363693B7908}" dt="2023-10-23T09:11:17.127" v="28903" actId="1036"/>
          <ac:spMkLst>
            <pc:docMk/>
            <pc:sldMk cId="340886458" sldId="384"/>
            <ac:spMk id="17" creationId="{ACD25CE4-0651-623D-20DA-C4D0EE452C41}"/>
          </ac:spMkLst>
        </pc:spChg>
        <pc:cxnChg chg="add del mod">
          <ac:chgData name="Mohammad Salman" userId="cfd6754c-e613-4f6f-bb98-36aef69d8c31" providerId="ADAL" clId="{990299EA-3706-4963-9607-B363693B7908}" dt="2023-10-23T09:10:45.805" v="28865" actId="478"/>
          <ac:cxnSpMkLst>
            <pc:docMk/>
            <pc:sldMk cId="340886458" sldId="384"/>
            <ac:cxnSpMk id="18" creationId="{3ED32AAD-7803-6388-C2D3-91A6609F47E1}"/>
          </ac:cxnSpMkLst>
        </pc:cxnChg>
      </pc:sldChg>
      <pc:sldChg chg="modSp new del mod setBg">
        <pc:chgData name="Mohammad Salman" userId="cfd6754c-e613-4f6f-bb98-36aef69d8c31" providerId="ADAL" clId="{990299EA-3706-4963-9607-B363693B7908}" dt="2023-10-24T07:11:09.544" v="30793" actId="47"/>
        <pc:sldMkLst>
          <pc:docMk/>
          <pc:sldMk cId="2818302561" sldId="384"/>
        </pc:sldMkLst>
        <pc:spChg chg="mod">
          <ac:chgData name="Mohammad Salman" userId="cfd6754c-e613-4f6f-bb98-36aef69d8c31" providerId="ADAL" clId="{990299EA-3706-4963-9607-B363693B7908}" dt="2023-10-23T15:30:39.277" v="30792" actId="20577"/>
          <ac:spMkLst>
            <pc:docMk/>
            <pc:sldMk cId="2818302561" sldId="384"/>
            <ac:spMk id="3" creationId="{AA5C7685-2266-9BA9-9913-D8CC907649DD}"/>
          </ac:spMkLst>
        </pc:spChg>
      </pc:sldChg>
      <pc:sldChg chg="addSp delSp modSp add del mod addAnim delAnim modAnim modNotesTx">
        <pc:chgData name="Mohammad Salman" userId="cfd6754c-e613-4f6f-bb98-36aef69d8c31" providerId="ADAL" clId="{990299EA-3706-4963-9607-B363693B7908}" dt="2023-10-23T14:14:02.497" v="30428" actId="2696"/>
        <pc:sldMkLst>
          <pc:docMk/>
          <pc:sldMk cId="575302663" sldId="385"/>
        </pc:sldMkLst>
        <pc:spChg chg="add mod">
          <ac:chgData name="Mohammad Salman" userId="cfd6754c-e613-4f6f-bb98-36aef69d8c31" providerId="ADAL" clId="{990299EA-3706-4963-9607-B363693B7908}" dt="2023-10-23T09:11:46.887" v="28907"/>
          <ac:spMkLst>
            <pc:docMk/>
            <pc:sldMk cId="575302663" sldId="385"/>
            <ac:spMk id="2" creationId="{7C11687E-9215-7ABB-65A9-5133962F444B}"/>
          </ac:spMkLst>
        </pc:spChg>
        <pc:spChg chg="del mod">
          <ac:chgData name="Mohammad Salman" userId="cfd6754c-e613-4f6f-bb98-36aef69d8c31" providerId="ADAL" clId="{990299EA-3706-4963-9607-B363693B7908}" dt="2023-10-23T09:11:46.553" v="28906" actId="478"/>
          <ac:spMkLst>
            <pc:docMk/>
            <pc:sldMk cId="575302663" sldId="385"/>
            <ac:spMk id="6" creationId="{19F8C814-D37B-1928-7A08-F777244AD61E}"/>
          </ac:spMkLst>
        </pc:spChg>
        <pc:spChg chg="add del mod">
          <ac:chgData name="Mohammad Salman" userId="cfd6754c-e613-4f6f-bb98-36aef69d8c31" providerId="ADAL" clId="{990299EA-3706-4963-9607-B363693B7908}" dt="2023-10-23T09:19:08.413" v="29094" actId="22"/>
          <ac:spMkLst>
            <pc:docMk/>
            <pc:sldMk cId="575302663" sldId="385"/>
            <ac:spMk id="10" creationId="{1EB2CA43-24D8-0239-9C5C-B7FF4A568475}"/>
          </ac:spMkLst>
        </pc:spChg>
        <pc:spChg chg="add del mod">
          <ac:chgData name="Mohammad Salman" userId="cfd6754c-e613-4f6f-bb98-36aef69d8c31" providerId="ADAL" clId="{990299EA-3706-4963-9607-B363693B7908}" dt="2023-10-23T09:19:09.174" v="29095" actId="478"/>
          <ac:spMkLst>
            <pc:docMk/>
            <pc:sldMk cId="575302663" sldId="385"/>
            <ac:spMk id="12" creationId="{3994AF92-C164-C31B-CB37-8DDC3C89743B}"/>
          </ac:spMkLst>
        </pc:spChg>
        <pc:spChg chg="mod">
          <ac:chgData name="Mohammad Salman" userId="cfd6754c-e613-4f6f-bb98-36aef69d8c31" providerId="ADAL" clId="{990299EA-3706-4963-9607-B363693B7908}" dt="2023-10-23T09:13:09.816" v="28933" actId="1076"/>
          <ac:spMkLst>
            <pc:docMk/>
            <pc:sldMk cId="575302663" sldId="385"/>
            <ac:spMk id="13" creationId="{58690A1D-B179-D59E-FD79-4D2054D37081}"/>
          </ac:spMkLst>
        </pc:spChg>
        <pc:spChg chg="mod">
          <ac:chgData name="Mohammad Salman" userId="cfd6754c-e613-4f6f-bb98-36aef69d8c31" providerId="ADAL" clId="{990299EA-3706-4963-9607-B363693B7908}" dt="2023-10-23T09:14:44.440" v="28938" actId="1076"/>
          <ac:spMkLst>
            <pc:docMk/>
            <pc:sldMk cId="575302663" sldId="385"/>
            <ac:spMk id="14" creationId="{98E94D9E-5E08-51D2-BF03-19CE7926C549}"/>
          </ac:spMkLst>
        </pc:spChg>
        <pc:spChg chg="mod">
          <ac:chgData name="Mohammad Salman" userId="cfd6754c-e613-4f6f-bb98-36aef69d8c31" providerId="ADAL" clId="{990299EA-3706-4963-9607-B363693B7908}" dt="2023-10-23T09:14:47.426" v="28939" actId="1076"/>
          <ac:spMkLst>
            <pc:docMk/>
            <pc:sldMk cId="575302663" sldId="385"/>
            <ac:spMk id="15" creationId="{0310A349-C9CF-5EE3-7448-F3155B6FF86A}"/>
          </ac:spMkLst>
        </pc:spChg>
        <pc:picChg chg="add del mod">
          <ac:chgData name="Mohammad Salman" userId="cfd6754c-e613-4f6f-bb98-36aef69d8c31" providerId="ADAL" clId="{990299EA-3706-4963-9607-B363693B7908}" dt="2023-10-23T09:26:08.351" v="29236" actId="1076"/>
          <ac:picMkLst>
            <pc:docMk/>
            <pc:sldMk cId="575302663" sldId="385"/>
            <ac:picMk id="5" creationId="{9A8D857E-7DE5-5DAB-258E-BE1A9A10A8E8}"/>
          </ac:picMkLst>
        </pc:picChg>
        <pc:picChg chg="add del mod">
          <ac:chgData name="Mohammad Salman" userId="cfd6754c-e613-4f6f-bb98-36aef69d8c31" providerId="ADAL" clId="{990299EA-3706-4963-9607-B363693B7908}" dt="2023-10-23T09:19:10.133" v="29097" actId="22"/>
          <ac:picMkLst>
            <pc:docMk/>
            <pc:sldMk cId="575302663" sldId="385"/>
            <ac:picMk id="8" creationId="{EDC35C71-88F6-01CE-4584-A7577830B6E1}"/>
          </ac:picMkLst>
        </pc:picChg>
      </pc:sldChg>
      <pc:sldChg chg="addSp delSp modSp add del mod addAnim delAnim">
        <pc:chgData name="Mohammad Salman" userId="cfd6754c-e613-4f6f-bb98-36aef69d8c31" providerId="ADAL" clId="{990299EA-3706-4963-9607-B363693B7908}" dt="2023-10-23T09:19:15.890" v="29101" actId="2890"/>
        <pc:sldMkLst>
          <pc:docMk/>
          <pc:sldMk cId="872113396" sldId="386"/>
        </pc:sldMkLst>
        <pc:spChg chg="mod">
          <ac:chgData name="Mohammad Salman" userId="cfd6754c-e613-4f6f-bb98-36aef69d8c31" providerId="ADAL" clId="{990299EA-3706-4963-9607-B363693B7908}" dt="2023-10-23T09:19:13.452" v="29100" actId="20577"/>
          <ac:spMkLst>
            <pc:docMk/>
            <pc:sldMk cId="872113396" sldId="386"/>
            <ac:spMk id="4" creationId="{EFB3BA88-ADB8-C7AE-5D47-1897D01EF978}"/>
          </ac:spMkLst>
        </pc:spChg>
        <pc:picChg chg="add del">
          <ac:chgData name="Mohammad Salman" userId="cfd6754c-e613-4f6f-bb98-36aef69d8c31" providerId="ADAL" clId="{990299EA-3706-4963-9607-B363693B7908}" dt="2023-10-23T09:19:11.578" v="29099" actId="478"/>
          <ac:picMkLst>
            <pc:docMk/>
            <pc:sldMk cId="872113396" sldId="386"/>
            <ac:picMk id="5" creationId="{9A8D857E-7DE5-5DAB-258E-BE1A9A10A8E8}"/>
          </ac:picMkLst>
        </pc:picChg>
      </pc:sldChg>
      <pc:sldChg chg="addSp delSp modSp add del mod delAnim modAnim modNotesTx">
        <pc:chgData name="Mohammad Salman" userId="cfd6754c-e613-4f6f-bb98-36aef69d8c31" providerId="ADAL" clId="{990299EA-3706-4963-9607-B363693B7908}" dt="2023-10-23T14:14:02.497" v="30428" actId="2696"/>
        <pc:sldMkLst>
          <pc:docMk/>
          <pc:sldMk cId="2752182537" sldId="386"/>
        </pc:sldMkLst>
        <pc:spChg chg="mod">
          <ac:chgData name="Mohammad Salman" userId="cfd6754c-e613-4f6f-bb98-36aef69d8c31" providerId="ADAL" clId="{990299EA-3706-4963-9607-B363693B7908}" dt="2023-10-23T09:19:26.536" v="29127" actId="20577"/>
          <ac:spMkLst>
            <pc:docMk/>
            <pc:sldMk cId="2752182537" sldId="386"/>
            <ac:spMk id="4" creationId="{EFB3BA88-ADB8-C7AE-5D47-1897D01EF978}"/>
          </ac:spMkLst>
        </pc:spChg>
        <pc:spChg chg="add mod">
          <ac:chgData name="Mohammad Salman" userId="cfd6754c-e613-4f6f-bb98-36aef69d8c31" providerId="ADAL" clId="{990299EA-3706-4963-9607-B363693B7908}" dt="2023-10-23T09:25:01.373" v="29232" actId="1076"/>
          <ac:spMkLst>
            <pc:docMk/>
            <pc:sldMk cId="2752182537" sldId="386"/>
            <ac:spMk id="7" creationId="{4013BCD7-24ED-8CB1-864B-547FA6935FBE}"/>
          </ac:spMkLst>
        </pc:spChg>
        <pc:spChg chg="add mod">
          <ac:chgData name="Mohammad Salman" userId="cfd6754c-e613-4f6f-bb98-36aef69d8c31" providerId="ADAL" clId="{990299EA-3706-4963-9607-B363693B7908}" dt="2023-10-23T09:25:01.373" v="29232" actId="1076"/>
          <ac:spMkLst>
            <pc:docMk/>
            <pc:sldMk cId="2752182537" sldId="386"/>
            <ac:spMk id="8" creationId="{F0A83717-1169-1FF1-ECE2-FD2422D4E444}"/>
          </ac:spMkLst>
        </pc:spChg>
        <pc:spChg chg="add mod">
          <ac:chgData name="Mohammad Salman" userId="cfd6754c-e613-4f6f-bb98-36aef69d8c31" providerId="ADAL" clId="{990299EA-3706-4963-9607-B363693B7908}" dt="2023-10-23T09:25:01.373" v="29232" actId="1076"/>
          <ac:spMkLst>
            <pc:docMk/>
            <pc:sldMk cId="2752182537" sldId="386"/>
            <ac:spMk id="9" creationId="{C696A066-3E3F-B100-F260-D7540944BA88}"/>
          </ac:spMkLst>
        </pc:spChg>
        <pc:spChg chg="mod">
          <ac:chgData name="Mohammad Salman" userId="cfd6754c-e613-4f6f-bb98-36aef69d8c31" providerId="ADAL" clId="{990299EA-3706-4963-9607-B363693B7908}" dt="2023-10-23T09:25:01.373" v="29232" actId="1076"/>
          <ac:spMkLst>
            <pc:docMk/>
            <pc:sldMk cId="2752182537" sldId="386"/>
            <ac:spMk id="12" creationId="{3994AF92-C164-C31B-CB37-8DDC3C89743B}"/>
          </ac:spMkLst>
        </pc:spChg>
        <pc:spChg chg="del">
          <ac:chgData name="Mohammad Salman" userId="cfd6754c-e613-4f6f-bb98-36aef69d8c31" providerId="ADAL" clId="{990299EA-3706-4963-9607-B363693B7908}" dt="2023-10-23T09:20:21.054" v="29142" actId="478"/>
          <ac:spMkLst>
            <pc:docMk/>
            <pc:sldMk cId="2752182537" sldId="386"/>
            <ac:spMk id="13" creationId="{58690A1D-B179-D59E-FD79-4D2054D37081}"/>
          </ac:spMkLst>
        </pc:spChg>
        <pc:spChg chg="del mod">
          <ac:chgData name="Mohammad Salman" userId="cfd6754c-e613-4f6f-bb98-36aef69d8c31" providerId="ADAL" clId="{990299EA-3706-4963-9607-B363693B7908}" dt="2023-10-23T09:20:22.920" v="29144" actId="478"/>
          <ac:spMkLst>
            <pc:docMk/>
            <pc:sldMk cId="2752182537" sldId="386"/>
            <ac:spMk id="14" creationId="{98E94D9E-5E08-51D2-BF03-19CE7926C549}"/>
          </ac:spMkLst>
        </pc:spChg>
        <pc:spChg chg="del">
          <ac:chgData name="Mohammad Salman" userId="cfd6754c-e613-4f6f-bb98-36aef69d8c31" providerId="ADAL" clId="{990299EA-3706-4963-9607-B363693B7908}" dt="2023-10-23T09:20:24.508" v="29145" actId="478"/>
          <ac:spMkLst>
            <pc:docMk/>
            <pc:sldMk cId="2752182537" sldId="386"/>
            <ac:spMk id="15" creationId="{0310A349-C9CF-5EE3-7448-F3155B6FF86A}"/>
          </ac:spMkLst>
        </pc:spChg>
        <pc:picChg chg="del">
          <ac:chgData name="Mohammad Salman" userId="cfd6754c-e613-4f6f-bb98-36aef69d8c31" providerId="ADAL" clId="{990299EA-3706-4963-9607-B363693B7908}" dt="2023-10-23T09:19:39.184" v="29128" actId="478"/>
          <ac:picMkLst>
            <pc:docMk/>
            <pc:sldMk cId="2752182537" sldId="386"/>
            <ac:picMk id="5" creationId="{9A8D857E-7DE5-5DAB-258E-BE1A9A10A8E8}"/>
          </ac:picMkLst>
        </pc:picChg>
        <pc:picChg chg="add del mod">
          <ac:chgData name="Mohammad Salman" userId="cfd6754c-e613-4f6f-bb98-36aef69d8c31" providerId="ADAL" clId="{990299EA-3706-4963-9607-B363693B7908}" dt="2023-10-23T09:23:24.584" v="29171" actId="21"/>
          <ac:picMkLst>
            <pc:docMk/>
            <pc:sldMk cId="2752182537" sldId="386"/>
            <ac:picMk id="6" creationId="{835C8196-AAE3-0934-2F22-85DC1ECA37C1}"/>
          </ac:picMkLst>
        </pc:picChg>
      </pc:sldChg>
      <pc:sldChg chg="addSp delSp modSp add del mod modAnim">
        <pc:chgData name="Mohammad Salman" userId="cfd6754c-e613-4f6f-bb98-36aef69d8c31" providerId="ADAL" clId="{990299EA-3706-4963-9607-B363693B7908}" dt="2023-10-23T14:14:02.497" v="30428" actId="2696"/>
        <pc:sldMkLst>
          <pc:docMk/>
          <pc:sldMk cId="1607687354" sldId="387"/>
        </pc:sldMkLst>
        <pc:spChg chg="del">
          <ac:chgData name="Mohammad Salman" userId="cfd6754c-e613-4f6f-bb98-36aef69d8c31" providerId="ADAL" clId="{990299EA-3706-4963-9607-B363693B7908}" dt="2023-10-23T09:23:32.174" v="29173" actId="478"/>
          <ac:spMkLst>
            <pc:docMk/>
            <pc:sldMk cId="1607687354" sldId="387"/>
            <ac:spMk id="2" creationId="{7C11687E-9215-7ABB-65A9-5133962F444B}"/>
          </ac:spMkLst>
        </pc:spChg>
        <pc:spChg chg="mod">
          <ac:chgData name="Mohammad Salman" userId="cfd6754c-e613-4f6f-bb98-36aef69d8c31" providerId="ADAL" clId="{990299EA-3706-4963-9607-B363693B7908}" dt="2023-10-23T09:31:47.026" v="29764" actId="108"/>
          <ac:spMkLst>
            <pc:docMk/>
            <pc:sldMk cId="1607687354" sldId="387"/>
            <ac:spMk id="4" creationId="{EFB3BA88-ADB8-C7AE-5D47-1897D01EF978}"/>
          </ac:spMkLst>
        </pc:spChg>
        <pc:spChg chg="add mod">
          <ac:chgData name="Mohammad Salman" userId="cfd6754c-e613-4f6f-bb98-36aef69d8c31" providerId="ADAL" clId="{990299EA-3706-4963-9607-B363693B7908}" dt="2023-10-23T09:30:24.658" v="29750" actId="164"/>
          <ac:spMkLst>
            <pc:docMk/>
            <pc:sldMk cId="1607687354" sldId="387"/>
            <ac:spMk id="5" creationId="{06FE5193-54E2-D29B-9D78-37C3A07EC53E}"/>
          </ac:spMkLst>
        </pc:spChg>
        <pc:spChg chg="mod">
          <ac:chgData name="Mohammad Salman" userId="cfd6754c-e613-4f6f-bb98-36aef69d8c31" providerId="ADAL" clId="{990299EA-3706-4963-9607-B363693B7908}" dt="2023-10-23T09:24:19.444" v="29219" actId="1037"/>
          <ac:spMkLst>
            <pc:docMk/>
            <pc:sldMk cId="1607687354" sldId="387"/>
            <ac:spMk id="7" creationId="{4013BCD7-24ED-8CB1-864B-547FA6935FBE}"/>
          </ac:spMkLst>
        </pc:spChg>
        <pc:spChg chg="mod">
          <ac:chgData name="Mohammad Salman" userId="cfd6754c-e613-4f6f-bb98-36aef69d8c31" providerId="ADAL" clId="{990299EA-3706-4963-9607-B363693B7908}" dt="2023-10-23T09:23:59.177" v="29189" actId="1038"/>
          <ac:spMkLst>
            <pc:docMk/>
            <pc:sldMk cId="1607687354" sldId="387"/>
            <ac:spMk id="8" creationId="{F0A83717-1169-1FF1-ECE2-FD2422D4E444}"/>
          </ac:spMkLst>
        </pc:spChg>
        <pc:spChg chg="mod">
          <ac:chgData name="Mohammad Salman" userId="cfd6754c-e613-4f6f-bb98-36aef69d8c31" providerId="ADAL" clId="{990299EA-3706-4963-9607-B363693B7908}" dt="2023-10-23T09:23:59.177" v="29189" actId="1038"/>
          <ac:spMkLst>
            <pc:docMk/>
            <pc:sldMk cId="1607687354" sldId="387"/>
            <ac:spMk id="9" creationId="{C696A066-3E3F-B100-F260-D7540944BA88}"/>
          </ac:spMkLst>
        </pc:spChg>
        <pc:spChg chg="mod">
          <ac:chgData name="Mohammad Salman" userId="cfd6754c-e613-4f6f-bb98-36aef69d8c31" providerId="ADAL" clId="{990299EA-3706-4963-9607-B363693B7908}" dt="2023-10-23T09:23:56.521" v="29179" actId="1076"/>
          <ac:spMkLst>
            <pc:docMk/>
            <pc:sldMk cId="1607687354" sldId="387"/>
            <ac:spMk id="12" creationId="{3994AF92-C164-C31B-CB37-8DDC3C89743B}"/>
          </ac:spMkLst>
        </pc:spChg>
        <pc:grpChg chg="add mod">
          <ac:chgData name="Mohammad Salman" userId="cfd6754c-e613-4f6f-bb98-36aef69d8c31" providerId="ADAL" clId="{990299EA-3706-4963-9607-B363693B7908}" dt="2023-10-23T09:30:27.656" v="29751" actId="1076"/>
          <ac:grpSpMkLst>
            <pc:docMk/>
            <pc:sldMk cId="1607687354" sldId="387"/>
            <ac:grpSpMk id="6" creationId="{15FFC60F-A98E-D782-4028-DA65392D3E7F}"/>
          </ac:grpSpMkLst>
        </pc:grpChg>
        <pc:picChg chg="add mod">
          <ac:chgData name="Mohammad Salman" userId="cfd6754c-e613-4f6f-bb98-36aef69d8c31" providerId="ADAL" clId="{990299EA-3706-4963-9607-B363693B7908}" dt="2023-10-23T09:30:24.658" v="29750" actId="164"/>
          <ac:picMkLst>
            <pc:docMk/>
            <pc:sldMk cId="1607687354" sldId="387"/>
            <ac:picMk id="3" creationId="{B99AB4DD-59F7-EC28-8299-1C80702722A6}"/>
          </ac:picMkLst>
        </pc:picChg>
      </pc:sldChg>
      <pc:sldChg chg="delSp modSp add del mod modAnim">
        <pc:chgData name="Mohammad Salman" userId="cfd6754c-e613-4f6f-bb98-36aef69d8c31" providerId="ADAL" clId="{990299EA-3706-4963-9607-B363693B7908}" dt="2023-10-23T14:14:02.497" v="30428" actId="2696"/>
        <pc:sldMkLst>
          <pc:docMk/>
          <pc:sldMk cId="2528761307" sldId="388"/>
        </pc:sldMkLst>
        <pc:spChg chg="del">
          <ac:chgData name="Mohammad Salman" userId="cfd6754c-e613-4f6f-bb98-36aef69d8c31" providerId="ADAL" clId="{990299EA-3706-4963-9607-B363693B7908}" dt="2023-10-23T09:26:41.684" v="29238" actId="478"/>
          <ac:spMkLst>
            <pc:docMk/>
            <pc:sldMk cId="2528761307" sldId="388"/>
            <ac:spMk id="2" creationId="{7C11687E-9215-7ABB-65A9-5133962F444B}"/>
          </ac:spMkLst>
        </pc:spChg>
        <pc:spChg chg="mod">
          <ac:chgData name="Mohammad Salman" userId="cfd6754c-e613-4f6f-bb98-36aef69d8c31" providerId="ADAL" clId="{990299EA-3706-4963-9607-B363693B7908}" dt="2023-10-23T09:28:50.813" v="29592" actId="20577"/>
          <ac:spMkLst>
            <pc:docMk/>
            <pc:sldMk cId="2528761307" sldId="388"/>
            <ac:spMk id="4" creationId="{EFB3BA88-ADB8-C7AE-5D47-1897D01EF978}"/>
          </ac:spMkLst>
        </pc:spChg>
      </pc:sldChg>
      <pc:sldChg chg="addSp delSp modSp add del mod">
        <pc:chgData name="Mohammad Salman" userId="cfd6754c-e613-4f6f-bb98-36aef69d8c31" providerId="ADAL" clId="{990299EA-3706-4963-9607-B363693B7908}" dt="2023-10-23T14:14:02.497" v="30428" actId="2696"/>
        <pc:sldMkLst>
          <pc:docMk/>
          <pc:sldMk cId="1975234992" sldId="389"/>
        </pc:sldMkLst>
        <pc:spChg chg="add del mod">
          <ac:chgData name="Mohammad Salman" userId="cfd6754c-e613-4f6f-bb98-36aef69d8c31" providerId="ADAL" clId="{990299EA-3706-4963-9607-B363693B7908}" dt="2023-10-23T09:33:46.074" v="29833"/>
          <ac:spMkLst>
            <pc:docMk/>
            <pc:sldMk cId="1975234992" sldId="389"/>
            <ac:spMk id="2" creationId="{8294AF97-3A4F-BA4D-2651-FD1564447E15}"/>
          </ac:spMkLst>
        </pc:spChg>
        <pc:spChg chg="mod">
          <ac:chgData name="Mohammad Salman" userId="cfd6754c-e613-4f6f-bb98-36aef69d8c31" providerId="ADAL" clId="{990299EA-3706-4963-9607-B363693B7908}" dt="2023-10-23T09:33:57.889" v="29838" actId="6549"/>
          <ac:spMkLst>
            <pc:docMk/>
            <pc:sldMk cId="1975234992" sldId="389"/>
            <ac:spMk id="4" creationId="{EFB3BA88-ADB8-C7AE-5D47-1897D01EF978}"/>
          </ac:spMkLst>
        </pc:spChg>
        <pc:grpChg chg="del">
          <ac:chgData name="Mohammad Salman" userId="cfd6754c-e613-4f6f-bb98-36aef69d8c31" providerId="ADAL" clId="{990299EA-3706-4963-9607-B363693B7908}" dt="2023-10-23T09:33:19.128" v="29824" actId="478"/>
          <ac:grpSpMkLst>
            <pc:docMk/>
            <pc:sldMk cId="1975234992" sldId="389"/>
            <ac:grpSpMk id="6" creationId="{15FFC60F-A98E-D782-4028-DA65392D3E7F}"/>
          </ac:grpSpMkLst>
        </pc:grpChg>
      </pc:sldChg>
      <pc:sldChg chg="modSp add del mod">
        <pc:chgData name="Mohammad Salman" userId="cfd6754c-e613-4f6f-bb98-36aef69d8c31" providerId="ADAL" clId="{990299EA-3706-4963-9607-B363693B7908}" dt="2023-10-23T14:14:02.497" v="30428" actId="2696"/>
        <pc:sldMkLst>
          <pc:docMk/>
          <pc:sldMk cId="1464161672" sldId="390"/>
        </pc:sldMkLst>
        <pc:spChg chg="mod">
          <ac:chgData name="Mohammad Salman" userId="cfd6754c-e613-4f6f-bb98-36aef69d8c31" providerId="ADAL" clId="{990299EA-3706-4963-9607-B363693B7908}" dt="2023-10-23T09:38:04.366" v="29911" actId="14100"/>
          <ac:spMkLst>
            <pc:docMk/>
            <pc:sldMk cId="1464161672" sldId="390"/>
            <ac:spMk id="4" creationId="{EFB3BA88-ADB8-C7AE-5D47-1897D01EF978}"/>
          </ac:spMkLst>
        </pc:spChg>
      </pc:sldChg>
      <pc:sldMasterChg chg="modSldLayout">
        <pc:chgData name="Mohammad Salman" userId="cfd6754c-e613-4f6f-bb98-36aef69d8c31" providerId="ADAL" clId="{990299EA-3706-4963-9607-B363693B7908}" dt="2023-10-14T06:51:54.011" v="1" actId="114"/>
        <pc:sldMasterMkLst>
          <pc:docMk/>
          <pc:sldMasterMk cId="2120005152" sldId="2147483648"/>
        </pc:sldMasterMkLst>
        <pc:sldLayoutChg chg="modSp">
          <pc:chgData name="Mohammad Salman" userId="cfd6754c-e613-4f6f-bb98-36aef69d8c31" providerId="ADAL" clId="{990299EA-3706-4963-9607-B363693B7908}" dt="2023-10-14T06:51:54.011" v="1" actId="114"/>
          <pc:sldLayoutMkLst>
            <pc:docMk/>
            <pc:sldMasterMk cId="2120005152" sldId="2147483648"/>
            <pc:sldLayoutMk cId="3980970151" sldId="2147483649"/>
          </pc:sldLayoutMkLst>
          <pc:spChg chg="mod">
            <ac:chgData name="Mohammad Salman" userId="cfd6754c-e613-4f6f-bb98-36aef69d8c31" providerId="ADAL" clId="{990299EA-3706-4963-9607-B363693B7908}" dt="2023-10-14T06:51:54.011" v="1" actId="114"/>
            <ac:spMkLst>
              <pc:docMk/>
              <pc:sldMasterMk cId="2120005152" sldId="2147483648"/>
              <pc:sldLayoutMk cId="3980970151" sldId="2147483649"/>
              <ac:spMk id="3" creationId="{70DC18DB-F5E2-34D0-1025-2A16232BA429}"/>
            </ac:spMkLst>
          </pc:spChg>
        </pc:sldLayoutChg>
      </pc:sldMaster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23T07:38:49.089"/>
    </inkml:context>
    <inkml:brush xml:id="br0">
      <inkml:brushProperty name="width" value="0.05" units="cm"/>
      <inkml:brushProperty name="height" value="0.05" units="cm"/>
      <inkml:brushProperty name="color" value="#333333"/>
    </inkml:brush>
  </inkml:definitions>
  <inkml:trace contextRef="#ctx0" brushRef="#br0">1 5155 24575,'6'-5'0,"0"-1"0,0 2 0,1-1 0,-1 1 0,1 1 0,0 0 0,-1 0 0,1 1 0,0 0 0,1 0 0,11 0 0,11-4 0,72-29 0,136-71 0,-185 80 0,143-84 0,-141 82 0,-1-3 0,-2-4 0,0-2 0,-2-4 0,-1-3 0,-1-2 0,79-101 0,32-106 0,-123 190 0,1-16 0,-29 59 0,0 1 0,18-29 0,-13 25 0,1-1 0,-2-1 0,-1 0 0,0-1 0,-1-1 0,-1 0 0,7-33 0,-5 19 0,10-39 0,22-141 0,-38 194 0,0 0 0,2 0 0,0 1 0,13-31 0,-10 30 0,-1-1 0,-1 0 0,10-56 0,5-55 0,-11 76 0,-2 0 0,-2-1 0,2-97 0,-9 34 0,-5-189 0,0 274 0,-1 0 0,-2 0 0,-1 1 0,-1 1 0,-21-62 0,-80-185 0,103 271 0,-4-10 0,-1 0 0,0 1 0,-2 1 0,0 0 0,-23-29 0,26 38 0,1-1 0,0-1 0,1 0 0,0-1 0,1 0 0,-9-26 0,5 12 0,4 13 0,1 1 0,-1 0 0,-1 1 0,-1 0 0,0 1 0,0 0 0,-1 1 0,0 1 0,-20-20 0,-120-132 0,7 7 0,54 61 0,19 19 0,45 57 0,0 2 0,0 2 0,-2 1 0,1 2 0,-35-12 0,-2-2 0,29 13 0,22 11 0,0-1 0,0 0 0,-21-16 0,-3-7 0,12 10 0,-32-33 0,-55-68-1365,92 100-5461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23T07:38:52.090"/>
    </inkml:context>
    <inkml:brush xml:id="br0">
      <inkml:brushProperty name="width" value="0.05" units="cm"/>
      <inkml:brushProperty name="height" value="0.05" units="cm"/>
      <inkml:brushProperty name="color" value="#333333"/>
    </inkml:brush>
  </inkml:definitions>
  <inkml:trace contextRef="#ctx0" brushRef="#br0">832 1 24575,'-831'0'0,"833"1"0,0 0 0,0-1 0,1 1 0,-1 0 0,0 0 0,0 1 0,0-1 0,0 1 0,0-1 0,0 1 0,-1 0 0,1 0 0,0 0 0,0 0 0,-1 1 0,3 3 0,25 52 0,-17-35 0,-5-6 0,0 0 0,-1 0 0,7 26 0,-7-24 0,0 0 0,14 33 0,-1-9 0,-2 1 0,24 87 0,-14-44 0,-13-26-1365,-10-32-5461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23T07:39:38.200"/>
    </inkml:context>
    <inkml:brush xml:id="br0">
      <inkml:brushProperty name="width" value="0.05" units="cm"/>
      <inkml:brushProperty name="height" value="0.05" units="cm"/>
      <inkml:brushProperty name="color" value="#333333"/>
    </inkml:brush>
  </inkml:definitions>
  <inkml:trace contextRef="#ctx0" brushRef="#br0">1 6318 24575,'6'-7'0,"0"1"0,0 0 0,1 1 0,-1 0 0,1 1 0,0 0 0,-1 0 0,1 2 0,0-1 0,1 1 0,11 0 0,11-6 0,72-34 0,136-89 0,-185 100 0,143-104 0,-141 100 0,-1-3 0,-2-4 0,0-4 0,-2-4 0,-1-3 0,-1-4 0,79-124 0,32-129 0,-123 233 0,1-20 0,-29 73 0,0 1 0,18-36 0,-13 31 0,1-2 0,-2 0 0,-1-1 0,0-1 0,-1-1 0,-1 0 0,7-41 0,-5 24 0,10-47 0,22-175 0,-38 239 0,0 0 0,2 0 0,0 1 0,13-38 0,-10 37 0,-1-1 0,-1 0 0,10-69 0,5-68 0,-11 94 0,-2-1 0,-2 0 0,2-119 0,-9 41 0,-5-231 0,0 336 0,-1-1 0,-2 1 0,-1 1 0,-1 0 0,-21-74 0,-80-228 0,103 332 0,-4-12 0,-1 0 0,0 1 0,-2 2 0,0 0 0,-23-36 0,26 46 0,1 0 0,0-2 0,1 0 0,0-1 0,1 0 0,-9-32 0,5 15 0,4 16 0,1 1 0,-1 0 0,-1 0 0,-1 2 0,0 0 0,0 1 0,-1 0 0,0 2 0,-20-24 0,-120-163 0,7 9 0,54 75 0,19 23 0,45 71 0,0 1 0,0 3 0,-2 1 0,1 3 0,-35-15 0,-2-3 0,29 16 0,22 14 0,0-1 0,0-1 0,-21-19 0,-3-9 0,12 13 0,-32-40 0,-55-84-1365,92 123-5461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23T07:39:38.201"/>
    </inkml:context>
    <inkml:brush xml:id="br0">
      <inkml:brushProperty name="width" value="0.05" units="cm"/>
      <inkml:brushProperty name="height" value="0.05" units="cm"/>
      <inkml:brushProperty name="color" value="#333333"/>
    </inkml:brush>
  </inkml:definitions>
  <inkml:trace contextRef="#ctx0" brushRef="#br0">832 2 24575,'-831'0'0,"833"0"0,0 1 0,0 0 0,1 0 0,-1 1 0,0-1 0,0 1 0,0-1 0,0 1 0,0 0 0,0 0 0,-1 1 0,1-1 0,0 1 0,0-1 0,-1 1 0,3 6 0,25 61 0,-17-41 0,-5-9 0,0 0 0,-1 2 0,7 31 0,-7-30 0,0 0 0,14 41 0,-1-12 0,-2 2 0,24 107 0,-14-54 0,-13-33-1365,-10-38-5461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A3C6FF-E9B2-471B-A822-8E63B73E114A}" type="datetimeFigureOut">
              <a:rPr lang="en-US" smtClean="0"/>
              <a:t>10/23/2023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98433A-0F4B-4449-AF00-9BDF8AB1EC8E}" type="slidenum">
              <a:rPr lang="en-US" smtClean="0"/>
              <a:t>‹#›</a:t>
            </a:fld>
            <a:endParaRPr lang="en-US"/>
          </a:p>
        </p:txBody>
      </p:sp>
    </p:spTree>
    <p:extLst>
      <p:ext uri="{BB962C8B-B14F-4D97-AF65-F5344CB8AC3E}">
        <p14:creationId xmlns:p14="http://schemas.microsoft.com/office/powerpoint/2010/main" val="1760528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used to reading UML.</a:t>
            </a:r>
          </a:p>
        </p:txBody>
      </p:sp>
      <p:sp>
        <p:nvSpPr>
          <p:cNvPr id="4" name="Slide Number Placeholder 3"/>
          <p:cNvSpPr>
            <a:spLocks noGrp="1"/>
          </p:cNvSpPr>
          <p:nvPr>
            <p:ph type="sldNum" sz="quarter" idx="5"/>
          </p:nvPr>
        </p:nvSpPr>
        <p:spPr/>
        <p:txBody>
          <a:bodyPr/>
          <a:lstStyle/>
          <a:p>
            <a:fld id="{B398433A-0F4B-4449-AF00-9BDF8AB1EC8E}" type="slidenum">
              <a:rPr lang="en-US" smtClean="0"/>
              <a:t>9</a:t>
            </a:fld>
            <a:endParaRPr lang="en-US"/>
          </a:p>
        </p:txBody>
      </p:sp>
    </p:spTree>
    <p:extLst>
      <p:ext uri="{BB962C8B-B14F-4D97-AF65-F5344CB8AC3E}">
        <p14:creationId xmlns:p14="http://schemas.microsoft.com/office/powerpoint/2010/main" val="31822785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allocated by the compiler.</a:t>
            </a:r>
          </a:p>
        </p:txBody>
      </p:sp>
      <p:sp>
        <p:nvSpPr>
          <p:cNvPr id="4" name="Slide Number Placeholder 3"/>
          <p:cNvSpPr>
            <a:spLocks noGrp="1"/>
          </p:cNvSpPr>
          <p:nvPr>
            <p:ph type="sldNum" sz="quarter" idx="5"/>
          </p:nvPr>
        </p:nvSpPr>
        <p:spPr/>
        <p:txBody>
          <a:bodyPr/>
          <a:lstStyle/>
          <a:p>
            <a:fld id="{B398433A-0F4B-4449-AF00-9BDF8AB1EC8E}" type="slidenum">
              <a:rPr lang="en-US" smtClean="0"/>
              <a:t>20</a:t>
            </a:fld>
            <a:endParaRPr lang="en-US"/>
          </a:p>
        </p:txBody>
      </p:sp>
    </p:spTree>
    <p:extLst>
      <p:ext uri="{BB962C8B-B14F-4D97-AF65-F5344CB8AC3E}">
        <p14:creationId xmlns:p14="http://schemas.microsoft.com/office/powerpoint/2010/main" val="14762809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Derived() </a:t>
            </a:r>
            <a:r>
              <a:rPr lang="en-US" dirty="0"/>
              <a:t>is called. But it is derived from a base class.</a:t>
            </a:r>
          </a:p>
          <a:p>
            <a:r>
              <a:rPr lang="en-US" dirty="0"/>
              <a:t>So before I even initialize, I will go to the parent’s </a:t>
            </a:r>
            <a:r>
              <a:rPr lang="en-US" dirty="0" err="1"/>
              <a:t>ctor</a:t>
            </a:r>
            <a:r>
              <a:rPr lang="en-US" dirty="0"/>
              <a:t>.</a:t>
            </a:r>
          </a:p>
        </p:txBody>
      </p:sp>
      <p:sp>
        <p:nvSpPr>
          <p:cNvPr id="4" name="Slide Number Placeholder 3"/>
          <p:cNvSpPr>
            <a:spLocks noGrp="1"/>
          </p:cNvSpPr>
          <p:nvPr>
            <p:ph type="sldNum" sz="quarter" idx="5"/>
          </p:nvPr>
        </p:nvSpPr>
        <p:spPr/>
        <p:txBody>
          <a:bodyPr/>
          <a:lstStyle/>
          <a:p>
            <a:fld id="{B398433A-0F4B-4449-AF00-9BDF8AB1EC8E}" type="slidenum">
              <a:rPr lang="en-US" smtClean="0"/>
              <a:t>21</a:t>
            </a:fld>
            <a:endParaRPr lang="en-US"/>
          </a:p>
        </p:txBody>
      </p:sp>
    </p:spTree>
    <p:extLst>
      <p:ext uri="{BB962C8B-B14F-4D97-AF65-F5344CB8AC3E}">
        <p14:creationId xmlns:p14="http://schemas.microsoft.com/office/powerpoint/2010/main" val="4082432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compiler calls </a:t>
            </a:r>
            <a:r>
              <a:rPr lang="en-US" b="1" dirty="0"/>
              <a:t>Base()</a:t>
            </a:r>
            <a:r>
              <a:rPr lang="en-US" dirty="0"/>
              <a:t>.</a:t>
            </a:r>
          </a:p>
          <a:p>
            <a:r>
              <a:rPr lang="en-US" dirty="0"/>
              <a:t>This is the most base class. So we stop here.</a:t>
            </a:r>
          </a:p>
        </p:txBody>
      </p:sp>
      <p:sp>
        <p:nvSpPr>
          <p:cNvPr id="4" name="Slide Number Placeholder 3"/>
          <p:cNvSpPr>
            <a:spLocks noGrp="1"/>
          </p:cNvSpPr>
          <p:nvPr>
            <p:ph type="sldNum" sz="quarter" idx="5"/>
          </p:nvPr>
        </p:nvSpPr>
        <p:spPr/>
        <p:txBody>
          <a:bodyPr/>
          <a:lstStyle/>
          <a:p>
            <a:fld id="{B398433A-0F4B-4449-AF00-9BDF8AB1EC8E}" type="slidenum">
              <a:rPr lang="en-US" smtClean="0"/>
              <a:t>22</a:t>
            </a:fld>
            <a:endParaRPr lang="en-US"/>
          </a:p>
        </p:txBody>
      </p:sp>
    </p:spTree>
    <p:extLst>
      <p:ext uri="{BB962C8B-B14F-4D97-AF65-F5344CB8AC3E}">
        <p14:creationId xmlns:p14="http://schemas.microsoft.com/office/powerpoint/2010/main" val="19478349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Initialization happens and the body of </a:t>
            </a:r>
            <a:r>
              <a:rPr lang="en-US" b="1" dirty="0"/>
              <a:t>Base() </a:t>
            </a:r>
            <a:r>
              <a:rPr lang="en-US" dirty="0"/>
              <a:t>executes. After this, the control is returned back to </a:t>
            </a:r>
            <a:r>
              <a:rPr lang="en-US" b="1" dirty="0"/>
              <a:t>Derived()</a:t>
            </a:r>
            <a:r>
              <a:rPr lang="en-US" dirty="0"/>
              <a:t>.</a:t>
            </a:r>
          </a:p>
        </p:txBody>
      </p:sp>
      <p:sp>
        <p:nvSpPr>
          <p:cNvPr id="4" name="Slide Number Placeholder 3"/>
          <p:cNvSpPr>
            <a:spLocks noGrp="1"/>
          </p:cNvSpPr>
          <p:nvPr>
            <p:ph type="sldNum" sz="quarter" idx="5"/>
          </p:nvPr>
        </p:nvSpPr>
        <p:spPr/>
        <p:txBody>
          <a:bodyPr/>
          <a:lstStyle/>
          <a:p>
            <a:fld id="{B398433A-0F4B-4449-AF00-9BDF8AB1EC8E}" type="slidenum">
              <a:rPr lang="en-US" smtClean="0"/>
              <a:t>23</a:t>
            </a:fld>
            <a:endParaRPr lang="en-US"/>
          </a:p>
        </p:txBody>
      </p:sp>
    </p:spTree>
    <p:extLst>
      <p:ext uri="{BB962C8B-B14F-4D97-AF65-F5344CB8AC3E}">
        <p14:creationId xmlns:p14="http://schemas.microsoft.com/office/powerpoint/2010/main" val="3490935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Initialization happens and the body of </a:t>
            </a:r>
            <a:r>
              <a:rPr lang="en-US" b="1" dirty="0"/>
              <a:t>Derived()</a:t>
            </a:r>
            <a:r>
              <a:rPr lang="en-US" dirty="0"/>
              <a:t> executes. After this, the control is returned back to </a:t>
            </a:r>
            <a:r>
              <a:rPr lang="en-US" b="1" dirty="0"/>
              <a:t>main()</a:t>
            </a:r>
            <a:r>
              <a:rPr lang="en-US" dirty="0"/>
              <a:t>.</a:t>
            </a:r>
          </a:p>
        </p:txBody>
      </p:sp>
      <p:sp>
        <p:nvSpPr>
          <p:cNvPr id="4" name="Slide Number Placeholder 3"/>
          <p:cNvSpPr>
            <a:spLocks noGrp="1"/>
          </p:cNvSpPr>
          <p:nvPr>
            <p:ph type="sldNum" sz="quarter" idx="5"/>
          </p:nvPr>
        </p:nvSpPr>
        <p:spPr/>
        <p:txBody>
          <a:bodyPr/>
          <a:lstStyle/>
          <a:p>
            <a:fld id="{B398433A-0F4B-4449-AF00-9BDF8AB1EC8E}" type="slidenum">
              <a:rPr lang="en-US" smtClean="0"/>
              <a:t>24</a:t>
            </a:fld>
            <a:endParaRPr lang="en-US"/>
          </a:p>
        </p:txBody>
      </p:sp>
    </p:spTree>
    <p:extLst>
      <p:ext uri="{BB962C8B-B14F-4D97-AF65-F5344CB8AC3E}">
        <p14:creationId xmlns:p14="http://schemas.microsoft.com/office/powerpoint/2010/main" val="2694791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then return to </a:t>
            </a:r>
            <a:r>
              <a:rPr lang="en-US" b="1" dirty="0"/>
              <a:t>main()</a:t>
            </a:r>
            <a:r>
              <a:rPr lang="en-US" dirty="0"/>
              <a:t>, and so my </a:t>
            </a:r>
            <a:r>
              <a:rPr lang="en-US" b="1" dirty="0"/>
              <a:t>d1 </a:t>
            </a:r>
            <a:r>
              <a:rPr lang="en-US" dirty="0"/>
              <a:t>object is ready.</a:t>
            </a:r>
          </a:p>
        </p:txBody>
      </p:sp>
      <p:sp>
        <p:nvSpPr>
          <p:cNvPr id="4" name="Slide Number Placeholder 3"/>
          <p:cNvSpPr>
            <a:spLocks noGrp="1"/>
          </p:cNvSpPr>
          <p:nvPr>
            <p:ph type="sldNum" sz="quarter" idx="5"/>
          </p:nvPr>
        </p:nvSpPr>
        <p:spPr/>
        <p:txBody>
          <a:bodyPr/>
          <a:lstStyle/>
          <a:p>
            <a:fld id="{B398433A-0F4B-4449-AF00-9BDF8AB1EC8E}" type="slidenum">
              <a:rPr lang="en-US" smtClean="0"/>
              <a:t>25</a:t>
            </a:fld>
            <a:endParaRPr lang="en-US"/>
          </a:p>
        </p:txBody>
      </p:sp>
    </p:spTree>
    <p:extLst>
      <p:ext uri="{BB962C8B-B14F-4D97-AF65-F5344CB8AC3E}">
        <p14:creationId xmlns:p14="http://schemas.microsoft.com/office/powerpoint/2010/main" val="8386773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is time for automatic deallocation (b/c it’s on stack memory). </a:t>
            </a:r>
          </a:p>
          <a:p>
            <a:r>
              <a:rPr lang="en-US" dirty="0"/>
              <a:t>Destruction happens in the reverse order of construction. First </a:t>
            </a:r>
            <a:r>
              <a:rPr lang="en-US" b="1" dirty="0"/>
              <a:t>~Derived()</a:t>
            </a:r>
            <a:r>
              <a:rPr lang="en-US" dirty="0"/>
              <a:t> gets called (and executes) and then </a:t>
            </a:r>
            <a:r>
              <a:rPr lang="en-US" b="1" dirty="0"/>
              <a:t>~Base()</a:t>
            </a:r>
            <a:r>
              <a:rPr lang="en-US" dirty="0"/>
              <a:t> gets called (and executes).</a:t>
            </a:r>
          </a:p>
        </p:txBody>
      </p:sp>
      <p:sp>
        <p:nvSpPr>
          <p:cNvPr id="4" name="Slide Number Placeholder 3"/>
          <p:cNvSpPr>
            <a:spLocks noGrp="1"/>
          </p:cNvSpPr>
          <p:nvPr>
            <p:ph type="sldNum" sz="quarter" idx="5"/>
          </p:nvPr>
        </p:nvSpPr>
        <p:spPr/>
        <p:txBody>
          <a:bodyPr/>
          <a:lstStyle/>
          <a:p>
            <a:fld id="{B398433A-0F4B-4449-AF00-9BDF8AB1EC8E}" type="slidenum">
              <a:rPr lang="en-US" smtClean="0"/>
              <a:t>26</a:t>
            </a:fld>
            <a:endParaRPr lang="en-US"/>
          </a:p>
        </p:txBody>
      </p:sp>
    </p:spTree>
    <p:extLst>
      <p:ext uri="{BB962C8B-B14F-4D97-AF65-F5344CB8AC3E}">
        <p14:creationId xmlns:p14="http://schemas.microsoft.com/office/powerpoint/2010/main" val="914136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reason why the order of construction and destruction is the way it is, is because if let’s say for construction, your </a:t>
            </a:r>
            <a:r>
              <a:rPr lang="en-US" b="1" dirty="0"/>
              <a:t>Derived()</a:t>
            </a:r>
            <a:r>
              <a:rPr lang="en-US" dirty="0"/>
              <a:t> gets called first, then it could be the case that since a derived object should have access to inherited members, it could be accessing some of those inherited members (public and protected) within the </a:t>
            </a:r>
            <a:r>
              <a:rPr lang="en-US" dirty="0" err="1"/>
              <a:t>ctor</a:t>
            </a:r>
            <a:r>
              <a:rPr lang="en-US" dirty="0"/>
              <a:t> (</a:t>
            </a:r>
            <a:r>
              <a:rPr lang="en-US" b="1" dirty="0"/>
              <a:t>Derived()</a:t>
            </a:r>
            <a:r>
              <a:rPr lang="en-US" dirty="0"/>
              <a:t>). But if the base part hasn’t been initialized, then how can you access inherited members in </a:t>
            </a:r>
            <a:r>
              <a:rPr lang="en-US" b="1" dirty="0"/>
              <a:t>Derived()</a:t>
            </a:r>
            <a:r>
              <a:rPr lang="en-US" dirty="0"/>
              <a:t>.</a:t>
            </a:r>
          </a:p>
          <a:p>
            <a:endParaRPr lang="en-US" dirty="0"/>
          </a:p>
          <a:p>
            <a:r>
              <a:rPr lang="en-US" dirty="0"/>
              <a:t>Same for destruction. If you destroy the base part first, it could be the case that the </a:t>
            </a:r>
            <a:r>
              <a:rPr lang="en-US" b="1" dirty="0"/>
              <a:t>~Derived()</a:t>
            </a:r>
            <a:r>
              <a:rPr lang="en-US" dirty="0"/>
              <a:t> might be working on the inherited members. But if the base part has already been destructed, then how can </a:t>
            </a:r>
            <a:r>
              <a:rPr lang="en-US" b="1" dirty="0"/>
              <a:t>~Derived()</a:t>
            </a:r>
            <a:r>
              <a:rPr lang="en-US" dirty="0"/>
              <a:t> work on the inherited members.</a:t>
            </a:r>
          </a:p>
        </p:txBody>
      </p:sp>
      <p:sp>
        <p:nvSpPr>
          <p:cNvPr id="4" name="Slide Number Placeholder 3"/>
          <p:cNvSpPr>
            <a:spLocks noGrp="1"/>
          </p:cNvSpPr>
          <p:nvPr>
            <p:ph type="sldNum" sz="quarter" idx="5"/>
          </p:nvPr>
        </p:nvSpPr>
        <p:spPr/>
        <p:txBody>
          <a:bodyPr/>
          <a:lstStyle/>
          <a:p>
            <a:fld id="{B398433A-0F4B-4449-AF00-9BDF8AB1EC8E}" type="slidenum">
              <a:rPr lang="en-US" smtClean="0"/>
              <a:t>27</a:t>
            </a:fld>
            <a:endParaRPr lang="en-US"/>
          </a:p>
        </p:txBody>
      </p:sp>
    </p:spTree>
    <p:extLst>
      <p:ext uri="{BB962C8B-B14F-4D97-AF65-F5344CB8AC3E}">
        <p14:creationId xmlns:p14="http://schemas.microsoft.com/office/powerpoint/2010/main" val="4053238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even the initialization of </a:t>
            </a:r>
            <a:r>
              <a:rPr lang="en-US" b="1" dirty="0" err="1"/>
              <a:t>m_cost</a:t>
            </a:r>
            <a:r>
              <a:rPr lang="en-US" dirty="0"/>
              <a:t> in </a:t>
            </a:r>
            <a:r>
              <a:rPr lang="en-US" b="1" dirty="0"/>
              <a:t>Derived()</a:t>
            </a:r>
            <a:r>
              <a:rPr lang="en-US" dirty="0"/>
              <a:t>, the compiler goes to the parent’s </a:t>
            </a:r>
            <a:r>
              <a:rPr lang="en-US" dirty="0" err="1"/>
              <a:t>ctor</a:t>
            </a:r>
            <a:r>
              <a:rPr lang="en-US" dirty="0"/>
              <a:t>.</a:t>
            </a:r>
          </a:p>
        </p:txBody>
      </p:sp>
      <p:sp>
        <p:nvSpPr>
          <p:cNvPr id="4" name="Slide Number Placeholder 3"/>
          <p:cNvSpPr>
            <a:spLocks noGrp="1"/>
          </p:cNvSpPr>
          <p:nvPr>
            <p:ph type="sldNum" sz="quarter" idx="5"/>
          </p:nvPr>
        </p:nvSpPr>
        <p:spPr/>
        <p:txBody>
          <a:bodyPr/>
          <a:lstStyle/>
          <a:p>
            <a:fld id="{B398433A-0F4B-4449-AF00-9BDF8AB1EC8E}" type="slidenum">
              <a:rPr lang="en-US" smtClean="0"/>
              <a:t>35</a:t>
            </a:fld>
            <a:endParaRPr lang="en-US"/>
          </a:p>
        </p:txBody>
      </p:sp>
    </p:spTree>
    <p:extLst>
      <p:ext uri="{BB962C8B-B14F-4D97-AF65-F5344CB8AC3E}">
        <p14:creationId xmlns:p14="http://schemas.microsoft.com/office/powerpoint/2010/main" val="1230119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98433A-0F4B-4449-AF00-9BDF8AB1EC8E}" type="slidenum">
              <a:rPr lang="en-US" smtClean="0"/>
              <a:t>37</a:t>
            </a:fld>
            <a:endParaRPr lang="en-US"/>
          </a:p>
        </p:txBody>
      </p:sp>
    </p:spTree>
    <p:extLst>
      <p:ext uri="{BB962C8B-B14F-4D97-AF65-F5344CB8AC3E}">
        <p14:creationId xmlns:p14="http://schemas.microsoft.com/office/powerpoint/2010/main" val="41801678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98433A-0F4B-4449-AF00-9BDF8AB1EC8E}" type="slidenum">
              <a:rPr lang="en-US" smtClean="0"/>
              <a:t>38</a:t>
            </a:fld>
            <a:endParaRPr lang="en-US"/>
          </a:p>
        </p:txBody>
      </p:sp>
    </p:spTree>
    <p:extLst>
      <p:ext uri="{BB962C8B-B14F-4D97-AF65-F5344CB8AC3E}">
        <p14:creationId xmlns:p14="http://schemas.microsoft.com/office/powerpoint/2010/main" val="29675521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98433A-0F4B-4449-AF00-9BDF8AB1EC8E}" type="slidenum">
              <a:rPr lang="en-US" smtClean="0"/>
              <a:t>39</a:t>
            </a:fld>
            <a:endParaRPr lang="en-US"/>
          </a:p>
        </p:txBody>
      </p:sp>
    </p:spTree>
    <p:extLst>
      <p:ext uri="{BB962C8B-B14F-4D97-AF65-F5344CB8AC3E}">
        <p14:creationId xmlns:p14="http://schemas.microsoft.com/office/powerpoint/2010/main" val="2165627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98433A-0F4B-4449-AF00-9BDF8AB1EC8E}" type="slidenum">
              <a:rPr lang="en-US" smtClean="0"/>
              <a:t>40</a:t>
            </a:fld>
            <a:endParaRPr lang="en-US"/>
          </a:p>
        </p:txBody>
      </p:sp>
    </p:spTree>
    <p:extLst>
      <p:ext uri="{BB962C8B-B14F-4D97-AF65-F5344CB8AC3E}">
        <p14:creationId xmlns:p14="http://schemas.microsoft.com/office/powerpoint/2010/main" val="6818348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a:t>
            </a:r>
            <a:r>
              <a:rPr lang="en-US" b="1" dirty="0"/>
              <a:t>A</a:t>
            </a:r>
            <a:r>
              <a:rPr lang="en-US" dirty="0"/>
              <a:t> part gets constructed, then the </a:t>
            </a:r>
            <a:r>
              <a:rPr lang="en-US" b="1" dirty="0"/>
              <a:t>B </a:t>
            </a:r>
            <a:r>
              <a:rPr lang="en-US" dirty="0"/>
              <a:t>part, then the </a:t>
            </a:r>
            <a:r>
              <a:rPr lang="en-US" b="1" dirty="0"/>
              <a:t>C </a:t>
            </a:r>
            <a:r>
              <a:rPr lang="en-US" dirty="0"/>
              <a:t>part.</a:t>
            </a:r>
          </a:p>
        </p:txBody>
      </p:sp>
      <p:sp>
        <p:nvSpPr>
          <p:cNvPr id="4" name="Slide Number Placeholder 3"/>
          <p:cNvSpPr>
            <a:spLocks noGrp="1"/>
          </p:cNvSpPr>
          <p:nvPr>
            <p:ph type="sldNum" sz="quarter" idx="5"/>
          </p:nvPr>
        </p:nvSpPr>
        <p:spPr/>
        <p:txBody>
          <a:bodyPr/>
          <a:lstStyle/>
          <a:p>
            <a:fld id="{B398433A-0F4B-4449-AF00-9BDF8AB1EC8E}" type="slidenum">
              <a:rPr lang="en-US" smtClean="0"/>
              <a:t>44</a:t>
            </a:fld>
            <a:endParaRPr lang="en-US"/>
          </a:p>
        </p:txBody>
      </p:sp>
    </p:spTree>
    <p:extLst>
      <p:ext uri="{BB962C8B-B14F-4D97-AF65-F5344CB8AC3E}">
        <p14:creationId xmlns:p14="http://schemas.microsoft.com/office/powerpoint/2010/main" val="1956965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98433A-0F4B-4449-AF00-9BDF8AB1EC8E}" type="slidenum">
              <a:rPr lang="en-US" smtClean="0"/>
              <a:t>45</a:t>
            </a:fld>
            <a:endParaRPr lang="en-US"/>
          </a:p>
        </p:txBody>
      </p:sp>
    </p:spTree>
    <p:extLst>
      <p:ext uri="{BB962C8B-B14F-4D97-AF65-F5344CB8AC3E}">
        <p14:creationId xmlns:p14="http://schemas.microsoft.com/office/powerpoint/2010/main" val="18288115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a:t>Learncpp</a:t>
            </a:r>
            <a:r>
              <a:rPr lang="en-US" sz="1200" dirty="0"/>
              <a:t>.</a:t>
            </a:r>
          </a:p>
          <a:p>
            <a:r>
              <a:rPr lang="en-US" sz="1200" dirty="0"/>
              <a:t>You could modify the classes directly, but you may or may not have editing rights. </a:t>
            </a:r>
          </a:p>
          <a:p>
            <a:r>
              <a:rPr lang="en-US" sz="1200" dirty="0"/>
              <a:t>Even if you did, any changes that you made might get overwritten due to some updates.</a:t>
            </a:r>
          </a:p>
        </p:txBody>
      </p:sp>
      <p:sp>
        <p:nvSpPr>
          <p:cNvPr id="4" name="Slide Number Placeholder 3"/>
          <p:cNvSpPr>
            <a:spLocks noGrp="1"/>
          </p:cNvSpPr>
          <p:nvPr>
            <p:ph type="sldNum" sz="quarter" idx="5"/>
          </p:nvPr>
        </p:nvSpPr>
        <p:spPr/>
        <p:txBody>
          <a:bodyPr/>
          <a:lstStyle/>
          <a:p>
            <a:fld id="{B398433A-0F4B-4449-AF00-9BDF8AB1EC8E}" type="slidenum">
              <a:rPr lang="en-US" smtClean="0"/>
              <a:t>57</a:t>
            </a:fld>
            <a:endParaRPr lang="en-US"/>
          </a:p>
        </p:txBody>
      </p:sp>
    </p:spTree>
    <p:extLst>
      <p:ext uri="{BB962C8B-B14F-4D97-AF65-F5344CB8AC3E}">
        <p14:creationId xmlns:p14="http://schemas.microsoft.com/office/powerpoint/2010/main" val="3077357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C3330-58AD-141B-0EE1-D50890ABA3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DC18DB-F5E2-34D0-1025-2A16232BA429}"/>
              </a:ext>
            </a:extLst>
          </p:cNvPr>
          <p:cNvSpPr>
            <a:spLocks noGrp="1"/>
          </p:cNvSpPr>
          <p:nvPr>
            <p:ph type="subTitle" idx="1"/>
          </p:nvPr>
        </p:nvSpPr>
        <p:spPr>
          <a:xfrm>
            <a:off x="1524000" y="3602038"/>
            <a:ext cx="9144000" cy="1655762"/>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404833D-975E-2B69-1936-83F4B71133CA}"/>
              </a:ext>
            </a:extLst>
          </p:cNvPr>
          <p:cNvSpPr>
            <a:spLocks noGrp="1"/>
          </p:cNvSpPr>
          <p:nvPr>
            <p:ph type="dt" sz="half" idx="10"/>
          </p:nvPr>
        </p:nvSpPr>
        <p:spPr/>
        <p:txBody>
          <a:bodyPr/>
          <a:lstStyle/>
          <a:p>
            <a:fld id="{40C8F753-D28D-4E82-870A-1A2EDFCF89A8}" type="datetimeFigureOut">
              <a:rPr lang="en-US" smtClean="0"/>
              <a:t>10/23/2023</a:t>
            </a:fld>
            <a:endParaRPr lang="en-US"/>
          </a:p>
        </p:txBody>
      </p:sp>
      <p:sp>
        <p:nvSpPr>
          <p:cNvPr id="5" name="Footer Placeholder 4">
            <a:extLst>
              <a:ext uri="{FF2B5EF4-FFF2-40B4-BE49-F238E27FC236}">
                <a16:creationId xmlns:a16="http://schemas.microsoft.com/office/drawing/2014/main" id="{3DFEB379-F3BB-272D-E795-0C0599C7F1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0DFCF9-E90D-4767-DE62-CBD226114873}"/>
              </a:ext>
            </a:extLst>
          </p:cNvPr>
          <p:cNvSpPr>
            <a:spLocks noGrp="1"/>
          </p:cNvSpPr>
          <p:nvPr>
            <p:ph type="sldNum" sz="quarter" idx="12"/>
          </p:nvPr>
        </p:nvSpPr>
        <p:spPr/>
        <p:txBody>
          <a:bodyPr/>
          <a:lstStyle/>
          <a:p>
            <a:fld id="{A5C14ED8-CBA6-405C-AE23-E22AD21C7F55}" type="slidenum">
              <a:rPr lang="en-US" smtClean="0"/>
              <a:t>‹#›</a:t>
            </a:fld>
            <a:endParaRPr lang="en-US"/>
          </a:p>
        </p:txBody>
      </p:sp>
    </p:spTree>
    <p:extLst>
      <p:ext uri="{BB962C8B-B14F-4D97-AF65-F5344CB8AC3E}">
        <p14:creationId xmlns:p14="http://schemas.microsoft.com/office/powerpoint/2010/main" val="3980970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41511-76B1-8AF6-0998-467C0E1659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687F83-C2D8-0F36-FB59-14BE31CA1B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35A951-AD0F-01E4-CE09-CEAA9BF090D2}"/>
              </a:ext>
            </a:extLst>
          </p:cNvPr>
          <p:cNvSpPr>
            <a:spLocks noGrp="1"/>
          </p:cNvSpPr>
          <p:nvPr>
            <p:ph type="dt" sz="half" idx="10"/>
          </p:nvPr>
        </p:nvSpPr>
        <p:spPr/>
        <p:txBody>
          <a:bodyPr/>
          <a:lstStyle/>
          <a:p>
            <a:fld id="{40C8F753-D28D-4E82-870A-1A2EDFCF89A8}" type="datetimeFigureOut">
              <a:rPr lang="en-US" smtClean="0"/>
              <a:t>10/23/2023</a:t>
            </a:fld>
            <a:endParaRPr lang="en-US"/>
          </a:p>
        </p:txBody>
      </p:sp>
      <p:sp>
        <p:nvSpPr>
          <p:cNvPr id="5" name="Footer Placeholder 4">
            <a:extLst>
              <a:ext uri="{FF2B5EF4-FFF2-40B4-BE49-F238E27FC236}">
                <a16:creationId xmlns:a16="http://schemas.microsoft.com/office/drawing/2014/main" id="{EFE19A4F-C7E9-5ABA-C874-EA5B0D89F8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DCCDFC-4464-E90E-7F3B-1483167FF99D}"/>
              </a:ext>
            </a:extLst>
          </p:cNvPr>
          <p:cNvSpPr>
            <a:spLocks noGrp="1"/>
          </p:cNvSpPr>
          <p:nvPr>
            <p:ph type="sldNum" sz="quarter" idx="12"/>
          </p:nvPr>
        </p:nvSpPr>
        <p:spPr/>
        <p:txBody>
          <a:bodyPr/>
          <a:lstStyle/>
          <a:p>
            <a:fld id="{A5C14ED8-CBA6-405C-AE23-E22AD21C7F55}" type="slidenum">
              <a:rPr lang="en-US" smtClean="0"/>
              <a:t>‹#›</a:t>
            </a:fld>
            <a:endParaRPr lang="en-US"/>
          </a:p>
        </p:txBody>
      </p:sp>
    </p:spTree>
    <p:extLst>
      <p:ext uri="{BB962C8B-B14F-4D97-AF65-F5344CB8AC3E}">
        <p14:creationId xmlns:p14="http://schemas.microsoft.com/office/powerpoint/2010/main" val="1228064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619E2-96C7-ACC1-D4E5-AA4A07D482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FEE11C-B09A-309F-A69D-5A34BF5E53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90BE81-C7FE-D148-021B-865EDBA79F88}"/>
              </a:ext>
            </a:extLst>
          </p:cNvPr>
          <p:cNvSpPr>
            <a:spLocks noGrp="1"/>
          </p:cNvSpPr>
          <p:nvPr>
            <p:ph type="dt" sz="half" idx="10"/>
          </p:nvPr>
        </p:nvSpPr>
        <p:spPr/>
        <p:txBody>
          <a:bodyPr/>
          <a:lstStyle/>
          <a:p>
            <a:fld id="{40C8F753-D28D-4E82-870A-1A2EDFCF89A8}" type="datetimeFigureOut">
              <a:rPr lang="en-US" smtClean="0"/>
              <a:t>10/23/2023</a:t>
            </a:fld>
            <a:endParaRPr lang="en-US"/>
          </a:p>
        </p:txBody>
      </p:sp>
      <p:sp>
        <p:nvSpPr>
          <p:cNvPr id="5" name="Footer Placeholder 4">
            <a:extLst>
              <a:ext uri="{FF2B5EF4-FFF2-40B4-BE49-F238E27FC236}">
                <a16:creationId xmlns:a16="http://schemas.microsoft.com/office/drawing/2014/main" id="{651CF1EE-1F13-2FF7-9D04-3247C301BA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856440-E95A-3325-F455-7AA67B1AB82F}"/>
              </a:ext>
            </a:extLst>
          </p:cNvPr>
          <p:cNvSpPr>
            <a:spLocks noGrp="1"/>
          </p:cNvSpPr>
          <p:nvPr>
            <p:ph type="sldNum" sz="quarter" idx="12"/>
          </p:nvPr>
        </p:nvSpPr>
        <p:spPr/>
        <p:txBody>
          <a:bodyPr/>
          <a:lstStyle/>
          <a:p>
            <a:fld id="{A5C14ED8-CBA6-405C-AE23-E22AD21C7F55}" type="slidenum">
              <a:rPr lang="en-US" smtClean="0"/>
              <a:t>‹#›</a:t>
            </a:fld>
            <a:endParaRPr lang="en-US"/>
          </a:p>
        </p:txBody>
      </p:sp>
    </p:spTree>
    <p:extLst>
      <p:ext uri="{BB962C8B-B14F-4D97-AF65-F5344CB8AC3E}">
        <p14:creationId xmlns:p14="http://schemas.microsoft.com/office/powerpoint/2010/main" val="2211622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8A521-50C9-24FA-86B1-E67B6B1FC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DCEF25-01DB-D344-B0FE-0EC4EFC404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D1D322-06C8-1486-2083-1120C33CF0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1BF01B0-DFF1-BAC7-5DE2-E7C7B32ADF8C}"/>
              </a:ext>
            </a:extLst>
          </p:cNvPr>
          <p:cNvSpPr>
            <a:spLocks noGrp="1"/>
          </p:cNvSpPr>
          <p:nvPr>
            <p:ph type="dt" sz="half" idx="10"/>
          </p:nvPr>
        </p:nvSpPr>
        <p:spPr/>
        <p:txBody>
          <a:bodyPr/>
          <a:lstStyle/>
          <a:p>
            <a:fld id="{40C8F753-D28D-4E82-870A-1A2EDFCF89A8}" type="datetimeFigureOut">
              <a:rPr lang="en-US" smtClean="0"/>
              <a:t>10/23/2023</a:t>
            </a:fld>
            <a:endParaRPr lang="en-US"/>
          </a:p>
        </p:txBody>
      </p:sp>
      <p:sp>
        <p:nvSpPr>
          <p:cNvPr id="6" name="Footer Placeholder 5">
            <a:extLst>
              <a:ext uri="{FF2B5EF4-FFF2-40B4-BE49-F238E27FC236}">
                <a16:creationId xmlns:a16="http://schemas.microsoft.com/office/drawing/2014/main" id="{1FE02301-7BA8-3696-C7D2-3E450C2C7A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59E8CF-5ACB-E30A-05DE-E4E23992C74A}"/>
              </a:ext>
            </a:extLst>
          </p:cNvPr>
          <p:cNvSpPr>
            <a:spLocks noGrp="1"/>
          </p:cNvSpPr>
          <p:nvPr>
            <p:ph type="sldNum" sz="quarter" idx="12"/>
          </p:nvPr>
        </p:nvSpPr>
        <p:spPr/>
        <p:txBody>
          <a:bodyPr/>
          <a:lstStyle/>
          <a:p>
            <a:fld id="{A5C14ED8-CBA6-405C-AE23-E22AD21C7F55}" type="slidenum">
              <a:rPr lang="en-US" smtClean="0"/>
              <a:t>‹#›</a:t>
            </a:fld>
            <a:endParaRPr lang="en-US"/>
          </a:p>
        </p:txBody>
      </p:sp>
    </p:spTree>
    <p:extLst>
      <p:ext uri="{BB962C8B-B14F-4D97-AF65-F5344CB8AC3E}">
        <p14:creationId xmlns:p14="http://schemas.microsoft.com/office/powerpoint/2010/main" val="3058092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D7E5F-C67F-A461-EDDB-6E25A8632B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B18D6C-3CEB-5926-A584-1323CF6643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DFE826-FE4D-D7D0-2AFA-E43A43F1E2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CA93EE-A497-AE63-F4D6-83E94C65DC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592248-0D80-114E-AD35-407A5E56DC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F88200-0441-9AD5-E112-54ECE81EB7C5}"/>
              </a:ext>
            </a:extLst>
          </p:cNvPr>
          <p:cNvSpPr>
            <a:spLocks noGrp="1"/>
          </p:cNvSpPr>
          <p:nvPr>
            <p:ph type="dt" sz="half" idx="10"/>
          </p:nvPr>
        </p:nvSpPr>
        <p:spPr/>
        <p:txBody>
          <a:bodyPr/>
          <a:lstStyle/>
          <a:p>
            <a:fld id="{40C8F753-D28D-4E82-870A-1A2EDFCF89A8}" type="datetimeFigureOut">
              <a:rPr lang="en-US" smtClean="0"/>
              <a:t>10/23/2023</a:t>
            </a:fld>
            <a:endParaRPr lang="en-US"/>
          </a:p>
        </p:txBody>
      </p:sp>
      <p:sp>
        <p:nvSpPr>
          <p:cNvPr id="8" name="Footer Placeholder 7">
            <a:extLst>
              <a:ext uri="{FF2B5EF4-FFF2-40B4-BE49-F238E27FC236}">
                <a16:creationId xmlns:a16="http://schemas.microsoft.com/office/drawing/2014/main" id="{4039E053-8685-924C-124B-C693AA513D6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C2B1342-EB50-D553-794E-A92943E97CB2}"/>
              </a:ext>
            </a:extLst>
          </p:cNvPr>
          <p:cNvSpPr>
            <a:spLocks noGrp="1"/>
          </p:cNvSpPr>
          <p:nvPr>
            <p:ph type="sldNum" sz="quarter" idx="12"/>
          </p:nvPr>
        </p:nvSpPr>
        <p:spPr/>
        <p:txBody>
          <a:bodyPr/>
          <a:lstStyle/>
          <a:p>
            <a:fld id="{A5C14ED8-CBA6-405C-AE23-E22AD21C7F55}" type="slidenum">
              <a:rPr lang="en-US" smtClean="0"/>
              <a:t>‹#›</a:t>
            </a:fld>
            <a:endParaRPr lang="en-US"/>
          </a:p>
        </p:txBody>
      </p:sp>
    </p:spTree>
    <p:extLst>
      <p:ext uri="{BB962C8B-B14F-4D97-AF65-F5344CB8AC3E}">
        <p14:creationId xmlns:p14="http://schemas.microsoft.com/office/powerpoint/2010/main" val="2485737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EAAC1-E927-5A43-46A9-08B1B010B7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72B458-A961-7A7A-036E-8562D135A029}"/>
              </a:ext>
            </a:extLst>
          </p:cNvPr>
          <p:cNvSpPr>
            <a:spLocks noGrp="1"/>
          </p:cNvSpPr>
          <p:nvPr>
            <p:ph type="dt" sz="half" idx="10"/>
          </p:nvPr>
        </p:nvSpPr>
        <p:spPr/>
        <p:txBody>
          <a:bodyPr/>
          <a:lstStyle/>
          <a:p>
            <a:fld id="{40C8F753-D28D-4E82-870A-1A2EDFCF89A8}" type="datetimeFigureOut">
              <a:rPr lang="en-US" smtClean="0"/>
              <a:t>10/23/2023</a:t>
            </a:fld>
            <a:endParaRPr lang="en-US"/>
          </a:p>
        </p:txBody>
      </p:sp>
      <p:sp>
        <p:nvSpPr>
          <p:cNvPr id="4" name="Footer Placeholder 3">
            <a:extLst>
              <a:ext uri="{FF2B5EF4-FFF2-40B4-BE49-F238E27FC236}">
                <a16:creationId xmlns:a16="http://schemas.microsoft.com/office/drawing/2014/main" id="{A060BE3C-B570-8C8C-CF0D-0FCE1D775F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D391E7-E37F-FD29-6CA7-055DB8873B9B}"/>
              </a:ext>
            </a:extLst>
          </p:cNvPr>
          <p:cNvSpPr>
            <a:spLocks noGrp="1"/>
          </p:cNvSpPr>
          <p:nvPr>
            <p:ph type="sldNum" sz="quarter" idx="12"/>
          </p:nvPr>
        </p:nvSpPr>
        <p:spPr/>
        <p:txBody>
          <a:bodyPr/>
          <a:lstStyle/>
          <a:p>
            <a:fld id="{A5C14ED8-CBA6-405C-AE23-E22AD21C7F55}" type="slidenum">
              <a:rPr lang="en-US" smtClean="0"/>
              <a:t>‹#›</a:t>
            </a:fld>
            <a:endParaRPr lang="en-US"/>
          </a:p>
        </p:txBody>
      </p:sp>
    </p:spTree>
    <p:extLst>
      <p:ext uri="{BB962C8B-B14F-4D97-AF65-F5344CB8AC3E}">
        <p14:creationId xmlns:p14="http://schemas.microsoft.com/office/powerpoint/2010/main" val="1530160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79D96D-1240-96E2-FC03-FB46CBC9C8E2}"/>
              </a:ext>
            </a:extLst>
          </p:cNvPr>
          <p:cNvSpPr>
            <a:spLocks noGrp="1"/>
          </p:cNvSpPr>
          <p:nvPr>
            <p:ph type="dt" sz="half" idx="10"/>
          </p:nvPr>
        </p:nvSpPr>
        <p:spPr/>
        <p:txBody>
          <a:bodyPr/>
          <a:lstStyle/>
          <a:p>
            <a:fld id="{40C8F753-D28D-4E82-870A-1A2EDFCF89A8}" type="datetimeFigureOut">
              <a:rPr lang="en-US" smtClean="0"/>
              <a:t>10/23/2023</a:t>
            </a:fld>
            <a:endParaRPr lang="en-US"/>
          </a:p>
        </p:txBody>
      </p:sp>
      <p:sp>
        <p:nvSpPr>
          <p:cNvPr id="3" name="Footer Placeholder 2">
            <a:extLst>
              <a:ext uri="{FF2B5EF4-FFF2-40B4-BE49-F238E27FC236}">
                <a16:creationId xmlns:a16="http://schemas.microsoft.com/office/drawing/2014/main" id="{99E4D139-E6BF-171D-9BC4-88801AD389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CA1CA4-C872-2F94-1F6C-1A9E6B0E3413}"/>
              </a:ext>
            </a:extLst>
          </p:cNvPr>
          <p:cNvSpPr>
            <a:spLocks noGrp="1"/>
          </p:cNvSpPr>
          <p:nvPr>
            <p:ph type="sldNum" sz="quarter" idx="12"/>
          </p:nvPr>
        </p:nvSpPr>
        <p:spPr/>
        <p:txBody>
          <a:bodyPr/>
          <a:lstStyle/>
          <a:p>
            <a:fld id="{A5C14ED8-CBA6-405C-AE23-E22AD21C7F55}" type="slidenum">
              <a:rPr lang="en-US" smtClean="0"/>
              <a:t>‹#›</a:t>
            </a:fld>
            <a:endParaRPr lang="en-US"/>
          </a:p>
        </p:txBody>
      </p:sp>
    </p:spTree>
    <p:extLst>
      <p:ext uri="{BB962C8B-B14F-4D97-AF65-F5344CB8AC3E}">
        <p14:creationId xmlns:p14="http://schemas.microsoft.com/office/powerpoint/2010/main" val="3075481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322CE-14A6-B034-5672-4780DC95B0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320475D-F912-8879-CFEA-F58E2A9C98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E81264D-D188-644F-45DB-0BC2CAEAED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F89994-AFC7-DBD0-1175-DEAF372151B9}"/>
              </a:ext>
            </a:extLst>
          </p:cNvPr>
          <p:cNvSpPr>
            <a:spLocks noGrp="1"/>
          </p:cNvSpPr>
          <p:nvPr>
            <p:ph type="dt" sz="half" idx="10"/>
          </p:nvPr>
        </p:nvSpPr>
        <p:spPr/>
        <p:txBody>
          <a:bodyPr/>
          <a:lstStyle/>
          <a:p>
            <a:fld id="{40C8F753-D28D-4E82-870A-1A2EDFCF89A8}" type="datetimeFigureOut">
              <a:rPr lang="en-US" smtClean="0"/>
              <a:t>10/23/2023</a:t>
            </a:fld>
            <a:endParaRPr lang="en-US"/>
          </a:p>
        </p:txBody>
      </p:sp>
      <p:sp>
        <p:nvSpPr>
          <p:cNvPr id="6" name="Footer Placeholder 5">
            <a:extLst>
              <a:ext uri="{FF2B5EF4-FFF2-40B4-BE49-F238E27FC236}">
                <a16:creationId xmlns:a16="http://schemas.microsoft.com/office/drawing/2014/main" id="{A1ACE938-E195-253C-8DC4-572BDCCC04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688E79-4763-45AC-AFAD-8DB53C09CA07}"/>
              </a:ext>
            </a:extLst>
          </p:cNvPr>
          <p:cNvSpPr>
            <a:spLocks noGrp="1"/>
          </p:cNvSpPr>
          <p:nvPr>
            <p:ph type="sldNum" sz="quarter" idx="12"/>
          </p:nvPr>
        </p:nvSpPr>
        <p:spPr/>
        <p:txBody>
          <a:bodyPr/>
          <a:lstStyle/>
          <a:p>
            <a:fld id="{A5C14ED8-CBA6-405C-AE23-E22AD21C7F55}" type="slidenum">
              <a:rPr lang="en-US" smtClean="0"/>
              <a:t>‹#›</a:t>
            </a:fld>
            <a:endParaRPr lang="en-US"/>
          </a:p>
        </p:txBody>
      </p:sp>
    </p:spTree>
    <p:extLst>
      <p:ext uri="{BB962C8B-B14F-4D97-AF65-F5344CB8AC3E}">
        <p14:creationId xmlns:p14="http://schemas.microsoft.com/office/powerpoint/2010/main" val="3921425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715AD-5345-8312-80F6-5FDAB8F33A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FD81B7-7228-7AF9-72B4-41B488BE98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7882A2A-3209-FAB1-F8A9-CC43A204F5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22A06A-6DA9-C3D2-3A5B-E67E954E828C}"/>
              </a:ext>
            </a:extLst>
          </p:cNvPr>
          <p:cNvSpPr>
            <a:spLocks noGrp="1"/>
          </p:cNvSpPr>
          <p:nvPr>
            <p:ph type="dt" sz="half" idx="10"/>
          </p:nvPr>
        </p:nvSpPr>
        <p:spPr/>
        <p:txBody>
          <a:bodyPr/>
          <a:lstStyle/>
          <a:p>
            <a:fld id="{40C8F753-D28D-4E82-870A-1A2EDFCF89A8}" type="datetimeFigureOut">
              <a:rPr lang="en-US" smtClean="0"/>
              <a:t>10/23/2023</a:t>
            </a:fld>
            <a:endParaRPr lang="en-US"/>
          </a:p>
        </p:txBody>
      </p:sp>
      <p:sp>
        <p:nvSpPr>
          <p:cNvPr id="6" name="Footer Placeholder 5">
            <a:extLst>
              <a:ext uri="{FF2B5EF4-FFF2-40B4-BE49-F238E27FC236}">
                <a16:creationId xmlns:a16="http://schemas.microsoft.com/office/drawing/2014/main" id="{A266B232-750D-FBFF-D1D1-276965FC50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DA77DD-3D59-F062-75D5-7B91E2768C48}"/>
              </a:ext>
            </a:extLst>
          </p:cNvPr>
          <p:cNvSpPr>
            <a:spLocks noGrp="1"/>
          </p:cNvSpPr>
          <p:nvPr>
            <p:ph type="sldNum" sz="quarter" idx="12"/>
          </p:nvPr>
        </p:nvSpPr>
        <p:spPr/>
        <p:txBody>
          <a:bodyPr/>
          <a:lstStyle/>
          <a:p>
            <a:fld id="{A5C14ED8-CBA6-405C-AE23-E22AD21C7F55}" type="slidenum">
              <a:rPr lang="en-US" smtClean="0"/>
              <a:t>‹#›</a:t>
            </a:fld>
            <a:endParaRPr lang="en-US"/>
          </a:p>
        </p:txBody>
      </p:sp>
    </p:spTree>
    <p:extLst>
      <p:ext uri="{BB962C8B-B14F-4D97-AF65-F5344CB8AC3E}">
        <p14:creationId xmlns:p14="http://schemas.microsoft.com/office/powerpoint/2010/main" val="1282083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852A5-41B1-432C-C3BD-411BB8AB9B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7D2F2E-CA1E-A9F6-4F2F-06BAA1F3D8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DA3401-F850-CE38-8287-1C793FB09080}"/>
              </a:ext>
            </a:extLst>
          </p:cNvPr>
          <p:cNvSpPr>
            <a:spLocks noGrp="1"/>
          </p:cNvSpPr>
          <p:nvPr>
            <p:ph type="dt" sz="half" idx="10"/>
          </p:nvPr>
        </p:nvSpPr>
        <p:spPr/>
        <p:txBody>
          <a:bodyPr/>
          <a:lstStyle/>
          <a:p>
            <a:fld id="{40C8F753-D28D-4E82-870A-1A2EDFCF89A8}" type="datetimeFigureOut">
              <a:rPr lang="en-US" smtClean="0"/>
              <a:t>10/23/2023</a:t>
            </a:fld>
            <a:endParaRPr lang="en-US"/>
          </a:p>
        </p:txBody>
      </p:sp>
      <p:sp>
        <p:nvSpPr>
          <p:cNvPr id="5" name="Footer Placeholder 4">
            <a:extLst>
              <a:ext uri="{FF2B5EF4-FFF2-40B4-BE49-F238E27FC236}">
                <a16:creationId xmlns:a16="http://schemas.microsoft.com/office/drawing/2014/main" id="{705B8CA1-0BB6-9075-95F2-951598B755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113464-E80A-C57D-6644-130A668DB702}"/>
              </a:ext>
            </a:extLst>
          </p:cNvPr>
          <p:cNvSpPr>
            <a:spLocks noGrp="1"/>
          </p:cNvSpPr>
          <p:nvPr>
            <p:ph type="sldNum" sz="quarter" idx="12"/>
          </p:nvPr>
        </p:nvSpPr>
        <p:spPr/>
        <p:txBody>
          <a:bodyPr/>
          <a:lstStyle/>
          <a:p>
            <a:fld id="{A5C14ED8-CBA6-405C-AE23-E22AD21C7F55}" type="slidenum">
              <a:rPr lang="en-US" smtClean="0"/>
              <a:t>‹#›</a:t>
            </a:fld>
            <a:endParaRPr lang="en-US"/>
          </a:p>
        </p:txBody>
      </p:sp>
    </p:spTree>
    <p:extLst>
      <p:ext uri="{BB962C8B-B14F-4D97-AF65-F5344CB8AC3E}">
        <p14:creationId xmlns:p14="http://schemas.microsoft.com/office/powerpoint/2010/main" val="531946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53CE18-648E-2F34-A192-495AF84351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E754981-E6BE-C3D6-E98B-6E12399A13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1568EC-B483-5926-D901-E945245306BA}"/>
              </a:ext>
            </a:extLst>
          </p:cNvPr>
          <p:cNvSpPr>
            <a:spLocks noGrp="1"/>
          </p:cNvSpPr>
          <p:nvPr>
            <p:ph type="dt" sz="half" idx="10"/>
          </p:nvPr>
        </p:nvSpPr>
        <p:spPr/>
        <p:txBody>
          <a:bodyPr/>
          <a:lstStyle/>
          <a:p>
            <a:fld id="{40C8F753-D28D-4E82-870A-1A2EDFCF89A8}" type="datetimeFigureOut">
              <a:rPr lang="en-US" smtClean="0"/>
              <a:t>10/23/2023</a:t>
            </a:fld>
            <a:endParaRPr lang="en-US"/>
          </a:p>
        </p:txBody>
      </p:sp>
      <p:sp>
        <p:nvSpPr>
          <p:cNvPr id="5" name="Footer Placeholder 4">
            <a:extLst>
              <a:ext uri="{FF2B5EF4-FFF2-40B4-BE49-F238E27FC236}">
                <a16:creationId xmlns:a16="http://schemas.microsoft.com/office/drawing/2014/main" id="{81BC62E0-5C5E-A6F7-C46A-FF9716C9ED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EC37FA-5E80-2E34-909A-4BC11503350E}"/>
              </a:ext>
            </a:extLst>
          </p:cNvPr>
          <p:cNvSpPr>
            <a:spLocks noGrp="1"/>
          </p:cNvSpPr>
          <p:nvPr>
            <p:ph type="sldNum" sz="quarter" idx="12"/>
          </p:nvPr>
        </p:nvSpPr>
        <p:spPr/>
        <p:txBody>
          <a:bodyPr/>
          <a:lstStyle/>
          <a:p>
            <a:fld id="{A5C14ED8-CBA6-405C-AE23-E22AD21C7F55}" type="slidenum">
              <a:rPr lang="en-US" smtClean="0"/>
              <a:t>‹#›</a:t>
            </a:fld>
            <a:endParaRPr lang="en-US"/>
          </a:p>
        </p:txBody>
      </p:sp>
    </p:spTree>
    <p:extLst>
      <p:ext uri="{BB962C8B-B14F-4D97-AF65-F5344CB8AC3E}">
        <p14:creationId xmlns:p14="http://schemas.microsoft.com/office/powerpoint/2010/main" val="1291379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D73BF3-951F-A435-571F-65CA8CCAB2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43A5D0-09C1-4EA5-3A82-29A1ED1926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C8F481-8FF3-F19F-1D0F-5D6606FFB3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C8F753-D28D-4E82-870A-1A2EDFCF89A8}" type="datetimeFigureOut">
              <a:rPr lang="en-US" smtClean="0"/>
              <a:t>10/23/2023</a:t>
            </a:fld>
            <a:endParaRPr lang="en-US"/>
          </a:p>
        </p:txBody>
      </p:sp>
      <p:sp>
        <p:nvSpPr>
          <p:cNvPr id="5" name="Footer Placeholder 4">
            <a:extLst>
              <a:ext uri="{FF2B5EF4-FFF2-40B4-BE49-F238E27FC236}">
                <a16:creationId xmlns:a16="http://schemas.microsoft.com/office/drawing/2014/main" id="{6EE1EBAC-B750-7789-EAE5-2C2CFC092F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910B95-2D93-E69D-C19E-A0D061BCA8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C14ED8-CBA6-405C-AE23-E22AD21C7F55}" type="slidenum">
              <a:rPr lang="en-US" smtClean="0"/>
              <a:t>‹#›</a:t>
            </a:fld>
            <a:endParaRPr lang="en-US"/>
          </a:p>
        </p:txBody>
      </p:sp>
    </p:spTree>
    <p:extLst>
      <p:ext uri="{BB962C8B-B14F-4D97-AF65-F5344CB8AC3E}">
        <p14:creationId xmlns:p14="http://schemas.microsoft.com/office/powerpoint/2010/main" val="21200051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learncpp.com/cpp-tutorial/basic-inheritance-in-c/"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learncpp.com/cpp-tutorial/order-of-construction-of-derived-classes/"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learncpp.com/cpp-tutorial/constructors-and-initialization-of-derived-classes/" TargetMode="Externa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learncpp.com/cpp-tutorial/constructors-and-initialization-of-derived-classes/"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2" Type="http://schemas.openxmlformats.org/officeDocument/2006/relationships/hyperlink" Target="https://www.learncpp.com/cpp-tutorial/constructors-and-initialization-of-derived-classes/"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ww.learncpp.com/cpp-tutorial/inheritance-and-access-specifiers/" TargetMode="Externa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6.png"/></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27.png"/><Relationship Id="rId5" Type="http://schemas.openxmlformats.org/officeDocument/2006/relationships/image" Target="../media/image24.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2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6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6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B31E7-991B-20E4-6591-E05CAD9B33A3}"/>
              </a:ext>
            </a:extLst>
          </p:cNvPr>
          <p:cNvSpPr>
            <a:spLocks noGrp="1"/>
          </p:cNvSpPr>
          <p:nvPr>
            <p:ph type="ctrTitle"/>
          </p:nvPr>
        </p:nvSpPr>
        <p:spPr/>
        <p:txBody>
          <a:bodyPr/>
          <a:lstStyle/>
          <a:p>
            <a:r>
              <a:rPr lang="en-US" dirty="0"/>
              <a:t>Inheritance</a:t>
            </a:r>
          </a:p>
        </p:txBody>
      </p:sp>
      <p:sp>
        <p:nvSpPr>
          <p:cNvPr id="3" name="Subtitle 2">
            <a:extLst>
              <a:ext uri="{FF2B5EF4-FFF2-40B4-BE49-F238E27FC236}">
                <a16:creationId xmlns:a16="http://schemas.microsoft.com/office/drawing/2014/main" id="{3F0D6F60-FB13-C2B7-5CE4-5D3F8704B402}"/>
              </a:ext>
            </a:extLst>
          </p:cNvPr>
          <p:cNvSpPr>
            <a:spLocks noGrp="1"/>
          </p:cNvSpPr>
          <p:nvPr>
            <p:ph type="subTitle" idx="1"/>
          </p:nvPr>
        </p:nvSpPr>
        <p:spPr/>
        <p:txBody>
          <a:bodyPr/>
          <a:lstStyle/>
          <a:p>
            <a:r>
              <a:rPr lang="en-US" dirty="0"/>
              <a:t>Mohammad Salman</a:t>
            </a:r>
          </a:p>
          <a:p>
            <a:r>
              <a:rPr lang="en-US" dirty="0"/>
              <a:t>Dean’s Fellow</a:t>
            </a:r>
          </a:p>
        </p:txBody>
      </p:sp>
    </p:spTree>
    <p:extLst>
      <p:ext uri="{BB962C8B-B14F-4D97-AF65-F5344CB8AC3E}">
        <p14:creationId xmlns:p14="http://schemas.microsoft.com/office/powerpoint/2010/main" val="485089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11A25A-FF84-7347-6A7D-BE51EBA3CD23}"/>
              </a:ext>
            </a:extLst>
          </p:cNvPr>
          <p:cNvSpPr>
            <a:spLocks noGrp="1"/>
          </p:cNvSpPr>
          <p:nvPr>
            <p:ph type="ctrTitle"/>
          </p:nvPr>
        </p:nvSpPr>
        <p:spPr/>
        <p:txBody>
          <a:bodyPr/>
          <a:lstStyle/>
          <a:p>
            <a:r>
              <a:rPr lang="en-US" dirty="0"/>
              <a:t>Let’s Implement Inheritance!</a:t>
            </a:r>
          </a:p>
        </p:txBody>
      </p:sp>
      <p:sp>
        <p:nvSpPr>
          <p:cNvPr id="5" name="Subtitle 4">
            <a:extLst>
              <a:ext uri="{FF2B5EF4-FFF2-40B4-BE49-F238E27FC236}">
                <a16:creationId xmlns:a16="http://schemas.microsoft.com/office/drawing/2014/main" id="{C1236E2E-E3E8-FE8F-5D2A-A4BAED2DE2A1}"/>
              </a:ext>
            </a:extLst>
          </p:cNvPr>
          <p:cNvSpPr>
            <a:spLocks noGrp="1"/>
          </p:cNvSpPr>
          <p:nvPr>
            <p:ph type="subTitle" idx="1"/>
          </p:nvPr>
        </p:nvSpPr>
        <p:spPr/>
        <p:txBody>
          <a:bodyPr/>
          <a:lstStyle/>
          <a:p>
            <a:r>
              <a:rPr lang="en-US" b="1" dirty="0"/>
              <a:t>Public Inheritance</a:t>
            </a:r>
            <a:r>
              <a:rPr lang="en-US" dirty="0"/>
              <a:t> is what we’ll primarily look at in this course.</a:t>
            </a:r>
          </a:p>
        </p:txBody>
      </p:sp>
      <p:sp>
        <p:nvSpPr>
          <p:cNvPr id="9" name="TextBox 8">
            <a:extLst>
              <a:ext uri="{FF2B5EF4-FFF2-40B4-BE49-F238E27FC236}">
                <a16:creationId xmlns:a16="http://schemas.microsoft.com/office/drawing/2014/main" id="{BC4D8602-B156-5BBC-4FF6-CDE9D450AA6E}"/>
              </a:ext>
            </a:extLst>
          </p:cNvPr>
          <p:cNvSpPr txBox="1"/>
          <p:nvPr/>
        </p:nvSpPr>
        <p:spPr>
          <a:xfrm>
            <a:off x="2778611" y="6099149"/>
            <a:ext cx="6634778" cy="369332"/>
          </a:xfrm>
          <a:prstGeom prst="rect">
            <a:avLst/>
          </a:prstGeom>
          <a:noFill/>
        </p:spPr>
        <p:txBody>
          <a:bodyPr wrap="square">
            <a:spAutoFit/>
          </a:bodyPr>
          <a:lstStyle/>
          <a:p>
            <a:pPr algn="ctr"/>
            <a:r>
              <a:rPr lang="en-US" dirty="0">
                <a:hlinkClick r:id="rId2"/>
              </a:rPr>
              <a:t>https://www.learncpp.com/cpp-tutorial/basic-inheritance-in-c/</a:t>
            </a:r>
            <a:endParaRPr lang="en-US" dirty="0"/>
          </a:p>
        </p:txBody>
      </p:sp>
    </p:spTree>
    <p:extLst>
      <p:ext uri="{BB962C8B-B14F-4D97-AF65-F5344CB8AC3E}">
        <p14:creationId xmlns:p14="http://schemas.microsoft.com/office/powerpoint/2010/main" val="633634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630D8-F3EA-B68A-8B58-8D44F8215046}"/>
              </a:ext>
            </a:extLst>
          </p:cNvPr>
          <p:cNvSpPr>
            <a:spLocks noGrp="1"/>
          </p:cNvSpPr>
          <p:nvPr>
            <p:ph type="title"/>
          </p:nvPr>
        </p:nvSpPr>
        <p:spPr/>
        <p:txBody>
          <a:bodyPr/>
          <a:lstStyle/>
          <a:p>
            <a:r>
              <a:rPr lang="en-US" dirty="0"/>
              <a:t>Recap of some basic ideas from last time…</a:t>
            </a:r>
          </a:p>
        </p:txBody>
      </p:sp>
      <p:sp>
        <p:nvSpPr>
          <p:cNvPr id="3" name="Content Placeholder 2">
            <a:extLst>
              <a:ext uri="{FF2B5EF4-FFF2-40B4-BE49-F238E27FC236}">
                <a16:creationId xmlns:a16="http://schemas.microsoft.com/office/drawing/2014/main" id="{3ED00811-33CD-E6EF-A67A-A1590087239B}"/>
              </a:ext>
            </a:extLst>
          </p:cNvPr>
          <p:cNvSpPr>
            <a:spLocks noGrp="1"/>
          </p:cNvSpPr>
          <p:nvPr>
            <p:ph idx="1"/>
          </p:nvPr>
        </p:nvSpPr>
        <p:spPr/>
        <p:txBody>
          <a:bodyPr/>
          <a:lstStyle/>
          <a:p>
            <a:r>
              <a:rPr lang="en-US" sz="2800" i="1" dirty="0"/>
              <a:t>A derived class </a:t>
            </a:r>
            <a:r>
              <a:rPr lang="en-US" sz="2800" b="1" i="1" dirty="0"/>
              <a:t>extends the capabilities </a:t>
            </a:r>
            <a:r>
              <a:rPr lang="en-US" sz="2800" i="1" dirty="0"/>
              <a:t>of its base class.</a:t>
            </a:r>
          </a:p>
          <a:p>
            <a:endParaRPr lang="en-US" i="1" dirty="0"/>
          </a:p>
          <a:p>
            <a:r>
              <a:rPr lang="en-US" sz="2800" i="1" dirty="0"/>
              <a:t>A derived class is typically </a:t>
            </a:r>
            <a:r>
              <a:rPr lang="en-US" sz="2800" b="1" i="1" dirty="0"/>
              <a:t>more specialized </a:t>
            </a:r>
            <a:r>
              <a:rPr lang="en-US" sz="2800" i="1" dirty="0"/>
              <a:t>than its base class.</a:t>
            </a:r>
          </a:p>
          <a:p>
            <a:endParaRPr lang="en-US" sz="2800" i="1" dirty="0"/>
          </a:p>
          <a:p>
            <a:r>
              <a:rPr lang="en-US" sz="2800" i="1" dirty="0"/>
              <a:t>You can have </a:t>
            </a:r>
            <a:r>
              <a:rPr lang="en-US" sz="2800" b="1" i="1" dirty="0"/>
              <a:t>multiple levels </a:t>
            </a:r>
            <a:r>
              <a:rPr lang="en-US" sz="2800" i="1" dirty="0"/>
              <a:t>of inheritance (chaining inheritance).</a:t>
            </a:r>
          </a:p>
          <a:p>
            <a:endParaRPr lang="en-US" i="1" dirty="0"/>
          </a:p>
          <a:p>
            <a:r>
              <a:rPr lang="en-US" sz="2800" b="1" i="1" dirty="0"/>
              <a:t>Inheritance vs. composition </a:t>
            </a:r>
            <a:r>
              <a:rPr lang="en-US" sz="2800" i="1" dirty="0"/>
              <a:t>– a design decision.</a:t>
            </a:r>
          </a:p>
          <a:p>
            <a:endParaRPr lang="en-US" dirty="0"/>
          </a:p>
        </p:txBody>
      </p:sp>
    </p:spTree>
    <p:extLst>
      <p:ext uri="{BB962C8B-B14F-4D97-AF65-F5344CB8AC3E}">
        <p14:creationId xmlns:p14="http://schemas.microsoft.com/office/powerpoint/2010/main" val="486182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9FE9B-4B7E-E53A-5209-2F0008131593}"/>
              </a:ext>
            </a:extLst>
          </p:cNvPr>
          <p:cNvSpPr>
            <a:spLocks noGrp="1"/>
          </p:cNvSpPr>
          <p:nvPr>
            <p:ph type="title"/>
          </p:nvPr>
        </p:nvSpPr>
        <p:spPr/>
        <p:txBody>
          <a:bodyPr/>
          <a:lstStyle/>
          <a:p>
            <a:r>
              <a:rPr lang="en-US"/>
              <a:t>Public Inheritance</a:t>
            </a:r>
          </a:p>
        </p:txBody>
      </p:sp>
      <p:sp>
        <p:nvSpPr>
          <p:cNvPr id="3" name="Content Placeholder 2">
            <a:extLst>
              <a:ext uri="{FF2B5EF4-FFF2-40B4-BE49-F238E27FC236}">
                <a16:creationId xmlns:a16="http://schemas.microsoft.com/office/drawing/2014/main" id="{EA814DEF-9A60-775F-C8EB-AC32F7A6123C}"/>
              </a:ext>
            </a:extLst>
          </p:cNvPr>
          <p:cNvSpPr>
            <a:spLocks noGrp="1"/>
          </p:cNvSpPr>
          <p:nvPr>
            <p:ph idx="1"/>
          </p:nvPr>
        </p:nvSpPr>
        <p:spPr/>
        <p:txBody>
          <a:bodyPr/>
          <a:lstStyle/>
          <a:p>
            <a:r>
              <a:rPr lang="en-US" dirty="0"/>
              <a:t>There are other types of inheritance as well.</a:t>
            </a:r>
          </a:p>
          <a:p>
            <a:endParaRPr lang="en-US" dirty="0"/>
          </a:p>
          <a:p>
            <a:r>
              <a:rPr lang="en-US" b="1" dirty="0"/>
              <a:t>Public inheritance</a:t>
            </a:r>
            <a:r>
              <a:rPr lang="en-US" dirty="0"/>
              <a:t> is generally the more common one and easy to understand as well.</a:t>
            </a:r>
          </a:p>
          <a:p>
            <a:pPr lvl="1"/>
            <a:r>
              <a:rPr lang="en-US" dirty="0"/>
              <a:t>The access levels of the inherited members within the derived class is the same as the access levels of those members in the base class.</a:t>
            </a:r>
          </a:p>
        </p:txBody>
      </p:sp>
    </p:spTree>
    <p:extLst>
      <p:ext uri="{BB962C8B-B14F-4D97-AF65-F5344CB8AC3E}">
        <p14:creationId xmlns:p14="http://schemas.microsoft.com/office/powerpoint/2010/main" val="3886508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C5C408-BEF1-6956-816D-997194FA295E}"/>
              </a:ext>
            </a:extLst>
          </p:cNvPr>
          <p:cNvSpPr txBox="1"/>
          <p:nvPr/>
        </p:nvSpPr>
        <p:spPr>
          <a:xfrm>
            <a:off x="231543" y="1504369"/>
            <a:ext cx="5373191" cy="5262979"/>
          </a:xfrm>
          <a:prstGeom prst="rect">
            <a:avLst/>
          </a:prstGeom>
          <a:noFill/>
        </p:spPr>
        <p:txBody>
          <a:bodyPr wrap="square">
            <a:spAutoFit/>
          </a:bodyPr>
          <a:lstStyle/>
          <a:p>
            <a:r>
              <a:rPr lang="en-US" sz="1600" dirty="0">
                <a:solidFill>
                  <a:srgbClr val="7A3E9D"/>
                </a:solidFill>
                <a:latin typeface="Cascadia Mono" panose="020B0609020000020004" pitchFamily="49" charset="0"/>
              </a:rPr>
              <a:t>class</a:t>
            </a:r>
            <a:r>
              <a:rPr lang="en-US" sz="1600" dirty="0">
                <a:solidFill>
                  <a:srgbClr val="333333"/>
                </a:solidFill>
                <a:latin typeface="Cascadia Mono" panose="020B0609020000020004" pitchFamily="49" charset="0"/>
              </a:rPr>
              <a:t> </a:t>
            </a:r>
            <a:r>
              <a:rPr lang="en-US" sz="1600" b="1" dirty="0">
                <a:solidFill>
                  <a:srgbClr val="7A3E9D"/>
                </a:solidFill>
                <a:latin typeface="Cascadia Mono" panose="020B0609020000020004" pitchFamily="49" charset="0"/>
              </a:rPr>
              <a:t>Person</a:t>
            </a:r>
            <a:endParaRPr lang="en-US" sz="1600" dirty="0">
              <a:solidFill>
                <a:srgbClr val="333333"/>
              </a:solidFill>
              <a:latin typeface="Cascadia Mono" panose="020B0609020000020004" pitchFamily="49" charset="0"/>
            </a:endParaRPr>
          </a:p>
          <a:p>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7A3E9D"/>
                </a:solidFill>
                <a:latin typeface="Cascadia Mono" panose="020B0609020000020004" pitchFamily="49" charset="0"/>
              </a:rPr>
              <a:t>private</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b="1" dirty="0">
                <a:solidFill>
                  <a:srgbClr val="7A3E9D"/>
                </a:solidFill>
                <a:latin typeface="Cascadia Mono" panose="020B0609020000020004" pitchFamily="49" charset="0"/>
              </a:rPr>
              <a:t>std</a:t>
            </a:r>
            <a:r>
              <a:rPr lang="en-US" sz="1600" dirty="0">
                <a:solidFill>
                  <a:srgbClr val="777777"/>
                </a:solidFill>
                <a:latin typeface="Cascadia Mono" panose="020B0609020000020004" pitchFamily="49" charset="0"/>
              </a:rPr>
              <a:t>::</a:t>
            </a:r>
            <a:r>
              <a:rPr lang="en-US" sz="1600" b="1" dirty="0">
                <a:solidFill>
                  <a:srgbClr val="7A3E9D"/>
                </a:solidFill>
                <a:latin typeface="Cascadia Mono" panose="020B0609020000020004" pitchFamily="49" charset="0"/>
              </a:rPr>
              <a:t>string</a:t>
            </a:r>
            <a:r>
              <a:rPr lang="en-US" sz="1600" dirty="0">
                <a:solidFill>
                  <a:srgbClr val="333333"/>
                </a:solidFill>
                <a:latin typeface="Cascadia Mono" panose="020B0609020000020004" pitchFamily="49" charset="0"/>
              </a:rPr>
              <a:t> </a:t>
            </a:r>
            <a:r>
              <a:rPr lang="en-US" sz="1600" dirty="0" err="1">
                <a:solidFill>
                  <a:srgbClr val="7A3E9D"/>
                </a:solidFill>
                <a:latin typeface="Cascadia Mono" panose="020B0609020000020004" pitchFamily="49" charset="0"/>
              </a:rPr>
              <a:t>m_name</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int</a:t>
            </a:r>
            <a:r>
              <a:rPr lang="en-US" sz="1600" dirty="0">
                <a:solidFill>
                  <a:srgbClr val="333333"/>
                </a:solidFill>
                <a:latin typeface="Cascadia Mono" panose="020B0609020000020004" pitchFamily="49" charset="0"/>
              </a:rPr>
              <a:t> </a:t>
            </a:r>
            <a:r>
              <a:rPr lang="en-US" sz="1600" dirty="0" err="1">
                <a:solidFill>
                  <a:srgbClr val="7A3E9D"/>
                </a:solidFill>
                <a:latin typeface="Cascadia Mono" panose="020B0609020000020004" pitchFamily="49" charset="0"/>
              </a:rPr>
              <a:t>m_age</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br>
              <a:rPr lang="en-US" sz="1600" dirty="0">
                <a:solidFill>
                  <a:srgbClr val="333333"/>
                </a:solidFill>
                <a:latin typeface="Cascadia Mono" panose="020B0609020000020004" pitchFamily="49" charset="0"/>
              </a:rPr>
            </a:br>
            <a:r>
              <a:rPr lang="en-US" sz="1600" dirty="0">
                <a:solidFill>
                  <a:srgbClr val="7A3E9D"/>
                </a:solidFill>
                <a:latin typeface="Cascadia Mono" panose="020B0609020000020004" pitchFamily="49" charset="0"/>
              </a:rPr>
              <a:t>public</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b="1" dirty="0">
                <a:solidFill>
                  <a:srgbClr val="AA3731"/>
                </a:solidFill>
                <a:latin typeface="Cascadia Mono" panose="020B0609020000020004" pitchFamily="49" charset="0"/>
              </a:rPr>
              <a:t>Person</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b="1" dirty="0" err="1">
                <a:solidFill>
                  <a:srgbClr val="7A3E9D"/>
                </a:solidFill>
                <a:latin typeface="Cascadia Mono" panose="020B0609020000020004" pitchFamily="49" charset="0"/>
              </a:rPr>
              <a:t>m_name</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448C27"/>
                </a:solidFill>
                <a:latin typeface="Cascadia Mono" panose="020B0609020000020004" pitchFamily="49" charset="0"/>
              </a:rPr>
              <a:t>Unnamed</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b="1" dirty="0" err="1">
                <a:solidFill>
                  <a:srgbClr val="7A3E9D"/>
                </a:solidFill>
                <a:latin typeface="Cascadia Mono" panose="020B0609020000020004" pitchFamily="49" charset="0"/>
              </a:rPr>
              <a:t>m_age</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9C5D27"/>
                </a:solidFill>
                <a:latin typeface="Cascadia Mono" panose="020B0609020000020004" pitchFamily="49" charset="0"/>
              </a:rPr>
              <a:t>1</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br>
              <a:rPr lang="en-US" sz="1600" dirty="0">
                <a:solidFill>
                  <a:srgbClr val="333333"/>
                </a:solidFill>
                <a:latin typeface="Cascadia Mono" panose="020B0609020000020004" pitchFamily="49" charset="0"/>
              </a:rPr>
            </a:br>
            <a:r>
              <a:rPr lang="en-US" sz="1600" dirty="0">
                <a:solidFill>
                  <a:srgbClr val="333333"/>
                </a:solidFill>
                <a:latin typeface="Cascadia Mono" panose="020B0609020000020004" pitchFamily="49" charset="0"/>
              </a:rPr>
              <a:t>    </a:t>
            </a:r>
            <a:r>
              <a:rPr lang="en-US" sz="1600" b="1" dirty="0">
                <a:solidFill>
                  <a:srgbClr val="AA3731"/>
                </a:solidFill>
                <a:latin typeface="Cascadia Mono" panose="020B0609020000020004" pitchFamily="49" charset="0"/>
              </a:rPr>
              <a:t>Person</a:t>
            </a:r>
            <a:r>
              <a:rPr lang="en-US" sz="1600" dirty="0">
                <a:solidFill>
                  <a:srgbClr val="777777"/>
                </a:solidFill>
                <a:latin typeface="Cascadia Mono" panose="020B0609020000020004" pitchFamily="49" charset="0"/>
              </a:rPr>
              <a:t>(</a:t>
            </a:r>
            <a:r>
              <a:rPr lang="en-US" sz="1600" dirty="0">
                <a:solidFill>
                  <a:srgbClr val="4B69C6"/>
                </a:solidFill>
                <a:latin typeface="Cascadia Mono" panose="020B0609020000020004" pitchFamily="49" charset="0"/>
              </a:rPr>
              <a:t>const</a:t>
            </a:r>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char</a:t>
            </a:r>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name</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int</a:t>
            </a:r>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age</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9C5D27"/>
                </a:solidFill>
                <a:latin typeface="Cascadia Mono" panose="020B0609020000020004" pitchFamily="49" charset="0"/>
              </a:rPr>
              <a:t>1</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b="1" dirty="0" err="1">
                <a:solidFill>
                  <a:srgbClr val="7A3E9D"/>
                </a:solidFill>
                <a:latin typeface="Cascadia Mono" panose="020B0609020000020004" pitchFamily="49" charset="0"/>
              </a:rPr>
              <a:t>m_name</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name</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b="1" dirty="0" err="1">
                <a:solidFill>
                  <a:srgbClr val="7A3E9D"/>
                </a:solidFill>
                <a:latin typeface="Cascadia Mono" panose="020B0609020000020004" pitchFamily="49" charset="0"/>
              </a:rPr>
              <a:t>m_age</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age</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br>
              <a:rPr lang="en-US" sz="1600" dirty="0">
                <a:solidFill>
                  <a:srgbClr val="333333"/>
                </a:solidFill>
                <a:latin typeface="Cascadia Mono" panose="020B0609020000020004" pitchFamily="49" charset="0"/>
              </a:rPr>
            </a:br>
            <a:r>
              <a:rPr lang="en-US" sz="1600" dirty="0">
                <a:solidFill>
                  <a:srgbClr val="333333"/>
                </a:solidFill>
                <a:latin typeface="Cascadia Mono" panose="020B0609020000020004" pitchFamily="49" charset="0"/>
              </a:rPr>
              <a:t>    </a:t>
            </a:r>
            <a:r>
              <a:rPr lang="en-US" sz="1600" dirty="0">
                <a:solidFill>
                  <a:srgbClr val="4B69C6"/>
                </a:solidFill>
                <a:latin typeface="Cascadia Mono" panose="020B0609020000020004" pitchFamily="49" charset="0"/>
              </a:rPr>
              <a:t>const</a:t>
            </a:r>
            <a:r>
              <a:rPr lang="en-US" sz="1600" dirty="0">
                <a:solidFill>
                  <a:srgbClr val="333333"/>
                </a:solidFill>
                <a:latin typeface="Cascadia Mono" panose="020B0609020000020004" pitchFamily="49" charset="0"/>
              </a:rPr>
              <a:t> </a:t>
            </a:r>
            <a:r>
              <a:rPr lang="en-US" sz="1600" b="1" dirty="0">
                <a:solidFill>
                  <a:srgbClr val="7A3E9D"/>
                </a:solidFill>
                <a:latin typeface="Cascadia Mono" panose="020B0609020000020004" pitchFamily="49" charset="0"/>
              </a:rPr>
              <a:t>std</a:t>
            </a:r>
            <a:r>
              <a:rPr lang="en-US" sz="1600" dirty="0">
                <a:solidFill>
                  <a:srgbClr val="777777"/>
                </a:solidFill>
                <a:latin typeface="Cascadia Mono" panose="020B0609020000020004" pitchFamily="49" charset="0"/>
              </a:rPr>
              <a:t>::</a:t>
            </a:r>
            <a:r>
              <a:rPr lang="en-US" sz="1600" b="1" dirty="0">
                <a:solidFill>
                  <a:srgbClr val="7A3E9D"/>
                </a:solidFill>
                <a:latin typeface="Cascadia Mono" panose="020B0609020000020004" pitchFamily="49" charset="0"/>
              </a:rPr>
              <a:t>string</a:t>
            </a:r>
            <a:r>
              <a:rPr lang="en-US" sz="1600" dirty="0">
                <a:solidFill>
                  <a:srgbClr val="4B69C6"/>
                </a:solidFill>
                <a:latin typeface="Cascadia Mono" panose="020B0609020000020004" pitchFamily="49" charset="0"/>
              </a:rPr>
              <a:t>&amp;</a:t>
            </a:r>
            <a:r>
              <a:rPr lang="en-US" sz="1600" dirty="0">
                <a:solidFill>
                  <a:srgbClr val="333333"/>
                </a:solidFill>
                <a:latin typeface="Cascadia Mono" panose="020B0609020000020004" pitchFamily="49" charset="0"/>
              </a:rPr>
              <a:t> </a:t>
            </a:r>
            <a:r>
              <a:rPr lang="en-US" sz="1600" b="1" dirty="0" err="1">
                <a:solidFill>
                  <a:srgbClr val="AA3731"/>
                </a:solidFill>
                <a:latin typeface="Cascadia Mono" panose="020B0609020000020004" pitchFamily="49" charset="0"/>
              </a:rPr>
              <a:t>getName</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4B69C6"/>
                </a:solidFill>
                <a:latin typeface="Cascadia Mono" panose="020B0609020000020004" pitchFamily="49" charset="0"/>
              </a:rPr>
              <a:t>const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4B69C6"/>
                </a:solidFill>
                <a:latin typeface="Cascadia Mono" panose="020B0609020000020004" pitchFamily="49" charset="0"/>
              </a:rPr>
              <a:t>return</a:t>
            </a:r>
            <a:r>
              <a:rPr lang="en-US" sz="1600" dirty="0">
                <a:solidFill>
                  <a:srgbClr val="333333"/>
                </a:solidFill>
                <a:latin typeface="Cascadia Mono" panose="020B0609020000020004" pitchFamily="49" charset="0"/>
              </a:rPr>
              <a:t> </a:t>
            </a:r>
            <a:r>
              <a:rPr lang="en-US" sz="1600" dirty="0" err="1">
                <a:solidFill>
                  <a:srgbClr val="7A3E9D"/>
                </a:solidFill>
                <a:latin typeface="Cascadia Mono" panose="020B0609020000020004" pitchFamily="49" charset="0"/>
              </a:rPr>
              <a:t>m_name</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p>
          <a:p>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int</a:t>
            </a:r>
            <a:r>
              <a:rPr lang="en-US" sz="1600" dirty="0">
                <a:solidFill>
                  <a:srgbClr val="333333"/>
                </a:solidFill>
                <a:latin typeface="Cascadia Mono" panose="020B0609020000020004" pitchFamily="49" charset="0"/>
              </a:rPr>
              <a:t> </a:t>
            </a:r>
            <a:r>
              <a:rPr lang="en-US" sz="1600" b="1" dirty="0" err="1">
                <a:solidFill>
                  <a:srgbClr val="AA3731"/>
                </a:solidFill>
                <a:latin typeface="Cascadia Mono" panose="020B0609020000020004" pitchFamily="49" charset="0"/>
              </a:rPr>
              <a:t>getAge</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4B69C6"/>
                </a:solidFill>
                <a:latin typeface="Cascadia Mono" panose="020B0609020000020004" pitchFamily="49" charset="0"/>
              </a:rPr>
              <a:t>const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4B69C6"/>
                </a:solidFill>
                <a:latin typeface="Cascadia Mono" panose="020B0609020000020004" pitchFamily="49" charset="0"/>
              </a:rPr>
              <a:t>return</a:t>
            </a:r>
            <a:r>
              <a:rPr lang="en-US" sz="1600" dirty="0">
                <a:solidFill>
                  <a:srgbClr val="333333"/>
                </a:solidFill>
                <a:latin typeface="Cascadia Mono" panose="020B0609020000020004" pitchFamily="49" charset="0"/>
              </a:rPr>
              <a:t> </a:t>
            </a:r>
            <a:r>
              <a:rPr lang="en-US" sz="1600" dirty="0" err="1">
                <a:solidFill>
                  <a:srgbClr val="7A3E9D"/>
                </a:solidFill>
                <a:latin typeface="Cascadia Mono" panose="020B0609020000020004" pitchFamily="49" charset="0"/>
              </a:rPr>
              <a:t>m_age</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p:txBody>
      </p:sp>
      <p:sp>
        <p:nvSpPr>
          <p:cNvPr id="6" name="TextBox 5">
            <a:extLst>
              <a:ext uri="{FF2B5EF4-FFF2-40B4-BE49-F238E27FC236}">
                <a16:creationId xmlns:a16="http://schemas.microsoft.com/office/drawing/2014/main" id="{EC79DAAB-2923-9354-234D-CEDDD56CF8E6}"/>
              </a:ext>
            </a:extLst>
          </p:cNvPr>
          <p:cNvSpPr txBox="1"/>
          <p:nvPr/>
        </p:nvSpPr>
        <p:spPr>
          <a:xfrm>
            <a:off x="231543" y="94690"/>
            <a:ext cx="11728911" cy="1015663"/>
          </a:xfrm>
          <a:prstGeom prst="rect">
            <a:avLst/>
          </a:prstGeom>
          <a:noFill/>
          <a:ln>
            <a:noFill/>
          </a:ln>
        </p:spPr>
        <p:txBody>
          <a:bodyPr wrap="square">
            <a:spAutoFit/>
          </a:bodyPr>
          <a:lstStyle/>
          <a:p>
            <a:r>
              <a:rPr lang="en-US" sz="2000" dirty="0"/>
              <a:t>Let’s say we have a </a:t>
            </a:r>
            <a:r>
              <a:rPr lang="en-US" sz="2000" b="1" dirty="0">
                <a:latin typeface="Cascadia Code" panose="020B0609020000020004" pitchFamily="49" charset="0"/>
                <a:ea typeface="Cascadia Code" panose="020B0609020000020004" pitchFamily="49" charset="0"/>
                <a:cs typeface="Cascadia Code" panose="020B0609020000020004" pitchFamily="49" charset="0"/>
              </a:rPr>
              <a:t>class Person</a:t>
            </a:r>
            <a:r>
              <a:rPr lang="en-US" sz="2000" dirty="0"/>
              <a:t>.</a:t>
            </a:r>
          </a:p>
          <a:p>
            <a:endParaRPr lang="en-US" sz="2000" dirty="0"/>
          </a:p>
          <a:p>
            <a:r>
              <a:rPr lang="en-US" sz="2000" dirty="0"/>
              <a:t>Objects of this class would be a generic person. The members of this class reflect that.</a:t>
            </a:r>
          </a:p>
        </p:txBody>
      </p:sp>
      <p:sp>
        <p:nvSpPr>
          <p:cNvPr id="8" name="TextBox 7">
            <a:extLst>
              <a:ext uri="{FF2B5EF4-FFF2-40B4-BE49-F238E27FC236}">
                <a16:creationId xmlns:a16="http://schemas.microsoft.com/office/drawing/2014/main" id="{96A77001-080C-584C-CB7F-1D119DA47D96}"/>
              </a:ext>
            </a:extLst>
          </p:cNvPr>
          <p:cNvSpPr txBox="1"/>
          <p:nvPr/>
        </p:nvSpPr>
        <p:spPr>
          <a:xfrm>
            <a:off x="6433073" y="1504369"/>
            <a:ext cx="5666590" cy="2585323"/>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Person</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daffy</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448C27"/>
                </a:solidFill>
                <a:effectLst/>
                <a:latin typeface="Cascadia Mono" panose="020B0609020000020004" pitchFamily="49" charset="0"/>
              </a:rPr>
              <a:t>Daffy Duck</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86</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std</a:t>
            </a:r>
            <a:r>
              <a:rPr lang="en-US" b="0" dirty="0">
                <a:solidFill>
                  <a:srgbClr val="777777"/>
                </a:solidFill>
                <a:effectLst/>
                <a:latin typeface="Cascadia Mono" panose="020B0609020000020004" pitchFamily="49" charset="0"/>
              </a:rPr>
              <a:t>::</a:t>
            </a:r>
            <a:r>
              <a:rPr lang="en-US" b="0" dirty="0" err="1">
                <a:solidFill>
                  <a:srgbClr val="7A3E9D"/>
                </a:solidFill>
                <a:effectLst/>
                <a:latin typeface="Cascadia Mono" panose="020B0609020000020004" pitchFamily="49" charset="0"/>
              </a:rPr>
              <a:t>cout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&lt;&lt;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daffy</a:t>
            </a:r>
            <a:r>
              <a:rPr lang="en-US" b="0" dirty="0" err="1">
                <a:solidFill>
                  <a:srgbClr val="777777"/>
                </a:solidFill>
                <a:effectLst/>
                <a:latin typeface="Cascadia Mono" panose="020B0609020000020004" pitchFamily="49" charset="0"/>
              </a:rPr>
              <a:t>.</a:t>
            </a:r>
            <a:r>
              <a:rPr lang="en-US" b="1" dirty="0" err="1">
                <a:solidFill>
                  <a:srgbClr val="AA3731"/>
                </a:solidFill>
                <a:effectLst/>
                <a:latin typeface="Cascadia Mono" panose="020B0609020000020004" pitchFamily="49" charset="0"/>
              </a:rPr>
              <a:t>getName</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&lt;&lt;</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448C27"/>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p>
          <a:p>
            <a:r>
              <a:rPr lang="en-US" dirty="0">
                <a:solidFill>
                  <a:srgbClr val="333333"/>
                </a:solidFill>
                <a:latin typeface="Cascadia Mono" panose="020B0609020000020004" pitchFamily="49" charset="0"/>
              </a:rPr>
              <a:t>              </a:t>
            </a:r>
            <a:r>
              <a:rPr lang="en-US" b="1" dirty="0">
                <a:solidFill>
                  <a:srgbClr val="AA3731"/>
                </a:solidFill>
                <a:effectLst/>
                <a:latin typeface="Cascadia Mono" panose="020B0609020000020004" pitchFamily="49" charset="0"/>
              </a:rPr>
              <a:t>&lt;&lt;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daffy</a:t>
            </a:r>
            <a:r>
              <a:rPr lang="en-US" b="0" dirty="0" err="1">
                <a:solidFill>
                  <a:srgbClr val="777777"/>
                </a:solidFill>
                <a:effectLst/>
                <a:latin typeface="Cascadia Mono" panose="020B0609020000020004" pitchFamily="49" charset="0"/>
              </a:rPr>
              <a:t>.</a:t>
            </a:r>
            <a:r>
              <a:rPr lang="en-US" b="1" dirty="0" err="1">
                <a:solidFill>
                  <a:srgbClr val="AA3731"/>
                </a:solidFill>
                <a:effectLst/>
                <a:latin typeface="Cascadia Mono" panose="020B0609020000020004" pitchFamily="49" charset="0"/>
              </a:rPr>
              <a:t>getAge</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
        <p:nvSpPr>
          <p:cNvPr id="9" name="TextBox 8">
            <a:extLst>
              <a:ext uri="{FF2B5EF4-FFF2-40B4-BE49-F238E27FC236}">
                <a16:creationId xmlns:a16="http://schemas.microsoft.com/office/drawing/2014/main" id="{6867E8F6-87C6-D3A3-93AD-8BD7FB9BDEBD}"/>
              </a:ext>
            </a:extLst>
          </p:cNvPr>
          <p:cNvSpPr txBox="1"/>
          <p:nvPr/>
        </p:nvSpPr>
        <p:spPr>
          <a:xfrm>
            <a:off x="8437413" y="5439871"/>
            <a:ext cx="3662250" cy="1323439"/>
          </a:xfrm>
          <a:prstGeom prst="rect">
            <a:avLst/>
          </a:prstGeom>
          <a:noFill/>
          <a:ln>
            <a:solidFill>
              <a:schemeClr val="accent1"/>
            </a:solidFill>
          </a:ln>
        </p:spPr>
        <p:txBody>
          <a:bodyPr wrap="square">
            <a:spAutoFit/>
          </a:bodyPr>
          <a:lstStyle/>
          <a:p>
            <a:r>
              <a:rPr lang="en-US" sz="2000" b="1" i="1" u="sng" dirty="0">
                <a:solidFill>
                  <a:schemeClr val="accent1"/>
                </a:solidFill>
              </a:rPr>
              <a:t>Note</a:t>
            </a:r>
          </a:p>
          <a:p>
            <a:r>
              <a:rPr lang="en-US" sz="2000" i="1" dirty="0">
                <a:solidFill>
                  <a:schemeClr val="accent1"/>
                </a:solidFill>
              </a:rPr>
              <a:t>You can write this code in your editor, and hover over the string literal to see its data type.</a:t>
            </a:r>
          </a:p>
        </p:txBody>
      </p:sp>
    </p:spTree>
    <p:extLst>
      <p:ext uri="{BB962C8B-B14F-4D97-AF65-F5344CB8AC3E}">
        <p14:creationId xmlns:p14="http://schemas.microsoft.com/office/powerpoint/2010/main" val="1499989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C5C408-BEF1-6956-816D-997194FA295E}"/>
              </a:ext>
            </a:extLst>
          </p:cNvPr>
          <p:cNvSpPr txBox="1"/>
          <p:nvPr/>
        </p:nvSpPr>
        <p:spPr>
          <a:xfrm>
            <a:off x="231543" y="1504369"/>
            <a:ext cx="5373191" cy="5262979"/>
          </a:xfrm>
          <a:prstGeom prst="rect">
            <a:avLst/>
          </a:prstGeom>
          <a:noFill/>
        </p:spPr>
        <p:txBody>
          <a:bodyPr wrap="square">
            <a:spAutoFit/>
          </a:bodyPr>
          <a:lstStyle/>
          <a:p>
            <a:r>
              <a:rPr lang="en-US" sz="1600" dirty="0">
                <a:solidFill>
                  <a:srgbClr val="7A3E9D"/>
                </a:solidFill>
                <a:latin typeface="Cascadia Mono" panose="020B0609020000020004" pitchFamily="49" charset="0"/>
              </a:rPr>
              <a:t>class</a:t>
            </a:r>
            <a:r>
              <a:rPr lang="en-US" sz="1600" dirty="0">
                <a:solidFill>
                  <a:srgbClr val="333333"/>
                </a:solidFill>
                <a:latin typeface="Cascadia Mono" panose="020B0609020000020004" pitchFamily="49" charset="0"/>
              </a:rPr>
              <a:t> </a:t>
            </a:r>
            <a:r>
              <a:rPr lang="en-US" sz="1600" b="1" dirty="0">
                <a:solidFill>
                  <a:srgbClr val="7A3E9D"/>
                </a:solidFill>
                <a:latin typeface="Cascadia Mono" panose="020B0609020000020004" pitchFamily="49" charset="0"/>
              </a:rPr>
              <a:t>Person</a:t>
            </a:r>
            <a:endParaRPr lang="en-US" sz="1600" dirty="0">
              <a:solidFill>
                <a:srgbClr val="333333"/>
              </a:solidFill>
              <a:latin typeface="Cascadia Mono" panose="020B0609020000020004" pitchFamily="49" charset="0"/>
            </a:endParaRPr>
          </a:p>
          <a:p>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7A3E9D"/>
                </a:solidFill>
                <a:latin typeface="Cascadia Mono" panose="020B0609020000020004" pitchFamily="49" charset="0"/>
              </a:rPr>
              <a:t>private</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b="1" dirty="0">
                <a:solidFill>
                  <a:srgbClr val="7A3E9D"/>
                </a:solidFill>
                <a:latin typeface="Cascadia Mono" panose="020B0609020000020004" pitchFamily="49" charset="0"/>
              </a:rPr>
              <a:t>std</a:t>
            </a:r>
            <a:r>
              <a:rPr lang="en-US" sz="1600" dirty="0">
                <a:solidFill>
                  <a:srgbClr val="777777"/>
                </a:solidFill>
                <a:latin typeface="Cascadia Mono" panose="020B0609020000020004" pitchFamily="49" charset="0"/>
              </a:rPr>
              <a:t>::</a:t>
            </a:r>
            <a:r>
              <a:rPr lang="en-US" sz="1600" b="1" dirty="0">
                <a:solidFill>
                  <a:srgbClr val="7A3E9D"/>
                </a:solidFill>
                <a:latin typeface="Cascadia Mono" panose="020B0609020000020004" pitchFamily="49" charset="0"/>
              </a:rPr>
              <a:t>string</a:t>
            </a:r>
            <a:r>
              <a:rPr lang="en-US" sz="1600" dirty="0">
                <a:solidFill>
                  <a:srgbClr val="333333"/>
                </a:solidFill>
                <a:latin typeface="Cascadia Mono" panose="020B0609020000020004" pitchFamily="49" charset="0"/>
              </a:rPr>
              <a:t> </a:t>
            </a:r>
            <a:r>
              <a:rPr lang="en-US" sz="1600" dirty="0" err="1">
                <a:solidFill>
                  <a:srgbClr val="7A3E9D"/>
                </a:solidFill>
                <a:latin typeface="Cascadia Mono" panose="020B0609020000020004" pitchFamily="49" charset="0"/>
              </a:rPr>
              <a:t>m_name</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int</a:t>
            </a:r>
            <a:r>
              <a:rPr lang="en-US" sz="1600" dirty="0">
                <a:solidFill>
                  <a:srgbClr val="333333"/>
                </a:solidFill>
                <a:latin typeface="Cascadia Mono" panose="020B0609020000020004" pitchFamily="49" charset="0"/>
              </a:rPr>
              <a:t> </a:t>
            </a:r>
            <a:r>
              <a:rPr lang="en-US" sz="1600" dirty="0" err="1">
                <a:solidFill>
                  <a:srgbClr val="7A3E9D"/>
                </a:solidFill>
                <a:latin typeface="Cascadia Mono" panose="020B0609020000020004" pitchFamily="49" charset="0"/>
              </a:rPr>
              <a:t>m_age</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br>
              <a:rPr lang="en-US" sz="1600" dirty="0">
                <a:solidFill>
                  <a:srgbClr val="333333"/>
                </a:solidFill>
                <a:latin typeface="Cascadia Mono" panose="020B0609020000020004" pitchFamily="49" charset="0"/>
              </a:rPr>
            </a:br>
            <a:r>
              <a:rPr lang="en-US" sz="1600" dirty="0">
                <a:solidFill>
                  <a:srgbClr val="7A3E9D"/>
                </a:solidFill>
                <a:latin typeface="Cascadia Mono" panose="020B0609020000020004" pitchFamily="49" charset="0"/>
              </a:rPr>
              <a:t>public</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b="1" dirty="0">
                <a:solidFill>
                  <a:srgbClr val="AA3731"/>
                </a:solidFill>
                <a:latin typeface="Cascadia Mono" panose="020B0609020000020004" pitchFamily="49" charset="0"/>
              </a:rPr>
              <a:t>Person</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b="1" dirty="0" err="1">
                <a:solidFill>
                  <a:srgbClr val="7A3E9D"/>
                </a:solidFill>
                <a:latin typeface="Cascadia Mono" panose="020B0609020000020004" pitchFamily="49" charset="0"/>
              </a:rPr>
              <a:t>m_name</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448C27"/>
                </a:solidFill>
                <a:latin typeface="Cascadia Mono" panose="020B0609020000020004" pitchFamily="49" charset="0"/>
              </a:rPr>
              <a:t>Unnamed</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b="1" dirty="0" err="1">
                <a:solidFill>
                  <a:srgbClr val="7A3E9D"/>
                </a:solidFill>
                <a:latin typeface="Cascadia Mono" panose="020B0609020000020004" pitchFamily="49" charset="0"/>
              </a:rPr>
              <a:t>m_age</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9C5D27"/>
                </a:solidFill>
                <a:latin typeface="Cascadia Mono" panose="020B0609020000020004" pitchFamily="49" charset="0"/>
              </a:rPr>
              <a:t>1</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br>
              <a:rPr lang="en-US" sz="1600" dirty="0">
                <a:solidFill>
                  <a:srgbClr val="333333"/>
                </a:solidFill>
                <a:latin typeface="Cascadia Mono" panose="020B0609020000020004" pitchFamily="49" charset="0"/>
              </a:rPr>
            </a:br>
            <a:r>
              <a:rPr lang="en-US" sz="1600" dirty="0">
                <a:solidFill>
                  <a:srgbClr val="333333"/>
                </a:solidFill>
                <a:latin typeface="Cascadia Mono" panose="020B0609020000020004" pitchFamily="49" charset="0"/>
              </a:rPr>
              <a:t>    </a:t>
            </a:r>
            <a:r>
              <a:rPr lang="en-US" sz="1600" b="1" dirty="0">
                <a:solidFill>
                  <a:srgbClr val="AA3731"/>
                </a:solidFill>
                <a:latin typeface="Cascadia Mono" panose="020B0609020000020004" pitchFamily="49" charset="0"/>
              </a:rPr>
              <a:t>Person</a:t>
            </a:r>
            <a:r>
              <a:rPr lang="en-US" sz="1600" dirty="0">
                <a:solidFill>
                  <a:srgbClr val="777777"/>
                </a:solidFill>
                <a:latin typeface="Cascadia Mono" panose="020B0609020000020004" pitchFamily="49" charset="0"/>
              </a:rPr>
              <a:t>(</a:t>
            </a:r>
            <a:r>
              <a:rPr lang="en-US" sz="1600" dirty="0">
                <a:solidFill>
                  <a:srgbClr val="4B69C6"/>
                </a:solidFill>
                <a:latin typeface="Cascadia Mono" panose="020B0609020000020004" pitchFamily="49" charset="0"/>
              </a:rPr>
              <a:t>const</a:t>
            </a:r>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char</a:t>
            </a:r>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name</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int</a:t>
            </a:r>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age</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9C5D27"/>
                </a:solidFill>
                <a:latin typeface="Cascadia Mono" panose="020B0609020000020004" pitchFamily="49" charset="0"/>
              </a:rPr>
              <a:t>1</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b="1" dirty="0" err="1">
                <a:solidFill>
                  <a:srgbClr val="7A3E9D"/>
                </a:solidFill>
                <a:latin typeface="Cascadia Mono" panose="020B0609020000020004" pitchFamily="49" charset="0"/>
              </a:rPr>
              <a:t>m_name</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name</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b="1" dirty="0" err="1">
                <a:solidFill>
                  <a:srgbClr val="7A3E9D"/>
                </a:solidFill>
                <a:latin typeface="Cascadia Mono" panose="020B0609020000020004" pitchFamily="49" charset="0"/>
              </a:rPr>
              <a:t>m_age</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age</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br>
              <a:rPr lang="en-US" sz="1600" dirty="0">
                <a:solidFill>
                  <a:srgbClr val="333333"/>
                </a:solidFill>
                <a:latin typeface="Cascadia Mono" panose="020B0609020000020004" pitchFamily="49" charset="0"/>
              </a:rPr>
            </a:br>
            <a:r>
              <a:rPr lang="en-US" sz="1600" dirty="0">
                <a:solidFill>
                  <a:srgbClr val="333333"/>
                </a:solidFill>
                <a:latin typeface="Cascadia Mono" panose="020B0609020000020004" pitchFamily="49" charset="0"/>
              </a:rPr>
              <a:t>    </a:t>
            </a:r>
            <a:r>
              <a:rPr lang="en-US" sz="1600" dirty="0">
                <a:solidFill>
                  <a:srgbClr val="4B69C6"/>
                </a:solidFill>
                <a:latin typeface="Cascadia Mono" panose="020B0609020000020004" pitchFamily="49" charset="0"/>
              </a:rPr>
              <a:t>const</a:t>
            </a:r>
            <a:r>
              <a:rPr lang="en-US" sz="1600" dirty="0">
                <a:solidFill>
                  <a:srgbClr val="333333"/>
                </a:solidFill>
                <a:latin typeface="Cascadia Mono" panose="020B0609020000020004" pitchFamily="49" charset="0"/>
              </a:rPr>
              <a:t> </a:t>
            </a:r>
            <a:r>
              <a:rPr lang="en-US" sz="1600" b="1" dirty="0">
                <a:solidFill>
                  <a:srgbClr val="7A3E9D"/>
                </a:solidFill>
                <a:latin typeface="Cascadia Mono" panose="020B0609020000020004" pitchFamily="49" charset="0"/>
              </a:rPr>
              <a:t>std</a:t>
            </a:r>
            <a:r>
              <a:rPr lang="en-US" sz="1600" dirty="0">
                <a:solidFill>
                  <a:srgbClr val="777777"/>
                </a:solidFill>
                <a:latin typeface="Cascadia Mono" panose="020B0609020000020004" pitchFamily="49" charset="0"/>
              </a:rPr>
              <a:t>::</a:t>
            </a:r>
            <a:r>
              <a:rPr lang="en-US" sz="1600" b="1" dirty="0">
                <a:solidFill>
                  <a:srgbClr val="7A3E9D"/>
                </a:solidFill>
                <a:latin typeface="Cascadia Mono" panose="020B0609020000020004" pitchFamily="49" charset="0"/>
              </a:rPr>
              <a:t>string</a:t>
            </a:r>
            <a:r>
              <a:rPr lang="en-US" sz="1600" dirty="0">
                <a:solidFill>
                  <a:srgbClr val="4B69C6"/>
                </a:solidFill>
                <a:latin typeface="Cascadia Mono" panose="020B0609020000020004" pitchFamily="49" charset="0"/>
              </a:rPr>
              <a:t>&amp;</a:t>
            </a:r>
            <a:r>
              <a:rPr lang="en-US" sz="1600" dirty="0">
                <a:solidFill>
                  <a:srgbClr val="333333"/>
                </a:solidFill>
                <a:latin typeface="Cascadia Mono" panose="020B0609020000020004" pitchFamily="49" charset="0"/>
              </a:rPr>
              <a:t> </a:t>
            </a:r>
            <a:r>
              <a:rPr lang="en-US" sz="1600" b="1" dirty="0" err="1">
                <a:solidFill>
                  <a:srgbClr val="AA3731"/>
                </a:solidFill>
                <a:latin typeface="Cascadia Mono" panose="020B0609020000020004" pitchFamily="49" charset="0"/>
              </a:rPr>
              <a:t>getName</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4B69C6"/>
                </a:solidFill>
                <a:latin typeface="Cascadia Mono" panose="020B0609020000020004" pitchFamily="49" charset="0"/>
              </a:rPr>
              <a:t>const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4B69C6"/>
                </a:solidFill>
                <a:latin typeface="Cascadia Mono" panose="020B0609020000020004" pitchFamily="49" charset="0"/>
              </a:rPr>
              <a:t>return</a:t>
            </a:r>
            <a:r>
              <a:rPr lang="en-US" sz="1600" dirty="0">
                <a:solidFill>
                  <a:srgbClr val="333333"/>
                </a:solidFill>
                <a:latin typeface="Cascadia Mono" panose="020B0609020000020004" pitchFamily="49" charset="0"/>
              </a:rPr>
              <a:t> </a:t>
            </a:r>
            <a:r>
              <a:rPr lang="en-US" sz="1600" dirty="0" err="1">
                <a:solidFill>
                  <a:srgbClr val="7A3E9D"/>
                </a:solidFill>
                <a:latin typeface="Cascadia Mono" panose="020B0609020000020004" pitchFamily="49" charset="0"/>
              </a:rPr>
              <a:t>m_name</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p>
          <a:p>
            <a:r>
              <a:rPr lang="en-US" sz="1600" dirty="0">
                <a:solidFill>
                  <a:srgbClr val="333333"/>
                </a:solidFill>
                <a:latin typeface="Cascadia Mono" panose="020B0609020000020004" pitchFamily="49" charset="0"/>
              </a:rPr>
              <a:t>    </a:t>
            </a:r>
            <a:r>
              <a:rPr lang="en-US" sz="1600" dirty="0">
                <a:solidFill>
                  <a:srgbClr val="7A3E9D"/>
                </a:solidFill>
                <a:latin typeface="Cascadia Mono" panose="020B0609020000020004" pitchFamily="49" charset="0"/>
              </a:rPr>
              <a:t>int</a:t>
            </a:r>
            <a:r>
              <a:rPr lang="en-US" sz="1600" dirty="0">
                <a:solidFill>
                  <a:srgbClr val="333333"/>
                </a:solidFill>
                <a:latin typeface="Cascadia Mono" panose="020B0609020000020004" pitchFamily="49" charset="0"/>
              </a:rPr>
              <a:t> </a:t>
            </a:r>
            <a:r>
              <a:rPr lang="en-US" sz="1600" b="1" dirty="0" err="1">
                <a:solidFill>
                  <a:srgbClr val="AA3731"/>
                </a:solidFill>
                <a:latin typeface="Cascadia Mono" panose="020B0609020000020004" pitchFamily="49" charset="0"/>
              </a:rPr>
              <a:t>getAge</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4B69C6"/>
                </a:solidFill>
                <a:latin typeface="Cascadia Mono" panose="020B0609020000020004" pitchFamily="49" charset="0"/>
              </a:rPr>
              <a:t>const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4B69C6"/>
                </a:solidFill>
                <a:latin typeface="Cascadia Mono" panose="020B0609020000020004" pitchFamily="49" charset="0"/>
              </a:rPr>
              <a:t>return</a:t>
            </a:r>
            <a:r>
              <a:rPr lang="en-US" sz="1600" dirty="0">
                <a:solidFill>
                  <a:srgbClr val="333333"/>
                </a:solidFill>
                <a:latin typeface="Cascadia Mono" panose="020B0609020000020004" pitchFamily="49" charset="0"/>
              </a:rPr>
              <a:t> </a:t>
            </a:r>
            <a:r>
              <a:rPr lang="en-US" sz="1600" dirty="0" err="1">
                <a:solidFill>
                  <a:srgbClr val="7A3E9D"/>
                </a:solidFill>
                <a:latin typeface="Cascadia Mono" panose="020B0609020000020004" pitchFamily="49" charset="0"/>
              </a:rPr>
              <a:t>m_age</a:t>
            </a:r>
            <a:r>
              <a:rPr lang="en-US" sz="1600" dirty="0">
                <a:solidFill>
                  <a:srgbClr val="777777"/>
                </a:solidFill>
                <a:latin typeface="Cascadia Mono" panose="020B0609020000020004" pitchFamily="49" charset="0"/>
              </a:rPr>
              <a:t>;</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p:txBody>
      </p:sp>
      <p:sp>
        <p:nvSpPr>
          <p:cNvPr id="6" name="TextBox 5">
            <a:extLst>
              <a:ext uri="{FF2B5EF4-FFF2-40B4-BE49-F238E27FC236}">
                <a16:creationId xmlns:a16="http://schemas.microsoft.com/office/drawing/2014/main" id="{EC79DAAB-2923-9354-234D-CEDDD56CF8E6}"/>
              </a:ext>
            </a:extLst>
          </p:cNvPr>
          <p:cNvSpPr txBox="1"/>
          <p:nvPr/>
        </p:nvSpPr>
        <p:spPr>
          <a:xfrm>
            <a:off x="231543" y="94690"/>
            <a:ext cx="11728911" cy="1323439"/>
          </a:xfrm>
          <a:prstGeom prst="rect">
            <a:avLst/>
          </a:prstGeom>
          <a:noFill/>
          <a:ln>
            <a:noFill/>
          </a:ln>
        </p:spPr>
        <p:txBody>
          <a:bodyPr wrap="square">
            <a:spAutoFit/>
          </a:bodyPr>
          <a:lstStyle/>
          <a:p>
            <a:r>
              <a:rPr lang="en-US" sz="2000" dirty="0"/>
              <a:t>If I want to represent a cricketer, I can extend the </a:t>
            </a:r>
            <a:r>
              <a:rPr lang="en-US" sz="2000" b="1" dirty="0">
                <a:latin typeface="Cascadia Code" panose="020B0609020000020004" pitchFamily="49" charset="0"/>
                <a:ea typeface="Cascadia Code" panose="020B0609020000020004" pitchFamily="49" charset="0"/>
                <a:cs typeface="Cascadia Code" panose="020B0609020000020004" pitchFamily="49" charset="0"/>
              </a:rPr>
              <a:t>Person</a:t>
            </a:r>
            <a:r>
              <a:rPr lang="en-US" sz="2000" dirty="0"/>
              <a:t> class using (public) inheritance to include cricketer specific information.</a:t>
            </a:r>
          </a:p>
          <a:p>
            <a:r>
              <a:rPr lang="en-US" sz="2000" dirty="0"/>
              <a:t>So now an object of </a:t>
            </a:r>
            <a:r>
              <a:rPr lang="en-US" sz="2000" b="1" dirty="0" err="1">
                <a:latin typeface="Cascadia Code" panose="020B0609020000020004" pitchFamily="49" charset="0"/>
                <a:ea typeface="Cascadia Code" panose="020B0609020000020004" pitchFamily="49" charset="0"/>
                <a:cs typeface="Cascadia Code" panose="020B0609020000020004" pitchFamily="49" charset="0"/>
              </a:rPr>
              <a:t>CricketPlayer</a:t>
            </a:r>
            <a:r>
              <a:rPr lang="en-US" sz="2000" dirty="0"/>
              <a:t> will inherit all members from the </a:t>
            </a:r>
            <a:r>
              <a:rPr lang="en-US" sz="2000" b="1" dirty="0">
                <a:latin typeface="Cascadia Code" panose="020B0609020000020004" pitchFamily="49" charset="0"/>
                <a:ea typeface="Cascadia Code" panose="020B0609020000020004" pitchFamily="49" charset="0"/>
                <a:cs typeface="Cascadia Code" panose="020B0609020000020004" pitchFamily="49" charset="0"/>
              </a:rPr>
              <a:t>Person</a:t>
            </a:r>
            <a:r>
              <a:rPr lang="en-US" sz="2000" dirty="0"/>
              <a:t> class, and have its own members as well – </a:t>
            </a:r>
            <a:r>
              <a:rPr lang="en-US" sz="2000" b="1" dirty="0">
                <a:latin typeface="Cascadia Code" panose="020B0609020000020004" pitchFamily="49" charset="0"/>
                <a:ea typeface="Cascadia Code" panose="020B0609020000020004" pitchFamily="49" charset="0"/>
                <a:cs typeface="Cascadia Code" panose="020B0609020000020004" pitchFamily="49" charset="0"/>
              </a:rPr>
              <a:t>Person</a:t>
            </a:r>
            <a:r>
              <a:rPr lang="en-US" sz="2000" dirty="0"/>
              <a:t> has been specialized into a </a:t>
            </a:r>
            <a:r>
              <a:rPr lang="en-US" sz="2000" b="1" dirty="0" err="1">
                <a:latin typeface="Cascadia Code" panose="020B0609020000020004" pitchFamily="49" charset="0"/>
                <a:ea typeface="Cascadia Code" panose="020B0609020000020004" pitchFamily="49" charset="0"/>
                <a:cs typeface="Cascadia Code" panose="020B0609020000020004" pitchFamily="49" charset="0"/>
              </a:rPr>
              <a:t>CricketPlayer</a:t>
            </a:r>
            <a:r>
              <a:rPr lang="en-US" sz="2000" dirty="0"/>
              <a:t>.</a:t>
            </a:r>
          </a:p>
        </p:txBody>
      </p:sp>
      <p:sp>
        <p:nvSpPr>
          <p:cNvPr id="3" name="TextBox 2">
            <a:extLst>
              <a:ext uri="{FF2B5EF4-FFF2-40B4-BE49-F238E27FC236}">
                <a16:creationId xmlns:a16="http://schemas.microsoft.com/office/drawing/2014/main" id="{2FF3FA2E-2F7F-9C52-C51C-E0C67CC59C99}"/>
              </a:ext>
            </a:extLst>
          </p:cNvPr>
          <p:cNvSpPr txBox="1"/>
          <p:nvPr/>
        </p:nvSpPr>
        <p:spPr>
          <a:xfrm>
            <a:off x="6096000" y="1504369"/>
            <a:ext cx="6003663" cy="2800767"/>
          </a:xfrm>
          <a:prstGeom prst="rect">
            <a:avLst/>
          </a:prstGeom>
          <a:noFill/>
        </p:spPr>
        <p:txBody>
          <a:bodyPr wrap="square">
            <a:spAutoFit/>
          </a:bodyPr>
          <a:lstStyle/>
          <a:p>
            <a:r>
              <a:rPr lang="en-US" sz="1600" b="0" dirty="0">
                <a:solidFill>
                  <a:srgbClr val="7A3E9D"/>
                </a:solidFill>
                <a:effectLst/>
                <a:latin typeface="Cascadia Mono" panose="020B0609020000020004" pitchFamily="49" charset="0"/>
              </a:rPr>
              <a:t>class</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CricketPlayer</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public</a:t>
            </a:r>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Person</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A3E9D"/>
                </a:solidFill>
                <a:effectLst/>
                <a:latin typeface="Cascadia Mono" panose="020B0609020000020004" pitchFamily="49" charset="0"/>
              </a:rPr>
              <a:t>private</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double</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m_strikeRate</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m_totalRuns</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7A3E9D"/>
                </a:solidFill>
                <a:effectLst/>
                <a:latin typeface="Cascadia Mono" panose="020B0609020000020004" pitchFamily="49" charset="0"/>
              </a:rPr>
              <a:t>public</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1" dirty="0" err="1">
                <a:solidFill>
                  <a:srgbClr val="AA3731"/>
                </a:solidFill>
                <a:effectLst/>
                <a:latin typeface="Cascadia Mono" panose="020B0609020000020004" pitchFamily="49" charset="0"/>
              </a:rPr>
              <a:t>CricketPlayer</a:t>
            </a:r>
            <a:r>
              <a:rPr lang="en-US" sz="1600" b="0" dirty="0">
                <a:solidFill>
                  <a:srgbClr val="777777"/>
                </a:solidFill>
                <a:effectLst/>
                <a:latin typeface="Cascadia Mono" panose="020B0609020000020004" pitchFamily="49" charset="0"/>
              </a:rPr>
              <a:t>(</a:t>
            </a:r>
            <a:r>
              <a:rPr lang="en-US" sz="1600" b="0" dirty="0">
                <a:solidFill>
                  <a:srgbClr val="7A3E9D"/>
                </a:solidFill>
                <a:effectLst/>
                <a:latin typeface="Cascadia Mono" panose="020B0609020000020004" pitchFamily="49" charset="0"/>
              </a:rPr>
              <a:t>double</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sr</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9C5D27"/>
                </a:solidFill>
                <a:effectLst/>
                <a:latin typeface="Cascadia Mono" panose="020B0609020000020004" pitchFamily="49" charset="0"/>
              </a:rPr>
              <a:t>0.0</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runs</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9C5D27"/>
                </a:solidFill>
                <a:effectLst/>
                <a:latin typeface="Cascadia Mono" panose="020B0609020000020004" pitchFamily="49" charset="0"/>
              </a:rPr>
              <a:t>0</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m_strikeRate</a:t>
            </a:r>
            <a:r>
              <a:rPr lang="en-US" sz="1600" b="0" dirty="0">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sr</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1" dirty="0" err="1">
                <a:solidFill>
                  <a:srgbClr val="7A3E9D"/>
                </a:solidFill>
                <a:effectLst/>
                <a:latin typeface="Cascadia Mono" panose="020B0609020000020004" pitchFamily="49" charset="0"/>
              </a:rPr>
              <a:t>m_totalRuns</a:t>
            </a:r>
            <a:r>
              <a:rPr lang="en-US" sz="1600" b="0" dirty="0">
                <a:solidFill>
                  <a:srgbClr val="777777"/>
                </a:solidFill>
                <a:effectLst/>
                <a:latin typeface="Cascadia Mono" panose="020B0609020000020004" pitchFamily="49" charset="0"/>
              </a:rPr>
              <a:t>{</a:t>
            </a:r>
            <a:r>
              <a:rPr lang="en-US" sz="1600" b="0" dirty="0">
                <a:solidFill>
                  <a:srgbClr val="7A3E9D"/>
                </a:solidFill>
                <a:effectLst/>
                <a:latin typeface="Cascadia Mono" panose="020B0609020000020004" pitchFamily="49" charset="0"/>
              </a:rPr>
              <a:t>runs</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p:txBody>
      </p:sp>
      <p:sp>
        <p:nvSpPr>
          <p:cNvPr id="4" name="TextBox 3">
            <a:extLst>
              <a:ext uri="{FF2B5EF4-FFF2-40B4-BE49-F238E27FC236}">
                <a16:creationId xmlns:a16="http://schemas.microsoft.com/office/drawing/2014/main" id="{5104E596-EE7B-35C0-FF7C-01467C865F5F}"/>
              </a:ext>
            </a:extLst>
          </p:cNvPr>
          <p:cNvSpPr txBox="1"/>
          <p:nvPr/>
        </p:nvSpPr>
        <p:spPr>
          <a:xfrm>
            <a:off x="5559013" y="4824318"/>
            <a:ext cx="6540650" cy="1938992"/>
          </a:xfrm>
          <a:prstGeom prst="rect">
            <a:avLst/>
          </a:prstGeom>
          <a:noFill/>
          <a:ln>
            <a:solidFill>
              <a:schemeClr val="accent1"/>
            </a:solidFill>
          </a:ln>
        </p:spPr>
        <p:txBody>
          <a:bodyPr wrap="square">
            <a:spAutoFit/>
          </a:bodyPr>
          <a:lstStyle/>
          <a:p>
            <a:r>
              <a:rPr lang="en-US" sz="2000" i="1" dirty="0">
                <a:solidFill>
                  <a:schemeClr val="accent1"/>
                </a:solidFill>
              </a:rPr>
              <a:t>One way to achieve this result could be to just copy-paste the </a:t>
            </a:r>
            <a:r>
              <a:rPr lang="en-US" sz="20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Person’</a:t>
            </a:r>
            <a:r>
              <a:rPr lang="en-US" sz="2000" i="1" dirty="0">
                <a:solidFill>
                  <a:schemeClr val="accent1"/>
                </a:solidFill>
              </a:rPr>
              <a:t>s members in </a:t>
            </a:r>
            <a:r>
              <a:rPr lang="en-US" sz="20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CrickerPlayer</a:t>
            </a:r>
            <a:r>
              <a:rPr lang="en-US" sz="2000" i="1" dirty="0">
                <a:solidFill>
                  <a:schemeClr val="accent1"/>
                </a:solidFill>
              </a:rPr>
              <a:t> – bad idea.</a:t>
            </a:r>
          </a:p>
          <a:p>
            <a:endParaRPr lang="en-US" sz="2000" i="1" dirty="0">
              <a:solidFill>
                <a:schemeClr val="accent1"/>
              </a:solidFill>
            </a:endParaRPr>
          </a:p>
          <a:p>
            <a:r>
              <a:rPr lang="en-US" sz="2000" i="1" dirty="0">
                <a:solidFill>
                  <a:schemeClr val="accent1"/>
                </a:solidFill>
              </a:rPr>
              <a:t>Between composition and inheritance, inheritance makes conceptual sense here.</a:t>
            </a:r>
          </a:p>
          <a:p>
            <a:r>
              <a:rPr lang="en-US" sz="2000" i="1" dirty="0">
                <a:solidFill>
                  <a:schemeClr val="accent1"/>
                </a:solidFill>
              </a:rPr>
              <a:t>A </a:t>
            </a:r>
            <a:r>
              <a:rPr lang="en-US" sz="20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CricketPlayer</a:t>
            </a:r>
            <a:r>
              <a:rPr lang="en-US" sz="2000" i="1" dirty="0">
                <a:solidFill>
                  <a:schemeClr val="accent1"/>
                </a:solidFill>
              </a:rPr>
              <a:t> is-a </a:t>
            </a:r>
            <a:r>
              <a:rPr lang="en-US" sz="20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Person</a:t>
            </a:r>
            <a:r>
              <a:rPr lang="en-US" sz="2000" i="1" dirty="0">
                <a:solidFill>
                  <a:schemeClr val="accent1"/>
                </a:solidFill>
              </a:rPr>
              <a:t>.</a:t>
            </a:r>
          </a:p>
        </p:txBody>
      </p:sp>
    </p:spTree>
    <p:extLst>
      <p:ext uri="{BB962C8B-B14F-4D97-AF65-F5344CB8AC3E}">
        <p14:creationId xmlns:p14="http://schemas.microsoft.com/office/powerpoint/2010/main" val="2997873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9CFF25-00E8-BA30-8F6C-DAC7B4FCB4A3}"/>
              </a:ext>
            </a:extLst>
          </p:cNvPr>
          <p:cNvSpPr txBox="1"/>
          <p:nvPr/>
        </p:nvSpPr>
        <p:spPr>
          <a:xfrm>
            <a:off x="251905" y="2136338"/>
            <a:ext cx="6094206" cy="2585323"/>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i="1" dirty="0">
                <a:solidFill>
                  <a:srgbClr val="AAAAAA"/>
                </a:solidFill>
                <a:effectLst/>
                <a:latin typeface="Cascadia Mono" panose="020B0609020000020004" pitchFamily="49" charset="0"/>
              </a:rPr>
              <a:t>    // Create a new </a:t>
            </a:r>
            <a:r>
              <a:rPr lang="en-US" i="1" dirty="0" err="1">
                <a:solidFill>
                  <a:srgbClr val="AAAAAA"/>
                </a:solidFill>
                <a:latin typeface="Cascadia Mono" panose="020B0609020000020004" pitchFamily="49" charset="0"/>
              </a:rPr>
              <a:t>Cricket</a:t>
            </a:r>
            <a:r>
              <a:rPr lang="en-US" b="0" i="1" dirty="0" err="1">
                <a:solidFill>
                  <a:srgbClr val="AAAAAA"/>
                </a:solidFill>
                <a:effectLst/>
                <a:latin typeface="Cascadia Mono" panose="020B0609020000020004" pitchFamily="49" charset="0"/>
              </a:rPr>
              <a:t>Player</a:t>
            </a:r>
            <a:r>
              <a:rPr lang="en-US" b="0" i="1" dirty="0">
                <a:solidFill>
                  <a:srgbClr val="AAAAAA"/>
                </a:solidFill>
                <a:effectLst/>
                <a:latin typeface="Cascadia Mono" panose="020B0609020000020004" pitchFamily="49" charset="0"/>
              </a:rPr>
              <a:t> object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err="1">
                <a:solidFill>
                  <a:srgbClr val="7A3E9D"/>
                </a:solidFill>
                <a:effectLst/>
                <a:latin typeface="Cascadia Mono" panose="020B0609020000020004" pitchFamily="49" charset="0"/>
              </a:rPr>
              <a:t>CricketPlayer</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abcd</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std</a:t>
            </a:r>
            <a:r>
              <a:rPr lang="en-US" b="0" dirty="0">
                <a:solidFill>
                  <a:srgbClr val="777777"/>
                </a:solidFill>
                <a:effectLst/>
                <a:latin typeface="Cascadia Mono" panose="020B0609020000020004" pitchFamily="49" charset="0"/>
              </a:rPr>
              <a:t>::</a:t>
            </a:r>
            <a:r>
              <a:rPr lang="en-US" b="0" dirty="0" err="1">
                <a:solidFill>
                  <a:srgbClr val="7A3E9D"/>
                </a:solidFill>
                <a:effectLst/>
                <a:latin typeface="Cascadia Mono" panose="020B0609020000020004" pitchFamily="49" charset="0"/>
              </a:rPr>
              <a:t>cout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&lt;&lt;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abcd</a:t>
            </a:r>
            <a:r>
              <a:rPr lang="en-US" b="0" dirty="0" err="1">
                <a:solidFill>
                  <a:srgbClr val="777777"/>
                </a:solidFill>
                <a:effectLst/>
                <a:latin typeface="Cascadia Mono" panose="020B0609020000020004" pitchFamily="49" charset="0"/>
              </a:rPr>
              <a:t>.</a:t>
            </a:r>
            <a:r>
              <a:rPr lang="en-US" b="1" dirty="0" err="1">
                <a:solidFill>
                  <a:srgbClr val="AA3731"/>
                </a:solidFill>
                <a:effectLst/>
                <a:latin typeface="Cascadia Mono" panose="020B0609020000020004" pitchFamily="49" charset="0"/>
              </a:rPr>
              <a:t>getName</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
        <p:nvSpPr>
          <p:cNvPr id="6" name="TextBox 5">
            <a:extLst>
              <a:ext uri="{FF2B5EF4-FFF2-40B4-BE49-F238E27FC236}">
                <a16:creationId xmlns:a16="http://schemas.microsoft.com/office/drawing/2014/main" id="{5009803C-E80A-5F47-3983-34AAC4827C74}"/>
              </a:ext>
            </a:extLst>
          </p:cNvPr>
          <p:cNvSpPr txBox="1"/>
          <p:nvPr/>
        </p:nvSpPr>
        <p:spPr>
          <a:xfrm>
            <a:off x="231543" y="94690"/>
            <a:ext cx="11728911" cy="1323439"/>
          </a:xfrm>
          <a:prstGeom prst="rect">
            <a:avLst/>
          </a:prstGeom>
          <a:noFill/>
          <a:ln>
            <a:noFill/>
          </a:ln>
        </p:spPr>
        <p:txBody>
          <a:bodyPr wrap="square">
            <a:spAutoFit/>
          </a:bodyPr>
          <a:lstStyle/>
          <a:p>
            <a:r>
              <a:rPr lang="en-US" sz="2000" dirty="0"/>
              <a:t>You’ll see that this program runs fine. </a:t>
            </a:r>
          </a:p>
          <a:p>
            <a:r>
              <a:rPr lang="en-US" sz="2000" dirty="0"/>
              <a:t>The inherited member, </a:t>
            </a:r>
            <a:r>
              <a:rPr lang="en-US" sz="2000" b="1" dirty="0" err="1">
                <a:latin typeface="Cascadia Code" panose="020B0609020000020004" pitchFamily="49" charset="0"/>
                <a:ea typeface="Cascadia Code" panose="020B0609020000020004" pitchFamily="49" charset="0"/>
                <a:cs typeface="Cascadia Code" panose="020B0609020000020004" pitchFamily="49" charset="0"/>
              </a:rPr>
              <a:t>getName</a:t>
            </a:r>
            <a:r>
              <a:rPr lang="en-US" sz="2000" b="1" dirty="0">
                <a:latin typeface="Cascadia Code" panose="020B0609020000020004" pitchFamily="49" charset="0"/>
                <a:ea typeface="Cascadia Code" panose="020B0609020000020004" pitchFamily="49" charset="0"/>
                <a:cs typeface="Cascadia Code" panose="020B0609020000020004" pitchFamily="49" charset="0"/>
              </a:rPr>
              <a:t>()</a:t>
            </a:r>
            <a:r>
              <a:rPr lang="en-US" sz="2000" dirty="0"/>
              <a:t>, is being used.</a:t>
            </a:r>
          </a:p>
          <a:p>
            <a:endParaRPr lang="en-US" sz="2000" dirty="0"/>
          </a:p>
          <a:p>
            <a:r>
              <a:rPr lang="en-US" sz="2000" b="1" dirty="0">
                <a:latin typeface="Cascadia Code" panose="020B0609020000020004" pitchFamily="49" charset="0"/>
                <a:ea typeface="Cascadia Code" panose="020B0609020000020004" pitchFamily="49" charset="0"/>
                <a:cs typeface="Cascadia Code" panose="020B0609020000020004" pitchFamily="49" charset="0"/>
              </a:rPr>
              <a:t>Unnamed</a:t>
            </a:r>
            <a:r>
              <a:rPr lang="en-US" sz="2000" dirty="0"/>
              <a:t> is received as an output.</a:t>
            </a:r>
          </a:p>
        </p:txBody>
      </p:sp>
      <p:sp>
        <p:nvSpPr>
          <p:cNvPr id="12" name="Isosceles Triangle 11">
            <a:extLst>
              <a:ext uri="{FF2B5EF4-FFF2-40B4-BE49-F238E27FC236}">
                <a16:creationId xmlns:a16="http://schemas.microsoft.com/office/drawing/2014/main" id="{B149D538-79E7-D945-B495-1A6D5E1145CA}"/>
              </a:ext>
            </a:extLst>
          </p:cNvPr>
          <p:cNvSpPr/>
          <p:nvPr/>
        </p:nvSpPr>
        <p:spPr>
          <a:xfrm>
            <a:off x="7986566" y="2504267"/>
            <a:ext cx="191788" cy="148092"/>
          </a:xfrm>
          <a:prstGeom prst="triangle">
            <a:avLst/>
          </a:prstGeom>
          <a:solidFill>
            <a:schemeClr val="bg1"/>
          </a:solid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DE213066-3C66-BA1F-5298-7C604D1C4218}"/>
              </a:ext>
            </a:extLst>
          </p:cNvPr>
          <p:cNvCxnSpPr>
            <a:cxnSpLocks/>
            <a:stCxn id="12" idx="3"/>
            <a:endCxn id="17" idx="0"/>
          </p:cNvCxnSpPr>
          <p:nvPr/>
        </p:nvCxnSpPr>
        <p:spPr>
          <a:xfrm flipH="1">
            <a:off x="8082459" y="2652359"/>
            <a:ext cx="1" cy="881738"/>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graphicFrame>
        <p:nvGraphicFramePr>
          <p:cNvPr id="16" name="Table 15">
            <a:extLst>
              <a:ext uri="{FF2B5EF4-FFF2-40B4-BE49-F238E27FC236}">
                <a16:creationId xmlns:a16="http://schemas.microsoft.com/office/drawing/2014/main" id="{33024C85-D619-D957-61E4-518ED46ED2AD}"/>
              </a:ext>
            </a:extLst>
          </p:cNvPr>
          <p:cNvGraphicFramePr>
            <a:graphicFrameLocks noGrp="1"/>
          </p:cNvGraphicFramePr>
          <p:nvPr>
            <p:extLst>
              <p:ext uri="{D42A27DB-BD31-4B8C-83A1-F6EECF244321}">
                <p14:modId xmlns:p14="http://schemas.microsoft.com/office/powerpoint/2010/main" val="1768746654"/>
              </p:ext>
            </p:extLst>
          </p:nvPr>
        </p:nvGraphicFramePr>
        <p:xfrm>
          <a:off x="6934859" y="853267"/>
          <a:ext cx="2295203" cy="1651000"/>
        </p:xfrm>
        <a:graphic>
          <a:graphicData uri="http://schemas.openxmlformats.org/drawingml/2006/table">
            <a:tbl>
              <a:tblPr firstRow="1" bandRow="1">
                <a:tableStyleId>{5C22544A-7EE6-4342-B048-85BDC9FD1C3A}</a:tableStyleId>
              </a:tblPr>
              <a:tblGrid>
                <a:gridCol w="2295203">
                  <a:extLst>
                    <a:ext uri="{9D8B030D-6E8A-4147-A177-3AD203B41FA5}">
                      <a16:colId xmlns:a16="http://schemas.microsoft.com/office/drawing/2014/main" val="1283646340"/>
                    </a:ext>
                  </a:extLst>
                </a:gridCol>
              </a:tblGrid>
              <a:tr h="370840">
                <a:tc>
                  <a:txBody>
                    <a:bodyPr/>
                    <a:lstStyle/>
                    <a:p>
                      <a:pPr algn="ctr"/>
                      <a:r>
                        <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Person</a:t>
                      </a: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noFill/>
                  </a:tcPr>
                </a:tc>
                <a:extLst>
                  <a:ext uri="{0D108BD9-81ED-4DB2-BD59-A6C34878D82A}">
                    <a16:rowId xmlns:a16="http://schemas.microsoft.com/office/drawing/2014/main" val="3618894441"/>
                  </a:ext>
                </a:extLst>
              </a:tr>
              <a:tr h="370840">
                <a:tc>
                  <a:txBody>
                    <a:bodyPr/>
                    <a:lstStyle/>
                    <a:p>
                      <a:pPr algn="l"/>
                      <a:r>
                        <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 </a:t>
                      </a:r>
                      <a:r>
                        <a:rPr lang="en-US" dirty="0" err="1">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m_name</a:t>
                      </a:r>
                      <a:endPar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endParaRPr>
                    </a:p>
                    <a:p>
                      <a:pPr algn="l"/>
                      <a:r>
                        <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 </a:t>
                      </a:r>
                      <a:r>
                        <a:rPr lang="en-US" dirty="0" err="1">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m_age</a:t>
                      </a:r>
                      <a:endPar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noFill/>
                  </a:tcPr>
                </a:tc>
                <a:extLst>
                  <a:ext uri="{0D108BD9-81ED-4DB2-BD59-A6C34878D82A}">
                    <a16:rowId xmlns:a16="http://schemas.microsoft.com/office/drawing/2014/main" val="259347979"/>
                  </a:ext>
                </a:extLst>
              </a:tr>
              <a:tr h="370840">
                <a:tc>
                  <a:txBody>
                    <a:bodyPr/>
                    <a:lstStyle/>
                    <a:p>
                      <a:pPr algn="l"/>
                      <a:r>
                        <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 </a:t>
                      </a:r>
                      <a:r>
                        <a:rPr lang="en-US" dirty="0" err="1">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getName</a:t>
                      </a:r>
                      <a:r>
                        <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a:t>
                      </a:r>
                    </a:p>
                    <a:p>
                      <a:pPr algn="l"/>
                      <a:r>
                        <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 </a:t>
                      </a:r>
                      <a:r>
                        <a:rPr lang="en-US" dirty="0" err="1">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getAge</a:t>
                      </a:r>
                      <a:r>
                        <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a:t>
                      </a: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noFill/>
                  </a:tcPr>
                </a:tc>
                <a:extLst>
                  <a:ext uri="{0D108BD9-81ED-4DB2-BD59-A6C34878D82A}">
                    <a16:rowId xmlns:a16="http://schemas.microsoft.com/office/drawing/2014/main" val="371049908"/>
                  </a:ext>
                </a:extLst>
              </a:tr>
            </a:tbl>
          </a:graphicData>
        </a:graphic>
      </p:graphicFrame>
      <p:graphicFrame>
        <p:nvGraphicFramePr>
          <p:cNvPr id="17" name="Table 16">
            <a:extLst>
              <a:ext uri="{FF2B5EF4-FFF2-40B4-BE49-F238E27FC236}">
                <a16:creationId xmlns:a16="http://schemas.microsoft.com/office/drawing/2014/main" id="{D8F9840A-35A8-394B-7F49-CCA488FABE87}"/>
              </a:ext>
            </a:extLst>
          </p:cNvPr>
          <p:cNvGraphicFramePr>
            <a:graphicFrameLocks noGrp="1"/>
          </p:cNvGraphicFramePr>
          <p:nvPr>
            <p:extLst>
              <p:ext uri="{D42A27DB-BD31-4B8C-83A1-F6EECF244321}">
                <p14:modId xmlns:p14="http://schemas.microsoft.com/office/powerpoint/2010/main" val="687817974"/>
              </p:ext>
            </p:extLst>
          </p:nvPr>
        </p:nvGraphicFramePr>
        <p:xfrm>
          <a:off x="6664934" y="3534097"/>
          <a:ext cx="2835051" cy="1381760"/>
        </p:xfrm>
        <a:graphic>
          <a:graphicData uri="http://schemas.openxmlformats.org/drawingml/2006/table">
            <a:tbl>
              <a:tblPr firstRow="1" bandRow="1">
                <a:tableStyleId>{5C22544A-7EE6-4342-B048-85BDC9FD1C3A}</a:tableStyleId>
              </a:tblPr>
              <a:tblGrid>
                <a:gridCol w="2835051">
                  <a:extLst>
                    <a:ext uri="{9D8B030D-6E8A-4147-A177-3AD203B41FA5}">
                      <a16:colId xmlns:a16="http://schemas.microsoft.com/office/drawing/2014/main" val="1283646340"/>
                    </a:ext>
                  </a:extLst>
                </a:gridCol>
              </a:tblGrid>
              <a:tr h="370840">
                <a:tc>
                  <a:txBody>
                    <a:bodyPr/>
                    <a:lstStyle/>
                    <a:p>
                      <a:pPr algn="ctr"/>
                      <a:r>
                        <a:rPr lang="en-US" dirty="0" err="1">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CricketPlayer</a:t>
                      </a:r>
                      <a:endPar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noFill/>
                  </a:tcPr>
                </a:tc>
                <a:extLst>
                  <a:ext uri="{0D108BD9-81ED-4DB2-BD59-A6C34878D82A}">
                    <a16:rowId xmlns:a16="http://schemas.microsoft.com/office/drawing/2014/main" val="3618894441"/>
                  </a:ext>
                </a:extLst>
              </a:tr>
              <a:tr h="370840">
                <a:tc>
                  <a:txBody>
                    <a:bodyPr/>
                    <a:lstStyle/>
                    <a:p>
                      <a:pPr algn="l"/>
                      <a:r>
                        <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 </a:t>
                      </a:r>
                      <a:r>
                        <a:rPr lang="en-US" dirty="0" err="1">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m_strikeRate</a:t>
                      </a:r>
                      <a:endPar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endParaRPr>
                    </a:p>
                    <a:p>
                      <a:pPr algn="l"/>
                      <a:r>
                        <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 </a:t>
                      </a:r>
                      <a:r>
                        <a:rPr lang="en-US" dirty="0" err="1">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m_totalRuns</a:t>
                      </a:r>
                      <a:endPar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noFill/>
                  </a:tcPr>
                </a:tc>
                <a:extLst>
                  <a:ext uri="{0D108BD9-81ED-4DB2-BD59-A6C34878D82A}">
                    <a16:rowId xmlns:a16="http://schemas.microsoft.com/office/drawing/2014/main" val="259347979"/>
                  </a:ext>
                </a:extLst>
              </a:tr>
              <a:tr h="370840">
                <a:tc>
                  <a:txBody>
                    <a:bodyPr/>
                    <a:lstStyle/>
                    <a:p>
                      <a:pPr algn="l"/>
                      <a:endPar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noFill/>
                  </a:tcPr>
                </a:tc>
                <a:extLst>
                  <a:ext uri="{0D108BD9-81ED-4DB2-BD59-A6C34878D82A}">
                    <a16:rowId xmlns:a16="http://schemas.microsoft.com/office/drawing/2014/main" val="371049908"/>
                  </a:ext>
                </a:extLst>
              </a:tr>
            </a:tbl>
          </a:graphicData>
        </a:graphic>
      </p:graphicFrame>
      <p:sp>
        <p:nvSpPr>
          <p:cNvPr id="24" name="TextBox 23">
            <a:extLst>
              <a:ext uri="{FF2B5EF4-FFF2-40B4-BE49-F238E27FC236}">
                <a16:creationId xmlns:a16="http://schemas.microsoft.com/office/drawing/2014/main" id="{95BE0BC4-49AB-D3BC-8B9B-E72268EE09AA}"/>
              </a:ext>
            </a:extLst>
          </p:cNvPr>
          <p:cNvSpPr txBox="1"/>
          <p:nvPr/>
        </p:nvSpPr>
        <p:spPr>
          <a:xfrm>
            <a:off x="9745936" y="307192"/>
            <a:ext cx="2214518" cy="1015663"/>
          </a:xfrm>
          <a:prstGeom prst="rect">
            <a:avLst/>
          </a:prstGeom>
          <a:noFill/>
          <a:ln>
            <a:solidFill>
              <a:schemeClr val="accent1"/>
            </a:solidFill>
          </a:ln>
        </p:spPr>
        <p:txBody>
          <a:bodyPr wrap="square">
            <a:spAutoFit/>
          </a:bodyPr>
          <a:lstStyle/>
          <a:p>
            <a:r>
              <a:rPr lang="en-US" sz="2000" b="1" i="1" u="sng" dirty="0">
                <a:solidFill>
                  <a:schemeClr val="accent1"/>
                </a:solidFill>
              </a:rPr>
              <a:t>Key</a:t>
            </a:r>
          </a:p>
          <a:p>
            <a:r>
              <a:rPr lang="en-US" sz="2000" i="1" dirty="0">
                <a:solidFill>
                  <a:schemeClr val="accent1"/>
                </a:solidFill>
              </a:rPr>
              <a:t>- private members</a:t>
            </a:r>
          </a:p>
          <a:p>
            <a:r>
              <a:rPr lang="en-US" sz="2000" i="1" dirty="0">
                <a:solidFill>
                  <a:schemeClr val="accent1"/>
                </a:solidFill>
              </a:rPr>
              <a:t>+ public members</a:t>
            </a:r>
          </a:p>
        </p:txBody>
      </p:sp>
      <p:sp>
        <p:nvSpPr>
          <p:cNvPr id="25" name="Rectangle 24">
            <a:extLst>
              <a:ext uri="{FF2B5EF4-FFF2-40B4-BE49-F238E27FC236}">
                <a16:creationId xmlns:a16="http://schemas.microsoft.com/office/drawing/2014/main" id="{E726A50E-8F64-AEAA-32EC-213073F47FDA}"/>
              </a:ext>
            </a:extLst>
          </p:cNvPr>
          <p:cNvSpPr/>
          <p:nvPr/>
        </p:nvSpPr>
        <p:spPr>
          <a:xfrm>
            <a:off x="199269" y="946673"/>
            <a:ext cx="3972924" cy="47145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C926E485-2D08-8B20-34AD-211B8246FBF6}"/>
              </a:ext>
            </a:extLst>
          </p:cNvPr>
          <p:cNvSpPr txBox="1"/>
          <p:nvPr/>
        </p:nvSpPr>
        <p:spPr>
          <a:xfrm>
            <a:off x="6932251" y="5650065"/>
            <a:ext cx="4788671" cy="1015663"/>
          </a:xfrm>
          <a:prstGeom prst="rect">
            <a:avLst/>
          </a:prstGeom>
          <a:noFill/>
          <a:ln>
            <a:solidFill>
              <a:schemeClr val="accent1"/>
            </a:solidFill>
          </a:ln>
        </p:spPr>
        <p:txBody>
          <a:bodyPr wrap="square">
            <a:spAutoFit/>
          </a:bodyPr>
          <a:lstStyle/>
          <a:p>
            <a:r>
              <a:rPr lang="en-US" sz="2000" i="1" dirty="0">
                <a:solidFill>
                  <a:schemeClr val="accent1"/>
                </a:solidFill>
              </a:rPr>
              <a:t>Try to understand this output. Hopefully, by the end of the week, you should be in a good spot to figure this out.</a:t>
            </a:r>
          </a:p>
        </p:txBody>
      </p:sp>
      <p:cxnSp>
        <p:nvCxnSpPr>
          <p:cNvPr id="30" name="Connector: Curved 29">
            <a:extLst>
              <a:ext uri="{FF2B5EF4-FFF2-40B4-BE49-F238E27FC236}">
                <a16:creationId xmlns:a16="http://schemas.microsoft.com/office/drawing/2014/main" id="{44137DFE-BBA3-625C-153E-EE6CC853E3BA}"/>
              </a:ext>
            </a:extLst>
          </p:cNvPr>
          <p:cNvCxnSpPr>
            <a:cxnSpLocks/>
            <a:stCxn id="25" idx="3"/>
            <a:endCxn id="26" idx="1"/>
          </p:cNvCxnSpPr>
          <p:nvPr/>
        </p:nvCxnSpPr>
        <p:spPr>
          <a:xfrm>
            <a:off x="4172193" y="1182401"/>
            <a:ext cx="2760058" cy="4975496"/>
          </a:xfrm>
          <a:prstGeom prst="curvedConnector3">
            <a:avLst>
              <a:gd name="adj1" fmla="val 72996"/>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9567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0A9B07-EA04-A438-1285-B800DB07F967}"/>
              </a:ext>
            </a:extLst>
          </p:cNvPr>
          <p:cNvSpPr>
            <a:spLocks noGrp="1"/>
          </p:cNvSpPr>
          <p:nvPr>
            <p:ph type="ctrTitle"/>
          </p:nvPr>
        </p:nvSpPr>
        <p:spPr/>
        <p:txBody>
          <a:bodyPr>
            <a:normAutofit fontScale="90000"/>
          </a:bodyPr>
          <a:lstStyle/>
          <a:p>
            <a:r>
              <a:rPr lang="en-US" dirty="0"/>
              <a:t>Order of Construction and Destruction of Derived Classes</a:t>
            </a:r>
          </a:p>
        </p:txBody>
      </p:sp>
      <p:sp>
        <p:nvSpPr>
          <p:cNvPr id="5" name="Subtitle 4">
            <a:extLst>
              <a:ext uri="{FF2B5EF4-FFF2-40B4-BE49-F238E27FC236}">
                <a16:creationId xmlns:a16="http://schemas.microsoft.com/office/drawing/2014/main" id="{6DF052F6-5202-5F6B-E319-35B2D71520B1}"/>
              </a:ext>
            </a:extLst>
          </p:cNvPr>
          <p:cNvSpPr>
            <a:spLocks noGrp="1"/>
          </p:cNvSpPr>
          <p:nvPr>
            <p:ph type="subTitle" idx="1"/>
          </p:nvPr>
        </p:nvSpPr>
        <p:spPr/>
        <p:txBody>
          <a:bodyPr/>
          <a:lstStyle/>
          <a:p>
            <a:r>
              <a:rPr lang="en-US" dirty="0"/>
              <a:t>Closer look at the </a:t>
            </a:r>
            <a:r>
              <a:rPr lang="en-US" b="1" dirty="0"/>
              <a:t>order of construction and destruction</a:t>
            </a:r>
            <a:r>
              <a:rPr lang="en-US" dirty="0"/>
              <a:t> for a </a:t>
            </a:r>
            <a:r>
              <a:rPr lang="en-US" b="1" dirty="0"/>
              <a:t>derived class</a:t>
            </a:r>
            <a:r>
              <a:rPr lang="en-US" dirty="0"/>
              <a:t>.</a:t>
            </a:r>
          </a:p>
        </p:txBody>
      </p:sp>
      <p:sp>
        <p:nvSpPr>
          <p:cNvPr id="9" name="TextBox 8">
            <a:extLst>
              <a:ext uri="{FF2B5EF4-FFF2-40B4-BE49-F238E27FC236}">
                <a16:creationId xmlns:a16="http://schemas.microsoft.com/office/drawing/2014/main" id="{BC89FD31-36B2-BD31-0C19-73DC75E4F007}"/>
              </a:ext>
            </a:extLst>
          </p:cNvPr>
          <p:cNvSpPr txBox="1"/>
          <p:nvPr/>
        </p:nvSpPr>
        <p:spPr>
          <a:xfrm>
            <a:off x="1944893" y="5851722"/>
            <a:ext cx="8302214" cy="369332"/>
          </a:xfrm>
          <a:prstGeom prst="rect">
            <a:avLst/>
          </a:prstGeom>
          <a:noFill/>
        </p:spPr>
        <p:txBody>
          <a:bodyPr wrap="square">
            <a:spAutoFit/>
          </a:bodyPr>
          <a:lstStyle/>
          <a:p>
            <a:pPr algn="ctr"/>
            <a:r>
              <a:rPr lang="en-US" dirty="0">
                <a:hlinkClick r:id="rId2"/>
              </a:rPr>
              <a:t>https://www.learncpp.com/cpp-tutorial/order-of-construction-of-derived-classes/</a:t>
            </a:r>
            <a:endParaRPr lang="en-US" dirty="0"/>
          </a:p>
        </p:txBody>
      </p:sp>
      <p:sp>
        <p:nvSpPr>
          <p:cNvPr id="15" name="TextBox 14">
            <a:extLst>
              <a:ext uri="{FF2B5EF4-FFF2-40B4-BE49-F238E27FC236}">
                <a16:creationId xmlns:a16="http://schemas.microsoft.com/office/drawing/2014/main" id="{5BDF013A-EF40-2C0D-4917-09DF3B38ABC7}"/>
              </a:ext>
            </a:extLst>
          </p:cNvPr>
          <p:cNvSpPr txBox="1"/>
          <p:nvPr/>
        </p:nvSpPr>
        <p:spPr>
          <a:xfrm>
            <a:off x="3483236" y="5499895"/>
            <a:ext cx="5225527" cy="369332"/>
          </a:xfrm>
          <a:prstGeom prst="rect">
            <a:avLst/>
          </a:prstGeom>
          <a:noFill/>
        </p:spPr>
        <p:txBody>
          <a:bodyPr wrap="square">
            <a:spAutoFit/>
          </a:bodyPr>
          <a:lstStyle/>
          <a:p>
            <a:pPr algn="ctr"/>
            <a:r>
              <a:rPr lang="en-US" i="1" dirty="0"/>
              <a:t>Please do read the article at the following link.</a:t>
            </a:r>
          </a:p>
        </p:txBody>
      </p:sp>
    </p:spTree>
    <p:extLst>
      <p:ext uri="{BB962C8B-B14F-4D97-AF65-F5344CB8AC3E}">
        <p14:creationId xmlns:p14="http://schemas.microsoft.com/office/powerpoint/2010/main" val="3253652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A31EDA1-1E65-CE66-54BC-1A3C52914011}"/>
              </a:ext>
            </a:extLst>
          </p:cNvPr>
          <p:cNvSpPr txBox="1"/>
          <p:nvPr/>
        </p:nvSpPr>
        <p:spPr>
          <a:xfrm>
            <a:off x="87513" y="80309"/>
            <a:ext cx="5338932"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Base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16" name="TextBox 15">
            <a:extLst>
              <a:ext uri="{FF2B5EF4-FFF2-40B4-BE49-F238E27FC236}">
                <a16:creationId xmlns:a16="http://schemas.microsoft.com/office/drawing/2014/main" id="{B1C1D498-3FF7-4B03-97D8-41762A3B7D9C}"/>
              </a:ext>
            </a:extLst>
          </p:cNvPr>
          <p:cNvSpPr txBox="1"/>
          <p:nvPr/>
        </p:nvSpPr>
        <p:spPr>
          <a:xfrm>
            <a:off x="6114757" y="83606"/>
            <a:ext cx="5989730"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Derived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public</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Derived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34" name="TextBox 33">
            <a:extLst>
              <a:ext uri="{FF2B5EF4-FFF2-40B4-BE49-F238E27FC236}">
                <a16:creationId xmlns:a16="http://schemas.microsoft.com/office/drawing/2014/main" id="{C91CE4D4-5BB2-BA3F-F400-306038E150C6}"/>
              </a:ext>
            </a:extLst>
          </p:cNvPr>
          <p:cNvSpPr txBox="1"/>
          <p:nvPr/>
        </p:nvSpPr>
        <p:spPr>
          <a:xfrm>
            <a:off x="191072" y="4658854"/>
            <a:ext cx="6481969" cy="1631216"/>
          </a:xfrm>
          <a:prstGeom prst="rect">
            <a:avLst/>
          </a:prstGeom>
          <a:noFill/>
        </p:spPr>
        <p:txBody>
          <a:bodyPr wrap="square">
            <a:spAutoFit/>
          </a:bodyPr>
          <a:lstStyle/>
          <a:p>
            <a:r>
              <a:rPr lang="en-US" sz="2000" dirty="0"/>
              <a:t>This is not a fully specified UML Class Diagram, but it still reveals a lot of information about, </a:t>
            </a:r>
          </a:p>
          <a:p>
            <a:pPr marL="342900" indent="-342900">
              <a:buFont typeface="Arial" panose="020B0604020202020204" pitchFamily="34" charset="0"/>
              <a:buChar char="•"/>
            </a:pPr>
            <a:r>
              <a:rPr lang="en-US" sz="2000" dirty="0"/>
              <a:t>the class definitions of </a:t>
            </a:r>
            <a:r>
              <a:rPr lang="en-US" sz="2000" b="1" dirty="0">
                <a:latin typeface="Cascadia Code" panose="020B0609020000020004" pitchFamily="49" charset="0"/>
                <a:ea typeface="Cascadia Code" panose="020B0609020000020004" pitchFamily="49" charset="0"/>
                <a:cs typeface="Cascadia Code" panose="020B0609020000020004" pitchFamily="49" charset="0"/>
              </a:rPr>
              <a:t>Base</a:t>
            </a:r>
            <a:r>
              <a:rPr lang="en-US" sz="2000" dirty="0"/>
              <a:t> and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a:t>
            </a:r>
            <a:r>
              <a:rPr lang="en-US" sz="2000" dirty="0"/>
              <a:t>, and </a:t>
            </a:r>
          </a:p>
          <a:p>
            <a:pPr marL="342900" indent="-342900">
              <a:buFont typeface="Arial" panose="020B0604020202020204" pitchFamily="34" charset="0"/>
              <a:buChar char="•"/>
            </a:pPr>
            <a:r>
              <a:rPr lang="en-US" sz="2000" dirty="0"/>
              <a:t>the relationship between them (which is inheritance in this example).</a:t>
            </a:r>
          </a:p>
        </p:txBody>
      </p:sp>
      <p:sp>
        <p:nvSpPr>
          <p:cNvPr id="36" name="Rectangle 35">
            <a:extLst>
              <a:ext uri="{FF2B5EF4-FFF2-40B4-BE49-F238E27FC236}">
                <a16:creationId xmlns:a16="http://schemas.microsoft.com/office/drawing/2014/main" id="{0093CEDE-1239-9159-5CCB-80B7B8A5175A}"/>
              </a:ext>
            </a:extLst>
          </p:cNvPr>
          <p:cNvSpPr/>
          <p:nvPr/>
        </p:nvSpPr>
        <p:spPr>
          <a:xfrm>
            <a:off x="7627093" y="105122"/>
            <a:ext cx="1487596" cy="278907"/>
          </a:xfrm>
          <a:prstGeom prst="rect">
            <a:avLst/>
          </a:prstGeom>
          <a:no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Isosceles Triangle 36">
            <a:extLst>
              <a:ext uri="{FF2B5EF4-FFF2-40B4-BE49-F238E27FC236}">
                <a16:creationId xmlns:a16="http://schemas.microsoft.com/office/drawing/2014/main" id="{205EDCD6-9822-887A-EE12-518A12BCCDF1}"/>
              </a:ext>
            </a:extLst>
          </p:cNvPr>
          <p:cNvSpPr/>
          <p:nvPr/>
        </p:nvSpPr>
        <p:spPr>
          <a:xfrm>
            <a:off x="8274995" y="5190851"/>
            <a:ext cx="191788" cy="148092"/>
          </a:xfrm>
          <a:prstGeom prst="triangle">
            <a:avLst/>
          </a:prstGeom>
          <a:solidFill>
            <a:schemeClr val="bg1"/>
          </a:solid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8" name="Straight Connector 37">
            <a:extLst>
              <a:ext uri="{FF2B5EF4-FFF2-40B4-BE49-F238E27FC236}">
                <a16:creationId xmlns:a16="http://schemas.microsoft.com/office/drawing/2014/main" id="{BC65005D-087B-8529-7E35-F7A806CCAB66}"/>
              </a:ext>
            </a:extLst>
          </p:cNvPr>
          <p:cNvCxnSpPr>
            <a:cxnSpLocks/>
            <a:stCxn id="37" idx="3"/>
            <a:endCxn id="40" idx="0"/>
          </p:cNvCxnSpPr>
          <p:nvPr/>
        </p:nvCxnSpPr>
        <p:spPr>
          <a:xfrm>
            <a:off x="8370889" y="5338943"/>
            <a:ext cx="2" cy="291818"/>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graphicFrame>
        <p:nvGraphicFramePr>
          <p:cNvPr id="39" name="Table 38">
            <a:extLst>
              <a:ext uri="{FF2B5EF4-FFF2-40B4-BE49-F238E27FC236}">
                <a16:creationId xmlns:a16="http://schemas.microsoft.com/office/drawing/2014/main" id="{E40AA219-3B18-2B5A-315B-C4F2E0755C12}"/>
              </a:ext>
            </a:extLst>
          </p:cNvPr>
          <p:cNvGraphicFramePr>
            <a:graphicFrameLocks noGrp="1"/>
          </p:cNvGraphicFramePr>
          <p:nvPr>
            <p:extLst>
              <p:ext uri="{D42A27DB-BD31-4B8C-83A1-F6EECF244321}">
                <p14:modId xmlns:p14="http://schemas.microsoft.com/office/powerpoint/2010/main" val="2959543592"/>
              </p:ext>
            </p:extLst>
          </p:nvPr>
        </p:nvGraphicFramePr>
        <p:xfrm>
          <a:off x="7481475" y="4069384"/>
          <a:ext cx="1778831" cy="1112520"/>
        </p:xfrm>
        <a:graphic>
          <a:graphicData uri="http://schemas.openxmlformats.org/drawingml/2006/table">
            <a:tbl>
              <a:tblPr firstRow="1" bandRow="1">
                <a:tableStyleId>{5C22544A-7EE6-4342-B048-85BDC9FD1C3A}</a:tableStyleId>
              </a:tblPr>
              <a:tblGrid>
                <a:gridCol w="1778831">
                  <a:extLst>
                    <a:ext uri="{9D8B030D-6E8A-4147-A177-3AD203B41FA5}">
                      <a16:colId xmlns:a16="http://schemas.microsoft.com/office/drawing/2014/main" val="1283646340"/>
                    </a:ext>
                  </a:extLst>
                </a:gridCol>
              </a:tblGrid>
              <a:tr h="370840">
                <a:tc>
                  <a:txBody>
                    <a:bodyPr/>
                    <a:lstStyle/>
                    <a:p>
                      <a:pPr algn="ctr"/>
                      <a:r>
                        <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Base</a:t>
                      </a: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noFill/>
                  </a:tcPr>
                </a:tc>
                <a:extLst>
                  <a:ext uri="{0D108BD9-81ED-4DB2-BD59-A6C34878D82A}">
                    <a16:rowId xmlns:a16="http://schemas.microsoft.com/office/drawing/2014/main" val="3618894441"/>
                  </a:ext>
                </a:extLst>
              </a:tr>
              <a:tr h="370840">
                <a:tc>
                  <a:txBody>
                    <a:bodyPr/>
                    <a:lstStyle/>
                    <a:p>
                      <a:pPr algn="l"/>
                      <a:r>
                        <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 </a:t>
                      </a:r>
                      <a:r>
                        <a:rPr lang="en-US" dirty="0" err="1">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m_id</a:t>
                      </a:r>
                      <a:endPar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noFill/>
                  </a:tcPr>
                </a:tc>
                <a:extLst>
                  <a:ext uri="{0D108BD9-81ED-4DB2-BD59-A6C34878D82A}">
                    <a16:rowId xmlns:a16="http://schemas.microsoft.com/office/drawing/2014/main" val="259347979"/>
                  </a:ext>
                </a:extLst>
              </a:tr>
              <a:tr h="370840">
                <a:tc>
                  <a:txBody>
                    <a:bodyPr/>
                    <a:lstStyle/>
                    <a:p>
                      <a:pPr algn="l"/>
                      <a:r>
                        <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 </a:t>
                      </a:r>
                      <a:r>
                        <a:rPr lang="en-US" dirty="0" err="1">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getId</a:t>
                      </a:r>
                      <a:r>
                        <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a:t>
                      </a: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noFill/>
                  </a:tcPr>
                </a:tc>
                <a:extLst>
                  <a:ext uri="{0D108BD9-81ED-4DB2-BD59-A6C34878D82A}">
                    <a16:rowId xmlns:a16="http://schemas.microsoft.com/office/drawing/2014/main" val="371049908"/>
                  </a:ext>
                </a:extLst>
              </a:tr>
            </a:tbl>
          </a:graphicData>
        </a:graphic>
      </p:graphicFrame>
      <p:graphicFrame>
        <p:nvGraphicFramePr>
          <p:cNvPr id="40" name="Table 39">
            <a:extLst>
              <a:ext uri="{FF2B5EF4-FFF2-40B4-BE49-F238E27FC236}">
                <a16:creationId xmlns:a16="http://schemas.microsoft.com/office/drawing/2014/main" id="{68806EA5-BC50-D787-E765-1489A20FEC03}"/>
              </a:ext>
            </a:extLst>
          </p:cNvPr>
          <p:cNvGraphicFramePr>
            <a:graphicFrameLocks noGrp="1"/>
          </p:cNvGraphicFramePr>
          <p:nvPr>
            <p:extLst>
              <p:ext uri="{D42A27DB-BD31-4B8C-83A1-F6EECF244321}">
                <p14:modId xmlns:p14="http://schemas.microsoft.com/office/powerpoint/2010/main" val="3353384793"/>
              </p:ext>
            </p:extLst>
          </p:nvPr>
        </p:nvGraphicFramePr>
        <p:xfrm>
          <a:off x="7481475" y="5630761"/>
          <a:ext cx="1778832" cy="1112520"/>
        </p:xfrm>
        <a:graphic>
          <a:graphicData uri="http://schemas.openxmlformats.org/drawingml/2006/table">
            <a:tbl>
              <a:tblPr firstRow="1" bandRow="1">
                <a:tableStyleId>{5C22544A-7EE6-4342-B048-85BDC9FD1C3A}</a:tableStyleId>
              </a:tblPr>
              <a:tblGrid>
                <a:gridCol w="1778832">
                  <a:extLst>
                    <a:ext uri="{9D8B030D-6E8A-4147-A177-3AD203B41FA5}">
                      <a16:colId xmlns:a16="http://schemas.microsoft.com/office/drawing/2014/main" val="1283646340"/>
                    </a:ext>
                  </a:extLst>
                </a:gridCol>
              </a:tblGrid>
              <a:tr h="370840">
                <a:tc>
                  <a:txBody>
                    <a:bodyPr/>
                    <a:lstStyle/>
                    <a:p>
                      <a:pPr algn="ctr"/>
                      <a:r>
                        <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Derived</a:t>
                      </a: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noFill/>
                  </a:tcPr>
                </a:tc>
                <a:extLst>
                  <a:ext uri="{0D108BD9-81ED-4DB2-BD59-A6C34878D82A}">
                    <a16:rowId xmlns:a16="http://schemas.microsoft.com/office/drawing/2014/main" val="3618894441"/>
                  </a:ext>
                </a:extLst>
              </a:tr>
              <a:tr h="370840">
                <a:tc>
                  <a:txBody>
                    <a:bodyPr/>
                    <a:lstStyle/>
                    <a:p>
                      <a:pPr algn="l"/>
                      <a:r>
                        <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 </a:t>
                      </a:r>
                      <a:r>
                        <a:rPr lang="en-US" dirty="0" err="1">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m_cost</a:t>
                      </a:r>
                      <a:endPar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noFill/>
                  </a:tcPr>
                </a:tc>
                <a:extLst>
                  <a:ext uri="{0D108BD9-81ED-4DB2-BD59-A6C34878D82A}">
                    <a16:rowId xmlns:a16="http://schemas.microsoft.com/office/drawing/2014/main" val="259347979"/>
                  </a:ext>
                </a:extLst>
              </a:tr>
              <a:tr h="370840">
                <a:tc>
                  <a:txBody>
                    <a:bodyPr/>
                    <a:lstStyle/>
                    <a:p>
                      <a:pPr algn="l"/>
                      <a:r>
                        <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 </a:t>
                      </a:r>
                      <a:r>
                        <a:rPr lang="en-US" dirty="0" err="1">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getCost</a:t>
                      </a:r>
                      <a:r>
                        <a:rPr lang="en-US"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a:t>
                      </a: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noFill/>
                  </a:tcPr>
                </a:tc>
                <a:extLst>
                  <a:ext uri="{0D108BD9-81ED-4DB2-BD59-A6C34878D82A}">
                    <a16:rowId xmlns:a16="http://schemas.microsoft.com/office/drawing/2014/main" val="371049908"/>
                  </a:ext>
                </a:extLst>
              </a:tr>
            </a:tbl>
          </a:graphicData>
        </a:graphic>
      </p:graphicFrame>
      <p:sp>
        <p:nvSpPr>
          <p:cNvPr id="41" name="Rectangle 40">
            <a:extLst>
              <a:ext uri="{FF2B5EF4-FFF2-40B4-BE49-F238E27FC236}">
                <a16:creationId xmlns:a16="http://schemas.microsoft.com/office/drawing/2014/main" id="{1D8D9753-9542-171D-25DA-2809DE165308}"/>
              </a:ext>
            </a:extLst>
          </p:cNvPr>
          <p:cNvSpPr/>
          <p:nvPr/>
        </p:nvSpPr>
        <p:spPr>
          <a:xfrm>
            <a:off x="8132273" y="5127736"/>
            <a:ext cx="460231" cy="584575"/>
          </a:xfrm>
          <a:prstGeom prst="rect">
            <a:avLst/>
          </a:prstGeom>
          <a:no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5542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34" grpId="0"/>
      <p:bldP spid="36" grpId="0" animBg="1"/>
      <p:bldP spid="4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A31EDA1-1E65-CE66-54BC-1A3C52914011}"/>
              </a:ext>
            </a:extLst>
          </p:cNvPr>
          <p:cNvSpPr txBox="1"/>
          <p:nvPr/>
        </p:nvSpPr>
        <p:spPr>
          <a:xfrm>
            <a:off x="87513" y="80309"/>
            <a:ext cx="5338932"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Base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16" name="TextBox 15">
            <a:extLst>
              <a:ext uri="{FF2B5EF4-FFF2-40B4-BE49-F238E27FC236}">
                <a16:creationId xmlns:a16="http://schemas.microsoft.com/office/drawing/2014/main" id="{B1C1D498-3FF7-4B03-97D8-41762A3B7D9C}"/>
              </a:ext>
            </a:extLst>
          </p:cNvPr>
          <p:cNvSpPr txBox="1"/>
          <p:nvPr/>
        </p:nvSpPr>
        <p:spPr>
          <a:xfrm>
            <a:off x="6114757" y="83606"/>
            <a:ext cx="5989730"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Derived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public</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Derived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34" name="TextBox 33">
            <a:extLst>
              <a:ext uri="{FF2B5EF4-FFF2-40B4-BE49-F238E27FC236}">
                <a16:creationId xmlns:a16="http://schemas.microsoft.com/office/drawing/2014/main" id="{C91CE4D4-5BB2-BA3F-F400-306038E150C6}"/>
              </a:ext>
            </a:extLst>
          </p:cNvPr>
          <p:cNvSpPr txBox="1"/>
          <p:nvPr/>
        </p:nvSpPr>
        <p:spPr>
          <a:xfrm>
            <a:off x="228942" y="4422186"/>
            <a:ext cx="5575027" cy="2246769"/>
          </a:xfrm>
          <a:prstGeom prst="rect">
            <a:avLst/>
          </a:prstGeom>
          <a:noFill/>
        </p:spPr>
        <p:txBody>
          <a:bodyPr wrap="square">
            <a:spAutoFit/>
          </a:bodyPr>
          <a:lstStyle/>
          <a:p>
            <a:r>
              <a:rPr lang="en-US" sz="2000" dirty="0"/>
              <a:t>We consider an object of the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a:t>
            </a:r>
            <a:r>
              <a:rPr lang="en-US" sz="2000" dirty="0"/>
              <a:t> class as a multi-part object. One part is its own, and the rest belong to each of its parent(s) in its inheritance chain. </a:t>
            </a:r>
          </a:p>
          <a:p>
            <a:r>
              <a:rPr lang="en-US" sz="2000" dirty="0"/>
              <a:t>In this example, these are its parts: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one part </a:t>
            </a:r>
            <a:r>
              <a:rPr kumimoji="0" lang="en-US" sz="2000" b="1"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Base</a:t>
            </a:r>
            <a:r>
              <a:rPr kumimoji="0" lang="en-US" sz="2000" b="0" i="0" u="none" strike="noStrike" kern="1200" cap="none" spc="0" normalizeH="0" baseline="0" noProof="0" dirty="0">
                <a:ln>
                  <a:noFill/>
                </a:ln>
                <a:solidFill>
                  <a:prstClr val="black"/>
                </a:solidFill>
                <a:effectLst/>
                <a:uLnTx/>
                <a:uFillTx/>
                <a:latin typeface="Aptos"/>
                <a:ea typeface="+mn-ea"/>
                <a:cs typeface="+mn-cs"/>
              </a:rPr>
              <a:t>.</a:t>
            </a:r>
            <a:endParaRPr lang="en-US" sz="2000" dirty="0"/>
          </a:p>
          <a:p>
            <a:pPr marL="342900" indent="-342900">
              <a:buFont typeface="Arial" panose="020B0604020202020204" pitchFamily="34" charset="0"/>
              <a:buChar char="•"/>
            </a:pPr>
            <a:r>
              <a:rPr lang="en-US" sz="2000" dirty="0"/>
              <a:t>one part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a:t>
            </a:r>
            <a:r>
              <a:rPr lang="en-US" sz="2000" dirty="0"/>
              <a:t>.</a:t>
            </a:r>
          </a:p>
        </p:txBody>
      </p:sp>
      <p:sp>
        <p:nvSpPr>
          <p:cNvPr id="2" name="TextBox 1">
            <a:extLst>
              <a:ext uri="{FF2B5EF4-FFF2-40B4-BE49-F238E27FC236}">
                <a16:creationId xmlns:a16="http://schemas.microsoft.com/office/drawing/2014/main" id="{4EB1A8D5-D121-894A-2805-A101314FD438}"/>
              </a:ext>
            </a:extLst>
          </p:cNvPr>
          <p:cNvSpPr txBox="1"/>
          <p:nvPr/>
        </p:nvSpPr>
        <p:spPr>
          <a:xfrm>
            <a:off x="6856433" y="5229574"/>
            <a:ext cx="1732585" cy="400110"/>
          </a:xfrm>
          <a:prstGeom prst="rect">
            <a:avLst/>
          </a:prstGeom>
          <a:noFill/>
        </p:spPr>
        <p:txBody>
          <a:bodyPr wrap="square">
            <a:spAutoFit/>
          </a:bodyPr>
          <a:lstStyle/>
          <a:p>
            <a:pPr algn="ctr"/>
            <a:r>
              <a:rPr lang="en-US" sz="2000" b="1" dirty="0">
                <a:solidFill>
                  <a:srgbClr val="7A3E9D"/>
                </a:solidFill>
                <a:effectLst/>
                <a:latin typeface="Cascadia Mono" panose="020B0609020000020004" pitchFamily="49" charset="0"/>
              </a:rPr>
              <a:t>Derived</a:t>
            </a:r>
            <a:r>
              <a:rPr lang="en-US" sz="2000" b="0" dirty="0">
                <a:solidFill>
                  <a:srgbClr val="333333"/>
                </a:solidFill>
                <a:effectLst/>
                <a:latin typeface="Cascadia Mono" panose="020B0609020000020004" pitchFamily="49" charset="0"/>
              </a:rPr>
              <a:t> </a:t>
            </a:r>
            <a:r>
              <a:rPr lang="en-US" sz="2000" b="0" dirty="0">
                <a:solidFill>
                  <a:srgbClr val="7A3E9D"/>
                </a:solidFill>
                <a:effectLst/>
                <a:latin typeface="Cascadia Mono" panose="020B0609020000020004" pitchFamily="49" charset="0"/>
              </a:rPr>
              <a:t>d</a:t>
            </a:r>
            <a:r>
              <a:rPr lang="en-US" sz="2000" b="0" dirty="0">
                <a:solidFill>
                  <a:srgbClr val="777777"/>
                </a:solidFill>
                <a:effectLst/>
                <a:latin typeface="Cascadia Mono" panose="020B0609020000020004" pitchFamily="49" charset="0"/>
              </a:rPr>
              <a:t>;</a:t>
            </a:r>
            <a:endParaRPr lang="en-US" sz="2000" b="0" dirty="0">
              <a:solidFill>
                <a:srgbClr val="333333"/>
              </a:solidFill>
              <a:effectLst/>
              <a:latin typeface="Cascadia Mono" panose="020B0609020000020004" pitchFamily="49" charset="0"/>
            </a:endParaRPr>
          </a:p>
        </p:txBody>
      </p:sp>
      <p:graphicFrame>
        <p:nvGraphicFramePr>
          <p:cNvPr id="3" name="Table 2">
            <a:extLst>
              <a:ext uri="{FF2B5EF4-FFF2-40B4-BE49-F238E27FC236}">
                <a16:creationId xmlns:a16="http://schemas.microsoft.com/office/drawing/2014/main" id="{1AFF9AE6-5BC8-A2F0-6899-C2544937B472}"/>
              </a:ext>
            </a:extLst>
          </p:cNvPr>
          <p:cNvGraphicFramePr>
            <a:graphicFrameLocks noGrp="1"/>
          </p:cNvGraphicFramePr>
          <p:nvPr>
            <p:extLst>
              <p:ext uri="{D42A27DB-BD31-4B8C-83A1-F6EECF244321}">
                <p14:modId xmlns:p14="http://schemas.microsoft.com/office/powerpoint/2010/main" val="635082554"/>
              </p:ext>
            </p:extLst>
          </p:nvPr>
        </p:nvGraphicFramePr>
        <p:xfrm>
          <a:off x="8593946" y="4106501"/>
          <a:ext cx="3332076" cy="2646255"/>
        </p:xfrm>
        <a:graphic>
          <a:graphicData uri="http://schemas.openxmlformats.org/drawingml/2006/table">
            <a:tbl>
              <a:tblPr firstRow="1" bandRow="1">
                <a:tableStyleId>{5C22544A-7EE6-4342-B048-85BDC9FD1C3A}</a:tableStyleId>
              </a:tblPr>
              <a:tblGrid>
                <a:gridCol w="3332076">
                  <a:extLst>
                    <a:ext uri="{9D8B030D-6E8A-4147-A177-3AD203B41FA5}">
                      <a16:colId xmlns:a16="http://schemas.microsoft.com/office/drawing/2014/main" val="4025404129"/>
                    </a:ext>
                  </a:extLst>
                </a:gridCol>
              </a:tblGrid>
              <a:tr h="370840">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l"/>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m_id</a:t>
                      </a: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l"/>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021793749"/>
                  </a:ext>
                </a:extLst>
              </a:tr>
              <a:tr h="1335615">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Derived</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l"/>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double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m_cost</a:t>
                      </a: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l"/>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double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getCost</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210082682"/>
                  </a:ext>
                </a:extLst>
              </a:tr>
            </a:tbl>
          </a:graphicData>
        </a:graphic>
      </p:graphicFrame>
    </p:spTree>
    <p:extLst>
      <p:ext uri="{BB962C8B-B14F-4D97-AF65-F5344CB8AC3E}">
        <p14:creationId xmlns:p14="http://schemas.microsoft.com/office/powerpoint/2010/main" val="1204574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A31EDA1-1E65-CE66-54BC-1A3C52914011}"/>
              </a:ext>
            </a:extLst>
          </p:cNvPr>
          <p:cNvSpPr txBox="1"/>
          <p:nvPr/>
        </p:nvSpPr>
        <p:spPr>
          <a:xfrm>
            <a:off x="87513" y="80309"/>
            <a:ext cx="5338932"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Base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16" name="TextBox 15">
            <a:extLst>
              <a:ext uri="{FF2B5EF4-FFF2-40B4-BE49-F238E27FC236}">
                <a16:creationId xmlns:a16="http://schemas.microsoft.com/office/drawing/2014/main" id="{B1C1D498-3FF7-4B03-97D8-41762A3B7D9C}"/>
              </a:ext>
            </a:extLst>
          </p:cNvPr>
          <p:cNvSpPr txBox="1"/>
          <p:nvPr/>
        </p:nvSpPr>
        <p:spPr>
          <a:xfrm>
            <a:off x="6114757" y="83606"/>
            <a:ext cx="5989730"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Derived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public</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Derived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34" name="TextBox 33">
            <a:extLst>
              <a:ext uri="{FF2B5EF4-FFF2-40B4-BE49-F238E27FC236}">
                <a16:creationId xmlns:a16="http://schemas.microsoft.com/office/drawing/2014/main" id="{C91CE4D4-5BB2-BA3F-F400-306038E150C6}"/>
              </a:ext>
            </a:extLst>
          </p:cNvPr>
          <p:cNvSpPr txBox="1"/>
          <p:nvPr/>
        </p:nvSpPr>
        <p:spPr>
          <a:xfrm>
            <a:off x="191072" y="4658854"/>
            <a:ext cx="6481969" cy="1015663"/>
          </a:xfrm>
          <a:prstGeom prst="rect">
            <a:avLst/>
          </a:prstGeom>
          <a:noFill/>
        </p:spPr>
        <p:txBody>
          <a:bodyPr wrap="square">
            <a:spAutoFit/>
          </a:bodyPr>
          <a:lstStyle/>
          <a:p>
            <a:r>
              <a:rPr lang="en-US" sz="2000" dirty="0"/>
              <a:t>Let’s revisit how objects are created. </a:t>
            </a:r>
          </a:p>
          <a:p>
            <a:endParaRPr lang="en-US" sz="2000" dirty="0"/>
          </a:p>
          <a:p>
            <a:r>
              <a:rPr lang="en-US" sz="2000" dirty="0"/>
              <a:t>We will create an object of class </a:t>
            </a:r>
            <a:r>
              <a:rPr lang="en-US" sz="2000" b="1" dirty="0">
                <a:latin typeface="Cascadia Code" panose="020B0609020000020004" pitchFamily="49" charset="0"/>
                <a:ea typeface="Cascadia Code" panose="020B0609020000020004" pitchFamily="49" charset="0"/>
                <a:cs typeface="Cascadia Code" panose="020B0609020000020004" pitchFamily="49" charset="0"/>
              </a:rPr>
              <a:t>Base</a:t>
            </a:r>
            <a:r>
              <a:rPr lang="en-US" sz="2000" dirty="0"/>
              <a:t> first.</a:t>
            </a:r>
          </a:p>
        </p:txBody>
      </p:sp>
    </p:spTree>
    <p:extLst>
      <p:ext uri="{BB962C8B-B14F-4D97-AF65-F5344CB8AC3E}">
        <p14:creationId xmlns:p14="http://schemas.microsoft.com/office/powerpoint/2010/main" val="3885244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A31EDA1-1E65-CE66-54BC-1A3C52914011}"/>
              </a:ext>
            </a:extLst>
          </p:cNvPr>
          <p:cNvSpPr txBox="1"/>
          <p:nvPr/>
        </p:nvSpPr>
        <p:spPr>
          <a:xfrm>
            <a:off x="87513" y="80309"/>
            <a:ext cx="5338932"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Base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16" name="TextBox 15">
            <a:extLst>
              <a:ext uri="{FF2B5EF4-FFF2-40B4-BE49-F238E27FC236}">
                <a16:creationId xmlns:a16="http://schemas.microsoft.com/office/drawing/2014/main" id="{B1C1D498-3FF7-4B03-97D8-41762A3B7D9C}"/>
              </a:ext>
            </a:extLst>
          </p:cNvPr>
          <p:cNvSpPr txBox="1"/>
          <p:nvPr/>
        </p:nvSpPr>
        <p:spPr>
          <a:xfrm>
            <a:off x="6114757" y="83606"/>
            <a:ext cx="5989730"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Derived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public</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Derived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21" name="TextBox 20">
            <a:extLst>
              <a:ext uri="{FF2B5EF4-FFF2-40B4-BE49-F238E27FC236}">
                <a16:creationId xmlns:a16="http://schemas.microsoft.com/office/drawing/2014/main" id="{A574FB90-2AE6-CE16-613E-0AE8AE108193}"/>
              </a:ext>
            </a:extLst>
          </p:cNvPr>
          <p:cNvSpPr txBox="1"/>
          <p:nvPr/>
        </p:nvSpPr>
        <p:spPr>
          <a:xfrm>
            <a:off x="9629321" y="4723521"/>
            <a:ext cx="2213976" cy="1754326"/>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Base</a:t>
            </a:r>
            <a:r>
              <a:rPr lang="en-US" b="0" dirty="0">
                <a:solidFill>
                  <a:srgbClr val="333333"/>
                </a:solidFill>
                <a:effectLst/>
                <a:latin typeface="Cascadia Mono" panose="020B0609020000020004" pitchFamily="49" charset="0"/>
              </a:rPr>
              <a:t> </a:t>
            </a:r>
            <a:r>
              <a:rPr lang="en-US" dirty="0">
                <a:solidFill>
                  <a:srgbClr val="7A3E9D"/>
                </a:solidFill>
                <a:latin typeface="Cascadia Mono" panose="020B0609020000020004" pitchFamily="49" charset="0"/>
              </a:rPr>
              <a:t>b</a:t>
            </a:r>
            <a:r>
              <a:rPr lang="en-US" b="0" dirty="0">
                <a:solidFill>
                  <a:srgbClr val="7A3E9D"/>
                </a:solidFill>
                <a:effectLst/>
                <a:latin typeface="Cascadia Mono" panose="020B0609020000020004" pitchFamily="49" charset="0"/>
              </a:rPr>
              <a:t>1</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
        <p:nvSpPr>
          <p:cNvPr id="30" name="TextBox 29">
            <a:extLst>
              <a:ext uri="{FF2B5EF4-FFF2-40B4-BE49-F238E27FC236}">
                <a16:creationId xmlns:a16="http://schemas.microsoft.com/office/drawing/2014/main" id="{3B93D538-3D51-7A54-FF65-1F2B5AD57DD3}"/>
              </a:ext>
            </a:extLst>
          </p:cNvPr>
          <p:cNvSpPr txBox="1"/>
          <p:nvPr/>
        </p:nvSpPr>
        <p:spPr>
          <a:xfrm>
            <a:off x="5121125" y="6186238"/>
            <a:ext cx="3517747" cy="400110"/>
          </a:xfrm>
          <a:prstGeom prst="rect">
            <a:avLst/>
          </a:prstGeom>
          <a:noFill/>
        </p:spPr>
        <p:txBody>
          <a:bodyPr wrap="square">
            <a:spAutoFit/>
          </a:bodyPr>
          <a:lstStyle/>
          <a:p>
            <a:r>
              <a:rPr lang="en-US" sz="2000" dirty="0"/>
              <a:t>Firstly, </a:t>
            </a:r>
            <a:r>
              <a:rPr lang="en-US" sz="2000" b="1" dirty="0">
                <a:latin typeface="Cascadia Code" panose="020B0609020000020004" pitchFamily="49" charset="0"/>
                <a:ea typeface="Cascadia Code" panose="020B0609020000020004" pitchFamily="49" charset="0"/>
                <a:cs typeface="Cascadia Code" panose="020B0609020000020004" pitchFamily="49" charset="0"/>
              </a:rPr>
              <a:t>main()</a:t>
            </a:r>
            <a:r>
              <a:rPr lang="en-US" sz="2000" dirty="0"/>
              <a:t> is called.</a:t>
            </a:r>
          </a:p>
        </p:txBody>
      </p:sp>
      <p:sp>
        <p:nvSpPr>
          <p:cNvPr id="32" name="TextBox 31">
            <a:extLst>
              <a:ext uri="{FF2B5EF4-FFF2-40B4-BE49-F238E27FC236}">
                <a16:creationId xmlns:a16="http://schemas.microsoft.com/office/drawing/2014/main" id="{99028571-A0AE-EAA5-CA27-FF29994304B9}"/>
              </a:ext>
            </a:extLst>
          </p:cNvPr>
          <p:cNvSpPr txBox="1"/>
          <p:nvPr/>
        </p:nvSpPr>
        <p:spPr>
          <a:xfrm>
            <a:off x="87513" y="4656767"/>
            <a:ext cx="3602360" cy="646331"/>
          </a:xfrm>
          <a:prstGeom prst="rect">
            <a:avLst/>
          </a:prstGeom>
          <a:noFill/>
        </p:spPr>
        <p:txBody>
          <a:bodyPr wrap="square">
            <a:spAutoFit/>
          </a:bodyPr>
          <a:lstStyle/>
          <a:p>
            <a:r>
              <a:rPr lang="en-US" b="1" u="sng" dirty="0">
                <a:latin typeface="Cascadia Code" panose="020B0609020000020004" pitchFamily="49" charset="0"/>
                <a:ea typeface="Cascadia Code" panose="020B0609020000020004" pitchFamily="49" charset="0"/>
                <a:cs typeface="Cascadia Code" panose="020B0609020000020004" pitchFamily="49" charset="0"/>
              </a:rPr>
              <a:t>Output</a:t>
            </a:r>
          </a:p>
          <a:p>
            <a:endParaRPr lang="en-US"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4741726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A31EDA1-1E65-CE66-54BC-1A3C52914011}"/>
              </a:ext>
            </a:extLst>
          </p:cNvPr>
          <p:cNvSpPr txBox="1"/>
          <p:nvPr/>
        </p:nvSpPr>
        <p:spPr>
          <a:xfrm>
            <a:off x="87513" y="80309"/>
            <a:ext cx="5338932"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Base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16" name="TextBox 15">
            <a:extLst>
              <a:ext uri="{FF2B5EF4-FFF2-40B4-BE49-F238E27FC236}">
                <a16:creationId xmlns:a16="http://schemas.microsoft.com/office/drawing/2014/main" id="{B1C1D498-3FF7-4B03-97D8-41762A3B7D9C}"/>
              </a:ext>
            </a:extLst>
          </p:cNvPr>
          <p:cNvSpPr txBox="1"/>
          <p:nvPr/>
        </p:nvSpPr>
        <p:spPr>
          <a:xfrm>
            <a:off x="6114757" y="83606"/>
            <a:ext cx="5989730"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Derived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public</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Derived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graphicFrame>
        <p:nvGraphicFramePr>
          <p:cNvPr id="2" name="Table 1">
            <a:extLst>
              <a:ext uri="{FF2B5EF4-FFF2-40B4-BE49-F238E27FC236}">
                <a16:creationId xmlns:a16="http://schemas.microsoft.com/office/drawing/2014/main" id="{CEEE72C9-6044-8724-FFBF-084B69D20450}"/>
              </a:ext>
            </a:extLst>
          </p:cNvPr>
          <p:cNvGraphicFramePr>
            <a:graphicFrameLocks noGrp="1"/>
          </p:cNvGraphicFramePr>
          <p:nvPr>
            <p:extLst>
              <p:ext uri="{D42A27DB-BD31-4B8C-83A1-F6EECF244321}">
                <p14:modId xmlns:p14="http://schemas.microsoft.com/office/powerpoint/2010/main" val="2566340029"/>
              </p:ext>
            </p:extLst>
          </p:nvPr>
        </p:nvGraphicFramePr>
        <p:xfrm>
          <a:off x="4448719" y="4128139"/>
          <a:ext cx="3332076" cy="1310640"/>
        </p:xfrm>
        <a:graphic>
          <a:graphicData uri="http://schemas.openxmlformats.org/drawingml/2006/table">
            <a:tbl>
              <a:tblPr firstRow="1" bandRow="1">
                <a:tableStyleId>{5C22544A-7EE6-4342-B048-85BDC9FD1C3A}</a:tableStyleId>
              </a:tblPr>
              <a:tblGrid>
                <a:gridCol w="3332076">
                  <a:extLst>
                    <a:ext uri="{9D8B030D-6E8A-4147-A177-3AD203B41FA5}">
                      <a16:colId xmlns:a16="http://schemas.microsoft.com/office/drawing/2014/main" val="4025404129"/>
                    </a:ext>
                  </a:extLst>
                </a:gridCol>
              </a:tblGrid>
              <a:tr h="370840">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 ???</a:t>
                      </a: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021793749"/>
                  </a:ext>
                </a:extLst>
              </a:tr>
            </a:tbl>
          </a:graphicData>
        </a:graphic>
      </p:graphicFrame>
      <p:sp>
        <p:nvSpPr>
          <p:cNvPr id="4" name="TextBox 3">
            <a:extLst>
              <a:ext uri="{FF2B5EF4-FFF2-40B4-BE49-F238E27FC236}">
                <a16:creationId xmlns:a16="http://schemas.microsoft.com/office/drawing/2014/main" id="{8C9A84E5-49D1-F8AF-C942-D12C9C4F1D35}"/>
              </a:ext>
            </a:extLst>
          </p:cNvPr>
          <p:cNvSpPr txBox="1"/>
          <p:nvPr/>
        </p:nvSpPr>
        <p:spPr>
          <a:xfrm>
            <a:off x="9629321" y="4723521"/>
            <a:ext cx="2213976" cy="1754326"/>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Base</a:t>
            </a:r>
            <a:r>
              <a:rPr lang="en-US" b="0" dirty="0">
                <a:solidFill>
                  <a:srgbClr val="333333"/>
                </a:solidFill>
                <a:effectLst/>
                <a:latin typeface="Cascadia Mono" panose="020B0609020000020004" pitchFamily="49" charset="0"/>
              </a:rPr>
              <a:t> </a:t>
            </a:r>
            <a:r>
              <a:rPr lang="en-US" dirty="0">
                <a:solidFill>
                  <a:srgbClr val="7A3E9D"/>
                </a:solidFill>
                <a:latin typeface="Cascadia Mono" panose="020B0609020000020004" pitchFamily="49" charset="0"/>
              </a:rPr>
              <a:t>b</a:t>
            </a:r>
            <a:r>
              <a:rPr lang="en-US" b="0" dirty="0">
                <a:solidFill>
                  <a:srgbClr val="7A3E9D"/>
                </a:solidFill>
                <a:effectLst/>
                <a:latin typeface="Cascadia Mono" panose="020B0609020000020004" pitchFamily="49" charset="0"/>
              </a:rPr>
              <a:t>1</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
        <p:nvSpPr>
          <p:cNvPr id="5" name="TextBox 4">
            <a:extLst>
              <a:ext uri="{FF2B5EF4-FFF2-40B4-BE49-F238E27FC236}">
                <a16:creationId xmlns:a16="http://schemas.microsoft.com/office/drawing/2014/main" id="{BD3F871C-ADB0-4070-62F9-0729E5A63F70}"/>
              </a:ext>
            </a:extLst>
          </p:cNvPr>
          <p:cNvSpPr txBox="1"/>
          <p:nvPr/>
        </p:nvSpPr>
        <p:spPr>
          <a:xfrm>
            <a:off x="4735327" y="5846968"/>
            <a:ext cx="3517747" cy="707886"/>
          </a:xfrm>
          <a:prstGeom prst="rect">
            <a:avLst/>
          </a:prstGeom>
          <a:noFill/>
        </p:spPr>
        <p:txBody>
          <a:bodyPr wrap="square">
            <a:spAutoFit/>
          </a:bodyPr>
          <a:lstStyle/>
          <a:p>
            <a:r>
              <a:rPr lang="en-US" sz="2000" dirty="0"/>
              <a:t>Memory for the object is allocated by the compiler.</a:t>
            </a:r>
          </a:p>
        </p:txBody>
      </p:sp>
      <p:sp>
        <p:nvSpPr>
          <p:cNvPr id="6" name="TextBox 5">
            <a:extLst>
              <a:ext uri="{FF2B5EF4-FFF2-40B4-BE49-F238E27FC236}">
                <a16:creationId xmlns:a16="http://schemas.microsoft.com/office/drawing/2014/main" id="{A966FE50-8737-870C-A6A3-E922D677CEDB}"/>
              </a:ext>
            </a:extLst>
          </p:cNvPr>
          <p:cNvSpPr txBox="1"/>
          <p:nvPr/>
        </p:nvSpPr>
        <p:spPr>
          <a:xfrm>
            <a:off x="87513" y="4656767"/>
            <a:ext cx="3602360" cy="646331"/>
          </a:xfrm>
          <a:prstGeom prst="rect">
            <a:avLst/>
          </a:prstGeom>
          <a:noFill/>
        </p:spPr>
        <p:txBody>
          <a:bodyPr wrap="square">
            <a:spAutoFit/>
          </a:bodyPr>
          <a:lstStyle/>
          <a:p>
            <a:r>
              <a:rPr lang="en-US" b="1" u="sng" dirty="0">
                <a:latin typeface="Cascadia Code" panose="020B0609020000020004" pitchFamily="49" charset="0"/>
                <a:ea typeface="Cascadia Code" panose="020B0609020000020004" pitchFamily="49" charset="0"/>
                <a:cs typeface="Cascadia Code" panose="020B0609020000020004" pitchFamily="49" charset="0"/>
              </a:rPr>
              <a:t>Output</a:t>
            </a:r>
          </a:p>
          <a:p>
            <a:endParaRPr lang="en-US"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2869161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A31EDA1-1E65-CE66-54BC-1A3C52914011}"/>
              </a:ext>
            </a:extLst>
          </p:cNvPr>
          <p:cNvSpPr txBox="1"/>
          <p:nvPr/>
        </p:nvSpPr>
        <p:spPr>
          <a:xfrm>
            <a:off x="87513" y="80309"/>
            <a:ext cx="5338932"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Base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16" name="TextBox 15">
            <a:extLst>
              <a:ext uri="{FF2B5EF4-FFF2-40B4-BE49-F238E27FC236}">
                <a16:creationId xmlns:a16="http://schemas.microsoft.com/office/drawing/2014/main" id="{B1C1D498-3FF7-4B03-97D8-41762A3B7D9C}"/>
              </a:ext>
            </a:extLst>
          </p:cNvPr>
          <p:cNvSpPr txBox="1"/>
          <p:nvPr/>
        </p:nvSpPr>
        <p:spPr>
          <a:xfrm>
            <a:off x="6114757" y="83606"/>
            <a:ext cx="5989730"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Derived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public</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Derived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graphicFrame>
        <p:nvGraphicFramePr>
          <p:cNvPr id="2" name="Table 1">
            <a:extLst>
              <a:ext uri="{FF2B5EF4-FFF2-40B4-BE49-F238E27FC236}">
                <a16:creationId xmlns:a16="http://schemas.microsoft.com/office/drawing/2014/main" id="{CEEE72C9-6044-8724-FFBF-084B69D20450}"/>
              </a:ext>
            </a:extLst>
          </p:cNvPr>
          <p:cNvGraphicFramePr>
            <a:graphicFrameLocks noGrp="1"/>
          </p:cNvGraphicFramePr>
          <p:nvPr>
            <p:extLst>
              <p:ext uri="{D42A27DB-BD31-4B8C-83A1-F6EECF244321}">
                <p14:modId xmlns:p14="http://schemas.microsoft.com/office/powerpoint/2010/main" val="3327305239"/>
              </p:ext>
            </p:extLst>
          </p:nvPr>
        </p:nvGraphicFramePr>
        <p:xfrm>
          <a:off x="4448719" y="4128139"/>
          <a:ext cx="3332076" cy="1310640"/>
        </p:xfrm>
        <a:graphic>
          <a:graphicData uri="http://schemas.openxmlformats.org/drawingml/2006/table">
            <a:tbl>
              <a:tblPr firstRow="1" bandRow="1">
                <a:tableStyleId>{5C22544A-7EE6-4342-B048-85BDC9FD1C3A}</a:tableStyleId>
              </a:tblPr>
              <a:tblGrid>
                <a:gridCol w="3332076">
                  <a:extLst>
                    <a:ext uri="{9D8B030D-6E8A-4147-A177-3AD203B41FA5}">
                      <a16:colId xmlns:a16="http://schemas.microsoft.com/office/drawing/2014/main" val="4025404129"/>
                    </a:ext>
                  </a:extLst>
                </a:gridCol>
              </a:tblGrid>
              <a:tr h="370840">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 0</a:t>
                      </a: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021793749"/>
                  </a:ext>
                </a:extLst>
              </a:tr>
            </a:tbl>
          </a:graphicData>
        </a:graphic>
      </p:graphicFrame>
      <p:sp>
        <p:nvSpPr>
          <p:cNvPr id="4" name="TextBox 3">
            <a:extLst>
              <a:ext uri="{FF2B5EF4-FFF2-40B4-BE49-F238E27FC236}">
                <a16:creationId xmlns:a16="http://schemas.microsoft.com/office/drawing/2014/main" id="{7494D29B-C0CF-B00F-FE8D-C6499490B3B8}"/>
              </a:ext>
            </a:extLst>
          </p:cNvPr>
          <p:cNvSpPr txBox="1"/>
          <p:nvPr/>
        </p:nvSpPr>
        <p:spPr>
          <a:xfrm>
            <a:off x="9629321" y="4723521"/>
            <a:ext cx="2213976" cy="1754326"/>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Base</a:t>
            </a:r>
            <a:r>
              <a:rPr lang="en-US" b="0" dirty="0">
                <a:solidFill>
                  <a:srgbClr val="333333"/>
                </a:solidFill>
                <a:effectLst/>
                <a:latin typeface="Cascadia Mono" panose="020B0609020000020004" pitchFamily="49" charset="0"/>
              </a:rPr>
              <a:t> </a:t>
            </a:r>
            <a:r>
              <a:rPr lang="en-US" dirty="0">
                <a:solidFill>
                  <a:srgbClr val="7A3E9D"/>
                </a:solidFill>
                <a:latin typeface="Cascadia Mono" panose="020B0609020000020004" pitchFamily="49" charset="0"/>
              </a:rPr>
              <a:t>b</a:t>
            </a:r>
            <a:r>
              <a:rPr lang="en-US" b="0" dirty="0">
                <a:solidFill>
                  <a:srgbClr val="7A3E9D"/>
                </a:solidFill>
                <a:effectLst/>
                <a:latin typeface="Cascadia Mono" panose="020B0609020000020004" pitchFamily="49" charset="0"/>
              </a:rPr>
              <a:t>1</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
        <p:nvSpPr>
          <p:cNvPr id="5" name="TextBox 4">
            <a:extLst>
              <a:ext uri="{FF2B5EF4-FFF2-40B4-BE49-F238E27FC236}">
                <a16:creationId xmlns:a16="http://schemas.microsoft.com/office/drawing/2014/main" id="{7BBE654C-4536-BD42-F314-6A27CBBC7225}"/>
              </a:ext>
            </a:extLst>
          </p:cNvPr>
          <p:cNvSpPr txBox="1"/>
          <p:nvPr/>
        </p:nvSpPr>
        <p:spPr>
          <a:xfrm>
            <a:off x="4735327" y="5846968"/>
            <a:ext cx="3517747" cy="707886"/>
          </a:xfrm>
          <a:prstGeom prst="rect">
            <a:avLst/>
          </a:prstGeom>
          <a:noFill/>
        </p:spPr>
        <p:txBody>
          <a:bodyPr wrap="square">
            <a:spAutoFit/>
          </a:bodyPr>
          <a:lstStyle/>
          <a:p>
            <a:r>
              <a:rPr lang="en-US" sz="2000" dirty="0" err="1"/>
              <a:t>Ctor</a:t>
            </a:r>
            <a:r>
              <a:rPr lang="en-US" sz="2000" dirty="0"/>
              <a:t> gets called and initialization happens.</a:t>
            </a:r>
          </a:p>
        </p:txBody>
      </p:sp>
      <p:sp>
        <p:nvSpPr>
          <p:cNvPr id="6" name="Arrow: Right 5">
            <a:extLst>
              <a:ext uri="{FF2B5EF4-FFF2-40B4-BE49-F238E27FC236}">
                <a16:creationId xmlns:a16="http://schemas.microsoft.com/office/drawing/2014/main" id="{945CDC59-34D2-EE14-7ECF-F7A923E2E3DD}"/>
              </a:ext>
            </a:extLst>
          </p:cNvPr>
          <p:cNvSpPr/>
          <p:nvPr/>
        </p:nvSpPr>
        <p:spPr>
          <a:xfrm>
            <a:off x="4507211" y="4696941"/>
            <a:ext cx="409276" cy="1730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1BA2A276-B16D-0728-93CA-56846C35D19E}"/>
              </a:ext>
            </a:extLst>
          </p:cNvPr>
          <p:cNvSpPr/>
          <p:nvPr/>
        </p:nvSpPr>
        <p:spPr>
          <a:xfrm>
            <a:off x="54031" y="1428410"/>
            <a:ext cx="409276" cy="1730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EEDAF95-2C73-EEB2-E137-D6E0AE6B3B6E}"/>
              </a:ext>
            </a:extLst>
          </p:cNvPr>
          <p:cNvSpPr txBox="1"/>
          <p:nvPr/>
        </p:nvSpPr>
        <p:spPr>
          <a:xfrm>
            <a:off x="87513" y="4656767"/>
            <a:ext cx="3602360" cy="646331"/>
          </a:xfrm>
          <a:prstGeom prst="rect">
            <a:avLst/>
          </a:prstGeom>
          <a:noFill/>
        </p:spPr>
        <p:txBody>
          <a:bodyPr wrap="square">
            <a:spAutoFit/>
          </a:bodyPr>
          <a:lstStyle/>
          <a:p>
            <a:r>
              <a:rPr lang="en-US" b="1" u="sng" dirty="0">
                <a:latin typeface="Cascadia Code" panose="020B0609020000020004" pitchFamily="49" charset="0"/>
                <a:ea typeface="Cascadia Code" panose="020B0609020000020004" pitchFamily="49" charset="0"/>
                <a:cs typeface="Cascadia Code" panose="020B0609020000020004" pitchFamily="49" charset="0"/>
              </a:rPr>
              <a:t>Output</a:t>
            </a:r>
          </a:p>
          <a:p>
            <a:endParaRPr lang="en-US"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4031906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A31EDA1-1E65-CE66-54BC-1A3C52914011}"/>
              </a:ext>
            </a:extLst>
          </p:cNvPr>
          <p:cNvSpPr txBox="1"/>
          <p:nvPr/>
        </p:nvSpPr>
        <p:spPr>
          <a:xfrm>
            <a:off x="87513" y="80309"/>
            <a:ext cx="5338932"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Base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16" name="TextBox 15">
            <a:extLst>
              <a:ext uri="{FF2B5EF4-FFF2-40B4-BE49-F238E27FC236}">
                <a16:creationId xmlns:a16="http://schemas.microsoft.com/office/drawing/2014/main" id="{B1C1D498-3FF7-4B03-97D8-41762A3B7D9C}"/>
              </a:ext>
            </a:extLst>
          </p:cNvPr>
          <p:cNvSpPr txBox="1"/>
          <p:nvPr/>
        </p:nvSpPr>
        <p:spPr>
          <a:xfrm>
            <a:off x="6114757" y="83606"/>
            <a:ext cx="5989730"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Derived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public</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Derived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graphicFrame>
        <p:nvGraphicFramePr>
          <p:cNvPr id="2" name="Table 1">
            <a:extLst>
              <a:ext uri="{FF2B5EF4-FFF2-40B4-BE49-F238E27FC236}">
                <a16:creationId xmlns:a16="http://schemas.microsoft.com/office/drawing/2014/main" id="{CEEE72C9-6044-8724-FFBF-084B69D20450}"/>
              </a:ext>
            </a:extLst>
          </p:cNvPr>
          <p:cNvGraphicFramePr>
            <a:graphicFrameLocks noGrp="1"/>
          </p:cNvGraphicFramePr>
          <p:nvPr/>
        </p:nvGraphicFramePr>
        <p:xfrm>
          <a:off x="4448719" y="4128139"/>
          <a:ext cx="3332076" cy="1310640"/>
        </p:xfrm>
        <a:graphic>
          <a:graphicData uri="http://schemas.openxmlformats.org/drawingml/2006/table">
            <a:tbl>
              <a:tblPr firstRow="1" bandRow="1">
                <a:tableStyleId>{5C22544A-7EE6-4342-B048-85BDC9FD1C3A}</a:tableStyleId>
              </a:tblPr>
              <a:tblGrid>
                <a:gridCol w="3332076">
                  <a:extLst>
                    <a:ext uri="{9D8B030D-6E8A-4147-A177-3AD203B41FA5}">
                      <a16:colId xmlns:a16="http://schemas.microsoft.com/office/drawing/2014/main" val="4025404129"/>
                    </a:ext>
                  </a:extLst>
                </a:gridCol>
              </a:tblGrid>
              <a:tr h="370840">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 0</a:t>
                      </a: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021793749"/>
                  </a:ext>
                </a:extLst>
              </a:tr>
            </a:tbl>
          </a:graphicData>
        </a:graphic>
      </p:graphicFrame>
      <p:sp>
        <p:nvSpPr>
          <p:cNvPr id="4" name="TextBox 3">
            <a:extLst>
              <a:ext uri="{FF2B5EF4-FFF2-40B4-BE49-F238E27FC236}">
                <a16:creationId xmlns:a16="http://schemas.microsoft.com/office/drawing/2014/main" id="{7494D29B-C0CF-B00F-FE8D-C6499490B3B8}"/>
              </a:ext>
            </a:extLst>
          </p:cNvPr>
          <p:cNvSpPr txBox="1"/>
          <p:nvPr/>
        </p:nvSpPr>
        <p:spPr>
          <a:xfrm>
            <a:off x="9629321" y="4723521"/>
            <a:ext cx="2213976" cy="1754326"/>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Base</a:t>
            </a:r>
            <a:r>
              <a:rPr lang="en-US" b="0" dirty="0">
                <a:solidFill>
                  <a:srgbClr val="333333"/>
                </a:solidFill>
                <a:effectLst/>
                <a:latin typeface="Cascadia Mono" panose="020B0609020000020004" pitchFamily="49" charset="0"/>
              </a:rPr>
              <a:t> </a:t>
            </a:r>
            <a:r>
              <a:rPr lang="en-US" dirty="0">
                <a:solidFill>
                  <a:srgbClr val="7A3E9D"/>
                </a:solidFill>
                <a:latin typeface="Cascadia Mono" panose="020B0609020000020004" pitchFamily="49" charset="0"/>
              </a:rPr>
              <a:t>b</a:t>
            </a:r>
            <a:r>
              <a:rPr lang="en-US" b="0" dirty="0">
                <a:solidFill>
                  <a:srgbClr val="7A3E9D"/>
                </a:solidFill>
                <a:effectLst/>
                <a:latin typeface="Cascadia Mono" panose="020B0609020000020004" pitchFamily="49" charset="0"/>
              </a:rPr>
              <a:t>1</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
        <p:nvSpPr>
          <p:cNvPr id="5" name="TextBox 4">
            <a:extLst>
              <a:ext uri="{FF2B5EF4-FFF2-40B4-BE49-F238E27FC236}">
                <a16:creationId xmlns:a16="http://schemas.microsoft.com/office/drawing/2014/main" id="{7BBE654C-4536-BD42-F314-6A27CBBC7225}"/>
              </a:ext>
            </a:extLst>
          </p:cNvPr>
          <p:cNvSpPr txBox="1"/>
          <p:nvPr/>
        </p:nvSpPr>
        <p:spPr>
          <a:xfrm>
            <a:off x="5121125" y="6186238"/>
            <a:ext cx="3517747" cy="400110"/>
          </a:xfrm>
          <a:prstGeom prst="rect">
            <a:avLst/>
          </a:prstGeom>
          <a:noFill/>
        </p:spPr>
        <p:txBody>
          <a:bodyPr wrap="square">
            <a:spAutoFit/>
          </a:bodyPr>
          <a:lstStyle/>
          <a:p>
            <a:r>
              <a:rPr lang="en-US" sz="2000" dirty="0"/>
              <a:t>Body of the </a:t>
            </a:r>
            <a:r>
              <a:rPr lang="en-US" sz="2000" dirty="0" err="1"/>
              <a:t>ctor</a:t>
            </a:r>
            <a:r>
              <a:rPr lang="en-US" sz="2000" dirty="0"/>
              <a:t> executes.</a:t>
            </a:r>
          </a:p>
        </p:txBody>
      </p:sp>
      <p:sp>
        <p:nvSpPr>
          <p:cNvPr id="7" name="TextBox 6">
            <a:extLst>
              <a:ext uri="{FF2B5EF4-FFF2-40B4-BE49-F238E27FC236}">
                <a16:creationId xmlns:a16="http://schemas.microsoft.com/office/drawing/2014/main" id="{CA5883F2-D569-9B5D-23E3-C85DD7E2201A}"/>
              </a:ext>
            </a:extLst>
          </p:cNvPr>
          <p:cNvSpPr txBox="1"/>
          <p:nvPr/>
        </p:nvSpPr>
        <p:spPr>
          <a:xfrm>
            <a:off x="87513" y="4656767"/>
            <a:ext cx="3602360" cy="923330"/>
          </a:xfrm>
          <a:prstGeom prst="rect">
            <a:avLst/>
          </a:prstGeom>
          <a:noFill/>
        </p:spPr>
        <p:txBody>
          <a:bodyPr wrap="square">
            <a:spAutoFit/>
          </a:bodyPr>
          <a:lstStyle/>
          <a:p>
            <a:r>
              <a:rPr lang="en-US" b="1" u="sng" dirty="0">
                <a:latin typeface="Cascadia Code" panose="020B0609020000020004" pitchFamily="49" charset="0"/>
                <a:ea typeface="Cascadia Code" panose="020B0609020000020004" pitchFamily="49" charset="0"/>
                <a:cs typeface="Cascadia Code" panose="020B0609020000020004" pitchFamily="49" charset="0"/>
              </a:rPr>
              <a:t>Output</a:t>
            </a:r>
          </a:p>
          <a:p>
            <a:r>
              <a:rPr lang="en-US" dirty="0">
                <a:latin typeface="Cascadia Code" panose="020B0609020000020004" pitchFamily="49" charset="0"/>
                <a:ea typeface="Cascadia Code" panose="020B0609020000020004" pitchFamily="49" charset="0"/>
                <a:cs typeface="Cascadia Code" panose="020B0609020000020004" pitchFamily="49" charset="0"/>
              </a:rPr>
              <a:t>Default Base</a:t>
            </a:r>
          </a:p>
          <a:p>
            <a:endParaRPr lang="en-US"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3" name="Arrow: Right 2">
            <a:extLst>
              <a:ext uri="{FF2B5EF4-FFF2-40B4-BE49-F238E27FC236}">
                <a16:creationId xmlns:a16="http://schemas.microsoft.com/office/drawing/2014/main" id="{A3E7A300-E2D1-F2C5-D58C-479DDBE0E8D0}"/>
              </a:ext>
            </a:extLst>
          </p:cNvPr>
          <p:cNvSpPr/>
          <p:nvPr/>
        </p:nvSpPr>
        <p:spPr>
          <a:xfrm>
            <a:off x="54031" y="1428410"/>
            <a:ext cx="409276" cy="1730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9178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A31EDA1-1E65-CE66-54BC-1A3C52914011}"/>
              </a:ext>
            </a:extLst>
          </p:cNvPr>
          <p:cNvSpPr txBox="1"/>
          <p:nvPr/>
        </p:nvSpPr>
        <p:spPr>
          <a:xfrm>
            <a:off x="87513" y="80309"/>
            <a:ext cx="5338932"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Base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16" name="TextBox 15">
            <a:extLst>
              <a:ext uri="{FF2B5EF4-FFF2-40B4-BE49-F238E27FC236}">
                <a16:creationId xmlns:a16="http://schemas.microsoft.com/office/drawing/2014/main" id="{B1C1D498-3FF7-4B03-97D8-41762A3B7D9C}"/>
              </a:ext>
            </a:extLst>
          </p:cNvPr>
          <p:cNvSpPr txBox="1"/>
          <p:nvPr/>
        </p:nvSpPr>
        <p:spPr>
          <a:xfrm>
            <a:off x="6114757" y="83606"/>
            <a:ext cx="5989730"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Derived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public</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Derived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graphicFrame>
        <p:nvGraphicFramePr>
          <p:cNvPr id="2" name="Table 1">
            <a:extLst>
              <a:ext uri="{FF2B5EF4-FFF2-40B4-BE49-F238E27FC236}">
                <a16:creationId xmlns:a16="http://schemas.microsoft.com/office/drawing/2014/main" id="{CEEE72C9-6044-8724-FFBF-084B69D20450}"/>
              </a:ext>
            </a:extLst>
          </p:cNvPr>
          <p:cNvGraphicFramePr>
            <a:graphicFrameLocks noGrp="1"/>
          </p:cNvGraphicFramePr>
          <p:nvPr/>
        </p:nvGraphicFramePr>
        <p:xfrm>
          <a:off x="4448719" y="4128139"/>
          <a:ext cx="3332076" cy="1310640"/>
        </p:xfrm>
        <a:graphic>
          <a:graphicData uri="http://schemas.openxmlformats.org/drawingml/2006/table">
            <a:tbl>
              <a:tblPr firstRow="1" bandRow="1">
                <a:tableStyleId>{5C22544A-7EE6-4342-B048-85BDC9FD1C3A}</a:tableStyleId>
              </a:tblPr>
              <a:tblGrid>
                <a:gridCol w="3332076">
                  <a:extLst>
                    <a:ext uri="{9D8B030D-6E8A-4147-A177-3AD203B41FA5}">
                      <a16:colId xmlns:a16="http://schemas.microsoft.com/office/drawing/2014/main" val="4025404129"/>
                    </a:ext>
                  </a:extLst>
                </a:gridCol>
              </a:tblGrid>
              <a:tr h="370840">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 0</a:t>
                      </a: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021793749"/>
                  </a:ext>
                </a:extLst>
              </a:tr>
            </a:tbl>
          </a:graphicData>
        </a:graphic>
      </p:graphicFrame>
      <p:sp>
        <p:nvSpPr>
          <p:cNvPr id="4" name="TextBox 3">
            <a:extLst>
              <a:ext uri="{FF2B5EF4-FFF2-40B4-BE49-F238E27FC236}">
                <a16:creationId xmlns:a16="http://schemas.microsoft.com/office/drawing/2014/main" id="{7494D29B-C0CF-B00F-FE8D-C6499490B3B8}"/>
              </a:ext>
            </a:extLst>
          </p:cNvPr>
          <p:cNvSpPr txBox="1"/>
          <p:nvPr/>
        </p:nvSpPr>
        <p:spPr>
          <a:xfrm>
            <a:off x="9629321" y="4723521"/>
            <a:ext cx="2213976" cy="1754326"/>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Base</a:t>
            </a:r>
            <a:r>
              <a:rPr lang="en-US" b="0" dirty="0">
                <a:solidFill>
                  <a:srgbClr val="333333"/>
                </a:solidFill>
                <a:effectLst/>
                <a:latin typeface="Cascadia Mono" panose="020B0609020000020004" pitchFamily="49" charset="0"/>
              </a:rPr>
              <a:t> </a:t>
            </a:r>
            <a:r>
              <a:rPr lang="en-US" dirty="0">
                <a:solidFill>
                  <a:srgbClr val="7A3E9D"/>
                </a:solidFill>
                <a:latin typeface="Cascadia Mono" panose="020B0609020000020004" pitchFamily="49" charset="0"/>
              </a:rPr>
              <a:t>b</a:t>
            </a:r>
            <a:r>
              <a:rPr lang="en-US" b="0" dirty="0">
                <a:solidFill>
                  <a:srgbClr val="7A3E9D"/>
                </a:solidFill>
                <a:effectLst/>
                <a:latin typeface="Cascadia Mono" panose="020B0609020000020004" pitchFamily="49" charset="0"/>
              </a:rPr>
              <a:t>1</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
        <p:nvSpPr>
          <p:cNvPr id="5" name="TextBox 4">
            <a:extLst>
              <a:ext uri="{FF2B5EF4-FFF2-40B4-BE49-F238E27FC236}">
                <a16:creationId xmlns:a16="http://schemas.microsoft.com/office/drawing/2014/main" id="{7BBE654C-4536-BD42-F314-6A27CBBC7225}"/>
              </a:ext>
            </a:extLst>
          </p:cNvPr>
          <p:cNvSpPr txBox="1"/>
          <p:nvPr/>
        </p:nvSpPr>
        <p:spPr>
          <a:xfrm>
            <a:off x="5121125" y="6032350"/>
            <a:ext cx="3517747" cy="707886"/>
          </a:xfrm>
          <a:prstGeom prst="rect">
            <a:avLst/>
          </a:prstGeom>
          <a:noFill/>
        </p:spPr>
        <p:txBody>
          <a:bodyPr wrap="square">
            <a:spAutoFit/>
          </a:bodyPr>
          <a:lstStyle/>
          <a:p>
            <a:r>
              <a:rPr lang="en-US" sz="2000" dirty="0"/>
              <a:t>The control is returned back to </a:t>
            </a:r>
            <a:r>
              <a:rPr lang="en-US" sz="2000" b="1" dirty="0">
                <a:latin typeface="Cascadia Code" panose="020B0609020000020004" pitchFamily="49" charset="0"/>
                <a:ea typeface="Cascadia Code" panose="020B0609020000020004" pitchFamily="49" charset="0"/>
                <a:cs typeface="Cascadia Code" panose="020B0609020000020004" pitchFamily="49" charset="0"/>
              </a:rPr>
              <a:t>main()</a:t>
            </a:r>
            <a:r>
              <a:rPr lang="en-US" sz="2000" dirty="0"/>
              <a:t>.</a:t>
            </a:r>
          </a:p>
        </p:txBody>
      </p:sp>
      <p:sp>
        <p:nvSpPr>
          <p:cNvPr id="7" name="TextBox 6">
            <a:extLst>
              <a:ext uri="{FF2B5EF4-FFF2-40B4-BE49-F238E27FC236}">
                <a16:creationId xmlns:a16="http://schemas.microsoft.com/office/drawing/2014/main" id="{21E0DA78-EFCF-5419-1EA3-01E91847D862}"/>
              </a:ext>
            </a:extLst>
          </p:cNvPr>
          <p:cNvSpPr txBox="1"/>
          <p:nvPr/>
        </p:nvSpPr>
        <p:spPr>
          <a:xfrm>
            <a:off x="87513" y="4656767"/>
            <a:ext cx="3602360" cy="646331"/>
          </a:xfrm>
          <a:prstGeom prst="rect">
            <a:avLst/>
          </a:prstGeom>
          <a:noFill/>
        </p:spPr>
        <p:txBody>
          <a:bodyPr wrap="square">
            <a:spAutoFit/>
          </a:bodyPr>
          <a:lstStyle/>
          <a:p>
            <a:r>
              <a:rPr lang="en-US" b="1" u="sng" dirty="0">
                <a:latin typeface="Cascadia Code" panose="020B0609020000020004" pitchFamily="49" charset="0"/>
                <a:ea typeface="Cascadia Code" panose="020B0609020000020004" pitchFamily="49" charset="0"/>
                <a:cs typeface="Cascadia Code" panose="020B0609020000020004" pitchFamily="49" charset="0"/>
              </a:rPr>
              <a:t>Output</a:t>
            </a:r>
          </a:p>
          <a:p>
            <a:r>
              <a:rPr lang="en-US" dirty="0">
                <a:latin typeface="Cascadia Code" panose="020B0609020000020004" pitchFamily="49" charset="0"/>
                <a:ea typeface="Cascadia Code" panose="020B0609020000020004" pitchFamily="49" charset="0"/>
                <a:cs typeface="Cascadia Code" panose="020B0609020000020004" pitchFamily="49" charset="0"/>
              </a:rPr>
              <a:t>Default Base</a:t>
            </a:r>
          </a:p>
        </p:txBody>
      </p:sp>
    </p:spTree>
    <p:extLst>
      <p:ext uri="{BB962C8B-B14F-4D97-AF65-F5344CB8AC3E}">
        <p14:creationId xmlns:p14="http://schemas.microsoft.com/office/powerpoint/2010/main" val="1585524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A31EDA1-1E65-CE66-54BC-1A3C52914011}"/>
              </a:ext>
            </a:extLst>
          </p:cNvPr>
          <p:cNvSpPr txBox="1"/>
          <p:nvPr/>
        </p:nvSpPr>
        <p:spPr>
          <a:xfrm>
            <a:off x="87513" y="80309"/>
            <a:ext cx="5338932"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Base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16" name="TextBox 15">
            <a:extLst>
              <a:ext uri="{FF2B5EF4-FFF2-40B4-BE49-F238E27FC236}">
                <a16:creationId xmlns:a16="http://schemas.microsoft.com/office/drawing/2014/main" id="{B1C1D498-3FF7-4B03-97D8-41762A3B7D9C}"/>
              </a:ext>
            </a:extLst>
          </p:cNvPr>
          <p:cNvSpPr txBox="1"/>
          <p:nvPr/>
        </p:nvSpPr>
        <p:spPr>
          <a:xfrm>
            <a:off x="6114757" y="83606"/>
            <a:ext cx="5989730"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Derived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public</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Derived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graphicFrame>
        <p:nvGraphicFramePr>
          <p:cNvPr id="2" name="Table 1">
            <a:extLst>
              <a:ext uri="{FF2B5EF4-FFF2-40B4-BE49-F238E27FC236}">
                <a16:creationId xmlns:a16="http://schemas.microsoft.com/office/drawing/2014/main" id="{CEEE72C9-6044-8724-FFBF-084B69D20450}"/>
              </a:ext>
            </a:extLst>
          </p:cNvPr>
          <p:cNvGraphicFramePr>
            <a:graphicFrameLocks noGrp="1"/>
          </p:cNvGraphicFramePr>
          <p:nvPr/>
        </p:nvGraphicFramePr>
        <p:xfrm>
          <a:off x="4448719" y="4128139"/>
          <a:ext cx="3332076" cy="1310640"/>
        </p:xfrm>
        <a:graphic>
          <a:graphicData uri="http://schemas.openxmlformats.org/drawingml/2006/table">
            <a:tbl>
              <a:tblPr firstRow="1" bandRow="1">
                <a:tableStyleId>{5C22544A-7EE6-4342-B048-85BDC9FD1C3A}</a:tableStyleId>
              </a:tblPr>
              <a:tblGrid>
                <a:gridCol w="3332076">
                  <a:extLst>
                    <a:ext uri="{9D8B030D-6E8A-4147-A177-3AD203B41FA5}">
                      <a16:colId xmlns:a16="http://schemas.microsoft.com/office/drawing/2014/main" val="4025404129"/>
                    </a:ext>
                  </a:extLst>
                </a:gridCol>
              </a:tblGrid>
              <a:tr h="370840">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 0</a:t>
                      </a: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021793749"/>
                  </a:ext>
                </a:extLst>
              </a:tr>
            </a:tbl>
          </a:graphicData>
        </a:graphic>
      </p:graphicFrame>
      <p:sp>
        <p:nvSpPr>
          <p:cNvPr id="4" name="TextBox 3">
            <a:extLst>
              <a:ext uri="{FF2B5EF4-FFF2-40B4-BE49-F238E27FC236}">
                <a16:creationId xmlns:a16="http://schemas.microsoft.com/office/drawing/2014/main" id="{7494D29B-C0CF-B00F-FE8D-C6499490B3B8}"/>
              </a:ext>
            </a:extLst>
          </p:cNvPr>
          <p:cNvSpPr txBox="1"/>
          <p:nvPr/>
        </p:nvSpPr>
        <p:spPr>
          <a:xfrm>
            <a:off x="9629321" y="4723521"/>
            <a:ext cx="2213976" cy="1754326"/>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Base</a:t>
            </a:r>
            <a:r>
              <a:rPr lang="en-US" b="0" dirty="0">
                <a:solidFill>
                  <a:srgbClr val="333333"/>
                </a:solidFill>
                <a:effectLst/>
                <a:latin typeface="Cascadia Mono" panose="020B0609020000020004" pitchFamily="49" charset="0"/>
              </a:rPr>
              <a:t> </a:t>
            </a:r>
            <a:r>
              <a:rPr lang="en-US" dirty="0">
                <a:solidFill>
                  <a:srgbClr val="7A3E9D"/>
                </a:solidFill>
                <a:latin typeface="Cascadia Mono" panose="020B0609020000020004" pitchFamily="49" charset="0"/>
              </a:rPr>
              <a:t>b</a:t>
            </a:r>
            <a:r>
              <a:rPr lang="en-US" b="0" dirty="0">
                <a:solidFill>
                  <a:srgbClr val="7A3E9D"/>
                </a:solidFill>
                <a:effectLst/>
                <a:latin typeface="Cascadia Mono" panose="020B0609020000020004" pitchFamily="49" charset="0"/>
              </a:rPr>
              <a:t>1</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
        <p:nvSpPr>
          <p:cNvPr id="5" name="TextBox 4">
            <a:extLst>
              <a:ext uri="{FF2B5EF4-FFF2-40B4-BE49-F238E27FC236}">
                <a16:creationId xmlns:a16="http://schemas.microsoft.com/office/drawing/2014/main" id="{7BBE654C-4536-BD42-F314-6A27CBBC7225}"/>
              </a:ext>
            </a:extLst>
          </p:cNvPr>
          <p:cNvSpPr txBox="1"/>
          <p:nvPr/>
        </p:nvSpPr>
        <p:spPr>
          <a:xfrm>
            <a:off x="4448719" y="5689752"/>
            <a:ext cx="4190153" cy="1015663"/>
          </a:xfrm>
          <a:prstGeom prst="rect">
            <a:avLst/>
          </a:prstGeom>
          <a:noFill/>
        </p:spPr>
        <p:txBody>
          <a:bodyPr wrap="square">
            <a:spAutoFit/>
          </a:bodyPr>
          <a:lstStyle/>
          <a:p>
            <a:r>
              <a:rPr lang="en-US" sz="2000" dirty="0"/>
              <a:t>Compiler automatically will attempt to deallocate memory occupied by </a:t>
            </a:r>
            <a:r>
              <a:rPr lang="en-US" sz="2000" b="1" dirty="0">
                <a:latin typeface="Cascadia Code" panose="020B0609020000020004" pitchFamily="49" charset="0"/>
                <a:ea typeface="Cascadia Code" panose="020B0609020000020004" pitchFamily="49" charset="0"/>
                <a:cs typeface="Cascadia Code" panose="020B0609020000020004" pitchFamily="49" charset="0"/>
              </a:rPr>
              <a:t>b1</a:t>
            </a:r>
            <a:r>
              <a:rPr lang="en-US" sz="2000" dirty="0"/>
              <a:t>. So its destructor is called.</a:t>
            </a:r>
          </a:p>
        </p:txBody>
      </p:sp>
      <p:sp>
        <p:nvSpPr>
          <p:cNvPr id="7" name="TextBox 6">
            <a:extLst>
              <a:ext uri="{FF2B5EF4-FFF2-40B4-BE49-F238E27FC236}">
                <a16:creationId xmlns:a16="http://schemas.microsoft.com/office/drawing/2014/main" id="{821D5CCA-B819-A762-A647-672537286CFD}"/>
              </a:ext>
            </a:extLst>
          </p:cNvPr>
          <p:cNvSpPr txBox="1"/>
          <p:nvPr/>
        </p:nvSpPr>
        <p:spPr>
          <a:xfrm>
            <a:off x="87513" y="4656767"/>
            <a:ext cx="3602360" cy="923330"/>
          </a:xfrm>
          <a:prstGeom prst="rect">
            <a:avLst/>
          </a:prstGeom>
          <a:noFill/>
        </p:spPr>
        <p:txBody>
          <a:bodyPr wrap="square">
            <a:spAutoFit/>
          </a:bodyPr>
          <a:lstStyle/>
          <a:p>
            <a:r>
              <a:rPr lang="en-US" b="1" u="sng" dirty="0">
                <a:latin typeface="Cascadia Code" panose="020B0609020000020004" pitchFamily="49" charset="0"/>
                <a:ea typeface="Cascadia Code" panose="020B0609020000020004" pitchFamily="49" charset="0"/>
                <a:cs typeface="Cascadia Code" panose="020B0609020000020004" pitchFamily="49" charset="0"/>
              </a:rPr>
              <a:t>Output</a:t>
            </a:r>
          </a:p>
          <a:p>
            <a:r>
              <a:rPr lang="en-US" dirty="0">
                <a:latin typeface="Cascadia Code" panose="020B0609020000020004" pitchFamily="49" charset="0"/>
                <a:ea typeface="Cascadia Code" panose="020B0609020000020004" pitchFamily="49" charset="0"/>
                <a:cs typeface="Cascadia Code" panose="020B0609020000020004" pitchFamily="49" charset="0"/>
              </a:rPr>
              <a:t>Default Base</a:t>
            </a:r>
          </a:p>
          <a:p>
            <a:r>
              <a:rPr lang="en-US" dirty="0">
                <a:latin typeface="Cascadia Code" panose="020B0609020000020004" pitchFamily="49" charset="0"/>
                <a:ea typeface="Cascadia Code" panose="020B0609020000020004" pitchFamily="49" charset="0"/>
                <a:cs typeface="Cascadia Code" panose="020B0609020000020004" pitchFamily="49" charset="0"/>
              </a:rPr>
              <a:t>Base destructor</a:t>
            </a:r>
          </a:p>
        </p:txBody>
      </p:sp>
    </p:spTree>
    <p:extLst>
      <p:ext uri="{BB962C8B-B14F-4D97-AF65-F5344CB8AC3E}">
        <p14:creationId xmlns:p14="http://schemas.microsoft.com/office/powerpoint/2010/main" val="3345569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00730-64B6-F56D-D343-EA72FB9C7993}"/>
              </a:ext>
            </a:extLst>
          </p:cNvPr>
          <p:cNvSpPr>
            <a:spLocks noGrp="1"/>
          </p:cNvSpPr>
          <p:nvPr>
            <p:ph type="title"/>
          </p:nvPr>
        </p:nvSpPr>
        <p:spPr/>
        <p:txBody>
          <a:bodyPr/>
          <a:lstStyle/>
          <a:p>
            <a:r>
              <a:rPr lang="en-US" dirty="0"/>
              <a:t>The Construction Process</a:t>
            </a:r>
          </a:p>
        </p:txBody>
      </p:sp>
      <p:sp>
        <p:nvSpPr>
          <p:cNvPr id="3" name="Content Placeholder 2">
            <a:extLst>
              <a:ext uri="{FF2B5EF4-FFF2-40B4-BE49-F238E27FC236}">
                <a16:creationId xmlns:a16="http://schemas.microsoft.com/office/drawing/2014/main" id="{B19F52A3-8F92-03A7-5920-2A110BFFC9F4}"/>
              </a:ext>
            </a:extLst>
          </p:cNvPr>
          <p:cNvSpPr>
            <a:spLocks noGrp="1"/>
          </p:cNvSpPr>
          <p:nvPr>
            <p:ph idx="1"/>
          </p:nvPr>
        </p:nvSpPr>
        <p:spPr>
          <a:xfrm>
            <a:off x="838200" y="1825625"/>
            <a:ext cx="6606092" cy="4351338"/>
          </a:xfrm>
        </p:spPr>
        <p:txBody>
          <a:bodyPr>
            <a:normAutofit fontScale="92500" lnSpcReduction="20000"/>
          </a:bodyPr>
          <a:lstStyle/>
          <a:p>
            <a:pPr marL="514350" indent="-514350">
              <a:buFont typeface="+mj-lt"/>
              <a:buAutoNum type="arabicPeriod"/>
            </a:pPr>
            <a:r>
              <a:rPr lang="en-US" dirty="0"/>
              <a:t>Memory for </a:t>
            </a:r>
            <a:r>
              <a:rPr lang="en-US" b="1" dirty="0">
                <a:latin typeface="Cascadia Code" panose="020B0609020000020004" pitchFamily="49" charset="0"/>
                <a:ea typeface="Cascadia Code" panose="020B0609020000020004" pitchFamily="49" charset="0"/>
                <a:cs typeface="Cascadia Code" panose="020B0609020000020004" pitchFamily="49" charset="0"/>
              </a:rPr>
              <a:t>b1</a:t>
            </a:r>
            <a:r>
              <a:rPr lang="en-US" dirty="0"/>
              <a:t> is set aside.</a:t>
            </a:r>
          </a:p>
          <a:p>
            <a:pPr marL="514350" indent="-514350">
              <a:buFont typeface="+mj-lt"/>
              <a:buAutoNum type="arabicPeriod"/>
            </a:pPr>
            <a:endParaRPr lang="en-US" dirty="0"/>
          </a:p>
          <a:p>
            <a:pPr marL="514350" indent="-514350">
              <a:buFont typeface="+mj-lt"/>
              <a:buAutoNum type="arabicPeriod"/>
            </a:pPr>
            <a:r>
              <a:rPr lang="en-US" dirty="0"/>
              <a:t>The appropriate </a:t>
            </a:r>
            <a:r>
              <a:rPr lang="en-US" b="1" dirty="0">
                <a:latin typeface="Cascadia Code" panose="020B0609020000020004" pitchFamily="49" charset="0"/>
                <a:ea typeface="Cascadia Code" panose="020B0609020000020004" pitchFamily="49" charset="0"/>
                <a:cs typeface="Cascadia Code" panose="020B0609020000020004" pitchFamily="49" charset="0"/>
              </a:rPr>
              <a:t>Base</a:t>
            </a:r>
            <a:r>
              <a:rPr lang="en-US" dirty="0"/>
              <a:t> constructor is called.</a:t>
            </a:r>
            <a:endParaRPr lang="en-US" sz="2400" dirty="0">
              <a:solidFill>
                <a:srgbClr val="777777"/>
              </a:solidFill>
              <a:latin typeface="Cascadia Mono" panose="020B0609020000020004" pitchFamily="49" charset="0"/>
            </a:endParaRPr>
          </a:p>
          <a:p>
            <a:pPr lvl="1"/>
            <a:endParaRPr lang="en-US" dirty="0"/>
          </a:p>
          <a:p>
            <a:pPr marL="514350" indent="-514350">
              <a:buFont typeface="+mj-lt"/>
              <a:buAutoNum type="arabicPeriod"/>
            </a:pPr>
            <a:r>
              <a:rPr lang="en-US" dirty="0"/>
              <a:t>The member initializer list initializes variables.</a:t>
            </a:r>
          </a:p>
          <a:p>
            <a:pPr marL="514350" indent="-514350">
              <a:buFont typeface="+mj-lt"/>
              <a:buAutoNum type="arabicPeriod"/>
            </a:pPr>
            <a:endParaRPr lang="en-US" dirty="0"/>
          </a:p>
          <a:p>
            <a:pPr marL="514350" indent="-514350">
              <a:buFont typeface="+mj-lt"/>
              <a:buAutoNum type="arabicPeriod"/>
            </a:pPr>
            <a:r>
              <a:rPr lang="en-US" dirty="0"/>
              <a:t>The body of the constructor executes.</a:t>
            </a:r>
          </a:p>
          <a:p>
            <a:pPr marL="514350" indent="-514350">
              <a:buFont typeface="+mj-lt"/>
              <a:buAutoNum type="arabicPeriod"/>
            </a:pPr>
            <a:endParaRPr lang="en-US" dirty="0"/>
          </a:p>
          <a:p>
            <a:pPr marL="514350" indent="-514350">
              <a:buFont typeface="+mj-lt"/>
              <a:buAutoNum type="arabicPeriod"/>
            </a:pPr>
            <a:r>
              <a:rPr lang="en-US" dirty="0"/>
              <a:t>Control is returned to the caller.</a:t>
            </a:r>
          </a:p>
        </p:txBody>
      </p:sp>
      <p:sp>
        <p:nvSpPr>
          <p:cNvPr id="7" name="TextBox 6">
            <a:extLst>
              <a:ext uri="{FF2B5EF4-FFF2-40B4-BE49-F238E27FC236}">
                <a16:creationId xmlns:a16="http://schemas.microsoft.com/office/drawing/2014/main" id="{2D25ED36-5458-4DFA-3CD3-02890830EEDA}"/>
              </a:ext>
            </a:extLst>
          </p:cNvPr>
          <p:cNvSpPr txBox="1"/>
          <p:nvPr/>
        </p:nvSpPr>
        <p:spPr>
          <a:xfrm>
            <a:off x="7619104" y="1825625"/>
            <a:ext cx="4461734" cy="2031325"/>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p>
          <a:p>
            <a:r>
              <a:rPr lang="en-US" b="0" i="1" dirty="0">
                <a:solidFill>
                  <a:srgbClr val="AAAAAA"/>
                </a:solidFill>
                <a:effectLst/>
                <a:latin typeface="Cascadia Mono" panose="020B0609020000020004" pitchFamily="49" charset="0"/>
              </a:rPr>
              <a:t>    // use Base() constructor</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Base</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b1</a:t>
            </a:r>
            <a:r>
              <a:rPr lang="en-US" b="0" dirty="0">
                <a:solidFill>
                  <a:srgbClr val="777777"/>
                </a:solidFill>
                <a:effectLst/>
                <a:latin typeface="Cascadia Mono" panose="020B0609020000020004" pitchFamily="49" charset="0"/>
              </a:rPr>
              <a:t>;</a:t>
            </a:r>
            <a:r>
              <a:rPr lang="en-US" b="0" i="1" dirty="0">
                <a:solidFill>
                  <a:srgbClr val="AAAAAA"/>
                </a:solidFill>
                <a:effectLst/>
                <a:latin typeface="Cascadia Mono" panose="020B0609020000020004" pitchFamily="49" charset="0"/>
              </a:rPr>
              <a:t> </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
        <p:nvSpPr>
          <p:cNvPr id="9" name="TextBox 8">
            <a:extLst>
              <a:ext uri="{FF2B5EF4-FFF2-40B4-BE49-F238E27FC236}">
                <a16:creationId xmlns:a16="http://schemas.microsoft.com/office/drawing/2014/main" id="{DCB1CF76-C4F0-27EA-869C-C761CE01456D}"/>
              </a:ext>
            </a:extLst>
          </p:cNvPr>
          <p:cNvSpPr txBox="1"/>
          <p:nvPr/>
        </p:nvSpPr>
        <p:spPr>
          <a:xfrm>
            <a:off x="7619104" y="4156065"/>
            <a:ext cx="3794760" cy="1477328"/>
          </a:xfrm>
          <a:prstGeom prst="rect">
            <a:avLst/>
          </a:prstGeom>
          <a:noFill/>
        </p:spPr>
        <p:txBody>
          <a:bodyPr wrap="square">
            <a:spAutoFit/>
          </a:bodyPr>
          <a:lstStyle/>
          <a:p>
            <a:r>
              <a:rPr lang="en-US" b="1" dirty="0">
                <a:solidFill>
                  <a:srgbClr val="7A3E9D"/>
                </a:solidFill>
                <a:effectLst/>
                <a:latin typeface="Cascadia Mono" panose="020B0609020000020004" pitchFamily="49" charset="0"/>
              </a:rPr>
              <a:t>Base</a:t>
            </a:r>
            <a:r>
              <a:rPr lang="en-US" b="0" dirty="0">
                <a:solidFill>
                  <a:srgbClr val="777777"/>
                </a:solidFill>
                <a:effectLst/>
                <a:latin typeface="Cascadia Mono" panose="020B0609020000020004" pitchFamily="49" charset="0"/>
              </a:rPr>
              <a:t>::</a:t>
            </a:r>
            <a:r>
              <a:rPr lang="en-US" b="1" dirty="0">
                <a:solidFill>
                  <a:srgbClr val="AA3731"/>
                </a:solidFill>
                <a:effectLst/>
                <a:latin typeface="Cascadia Mono" panose="020B0609020000020004" pitchFamily="49" charset="0"/>
              </a:rPr>
              <a:t>Base</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 </a:t>
            </a:r>
            <a:r>
              <a:rPr lang="en-US" b="0" dirty="0" err="1">
                <a:solidFill>
                  <a:srgbClr val="7A3E9D"/>
                </a:solidFill>
                <a:effectLst/>
                <a:latin typeface="Cascadia Mono" panose="020B0609020000020004" pitchFamily="49" charset="0"/>
              </a:rPr>
              <a:t>m_id</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0</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std</a:t>
            </a:r>
            <a:r>
              <a:rPr lang="en-US" b="0" dirty="0">
                <a:solidFill>
                  <a:srgbClr val="777777"/>
                </a:solidFill>
                <a:effectLst/>
                <a:latin typeface="Cascadia Mono" panose="020B0609020000020004" pitchFamily="49" charset="0"/>
              </a:rPr>
              <a:t>::</a:t>
            </a:r>
            <a:r>
              <a:rPr lang="en-US" b="0" dirty="0" err="1">
                <a:solidFill>
                  <a:srgbClr val="7A3E9D"/>
                </a:solidFill>
                <a:effectLst/>
                <a:latin typeface="Cascadia Mono" panose="020B0609020000020004" pitchFamily="49" charset="0"/>
              </a:rPr>
              <a:t>cout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&lt;&lt;</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448C27"/>
                </a:solidFill>
                <a:effectLst/>
                <a:latin typeface="Cascadia Mono" panose="020B0609020000020004" pitchFamily="49" charset="0"/>
              </a:rPr>
              <a:t>Base</a:t>
            </a:r>
            <a:r>
              <a:rPr lang="en-US" b="0" dirty="0">
                <a:solidFill>
                  <a:srgbClr val="777777"/>
                </a:solidFill>
                <a:effectLst/>
                <a:latin typeface="Cascadia Mono" panose="020B0609020000020004" pitchFamily="49" charset="0"/>
              </a:rPr>
              <a:t>\n";</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Tree>
    <p:extLst>
      <p:ext uri="{BB962C8B-B14F-4D97-AF65-F5344CB8AC3E}">
        <p14:creationId xmlns:p14="http://schemas.microsoft.com/office/powerpoint/2010/main" val="3968704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A31EDA1-1E65-CE66-54BC-1A3C52914011}"/>
              </a:ext>
            </a:extLst>
          </p:cNvPr>
          <p:cNvSpPr txBox="1"/>
          <p:nvPr/>
        </p:nvSpPr>
        <p:spPr>
          <a:xfrm>
            <a:off x="87513" y="80309"/>
            <a:ext cx="5338932"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Base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16" name="TextBox 15">
            <a:extLst>
              <a:ext uri="{FF2B5EF4-FFF2-40B4-BE49-F238E27FC236}">
                <a16:creationId xmlns:a16="http://schemas.microsoft.com/office/drawing/2014/main" id="{B1C1D498-3FF7-4B03-97D8-41762A3B7D9C}"/>
              </a:ext>
            </a:extLst>
          </p:cNvPr>
          <p:cNvSpPr txBox="1"/>
          <p:nvPr/>
        </p:nvSpPr>
        <p:spPr>
          <a:xfrm>
            <a:off x="6114757" y="83606"/>
            <a:ext cx="5989730"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Derived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public</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Derived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4" name="TextBox 3">
            <a:extLst>
              <a:ext uri="{FF2B5EF4-FFF2-40B4-BE49-F238E27FC236}">
                <a16:creationId xmlns:a16="http://schemas.microsoft.com/office/drawing/2014/main" id="{7494D29B-C0CF-B00F-FE8D-C6499490B3B8}"/>
              </a:ext>
            </a:extLst>
          </p:cNvPr>
          <p:cNvSpPr txBox="1"/>
          <p:nvPr/>
        </p:nvSpPr>
        <p:spPr>
          <a:xfrm>
            <a:off x="9629321" y="4723521"/>
            <a:ext cx="2213976" cy="1754326"/>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Derived</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d1</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
        <p:nvSpPr>
          <p:cNvPr id="5" name="TextBox 4">
            <a:extLst>
              <a:ext uri="{FF2B5EF4-FFF2-40B4-BE49-F238E27FC236}">
                <a16:creationId xmlns:a16="http://schemas.microsoft.com/office/drawing/2014/main" id="{7BBE654C-4536-BD42-F314-6A27CBBC7225}"/>
              </a:ext>
            </a:extLst>
          </p:cNvPr>
          <p:cNvSpPr txBox="1"/>
          <p:nvPr/>
        </p:nvSpPr>
        <p:spPr>
          <a:xfrm>
            <a:off x="4448719" y="5689752"/>
            <a:ext cx="4190153" cy="707886"/>
          </a:xfrm>
          <a:prstGeom prst="rect">
            <a:avLst/>
          </a:prstGeom>
          <a:noFill/>
        </p:spPr>
        <p:txBody>
          <a:bodyPr wrap="square">
            <a:spAutoFit/>
          </a:bodyPr>
          <a:lstStyle/>
          <a:p>
            <a:r>
              <a:rPr lang="en-US" sz="2000" dirty="0"/>
              <a:t>Now we will see the construction of a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a:t>
            </a:r>
            <a:r>
              <a:rPr lang="en-US" sz="2000" dirty="0"/>
              <a:t> object.</a:t>
            </a:r>
          </a:p>
        </p:txBody>
      </p:sp>
      <p:sp>
        <p:nvSpPr>
          <p:cNvPr id="2" name="TextBox 1">
            <a:extLst>
              <a:ext uri="{FF2B5EF4-FFF2-40B4-BE49-F238E27FC236}">
                <a16:creationId xmlns:a16="http://schemas.microsoft.com/office/drawing/2014/main" id="{EE2A034D-A185-D5D6-D7F1-D20A944ECFD7}"/>
              </a:ext>
            </a:extLst>
          </p:cNvPr>
          <p:cNvSpPr txBox="1"/>
          <p:nvPr/>
        </p:nvSpPr>
        <p:spPr>
          <a:xfrm>
            <a:off x="87513" y="4656767"/>
            <a:ext cx="3602360" cy="369332"/>
          </a:xfrm>
          <a:prstGeom prst="rect">
            <a:avLst/>
          </a:prstGeom>
          <a:noFill/>
        </p:spPr>
        <p:txBody>
          <a:bodyPr wrap="square">
            <a:spAutoFit/>
          </a:bodyPr>
          <a:lstStyle/>
          <a:p>
            <a:r>
              <a:rPr lang="en-US" b="1" u="sng" dirty="0">
                <a:latin typeface="Cascadia Code" panose="020B0609020000020004" pitchFamily="49" charset="0"/>
                <a:ea typeface="Cascadia Code" panose="020B0609020000020004" pitchFamily="49" charset="0"/>
                <a:cs typeface="Cascadia Code" panose="020B0609020000020004" pitchFamily="49" charset="0"/>
              </a:rPr>
              <a:t>Output</a:t>
            </a:r>
          </a:p>
        </p:txBody>
      </p:sp>
    </p:spTree>
    <p:extLst>
      <p:ext uri="{BB962C8B-B14F-4D97-AF65-F5344CB8AC3E}">
        <p14:creationId xmlns:p14="http://schemas.microsoft.com/office/powerpoint/2010/main" val="3029427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A31EDA1-1E65-CE66-54BC-1A3C52914011}"/>
              </a:ext>
            </a:extLst>
          </p:cNvPr>
          <p:cNvSpPr txBox="1"/>
          <p:nvPr/>
        </p:nvSpPr>
        <p:spPr>
          <a:xfrm>
            <a:off x="87513" y="80309"/>
            <a:ext cx="5338932"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Base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16" name="TextBox 15">
            <a:extLst>
              <a:ext uri="{FF2B5EF4-FFF2-40B4-BE49-F238E27FC236}">
                <a16:creationId xmlns:a16="http://schemas.microsoft.com/office/drawing/2014/main" id="{B1C1D498-3FF7-4B03-97D8-41762A3B7D9C}"/>
              </a:ext>
            </a:extLst>
          </p:cNvPr>
          <p:cNvSpPr txBox="1"/>
          <p:nvPr/>
        </p:nvSpPr>
        <p:spPr>
          <a:xfrm>
            <a:off x="6114757" y="83606"/>
            <a:ext cx="5989730"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Derived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public</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Derived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4" name="TextBox 3">
            <a:extLst>
              <a:ext uri="{FF2B5EF4-FFF2-40B4-BE49-F238E27FC236}">
                <a16:creationId xmlns:a16="http://schemas.microsoft.com/office/drawing/2014/main" id="{7494D29B-C0CF-B00F-FE8D-C6499490B3B8}"/>
              </a:ext>
            </a:extLst>
          </p:cNvPr>
          <p:cNvSpPr txBox="1"/>
          <p:nvPr/>
        </p:nvSpPr>
        <p:spPr>
          <a:xfrm>
            <a:off x="9629321" y="4723521"/>
            <a:ext cx="2213976" cy="1754326"/>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Derived</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d1</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graphicFrame>
        <p:nvGraphicFramePr>
          <p:cNvPr id="8" name="Table 7">
            <a:extLst>
              <a:ext uri="{FF2B5EF4-FFF2-40B4-BE49-F238E27FC236}">
                <a16:creationId xmlns:a16="http://schemas.microsoft.com/office/drawing/2014/main" id="{79FB9871-D81E-F74A-4417-0ADE4509F9B7}"/>
              </a:ext>
            </a:extLst>
          </p:cNvPr>
          <p:cNvGraphicFramePr>
            <a:graphicFrameLocks noGrp="1"/>
          </p:cNvGraphicFramePr>
          <p:nvPr>
            <p:extLst>
              <p:ext uri="{D42A27DB-BD31-4B8C-83A1-F6EECF244321}">
                <p14:modId xmlns:p14="http://schemas.microsoft.com/office/powerpoint/2010/main" val="2165320375"/>
              </p:ext>
            </p:extLst>
          </p:nvPr>
        </p:nvGraphicFramePr>
        <p:xfrm>
          <a:off x="5110886" y="4128139"/>
          <a:ext cx="3332076" cy="2646255"/>
        </p:xfrm>
        <a:graphic>
          <a:graphicData uri="http://schemas.openxmlformats.org/drawingml/2006/table">
            <a:tbl>
              <a:tblPr firstRow="1" bandRow="1">
                <a:tableStyleId>{5C22544A-7EE6-4342-B048-85BDC9FD1C3A}</a:tableStyleId>
              </a:tblPr>
              <a:tblGrid>
                <a:gridCol w="3332076">
                  <a:extLst>
                    <a:ext uri="{9D8B030D-6E8A-4147-A177-3AD203B41FA5}">
                      <a16:colId xmlns:a16="http://schemas.microsoft.com/office/drawing/2014/main" val="4025404129"/>
                    </a:ext>
                  </a:extLst>
                </a:gridCol>
              </a:tblGrid>
              <a:tr h="370840">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 ???</a:t>
                      </a: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021793749"/>
                  </a:ext>
                </a:extLst>
              </a:tr>
              <a:tr h="1335615">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Derived</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double </a:t>
                      </a:r>
                      <a:r>
                        <a:rPr lang="en-US" sz="16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m_cost</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 ???</a:t>
                      </a: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double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getCost</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210082682"/>
                  </a:ext>
                </a:extLst>
              </a:tr>
            </a:tbl>
          </a:graphicData>
        </a:graphic>
      </p:graphicFrame>
      <p:sp>
        <p:nvSpPr>
          <p:cNvPr id="9" name="TextBox 8">
            <a:extLst>
              <a:ext uri="{FF2B5EF4-FFF2-40B4-BE49-F238E27FC236}">
                <a16:creationId xmlns:a16="http://schemas.microsoft.com/office/drawing/2014/main" id="{35F9E180-2692-55C6-17F1-5A558629BA23}"/>
              </a:ext>
            </a:extLst>
          </p:cNvPr>
          <p:cNvSpPr txBox="1"/>
          <p:nvPr/>
        </p:nvSpPr>
        <p:spPr>
          <a:xfrm>
            <a:off x="87513" y="4656767"/>
            <a:ext cx="3602360" cy="369332"/>
          </a:xfrm>
          <a:prstGeom prst="rect">
            <a:avLst/>
          </a:prstGeom>
          <a:noFill/>
        </p:spPr>
        <p:txBody>
          <a:bodyPr wrap="square">
            <a:spAutoFit/>
          </a:bodyPr>
          <a:lstStyle/>
          <a:p>
            <a:r>
              <a:rPr lang="en-US" b="1" u="sng" dirty="0">
                <a:latin typeface="Cascadia Code" panose="020B0609020000020004" pitchFamily="49" charset="0"/>
                <a:ea typeface="Cascadia Code" panose="020B0609020000020004" pitchFamily="49" charset="0"/>
                <a:cs typeface="Cascadia Code" panose="020B0609020000020004" pitchFamily="49" charset="0"/>
              </a:rPr>
              <a:t>Output</a:t>
            </a:r>
          </a:p>
        </p:txBody>
      </p:sp>
    </p:spTree>
    <p:extLst>
      <p:ext uri="{BB962C8B-B14F-4D97-AF65-F5344CB8AC3E}">
        <p14:creationId xmlns:p14="http://schemas.microsoft.com/office/powerpoint/2010/main" val="40962863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A31EDA1-1E65-CE66-54BC-1A3C52914011}"/>
              </a:ext>
            </a:extLst>
          </p:cNvPr>
          <p:cNvSpPr txBox="1"/>
          <p:nvPr/>
        </p:nvSpPr>
        <p:spPr>
          <a:xfrm>
            <a:off x="87513" y="80309"/>
            <a:ext cx="5338932"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Base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16" name="TextBox 15">
            <a:extLst>
              <a:ext uri="{FF2B5EF4-FFF2-40B4-BE49-F238E27FC236}">
                <a16:creationId xmlns:a16="http://schemas.microsoft.com/office/drawing/2014/main" id="{B1C1D498-3FF7-4B03-97D8-41762A3B7D9C}"/>
              </a:ext>
            </a:extLst>
          </p:cNvPr>
          <p:cNvSpPr txBox="1"/>
          <p:nvPr/>
        </p:nvSpPr>
        <p:spPr>
          <a:xfrm>
            <a:off x="6114757" y="83606"/>
            <a:ext cx="5989730"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Derived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public</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Derived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4" name="TextBox 3">
            <a:extLst>
              <a:ext uri="{FF2B5EF4-FFF2-40B4-BE49-F238E27FC236}">
                <a16:creationId xmlns:a16="http://schemas.microsoft.com/office/drawing/2014/main" id="{7494D29B-C0CF-B00F-FE8D-C6499490B3B8}"/>
              </a:ext>
            </a:extLst>
          </p:cNvPr>
          <p:cNvSpPr txBox="1"/>
          <p:nvPr/>
        </p:nvSpPr>
        <p:spPr>
          <a:xfrm>
            <a:off x="9629321" y="4723521"/>
            <a:ext cx="2213976" cy="1754326"/>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Derived</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d1</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graphicFrame>
        <p:nvGraphicFramePr>
          <p:cNvPr id="8" name="Table 7">
            <a:extLst>
              <a:ext uri="{FF2B5EF4-FFF2-40B4-BE49-F238E27FC236}">
                <a16:creationId xmlns:a16="http://schemas.microsoft.com/office/drawing/2014/main" id="{79FB9871-D81E-F74A-4417-0ADE4509F9B7}"/>
              </a:ext>
            </a:extLst>
          </p:cNvPr>
          <p:cNvGraphicFramePr>
            <a:graphicFrameLocks noGrp="1"/>
          </p:cNvGraphicFramePr>
          <p:nvPr>
            <p:extLst>
              <p:ext uri="{D42A27DB-BD31-4B8C-83A1-F6EECF244321}">
                <p14:modId xmlns:p14="http://schemas.microsoft.com/office/powerpoint/2010/main" val="1503873570"/>
              </p:ext>
            </p:extLst>
          </p:nvPr>
        </p:nvGraphicFramePr>
        <p:xfrm>
          <a:off x="5110886" y="4128139"/>
          <a:ext cx="3332076" cy="2646255"/>
        </p:xfrm>
        <a:graphic>
          <a:graphicData uri="http://schemas.openxmlformats.org/drawingml/2006/table">
            <a:tbl>
              <a:tblPr firstRow="1" bandRow="1">
                <a:tableStyleId>{5C22544A-7EE6-4342-B048-85BDC9FD1C3A}</a:tableStyleId>
              </a:tblPr>
              <a:tblGrid>
                <a:gridCol w="3332076">
                  <a:extLst>
                    <a:ext uri="{9D8B030D-6E8A-4147-A177-3AD203B41FA5}">
                      <a16:colId xmlns:a16="http://schemas.microsoft.com/office/drawing/2014/main" val="4025404129"/>
                    </a:ext>
                  </a:extLst>
                </a:gridCol>
              </a:tblGrid>
              <a:tr h="370840">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 ???</a:t>
                      </a: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021793749"/>
                  </a:ext>
                </a:extLst>
              </a:tr>
              <a:tr h="1335615">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Derived</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double </a:t>
                      </a:r>
                      <a:r>
                        <a:rPr lang="en-US" sz="16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m_cost</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 ???</a:t>
                      </a: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double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getCost</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210082682"/>
                  </a:ext>
                </a:extLst>
              </a:tr>
            </a:tbl>
          </a:graphicData>
        </a:graphic>
      </p:graphicFrame>
      <p:sp>
        <p:nvSpPr>
          <p:cNvPr id="5" name="TextBox 4">
            <a:extLst>
              <a:ext uri="{FF2B5EF4-FFF2-40B4-BE49-F238E27FC236}">
                <a16:creationId xmlns:a16="http://schemas.microsoft.com/office/drawing/2014/main" id="{7AC65570-7264-B8D0-9D63-4E14A409289A}"/>
              </a:ext>
            </a:extLst>
          </p:cNvPr>
          <p:cNvSpPr txBox="1"/>
          <p:nvPr/>
        </p:nvSpPr>
        <p:spPr>
          <a:xfrm>
            <a:off x="87513" y="4656767"/>
            <a:ext cx="3602360" cy="369332"/>
          </a:xfrm>
          <a:prstGeom prst="rect">
            <a:avLst/>
          </a:prstGeom>
          <a:noFill/>
        </p:spPr>
        <p:txBody>
          <a:bodyPr wrap="square">
            <a:spAutoFit/>
          </a:bodyPr>
          <a:lstStyle/>
          <a:p>
            <a:r>
              <a:rPr lang="en-US" b="1" u="sng" dirty="0">
                <a:latin typeface="Cascadia Code" panose="020B0609020000020004" pitchFamily="49" charset="0"/>
                <a:ea typeface="Cascadia Code" panose="020B0609020000020004" pitchFamily="49" charset="0"/>
                <a:cs typeface="Cascadia Code" panose="020B0609020000020004" pitchFamily="49" charset="0"/>
              </a:rPr>
              <a:t>Output</a:t>
            </a:r>
          </a:p>
        </p:txBody>
      </p:sp>
      <p:sp>
        <p:nvSpPr>
          <p:cNvPr id="7" name="Arrow: Right 6">
            <a:extLst>
              <a:ext uri="{FF2B5EF4-FFF2-40B4-BE49-F238E27FC236}">
                <a16:creationId xmlns:a16="http://schemas.microsoft.com/office/drawing/2014/main" id="{03DF2513-37D6-BA6B-8D43-E58192D25C2D}"/>
              </a:ext>
            </a:extLst>
          </p:cNvPr>
          <p:cNvSpPr/>
          <p:nvPr/>
        </p:nvSpPr>
        <p:spPr>
          <a:xfrm>
            <a:off x="6077244" y="1432558"/>
            <a:ext cx="426392" cy="17212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11025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A31EDA1-1E65-CE66-54BC-1A3C52914011}"/>
              </a:ext>
            </a:extLst>
          </p:cNvPr>
          <p:cNvSpPr txBox="1"/>
          <p:nvPr/>
        </p:nvSpPr>
        <p:spPr>
          <a:xfrm>
            <a:off x="87513" y="80309"/>
            <a:ext cx="5338932"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Base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16" name="TextBox 15">
            <a:extLst>
              <a:ext uri="{FF2B5EF4-FFF2-40B4-BE49-F238E27FC236}">
                <a16:creationId xmlns:a16="http://schemas.microsoft.com/office/drawing/2014/main" id="{B1C1D498-3FF7-4B03-97D8-41762A3B7D9C}"/>
              </a:ext>
            </a:extLst>
          </p:cNvPr>
          <p:cNvSpPr txBox="1"/>
          <p:nvPr/>
        </p:nvSpPr>
        <p:spPr>
          <a:xfrm>
            <a:off x="6114757" y="83606"/>
            <a:ext cx="5989730"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Derived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public</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Derived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4" name="TextBox 3">
            <a:extLst>
              <a:ext uri="{FF2B5EF4-FFF2-40B4-BE49-F238E27FC236}">
                <a16:creationId xmlns:a16="http://schemas.microsoft.com/office/drawing/2014/main" id="{7494D29B-C0CF-B00F-FE8D-C6499490B3B8}"/>
              </a:ext>
            </a:extLst>
          </p:cNvPr>
          <p:cNvSpPr txBox="1"/>
          <p:nvPr/>
        </p:nvSpPr>
        <p:spPr>
          <a:xfrm>
            <a:off x="9629321" y="4723521"/>
            <a:ext cx="2213976" cy="1754326"/>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Derived</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d1</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graphicFrame>
        <p:nvGraphicFramePr>
          <p:cNvPr id="8" name="Table 7">
            <a:extLst>
              <a:ext uri="{FF2B5EF4-FFF2-40B4-BE49-F238E27FC236}">
                <a16:creationId xmlns:a16="http://schemas.microsoft.com/office/drawing/2014/main" id="{79FB9871-D81E-F74A-4417-0ADE4509F9B7}"/>
              </a:ext>
            </a:extLst>
          </p:cNvPr>
          <p:cNvGraphicFramePr>
            <a:graphicFrameLocks noGrp="1"/>
          </p:cNvGraphicFramePr>
          <p:nvPr>
            <p:extLst>
              <p:ext uri="{D42A27DB-BD31-4B8C-83A1-F6EECF244321}">
                <p14:modId xmlns:p14="http://schemas.microsoft.com/office/powerpoint/2010/main" val="419904740"/>
              </p:ext>
            </p:extLst>
          </p:nvPr>
        </p:nvGraphicFramePr>
        <p:xfrm>
          <a:off x="5110886" y="4128139"/>
          <a:ext cx="3332076" cy="2646255"/>
        </p:xfrm>
        <a:graphic>
          <a:graphicData uri="http://schemas.openxmlformats.org/drawingml/2006/table">
            <a:tbl>
              <a:tblPr firstRow="1" bandRow="1">
                <a:tableStyleId>{5C22544A-7EE6-4342-B048-85BDC9FD1C3A}</a:tableStyleId>
              </a:tblPr>
              <a:tblGrid>
                <a:gridCol w="3332076">
                  <a:extLst>
                    <a:ext uri="{9D8B030D-6E8A-4147-A177-3AD203B41FA5}">
                      <a16:colId xmlns:a16="http://schemas.microsoft.com/office/drawing/2014/main" val="4025404129"/>
                    </a:ext>
                  </a:extLst>
                </a:gridCol>
              </a:tblGrid>
              <a:tr h="370840">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 ???</a:t>
                      </a: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021793749"/>
                  </a:ext>
                </a:extLst>
              </a:tr>
              <a:tr h="1335615">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Derived</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double </a:t>
                      </a:r>
                      <a:r>
                        <a:rPr lang="en-US" sz="16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m_cost</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 ???</a:t>
                      </a: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double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getCost</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210082682"/>
                  </a:ext>
                </a:extLst>
              </a:tr>
            </a:tbl>
          </a:graphicData>
        </a:graphic>
      </p:graphicFrame>
      <p:sp>
        <p:nvSpPr>
          <p:cNvPr id="3" name="Arrow: Right 2">
            <a:extLst>
              <a:ext uri="{FF2B5EF4-FFF2-40B4-BE49-F238E27FC236}">
                <a16:creationId xmlns:a16="http://schemas.microsoft.com/office/drawing/2014/main" id="{CCB733C1-C724-713A-57F8-51CA51B67CE5}"/>
              </a:ext>
            </a:extLst>
          </p:cNvPr>
          <p:cNvSpPr/>
          <p:nvPr/>
        </p:nvSpPr>
        <p:spPr>
          <a:xfrm>
            <a:off x="87513" y="1441524"/>
            <a:ext cx="426392" cy="17212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5585EA3-AB8B-FF79-CA26-9F9A56CEC91E}"/>
              </a:ext>
            </a:extLst>
          </p:cNvPr>
          <p:cNvSpPr txBox="1"/>
          <p:nvPr/>
        </p:nvSpPr>
        <p:spPr>
          <a:xfrm>
            <a:off x="87513" y="4656767"/>
            <a:ext cx="3602360" cy="369332"/>
          </a:xfrm>
          <a:prstGeom prst="rect">
            <a:avLst/>
          </a:prstGeom>
          <a:noFill/>
        </p:spPr>
        <p:txBody>
          <a:bodyPr wrap="square">
            <a:spAutoFit/>
          </a:bodyPr>
          <a:lstStyle/>
          <a:p>
            <a:r>
              <a:rPr lang="en-US" b="1" u="sng" dirty="0">
                <a:latin typeface="Cascadia Code" panose="020B0609020000020004" pitchFamily="49" charset="0"/>
                <a:ea typeface="Cascadia Code" panose="020B0609020000020004" pitchFamily="49" charset="0"/>
                <a:cs typeface="Cascadia Code" panose="020B0609020000020004" pitchFamily="49" charset="0"/>
              </a:rPr>
              <a:t>Output</a:t>
            </a:r>
          </a:p>
        </p:txBody>
      </p:sp>
      <p:sp>
        <p:nvSpPr>
          <p:cNvPr id="12" name="Arrow: Right 11">
            <a:extLst>
              <a:ext uri="{FF2B5EF4-FFF2-40B4-BE49-F238E27FC236}">
                <a16:creationId xmlns:a16="http://schemas.microsoft.com/office/drawing/2014/main" id="{57C1DFDF-6CBF-7541-3A0D-2FA9339FE99C}"/>
              </a:ext>
            </a:extLst>
          </p:cNvPr>
          <p:cNvSpPr/>
          <p:nvPr/>
        </p:nvSpPr>
        <p:spPr>
          <a:xfrm>
            <a:off x="6077244" y="1432558"/>
            <a:ext cx="426392" cy="172123"/>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85846E4-AEB4-A3B7-8EBF-DD83711E9EAA}"/>
              </a:ext>
            </a:extLst>
          </p:cNvPr>
          <p:cNvSpPr txBox="1"/>
          <p:nvPr/>
        </p:nvSpPr>
        <p:spPr>
          <a:xfrm>
            <a:off x="1041475" y="4488640"/>
            <a:ext cx="3983347" cy="1754326"/>
          </a:xfrm>
          <a:prstGeom prst="rect">
            <a:avLst/>
          </a:prstGeom>
          <a:noFill/>
          <a:ln>
            <a:solidFill>
              <a:schemeClr val="accent1"/>
            </a:solidFill>
          </a:ln>
        </p:spPr>
        <p:txBody>
          <a:bodyPr wrap="square">
            <a:spAutoFit/>
          </a:bodyPr>
          <a:lstStyle/>
          <a:p>
            <a:r>
              <a:rPr lang="en-US" i="1" dirty="0">
                <a:solidFill>
                  <a:schemeClr val="accent1"/>
                </a:solidFill>
              </a:rPr>
              <a:t>You may ask why the default version of </a:t>
            </a:r>
            <a:r>
              <a:rPr lang="en-US"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r>
              <a:rPr lang="en-US" i="1" dirty="0">
                <a:solidFill>
                  <a:schemeClr val="accent1"/>
                </a:solidFill>
              </a:rPr>
              <a:t> gets called. </a:t>
            </a:r>
          </a:p>
          <a:p>
            <a:r>
              <a:rPr lang="en-US" i="1" dirty="0">
                <a:solidFill>
                  <a:schemeClr val="accent1"/>
                </a:solidFill>
              </a:rPr>
              <a:t>This is because we haven’t told the compiler which version to call.</a:t>
            </a:r>
          </a:p>
          <a:p>
            <a:r>
              <a:rPr lang="en-US" i="1" dirty="0">
                <a:solidFill>
                  <a:schemeClr val="accent1"/>
                </a:solidFill>
              </a:rPr>
              <a:t>This will become clearer when we start the next phase of our discussion.</a:t>
            </a:r>
          </a:p>
        </p:txBody>
      </p:sp>
      <p:sp>
        <p:nvSpPr>
          <p:cNvPr id="15" name="TextBox 14">
            <a:extLst>
              <a:ext uri="{FF2B5EF4-FFF2-40B4-BE49-F238E27FC236}">
                <a16:creationId xmlns:a16="http://schemas.microsoft.com/office/drawing/2014/main" id="{AE50DFF8-0CE9-71EC-A2FA-767C24588E31}"/>
              </a:ext>
            </a:extLst>
          </p:cNvPr>
          <p:cNvSpPr txBox="1"/>
          <p:nvPr/>
        </p:nvSpPr>
        <p:spPr>
          <a:xfrm>
            <a:off x="9629321" y="1109392"/>
            <a:ext cx="2293170" cy="646331"/>
          </a:xfrm>
          <a:prstGeom prst="rect">
            <a:avLst/>
          </a:prstGeom>
          <a:noFill/>
          <a:ln>
            <a:solidFill>
              <a:schemeClr val="accent1"/>
            </a:solidFill>
          </a:ln>
        </p:spPr>
        <p:txBody>
          <a:bodyPr wrap="square">
            <a:spAutoFit/>
          </a:bodyPr>
          <a:lstStyle/>
          <a:p>
            <a:r>
              <a:rPr lang="en-US" i="1" dirty="0">
                <a:solidFill>
                  <a:schemeClr val="accent1"/>
                </a:solidFill>
              </a:rPr>
              <a:t>Even the initialization doesn’t happen.</a:t>
            </a:r>
          </a:p>
        </p:txBody>
      </p:sp>
    </p:spTree>
    <p:extLst>
      <p:ext uri="{BB962C8B-B14F-4D97-AF65-F5344CB8AC3E}">
        <p14:creationId xmlns:p14="http://schemas.microsoft.com/office/powerpoint/2010/main" val="3799930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A31EDA1-1E65-CE66-54BC-1A3C52914011}"/>
              </a:ext>
            </a:extLst>
          </p:cNvPr>
          <p:cNvSpPr txBox="1"/>
          <p:nvPr/>
        </p:nvSpPr>
        <p:spPr>
          <a:xfrm>
            <a:off x="87513" y="80309"/>
            <a:ext cx="5338932"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Base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16" name="TextBox 15">
            <a:extLst>
              <a:ext uri="{FF2B5EF4-FFF2-40B4-BE49-F238E27FC236}">
                <a16:creationId xmlns:a16="http://schemas.microsoft.com/office/drawing/2014/main" id="{B1C1D498-3FF7-4B03-97D8-41762A3B7D9C}"/>
              </a:ext>
            </a:extLst>
          </p:cNvPr>
          <p:cNvSpPr txBox="1"/>
          <p:nvPr/>
        </p:nvSpPr>
        <p:spPr>
          <a:xfrm>
            <a:off x="6114757" y="83606"/>
            <a:ext cx="5989730"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Derived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public</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Derived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4" name="TextBox 3">
            <a:extLst>
              <a:ext uri="{FF2B5EF4-FFF2-40B4-BE49-F238E27FC236}">
                <a16:creationId xmlns:a16="http://schemas.microsoft.com/office/drawing/2014/main" id="{7494D29B-C0CF-B00F-FE8D-C6499490B3B8}"/>
              </a:ext>
            </a:extLst>
          </p:cNvPr>
          <p:cNvSpPr txBox="1"/>
          <p:nvPr/>
        </p:nvSpPr>
        <p:spPr>
          <a:xfrm>
            <a:off x="9629321" y="4723521"/>
            <a:ext cx="2213976" cy="1754326"/>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Derived</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d1</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graphicFrame>
        <p:nvGraphicFramePr>
          <p:cNvPr id="8" name="Table 7">
            <a:extLst>
              <a:ext uri="{FF2B5EF4-FFF2-40B4-BE49-F238E27FC236}">
                <a16:creationId xmlns:a16="http://schemas.microsoft.com/office/drawing/2014/main" id="{79FB9871-D81E-F74A-4417-0ADE4509F9B7}"/>
              </a:ext>
            </a:extLst>
          </p:cNvPr>
          <p:cNvGraphicFramePr>
            <a:graphicFrameLocks noGrp="1"/>
          </p:cNvGraphicFramePr>
          <p:nvPr>
            <p:extLst>
              <p:ext uri="{D42A27DB-BD31-4B8C-83A1-F6EECF244321}">
                <p14:modId xmlns:p14="http://schemas.microsoft.com/office/powerpoint/2010/main" val="3521158013"/>
              </p:ext>
            </p:extLst>
          </p:nvPr>
        </p:nvGraphicFramePr>
        <p:xfrm>
          <a:off x="5110886" y="4128139"/>
          <a:ext cx="3332076" cy="2646255"/>
        </p:xfrm>
        <a:graphic>
          <a:graphicData uri="http://schemas.openxmlformats.org/drawingml/2006/table">
            <a:tbl>
              <a:tblPr firstRow="1" bandRow="1">
                <a:tableStyleId>{5C22544A-7EE6-4342-B048-85BDC9FD1C3A}</a:tableStyleId>
              </a:tblPr>
              <a:tblGrid>
                <a:gridCol w="3332076">
                  <a:extLst>
                    <a:ext uri="{9D8B030D-6E8A-4147-A177-3AD203B41FA5}">
                      <a16:colId xmlns:a16="http://schemas.microsoft.com/office/drawing/2014/main" val="4025404129"/>
                    </a:ext>
                  </a:extLst>
                </a:gridCol>
              </a:tblGrid>
              <a:tr h="370840">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 0</a:t>
                      </a: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021793749"/>
                  </a:ext>
                </a:extLst>
              </a:tr>
              <a:tr h="1335615">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Derived</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double </a:t>
                      </a:r>
                      <a:r>
                        <a:rPr lang="en-US" sz="16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m_cost</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 ???</a:t>
                      </a: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double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getCost</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210082682"/>
                  </a:ext>
                </a:extLst>
              </a:tr>
            </a:tbl>
          </a:graphicData>
        </a:graphic>
      </p:graphicFrame>
      <p:sp>
        <p:nvSpPr>
          <p:cNvPr id="3" name="Arrow: Right 2">
            <a:extLst>
              <a:ext uri="{FF2B5EF4-FFF2-40B4-BE49-F238E27FC236}">
                <a16:creationId xmlns:a16="http://schemas.microsoft.com/office/drawing/2014/main" id="{CCB733C1-C724-713A-57F8-51CA51B67CE5}"/>
              </a:ext>
            </a:extLst>
          </p:cNvPr>
          <p:cNvSpPr/>
          <p:nvPr/>
        </p:nvSpPr>
        <p:spPr>
          <a:xfrm>
            <a:off x="5509367" y="4689165"/>
            <a:ext cx="426392" cy="17212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2EC4F48-280E-6747-AFAC-FEBBD27230EE}"/>
              </a:ext>
            </a:extLst>
          </p:cNvPr>
          <p:cNvSpPr txBox="1"/>
          <p:nvPr/>
        </p:nvSpPr>
        <p:spPr>
          <a:xfrm>
            <a:off x="87513" y="4656767"/>
            <a:ext cx="3602360" cy="646331"/>
          </a:xfrm>
          <a:prstGeom prst="rect">
            <a:avLst/>
          </a:prstGeom>
          <a:noFill/>
        </p:spPr>
        <p:txBody>
          <a:bodyPr wrap="square">
            <a:spAutoFit/>
          </a:bodyPr>
          <a:lstStyle/>
          <a:p>
            <a:r>
              <a:rPr lang="en-US" b="1" u="sng" dirty="0">
                <a:latin typeface="Cascadia Code" panose="020B0609020000020004" pitchFamily="49" charset="0"/>
                <a:ea typeface="Cascadia Code" panose="020B0609020000020004" pitchFamily="49" charset="0"/>
                <a:cs typeface="Cascadia Code" panose="020B0609020000020004" pitchFamily="49" charset="0"/>
              </a:rPr>
              <a:t>Output</a:t>
            </a:r>
          </a:p>
          <a:p>
            <a:r>
              <a:rPr lang="en-US" dirty="0">
                <a:latin typeface="Cascadia Code" panose="020B0609020000020004" pitchFamily="49" charset="0"/>
                <a:ea typeface="Cascadia Code" panose="020B0609020000020004" pitchFamily="49" charset="0"/>
                <a:cs typeface="Cascadia Code" panose="020B0609020000020004" pitchFamily="49" charset="0"/>
              </a:rPr>
              <a:t>Default Base</a:t>
            </a:r>
          </a:p>
        </p:txBody>
      </p:sp>
      <p:sp>
        <p:nvSpPr>
          <p:cNvPr id="9" name="Arrow: Right 8">
            <a:extLst>
              <a:ext uri="{FF2B5EF4-FFF2-40B4-BE49-F238E27FC236}">
                <a16:creationId xmlns:a16="http://schemas.microsoft.com/office/drawing/2014/main" id="{740AE222-2A74-CEDA-C20E-0EFE1AADEFF0}"/>
              </a:ext>
            </a:extLst>
          </p:cNvPr>
          <p:cNvSpPr/>
          <p:nvPr/>
        </p:nvSpPr>
        <p:spPr>
          <a:xfrm>
            <a:off x="87513" y="1441524"/>
            <a:ext cx="426392" cy="17212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99D35D6D-92C1-D0AD-2F9E-4A0DB2EDA999}"/>
              </a:ext>
            </a:extLst>
          </p:cNvPr>
          <p:cNvSpPr/>
          <p:nvPr/>
        </p:nvSpPr>
        <p:spPr>
          <a:xfrm>
            <a:off x="6077244" y="1432558"/>
            <a:ext cx="426392" cy="172123"/>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07290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A31EDA1-1E65-CE66-54BC-1A3C52914011}"/>
              </a:ext>
            </a:extLst>
          </p:cNvPr>
          <p:cNvSpPr txBox="1"/>
          <p:nvPr/>
        </p:nvSpPr>
        <p:spPr>
          <a:xfrm>
            <a:off x="87513" y="80309"/>
            <a:ext cx="5338932"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Base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16" name="TextBox 15">
            <a:extLst>
              <a:ext uri="{FF2B5EF4-FFF2-40B4-BE49-F238E27FC236}">
                <a16:creationId xmlns:a16="http://schemas.microsoft.com/office/drawing/2014/main" id="{B1C1D498-3FF7-4B03-97D8-41762A3B7D9C}"/>
              </a:ext>
            </a:extLst>
          </p:cNvPr>
          <p:cNvSpPr txBox="1"/>
          <p:nvPr/>
        </p:nvSpPr>
        <p:spPr>
          <a:xfrm>
            <a:off x="6114757" y="83606"/>
            <a:ext cx="5989730"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Derived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public</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Derived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4" name="TextBox 3">
            <a:extLst>
              <a:ext uri="{FF2B5EF4-FFF2-40B4-BE49-F238E27FC236}">
                <a16:creationId xmlns:a16="http://schemas.microsoft.com/office/drawing/2014/main" id="{7494D29B-C0CF-B00F-FE8D-C6499490B3B8}"/>
              </a:ext>
            </a:extLst>
          </p:cNvPr>
          <p:cNvSpPr txBox="1"/>
          <p:nvPr/>
        </p:nvSpPr>
        <p:spPr>
          <a:xfrm>
            <a:off x="9629321" y="4723521"/>
            <a:ext cx="2213976" cy="1754326"/>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Derived</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d1</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graphicFrame>
        <p:nvGraphicFramePr>
          <p:cNvPr id="8" name="Table 7">
            <a:extLst>
              <a:ext uri="{FF2B5EF4-FFF2-40B4-BE49-F238E27FC236}">
                <a16:creationId xmlns:a16="http://schemas.microsoft.com/office/drawing/2014/main" id="{79FB9871-D81E-F74A-4417-0ADE4509F9B7}"/>
              </a:ext>
            </a:extLst>
          </p:cNvPr>
          <p:cNvGraphicFramePr>
            <a:graphicFrameLocks noGrp="1"/>
          </p:cNvGraphicFramePr>
          <p:nvPr>
            <p:extLst>
              <p:ext uri="{D42A27DB-BD31-4B8C-83A1-F6EECF244321}">
                <p14:modId xmlns:p14="http://schemas.microsoft.com/office/powerpoint/2010/main" val="4007524078"/>
              </p:ext>
            </p:extLst>
          </p:nvPr>
        </p:nvGraphicFramePr>
        <p:xfrm>
          <a:off x="5110886" y="4128139"/>
          <a:ext cx="3332076" cy="2646255"/>
        </p:xfrm>
        <a:graphic>
          <a:graphicData uri="http://schemas.openxmlformats.org/drawingml/2006/table">
            <a:tbl>
              <a:tblPr firstRow="1" bandRow="1">
                <a:tableStyleId>{5C22544A-7EE6-4342-B048-85BDC9FD1C3A}</a:tableStyleId>
              </a:tblPr>
              <a:tblGrid>
                <a:gridCol w="3332076">
                  <a:extLst>
                    <a:ext uri="{9D8B030D-6E8A-4147-A177-3AD203B41FA5}">
                      <a16:colId xmlns:a16="http://schemas.microsoft.com/office/drawing/2014/main" val="4025404129"/>
                    </a:ext>
                  </a:extLst>
                </a:gridCol>
              </a:tblGrid>
              <a:tr h="370840">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 0</a:t>
                      </a: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021793749"/>
                  </a:ext>
                </a:extLst>
              </a:tr>
              <a:tr h="1335615">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Derived</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double </a:t>
                      </a:r>
                      <a:r>
                        <a:rPr lang="en-US" sz="16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m_cost</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 0.0</a:t>
                      </a: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double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getCost</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210082682"/>
                  </a:ext>
                </a:extLst>
              </a:tr>
            </a:tbl>
          </a:graphicData>
        </a:graphic>
      </p:graphicFrame>
      <p:sp>
        <p:nvSpPr>
          <p:cNvPr id="3" name="Arrow: Right 2">
            <a:extLst>
              <a:ext uri="{FF2B5EF4-FFF2-40B4-BE49-F238E27FC236}">
                <a16:creationId xmlns:a16="http://schemas.microsoft.com/office/drawing/2014/main" id="{CCB733C1-C724-713A-57F8-51CA51B67CE5}"/>
              </a:ext>
            </a:extLst>
          </p:cNvPr>
          <p:cNvSpPr/>
          <p:nvPr/>
        </p:nvSpPr>
        <p:spPr>
          <a:xfrm>
            <a:off x="5110886" y="6014297"/>
            <a:ext cx="426392" cy="17212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E91C13E-4175-4FE6-3218-4FCE284CFEAB}"/>
              </a:ext>
            </a:extLst>
          </p:cNvPr>
          <p:cNvSpPr txBox="1"/>
          <p:nvPr/>
        </p:nvSpPr>
        <p:spPr>
          <a:xfrm>
            <a:off x="87513" y="4656767"/>
            <a:ext cx="3602360" cy="923330"/>
          </a:xfrm>
          <a:prstGeom prst="rect">
            <a:avLst/>
          </a:prstGeom>
          <a:noFill/>
        </p:spPr>
        <p:txBody>
          <a:bodyPr wrap="square">
            <a:spAutoFit/>
          </a:bodyPr>
          <a:lstStyle/>
          <a:p>
            <a:r>
              <a:rPr lang="en-US" b="1" u="sng" dirty="0">
                <a:latin typeface="Cascadia Code" panose="020B0609020000020004" pitchFamily="49" charset="0"/>
                <a:ea typeface="Cascadia Code" panose="020B0609020000020004" pitchFamily="49" charset="0"/>
                <a:cs typeface="Cascadia Code" panose="020B0609020000020004" pitchFamily="49" charset="0"/>
              </a:rPr>
              <a:t>Output</a:t>
            </a:r>
          </a:p>
          <a:p>
            <a:r>
              <a:rPr lang="en-US" dirty="0">
                <a:latin typeface="Cascadia Code" panose="020B0609020000020004" pitchFamily="49" charset="0"/>
                <a:ea typeface="Cascadia Code" panose="020B0609020000020004" pitchFamily="49" charset="0"/>
                <a:cs typeface="Cascadia Code" panose="020B0609020000020004" pitchFamily="49" charset="0"/>
              </a:rPr>
              <a:t>Default Base</a:t>
            </a:r>
          </a:p>
          <a:p>
            <a:r>
              <a:rPr lang="en-US" dirty="0">
                <a:latin typeface="Cascadia Code" panose="020B0609020000020004" pitchFamily="49" charset="0"/>
                <a:ea typeface="Cascadia Code" panose="020B0609020000020004" pitchFamily="49" charset="0"/>
                <a:cs typeface="Cascadia Code" panose="020B0609020000020004" pitchFamily="49" charset="0"/>
              </a:rPr>
              <a:t>Default Derived</a:t>
            </a:r>
          </a:p>
        </p:txBody>
      </p:sp>
      <p:sp>
        <p:nvSpPr>
          <p:cNvPr id="9" name="Arrow: Right 8">
            <a:extLst>
              <a:ext uri="{FF2B5EF4-FFF2-40B4-BE49-F238E27FC236}">
                <a16:creationId xmlns:a16="http://schemas.microsoft.com/office/drawing/2014/main" id="{73858B81-E547-01F3-9F19-656C1483DC02}"/>
              </a:ext>
            </a:extLst>
          </p:cNvPr>
          <p:cNvSpPr/>
          <p:nvPr/>
        </p:nvSpPr>
        <p:spPr>
          <a:xfrm>
            <a:off x="6077244" y="1432558"/>
            <a:ext cx="426392" cy="17212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33413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A31EDA1-1E65-CE66-54BC-1A3C52914011}"/>
              </a:ext>
            </a:extLst>
          </p:cNvPr>
          <p:cNvSpPr txBox="1"/>
          <p:nvPr/>
        </p:nvSpPr>
        <p:spPr>
          <a:xfrm>
            <a:off x="87513" y="80309"/>
            <a:ext cx="5338932"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Base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16" name="TextBox 15">
            <a:extLst>
              <a:ext uri="{FF2B5EF4-FFF2-40B4-BE49-F238E27FC236}">
                <a16:creationId xmlns:a16="http://schemas.microsoft.com/office/drawing/2014/main" id="{B1C1D498-3FF7-4B03-97D8-41762A3B7D9C}"/>
              </a:ext>
            </a:extLst>
          </p:cNvPr>
          <p:cNvSpPr txBox="1"/>
          <p:nvPr/>
        </p:nvSpPr>
        <p:spPr>
          <a:xfrm>
            <a:off x="6114757" y="83606"/>
            <a:ext cx="5989730"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Derived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public</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Derived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4" name="TextBox 3">
            <a:extLst>
              <a:ext uri="{FF2B5EF4-FFF2-40B4-BE49-F238E27FC236}">
                <a16:creationId xmlns:a16="http://schemas.microsoft.com/office/drawing/2014/main" id="{7494D29B-C0CF-B00F-FE8D-C6499490B3B8}"/>
              </a:ext>
            </a:extLst>
          </p:cNvPr>
          <p:cNvSpPr txBox="1"/>
          <p:nvPr/>
        </p:nvSpPr>
        <p:spPr>
          <a:xfrm>
            <a:off x="9629321" y="4723521"/>
            <a:ext cx="2213976" cy="1754326"/>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Derived</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d1</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graphicFrame>
        <p:nvGraphicFramePr>
          <p:cNvPr id="8" name="Table 7">
            <a:extLst>
              <a:ext uri="{FF2B5EF4-FFF2-40B4-BE49-F238E27FC236}">
                <a16:creationId xmlns:a16="http://schemas.microsoft.com/office/drawing/2014/main" id="{79FB9871-D81E-F74A-4417-0ADE4509F9B7}"/>
              </a:ext>
            </a:extLst>
          </p:cNvPr>
          <p:cNvGraphicFramePr>
            <a:graphicFrameLocks noGrp="1"/>
          </p:cNvGraphicFramePr>
          <p:nvPr/>
        </p:nvGraphicFramePr>
        <p:xfrm>
          <a:off x="5110886" y="4128139"/>
          <a:ext cx="3332076" cy="2646255"/>
        </p:xfrm>
        <a:graphic>
          <a:graphicData uri="http://schemas.openxmlformats.org/drawingml/2006/table">
            <a:tbl>
              <a:tblPr firstRow="1" bandRow="1">
                <a:tableStyleId>{5C22544A-7EE6-4342-B048-85BDC9FD1C3A}</a:tableStyleId>
              </a:tblPr>
              <a:tblGrid>
                <a:gridCol w="3332076">
                  <a:extLst>
                    <a:ext uri="{9D8B030D-6E8A-4147-A177-3AD203B41FA5}">
                      <a16:colId xmlns:a16="http://schemas.microsoft.com/office/drawing/2014/main" val="4025404129"/>
                    </a:ext>
                  </a:extLst>
                </a:gridCol>
              </a:tblGrid>
              <a:tr h="370840">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 0</a:t>
                      </a: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021793749"/>
                  </a:ext>
                </a:extLst>
              </a:tr>
              <a:tr h="1335615">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Derived</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double </a:t>
                      </a:r>
                      <a:r>
                        <a:rPr lang="en-US" sz="16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m_cost</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 0.0</a:t>
                      </a: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double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getCost</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210082682"/>
                  </a:ext>
                </a:extLst>
              </a:tr>
            </a:tbl>
          </a:graphicData>
        </a:graphic>
      </p:graphicFrame>
      <p:sp>
        <p:nvSpPr>
          <p:cNvPr id="7" name="TextBox 6">
            <a:extLst>
              <a:ext uri="{FF2B5EF4-FFF2-40B4-BE49-F238E27FC236}">
                <a16:creationId xmlns:a16="http://schemas.microsoft.com/office/drawing/2014/main" id="{0E91C13E-4175-4FE6-3218-4FCE284CFEAB}"/>
              </a:ext>
            </a:extLst>
          </p:cNvPr>
          <p:cNvSpPr txBox="1"/>
          <p:nvPr/>
        </p:nvSpPr>
        <p:spPr>
          <a:xfrm>
            <a:off x="87513" y="4656767"/>
            <a:ext cx="3602360" cy="923330"/>
          </a:xfrm>
          <a:prstGeom prst="rect">
            <a:avLst/>
          </a:prstGeom>
          <a:noFill/>
        </p:spPr>
        <p:txBody>
          <a:bodyPr wrap="square">
            <a:spAutoFit/>
          </a:bodyPr>
          <a:lstStyle/>
          <a:p>
            <a:r>
              <a:rPr lang="en-US" b="1" u="sng" dirty="0">
                <a:latin typeface="Cascadia Code" panose="020B0609020000020004" pitchFamily="49" charset="0"/>
                <a:ea typeface="Cascadia Code" panose="020B0609020000020004" pitchFamily="49" charset="0"/>
                <a:cs typeface="Cascadia Code" panose="020B0609020000020004" pitchFamily="49" charset="0"/>
              </a:rPr>
              <a:t>Output</a:t>
            </a:r>
          </a:p>
          <a:p>
            <a:r>
              <a:rPr lang="en-US" dirty="0">
                <a:latin typeface="Cascadia Code" panose="020B0609020000020004" pitchFamily="49" charset="0"/>
                <a:ea typeface="Cascadia Code" panose="020B0609020000020004" pitchFamily="49" charset="0"/>
                <a:cs typeface="Cascadia Code" panose="020B0609020000020004" pitchFamily="49" charset="0"/>
              </a:rPr>
              <a:t>Default Base</a:t>
            </a:r>
          </a:p>
          <a:p>
            <a:r>
              <a:rPr lang="en-US" dirty="0">
                <a:latin typeface="Cascadia Code" panose="020B0609020000020004" pitchFamily="49" charset="0"/>
                <a:ea typeface="Cascadia Code" panose="020B0609020000020004" pitchFamily="49" charset="0"/>
                <a:cs typeface="Cascadia Code" panose="020B0609020000020004" pitchFamily="49" charset="0"/>
              </a:rPr>
              <a:t>Default Derived</a:t>
            </a:r>
          </a:p>
        </p:txBody>
      </p:sp>
    </p:spTree>
    <p:extLst>
      <p:ext uri="{BB962C8B-B14F-4D97-AF65-F5344CB8AC3E}">
        <p14:creationId xmlns:p14="http://schemas.microsoft.com/office/powerpoint/2010/main" val="653784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A31EDA1-1E65-CE66-54BC-1A3C52914011}"/>
              </a:ext>
            </a:extLst>
          </p:cNvPr>
          <p:cNvSpPr txBox="1"/>
          <p:nvPr/>
        </p:nvSpPr>
        <p:spPr>
          <a:xfrm>
            <a:off x="87513" y="80309"/>
            <a:ext cx="5338932"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id</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Base</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~Base</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Base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int</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m_id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16" name="TextBox 15">
            <a:extLst>
              <a:ext uri="{FF2B5EF4-FFF2-40B4-BE49-F238E27FC236}">
                <a16:creationId xmlns:a16="http://schemas.microsoft.com/office/drawing/2014/main" id="{B1C1D498-3FF7-4B03-97D8-41762A3B7D9C}"/>
              </a:ext>
            </a:extLst>
          </p:cNvPr>
          <p:cNvSpPr txBox="1"/>
          <p:nvPr/>
        </p:nvSpPr>
        <p:spPr>
          <a:xfrm>
            <a:off x="6114757" y="83606"/>
            <a:ext cx="5989730" cy="3970318"/>
          </a:xfrm>
          <a:prstGeom prst="rect">
            <a:avLst/>
          </a:prstGeom>
          <a:noFill/>
        </p:spPr>
        <p:txBody>
          <a:bodyPr wrap="square">
            <a:spAutoFit/>
          </a:bodyPr>
          <a:lstStyle/>
          <a:p>
            <a:r>
              <a:rPr lang="en-US" sz="1400" dirty="0">
                <a:solidFill>
                  <a:srgbClr val="7A3E9D"/>
                </a:solidFill>
                <a:latin typeface="Cascadia Mono" panose="020B0609020000020004" pitchFamily="49" charset="0"/>
              </a:rPr>
              <a:t>class</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Derived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public</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Base</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A3E9D"/>
                </a:solidFill>
                <a:latin typeface="Cascadia Mono" panose="020B0609020000020004" pitchFamily="49" charset="0"/>
              </a:rPr>
              <a:t>private</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7A3E9D"/>
                </a:solidFill>
                <a:latin typeface="Cascadia Mono" panose="020B0609020000020004" pitchFamily="49" charset="0"/>
              </a:rPr>
              <a:t>public</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9C5D27"/>
                </a:solidFill>
                <a:latin typeface="Cascadia Mono" panose="020B0609020000020004" pitchFamily="49" charset="0"/>
              </a:rPr>
              <a:t>0.0</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Default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cost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One-</a:t>
            </a:r>
            <a:r>
              <a:rPr lang="en-US" sz="1400" dirty="0" err="1">
                <a:solidFill>
                  <a:srgbClr val="448C27"/>
                </a:solidFill>
                <a:latin typeface="Cascadia Mono" panose="020B0609020000020004" pitchFamily="49" charset="0"/>
              </a:rPr>
              <a:t>arg</a:t>
            </a:r>
            <a:r>
              <a:rPr lang="en-US" sz="1400" dirty="0">
                <a:solidFill>
                  <a:srgbClr val="448C27"/>
                </a:solidFill>
                <a:latin typeface="Cascadia Mono" panose="020B0609020000020004" pitchFamily="49" charset="0"/>
              </a:rPr>
              <a:t> Derived</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~Derived</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b="1" dirty="0">
                <a:solidFill>
                  <a:srgbClr val="7A3E9D"/>
                </a:solidFill>
                <a:latin typeface="Cascadia Mono" panose="020B0609020000020004" pitchFamily="49" charset="0"/>
              </a:rPr>
              <a:t>std</a:t>
            </a:r>
            <a:r>
              <a:rPr lang="en-US" sz="1400" dirty="0">
                <a:solidFill>
                  <a:srgbClr val="777777"/>
                </a:solidFill>
                <a:latin typeface="Cascadia Mono" panose="020B0609020000020004" pitchFamily="49" charset="0"/>
              </a:rPr>
              <a:t>::</a:t>
            </a:r>
            <a:r>
              <a:rPr lang="en-US" sz="1400" dirty="0" err="1">
                <a:solidFill>
                  <a:srgbClr val="7A3E9D"/>
                </a:solidFill>
                <a:latin typeface="Cascadia Mono" panose="020B0609020000020004" pitchFamily="49" charset="0"/>
              </a:rPr>
              <a:t>cout</a:t>
            </a:r>
            <a:r>
              <a:rPr lang="en-US" sz="1400" dirty="0">
                <a:solidFill>
                  <a:srgbClr val="333333"/>
                </a:solidFill>
                <a:latin typeface="Cascadia Mono" panose="020B0609020000020004" pitchFamily="49" charset="0"/>
              </a:rPr>
              <a:t> </a:t>
            </a:r>
            <a:r>
              <a:rPr lang="en-US" sz="1400" b="1" dirty="0">
                <a:solidFill>
                  <a:srgbClr val="AA3731"/>
                </a:solidFill>
                <a:latin typeface="Cascadia Mono" panose="020B0609020000020004" pitchFamily="49" charset="0"/>
              </a:rPr>
              <a:t>&lt;&lt;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448C27"/>
                </a:solidFill>
                <a:latin typeface="Cascadia Mono" panose="020B0609020000020004" pitchFamily="49" charset="0"/>
              </a:rPr>
              <a:t>Derived destructor</a:t>
            </a:r>
            <a:r>
              <a:rPr lang="en-US" sz="1400" dirty="0">
                <a:solidFill>
                  <a:srgbClr val="777777"/>
                </a:solidFill>
                <a:latin typeface="Cascadia Mono" panose="020B0609020000020004" pitchFamily="49" charset="0"/>
              </a:rPr>
              <a:t>\n";</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br>
              <a:rPr lang="en-US" sz="1400" dirty="0">
                <a:solidFill>
                  <a:srgbClr val="333333"/>
                </a:solidFill>
                <a:latin typeface="Cascadia Mono" panose="020B0609020000020004" pitchFamily="49" charset="0"/>
              </a:rPr>
            </a:br>
            <a:r>
              <a:rPr lang="en-US" sz="1400" dirty="0">
                <a:solidFill>
                  <a:srgbClr val="333333"/>
                </a:solidFill>
                <a:latin typeface="Cascadia Mono" panose="020B0609020000020004" pitchFamily="49" charset="0"/>
              </a:rPr>
              <a:t>    </a:t>
            </a:r>
            <a:r>
              <a:rPr lang="en-US" sz="1400" dirty="0">
                <a:solidFill>
                  <a:srgbClr val="7A3E9D"/>
                </a:solidFill>
                <a:latin typeface="Cascadia Mono" panose="020B0609020000020004" pitchFamily="49" charset="0"/>
              </a:rPr>
              <a:t>double</a:t>
            </a:r>
            <a:r>
              <a:rPr lang="en-US" sz="1400" dirty="0">
                <a:solidFill>
                  <a:srgbClr val="333333"/>
                </a:solidFill>
                <a:latin typeface="Cascadia Mono" panose="020B0609020000020004" pitchFamily="49" charset="0"/>
              </a:rPr>
              <a:t> </a:t>
            </a:r>
            <a:r>
              <a:rPr lang="en-US" sz="1400" b="1" dirty="0" err="1">
                <a:solidFill>
                  <a:srgbClr val="AA3731"/>
                </a:solidFill>
                <a:latin typeface="Cascadia Mono" panose="020B0609020000020004" pitchFamily="49" charset="0"/>
              </a:rPr>
              <a:t>getCost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const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4B69C6"/>
                </a:solidFill>
                <a:latin typeface="Cascadia Mono" panose="020B0609020000020004" pitchFamily="49" charset="0"/>
              </a:rPr>
              <a:t>return</a:t>
            </a:r>
            <a:r>
              <a:rPr lang="en-US" sz="1400" dirty="0">
                <a:solidFill>
                  <a:srgbClr val="333333"/>
                </a:solidFill>
                <a:latin typeface="Cascadia Mono" panose="020B0609020000020004" pitchFamily="49" charset="0"/>
              </a:rPr>
              <a:t> </a:t>
            </a:r>
            <a:r>
              <a:rPr lang="en-US" sz="1400" dirty="0" err="1">
                <a:solidFill>
                  <a:srgbClr val="7A3E9D"/>
                </a:solidFill>
                <a:latin typeface="Cascadia Mono" panose="020B0609020000020004" pitchFamily="49" charset="0"/>
              </a:rPr>
              <a:t>m_cost</a:t>
            </a:r>
            <a:r>
              <a:rPr lang="en-US" sz="1400" dirty="0">
                <a:solidFill>
                  <a:srgbClr val="777777"/>
                </a:solidFill>
                <a:latin typeface="Cascadia Mono" panose="020B0609020000020004" pitchFamily="49" charset="0"/>
              </a:rPr>
              <a:t>;</a:t>
            </a:r>
            <a:r>
              <a:rPr lang="en-US" sz="1400" dirty="0">
                <a:solidFill>
                  <a:srgbClr val="333333"/>
                </a:solidFill>
                <a:latin typeface="Cascadia Mono" panose="020B0609020000020004" pitchFamily="49" charset="0"/>
              </a:rPr>
              <a:t> </a:t>
            </a:r>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a:p>
            <a:r>
              <a:rPr lang="en-US" sz="1400" dirty="0">
                <a:solidFill>
                  <a:srgbClr val="777777"/>
                </a:solidFill>
                <a:latin typeface="Cascadia Mono" panose="020B0609020000020004" pitchFamily="49" charset="0"/>
              </a:rPr>
              <a:t>};</a:t>
            </a:r>
            <a:endParaRPr lang="en-US" sz="1400" dirty="0">
              <a:solidFill>
                <a:srgbClr val="333333"/>
              </a:solidFill>
              <a:latin typeface="Cascadia Mono" panose="020B0609020000020004" pitchFamily="49" charset="0"/>
            </a:endParaRPr>
          </a:p>
        </p:txBody>
      </p:sp>
      <p:sp>
        <p:nvSpPr>
          <p:cNvPr id="4" name="TextBox 3">
            <a:extLst>
              <a:ext uri="{FF2B5EF4-FFF2-40B4-BE49-F238E27FC236}">
                <a16:creationId xmlns:a16="http://schemas.microsoft.com/office/drawing/2014/main" id="{7494D29B-C0CF-B00F-FE8D-C6499490B3B8}"/>
              </a:ext>
            </a:extLst>
          </p:cNvPr>
          <p:cNvSpPr txBox="1"/>
          <p:nvPr/>
        </p:nvSpPr>
        <p:spPr>
          <a:xfrm>
            <a:off x="9629321" y="4723521"/>
            <a:ext cx="2213976" cy="1754326"/>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Derived</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d1</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graphicFrame>
        <p:nvGraphicFramePr>
          <p:cNvPr id="8" name="Table 7">
            <a:extLst>
              <a:ext uri="{FF2B5EF4-FFF2-40B4-BE49-F238E27FC236}">
                <a16:creationId xmlns:a16="http://schemas.microsoft.com/office/drawing/2014/main" id="{79FB9871-D81E-F74A-4417-0ADE4509F9B7}"/>
              </a:ext>
            </a:extLst>
          </p:cNvPr>
          <p:cNvGraphicFramePr>
            <a:graphicFrameLocks noGrp="1"/>
          </p:cNvGraphicFramePr>
          <p:nvPr/>
        </p:nvGraphicFramePr>
        <p:xfrm>
          <a:off x="5110886" y="4128139"/>
          <a:ext cx="3332076" cy="2646255"/>
        </p:xfrm>
        <a:graphic>
          <a:graphicData uri="http://schemas.openxmlformats.org/drawingml/2006/table">
            <a:tbl>
              <a:tblPr firstRow="1" bandRow="1">
                <a:tableStyleId>{5C22544A-7EE6-4342-B048-85BDC9FD1C3A}</a:tableStyleId>
              </a:tblPr>
              <a:tblGrid>
                <a:gridCol w="3332076">
                  <a:extLst>
                    <a:ext uri="{9D8B030D-6E8A-4147-A177-3AD203B41FA5}">
                      <a16:colId xmlns:a16="http://schemas.microsoft.com/office/drawing/2014/main" val="4025404129"/>
                    </a:ext>
                  </a:extLst>
                </a:gridCol>
              </a:tblGrid>
              <a:tr h="370840">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 0</a:t>
                      </a: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int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getId</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021793749"/>
                  </a:ext>
                </a:extLst>
              </a:tr>
              <a:tr h="1335615">
                <a:tc>
                  <a:txBody>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Derived</a:t>
                      </a:r>
                    </a:p>
                    <a:p>
                      <a:pPr algn="ctr"/>
                      <a:endPar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double </a:t>
                      </a:r>
                      <a:r>
                        <a:rPr lang="en-US" sz="1600" b="1"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m_cost</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 0.0</a:t>
                      </a:r>
                    </a:p>
                    <a:p>
                      <a:pPr algn="ct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double </a:t>
                      </a:r>
                      <a:r>
                        <a:rPr lang="en-US" sz="1600" b="0" dirty="0" err="1">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getCost</a:t>
                      </a:r>
                      <a:r>
                        <a:rPr lang="en-US" sz="1600" b="0"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 const</a:t>
                      </a:r>
                    </a:p>
                    <a:p>
                      <a:endParaRPr lang="en-US" sz="160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210082682"/>
                  </a:ext>
                </a:extLst>
              </a:tr>
            </a:tbl>
          </a:graphicData>
        </a:graphic>
      </p:graphicFrame>
      <p:sp>
        <p:nvSpPr>
          <p:cNvPr id="7" name="TextBox 6">
            <a:extLst>
              <a:ext uri="{FF2B5EF4-FFF2-40B4-BE49-F238E27FC236}">
                <a16:creationId xmlns:a16="http://schemas.microsoft.com/office/drawing/2014/main" id="{0E91C13E-4175-4FE6-3218-4FCE284CFEAB}"/>
              </a:ext>
            </a:extLst>
          </p:cNvPr>
          <p:cNvSpPr txBox="1"/>
          <p:nvPr/>
        </p:nvSpPr>
        <p:spPr>
          <a:xfrm>
            <a:off x="87513" y="4656767"/>
            <a:ext cx="3602360" cy="1477328"/>
          </a:xfrm>
          <a:prstGeom prst="rect">
            <a:avLst/>
          </a:prstGeom>
          <a:noFill/>
        </p:spPr>
        <p:txBody>
          <a:bodyPr wrap="square">
            <a:spAutoFit/>
          </a:bodyPr>
          <a:lstStyle/>
          <a:p>
            <a:r>
              <a:rPr lang="en-US" b="1" u="sng" dirty="0">
                <a:latin typeface="Cascadia Code" panose="020B0609020000020004" pitchFamily="49" charset="0"/>
                <a:ea typeface="Cascadia Code" panose="020B0609020000020004" pitchFamily="49" charset="0"/>
                <a:cs typeface="Cascadia Code" panose="020B0609020000020004" pitchFamily="49" charset="0"/>
              </a:rPr>
              <a:t>Output</a:t>
            </a:r>
          </a:p>
          <a:p>
            <a:r>
              <a:rPr lang="en-US" dirty="0">
                <a:latin typeface="Cascadia Code" panose="020B0609020000020004" pitchFamily="49" charset="0"/>
                <a:ea typeface="Cascadia Code" panose="020B0609020000020004" pitchFamily="49" charset="0"/>
                <a:cs typeface="Cascadia Code" panose="020B0609020000020004" pitchFamily="49" charset="0"/>
              </a:rPr>
              <a:t>Default Base</a:t>
            </a:r>
          </a:p>
          <a:p>
            <a:r>
              <a:rPr lang="en-US" dirty="0">
                <a:latin typeface="Cascadia Code" panose="020B0609020000020004" pitchFamily="49" charset="0"/>
                <a:ea typeface="Cascadia Code" panose="020B0609020000020004" pitchFamily="49" charset="0"/>
                <a:cs typeface="Cascadia Code" panose="020B0609020000020004" pitchFamily="49" charset="0"/>
              </a:rPr>
              <a:t>Default Derived</a:t>
            </a:r>
          </a:p>
          <a:p>
            <a:r>
              <a:rPr lang="en-US" dirty="0">
                <a:latin typeface="Cascadia Code" panose="020B0609020000020004" pitchFamily="49" charset="0"/>
                <a:ea typeface="Cascadia Code" panose="020B0609020000020004" pitchFamily="49" charset="0"/>
                <a:cs typeface="Cascadia Code" panose="020B0609020000020004" pitchFamily="49" charset="0"/>
              </a:rPr>
              <a:t>Derived destructor</a:t>
            </a:r>
          </a:p>
          <a:p>
            <a:r>
              <a:rPr lang="en-US" dirty="0">
                <a:latin typeface="Cascadia Code" panose="020B0609020000020004" pitchFamily="49" charset="0"/>
                <a:ea typeface="Cascadia Code" panose="020B0609020000020004" pitchFamily="49" charset="0"/>
                <a:cs typeface="Cascadia Code" panose="020B0609020000020004" pitchFamily="49" charset="0"/>
              </a:rPr>
              <a:t>Base destructor</a:t>
            </a:r>
          </a:p>
        </p:txBody>
      </p:sp>
      <p:sp>
        <p:nvSpPr>
          <p:cNvPr id="3" name="Multiplication Sign 2">
            <a:extLst>
              <a:ext uri="{FF2B5EF4-FFF2-40B4-BE49-F238E27FC236}">
                <a16:creationId xmlns:a16="http://schemas.microsoft.com/office/drawing/2014/main" id="{8F2B8D19-CC22-83C7-2250-EA5B479821C0}"/>
              </a:ext>
            </a:extLst>
          </p:cNvPr>
          <p:cNvSpPr/>
          <p:nvPr/>
        </p:nvSpPr>
        <p:spPr>
          <a:xfrm>
            <a:off x="5593583" y="4289700"/>
            <a:ext cx="2366682" cy="2323131"/>
          </a:xfrm>
          <a:prstGeom prst="mathMultiply">
            <a:avLst/>
          </a:prstGeom>
          <a:solidFill>
            <a:srgbClr val="FF000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8CC866B7-09C1-070C-8CDC-A31A3A4E45A0}"/>
              </a:ext>
            </a:extLst>
          </p:cNvPr>
          <p:cNvSpPr/>
          <p:nvPr/>
        </p:nvSpPr>
        <p:spPr>
          <a:xfrm rot="10800000">
            <a:off x="2713947" y="5568410"/>
            <a:ext cx="426392" cy="17212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EEAC3714-0F48-1990-4768-E1FC87456208}"/>
              </a:ext>
            </a:extLst>
          </p:cNvPr>
          <p:cNvSpPr/>
          <p:nvPr/>
        </p:nvSpPr>
        <p:spPr>
          <a:xfrm rot="10800000">
            <a:off x="2404997" y="5851252"/>
            <a:ext cx="426392" cy="17212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CF9A163-FCCA-5511-21B7-3654B4D10D64}"/>
              </a:ext>
            </a:extLst>
          </p:cNvPr>
          <p:cNvSpPr txBox="1"/>
          <p:nvPr/>
        </p:nvSpPr>
        <p:spPr>
          <a:xfrm>
            <a:off x="3237654" y="5277518"/>
            <a:ext cx="1390535" cy="1200329"/>
          </a:xfrm>
          <a:prstGeom prst="rect">
            <a:avLst/>
          </a:prstGeom>
          <a:noFill/>
          <a:ln>
            <a:solidFill>
              <a:schemeClr val="accent1"/>
            </a:solidFill>
          </a:ln>
        </p:spPr>
        <p:txBody>
          <a:bodyPr wrap="square">
            <a:spAutoFit/>
          </a:bodyPr>
          <a:lstStyle/>
          <a:p>
            <a:r>
              <a:rPr lang="en-US" i="1" dirty="0">
                <a:solidFill>
                  <a:schemeClr val="accent1"/>
                </a:solidFill>
              </a:rPr>
              <a:t>Destruction happens in the reverse order.</a:t>
            </a:r>
          </a:p>
        </p:txBody>
      </p:sp>
    </p:spTree>
    <p:extLst>
      <p:ext uri="{BB962C8B-B14F-4D97-AF65-F5344CB8AC3E}">
        <p14:creationId xmlns:p14="http://schemas.microsoft.com/office/powerpoint/2010/main" val="1537968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00730-64B6-F56D-D343-EA72FB9C7993}"/>
              </a:ext>
            </a:extLst>
          </p:cNvPr>
          <p:cNvSpPr>
            <a:spLocks noGrp="1"/>
          </p:cNvSpPr>
          <p:nvPr>
            <p:ph type="title"/>
          </p:nvPr>
        </p:nvSpPr>
        <p:spPr/>
        <p:txBody>
          <a:bodyPr/>
          <a:lstStyle/>
          <a:p>
            <a:r>
              <a:rPr lang="en-US" dirty="0"/>
              <a:t>The Construction Process</a:t>
            </a:r>
          </a:p>
        </p:txBody>
      </p:sp>
      <p:sp>
        <p:nvSpPr>
          <p:cNvPr id="3" name="Content Placeholder 2">
            <a:extLst>
              <a:ext uri="{FF2B5EF4-FFF2-40B4-BE49-F238E27FC236}">
                <a16:creationId xmlns:a16="http://schemas.microsoft.com/office/drawing/2014/main" id="{B19F52A3-8F92-03A7-5920-2A110BFFC9F4}"/>
              </a:ext>
            </a:extLst>
          </p:cNvPr>
          <p:cNvSpPr>
            <a:spLocks noGrp="1"/>
          </p:cNvSpPr>
          <p:nvPr>
            <p:ph idx="1"/>
          </p:nvPr>
        </p:nvSpPr>
        <p:spPr>
          <a:xfrm>
            <a:off x="838200" y="1825624"/>
            <a:ext cx="6896548" cy="4887147"/>
          </a:xfrm>
        </p:spPr>
        <p:txBody>
          <a:bodyPr>
            <a:normAutofit fontScale="70000" lnSpcReduction="20000"/>
          </a:bodyPr>
          <a:lstStyle/>
          <a:p>
            <a:pPr marL="514350" indent="-514350">
              <a:buFont typeface="+mj-lt"/>
              <a:buAutoNum type="arabicPeriod"/>
            </a:pPr>
            <a:r>
              <a:rPr lang="en-US" dirty="0"/>
              <a:t>Memory for </a:t>
            </a:r>
            <a:r>
              <a:rPr lang="en-US" b="1" dirty="0">
                <a:latin typeface="Cascadia Code" panose="020B0609020000020004" pitchFamily="49" charset="0"/>
                <a:ea typeface="Cascadia Code" panose="020B0609020000020004" pitchFamily="49" charset="0"/>
                <a:cs typeface="Cascadia Code" panose="020B0609020000020004" pitchFamily="49" charset="0"/>
              </a:rPr>
              <a:t>d1</a:t>
            </a:r>
            <a:r>
              <a:rPr lang="en-US" dirty="0"/>
              <a:t> is set aside (enough for both the </a:t>
            </a:r>
            <a:r>
              <a:rPr lang="en-US" b="1" dirty="0">
                <a:latin typeface="Cascadia Code" panose="020B0609020000020004" pitchFamily="49" charset="0"/>
                <a:ea typeface="Cascadia Code" panose="020B0609020000020004" pitchFamily="49" charset="0"/>
                <a:cs typeface="Cascadia Code" panose="020B0609020000020004" pitchFamily="49" charset="0"/>
              </a:rPr>
              <a:t>Base</a:t>
            </a:r>
            <a:r>
              <a:rPr lang="en-US" dirty="0"/>
              <a:t> and </a:t>
            </a:r>
            <a:r>
              <a:rPr lang="en-US" b="1" dirty="0">
                <a:latin typeface="Cascadia Code" panose="020B0609020000020004" pitchFamily="49" charset="0"/>
                <a:ea typeface="Cascadia Code" panose="020B0609020000020004" pitchFamily="49" charset="0"/>
                <a:cs typeface="Cascadia Code" panose="020B0609020000020004" pitchFamily="49" charset="0"/>
              </a:rPr>
              <a:t>Derived</a:t>
            </a:r>
            <a:r>
              <a:rPr lang="en-US" dirty="0"/>
              <a:t> portions).</a:t>
            </a:r>
          </a:p>
          <a:p>
            <a:pPr marL="514350" indent="-514350">
              <a:buFont typeface="+mj-lt"/>
              <a:buAutoNum type="arabicPeriod"/>
            </a:pPr>
            <a:endParaRPr lang="en-US" dirty="0"/>
          </a:p>
          <a:p>
            <a:pPr marL="514350" indent="-514350">
              <a:buFont typeface="+mj-lt"/>
              <a:buAutoNum type="arabicPeriod"/>
            </a:pPr>
            <a:r>
              <a:rPr lang="en-US" dirty="0"/>
              <a:t>The appropriate </a:t>
            </a:r>
            <a:r>
              <a:rPr lang="en-US" b="1" dirty="0">
                <a:latin typeface="Cascadia Code" panose="020B0609020000020004" pitchFamily="49" charset="0"/>
                <a:ea typeface="Cascadia Code" panose="020B0609020000020004" pitchFamily="49" charset="0"/>
                <a:cs typeface="Cascadia Code" panose="020B0609020000020004" pitchFamily="49" charset="0"/>
              </a:rPr>
              <a:t>Derived</a:t>
            </a:r>
            <a:r>
              <a:rPr lang="en-US" dirty="0"/>
              <a:t> constructor is called.</a:t>
            </a:r>
          </a:p>
          <a:p>
            <a:pPr marL="514350" indent="-514350">
              <a:buFont typeface="+mj-lt"/>
              <a:buAutoNum type="arabicPeriod"/>
            </a:pPr>
            <a:endParaRPr lang="en-US" dirty="0"/>
          </a:p>
          <a:p>
            <a:pPr marL="514350" indent="-514350">
              <a:buFont typeface="+mj-lt"/>
              <a:buAutoNum type="arabicPeriod"/>
            </a:pPr>
            <a:r>
              <a:rPr lang="en-US" dirty="0"/>
              <a:t>The </a:t>
            </a:r>
            <a:r>
              <a:rPr lang="en-US" b="1" dirty="0">
                <a:latin typeface="Cascadia Code" panose="020B0609020000020004" pitchFamily="49" charset="0"/>
                <a:ea typeface="Cascadia Code" panose="020B0609020000020004" pitchFamily="49" charset="0"/>
                <a:cs typeface="Cascadia Code" panose="020B0609020000020004" pitchFamily="49" charset="0"/>
              </a:rPr>
              <a:t>Base</a:t>
            </a:r>
            <a:r>
              <a:rPr lang="en-US" dirty="0"/>
              <a:t> object is constructed first using the </a:t>
            </a:r>
            <a:r>
              <a:rPr lang="en-US" i="1" u="sng" dirty="0"/>
              <a:t>appropriate</a:t>
            </a:r>
            <a:r>
              <a:rPr lang="en-US" dirty="0"/>
              <a:t> </a:t>
            </a:r>
            <a:r>
              <a:rPr lang="en-US" b="1" dirty="0">
                <a:latin typeface="Cascadia Code" panose="020B0609020000020004" pitchFamily="49" charset="0"/>
                <a:ea typeface="Cascadia Code" panose="020B0609020000020004" pitchFamily="49" charset="0"/>
                <a:cs typeface="Cascadia Code" panose="020B0609020000020004" pitchFamily="49" charset="0"/>
              </a:rPr>
              <a:t>Base</a:t>
            </a:r>
            <a:r>
              <a:rPr lang="en-US" dirty="0"/>
              <a:t> constructor. </a:t>
            </a:r>
          </a:p>
          <a:p>
            <a:pPr lvl="1"/>
            <a:r>
              <a:rPr lang="en-US" dirty="0"/>
              <a:t>In this case, it is the default constructor because we haven’t specified anything.</a:t>
            </a:r>
          </a:p>
          <a:p>
            <a:pPr marL="971550" lvl="1" indent="-514350">
              <a:buFont typeface="+mj-lt"/>
              <a:buAutoNum type="arabicPeriod"/>
            </a:pPr>
            <a:endParaRPr lang="en-US" dirty="0"/>
          </a:p>
          <a:p>
            <a:pPr marL="514350" indent="-514350">
              <a:buFont typeface="+mj-lt"/>
              <a:buAutoNum type="arabicPeriod"/>
            </a:pPr>
            <a:r>
              <a:rPr lang="en-US" dirty="0"/>
              <a:t>The member initializer list initializes variables.</a:t>
            </a:r>
          </a:p>
          <a:p>
            <a:pPr marL="514350" indent="-514350">
              <a:buFont typeface="+mj-lt"/>
              <a:buAutoNum type="arabicPeriod"/>
            </a:pPr>
            <a:endParaRPr lang="en-US" dirty="0"/>
          </a:p>
          <a:p>
            <a:pPr marL="514350" indent="-514350">
              <a:buFont typeface="+mj-lt"/>
              <a:buAutoNum type="arabicPeriod"/>
            </a:pPr>
            <a:r>
              <a:rPr lang="en-US" dirty="0"/>
              <a:t>The body of the constructor executes.</a:t>
            </a:r>
          </a:p>
          <a:p>
            <a:pPr marL="514350" indent="-514350">
              <a:buFont typeface="+mj-lt"/>
              <a:buAutoNum type="arabicPeriod"/>
            </a:pPr>
            <a:endParaRPr lang="en-US" dirty="0"/>
          </a:p>
          <a:p>
            <a:pPr marL="514350" indent="-514350">
              <a:buFont typeface="+mj-lt"/>
              <a:buAutoNum type="arabicPeriod"/>
            </a:pPr>
            <a:r>
              <a:rPr lang="en-US" dirty="0"/>
              <a:t>Control is returned to the </a:t>
            </a:r>
            <a:r>
              <a:rPr lang="en-US" b="1" dirty="0">
                <a:latin typeface="Cascadia Code" panose="020B0609020000020004" pitchFamily="49" charset="0"/>
                <a:ea typeface="Cascadia Code" panose="020B0609020000020004" pitchFamily="49" charset="0"/>
                <a:cs typeface="Cascadia Code" panose="020B0609020000020004" pitchFamily="49" charset="0"/>
              </a:rPr>
              <a:t>Derived</a:t>
            </a:r>
            <a:r>
              <a:rPr lang="en-US" dirty="0"/>
              <a:t> constructor, which after finishing, returns the control back to the </a:t>
            </a:r>
            <a:r>
              <a:rPr lang="en-US" b="1" dirty="0">
                <a:latin typeface="Cascadia Code" panose="020B0609020000020004" pitchFamily="49" charset="0"/>
                <a:ea typeface="Cascadia Code" panose="020B0609020000020004" pitchFamily="49" charset="0"/>
                <a:cs typeface="Cascadia Code" panose="020B0609020000020004" pitchFamily="49" charset="0"/>
              </a:rPr>
              <a:t>main()</a:t>
            </a:r>
            <a:r>
              <a:rPr lang="en-US" dirty="0"/>
              <a:t>.</a:t>
            </a:r>
          </a:p>
        </p:txBody>
      </p:sp>
      <p:sp>
        <p:nvSpPr>
          <p:cNvPr id="7" name="TextBox 6">
            <a:extLst>
              <a:ext uri="{FF2B5EF4-FFF2-40B4-BE49-F238E27FC236}">
                <a16:creationId xmlns:a16="http://schemas.microsoft.com/office/drawing/2014/main" id="{2D25ED36-5458-4DFA-3CD3-02890830EEDA}"/>
              </a:ext>
            </a:extLst>
          </p:cNvPr>
          <p:cNvSpPr txBox="1"/>
          <p:nvPr/>
        </p:nvSpPr>
        <p:spPr>
          <a:xfrm>
            <a:off x="7846848" y="1825625"/>
            <a:ext cx="4233989" cy="1815882"/>
          </a:xfrm>
          <a:prstGeom prst="rect">
            <a:avLst/>
          </a:prstGeom>
          <a:noFill/>
        </p:spPr>
        <p:txBody>
          <a:bodyPr wrap="square">
            <a:spAutoFit/>
          </a:bodyPr>
          <a:lstStyle/>
          <a:p>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main</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p>
          <a:p>
            <a:r>
              <a:rPr lang="en-US" sz="1600" b="0" i="1" dirty="0">
                <a:solidFill>
                  <a:srgbClr val="AAAAAA"/>
                </a:solidFill>
                <a:effectLst/>
                <a:latin typeface="Cascadia Mono" panose="020B0609020000020004" pitchFamily="49" charset="0"/>
              </a:rPr>
              <a:t>    </a:t>
            </a:r>
            <a:r>
              <a:rPr lang="en-US" sz="1400" b="0" i="1" dirty="0">
                <a:solidFill>
                  <a:srgbClr val="AAAAAA"/>
                </a:solidFill>
                <a:effectLst/>
                <a:latin typeface="Cascadia Mono" panose="020B0609020000020004" pitchFamily="49" charset="0"/>
              </a:rPr>
              <a:t>// use Derived(double) constructor</a:t>
            </a:r>
            <a:endParaRPr lang="en-US" sz="12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Derived</a:t>
            </a:r>
            <a:r>
              <a:rPr lang="en-US" sz="1600" b="0" dirty="0">
                <a:solidFill>
                  <a:srgbClr val="333333"/>
                </a:solidFill>
                <a:effectLst/>
                <a:latin typeface="Cascadia Mono" panose="020B0609020000020004" pitchFamily="49" charset="0"/>
              </a:rPr>
              <a:t> </a:t>
            </a:r>
            <a:r>
              <a:rPr lang="en-US" sz="1600" b="0" dirty="0">
                <a:solidFill>
                  <a:srgbClr val="7A3E9D"/>
                </a:solidFill>
                <a:effectLst/>
                <a:latin typeface="Cascadia Mono" panose="020B0609020000020004" pitchFamily="49" charset="0"/>
              </a:rPr>
              <a:t>d1</a:t>
            </a:r>
            <a:r>
              <a:rPr lang="en-US" sz="1600" b="0" dirty="0">
                <a:solidFill>
                  <a:srgbClr val="777777"/>
                </a:solidFill>
                <a:effectLst/>
                <a:latin typeface="Cascadia Mono" panose="020B0609020000020004" pitchFamily="49" charset="0"/>
              </a:rPr>
              <a:t>;</a:t>
            </a:r>
            <a:r>
              <a:rPr lang="en-US" sz="1600" b="0" i="1" dirty="0">
                <a:solidFill>
                  <a:srgbClr val="AAAAAA"/>
                </a:solidFill>
                <a:effectLst/>
                <a:latin typeface="Cascadia Mono" panose="020B0609020000020004" pitchFamily="49" charset="0"/>
              </a:rPr>
              <a:t> </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0" dirty="0">
                <a:solidFill>
                  <a:srgbClr val="4B69C6"/>
                </a:solidFill>
                <a:effectLst/>
                <a:latin typeface="Cascadia Mono" panose="020B0609020000020004" pitchFamily="49" charset="0"/>
              </a:rPr>
              <a:t>return</a:t>
            </a:r>
            <a:r>
              <a:rPr lang="en-US" sz="1600" b="0" dirty="0">
                <a:solidFill>
                  <a:srgbClr val="333333"/>
                </a:solidFill>
                <a:effectLst/>
                <a:latin typeface="Cascadia Mono" panose="020B0609020000020004" pitchFamily="49" charset="0"/>
              </a:rPr>
              <a:t> </a:t>
            </a:r>
            <a:r>
              <a:rPr lang="en-US" sz="1600" b="0" dirty="0">
                <a:solidFill>
                  <a:srgbClr val="9C5D27"/>
                </a:solidFill>
                <a:effectLst/>
                <a:latin typeface="Cascadia Mono" panose="020B0609020000020004" pitchFamily="49" charset="0"/>
              </a:rPr>
              <a:t>0</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p:txBody>
      </p:sp>
      <p:sp>
        <p:nvSpPr>
          <p:cNvPr id="9" name="TextBox 8">
            <a:extLst>
              <a:ext uri="{FF2B5EF4-FFF2-40B4-BE49-F238E27FC236}">
                <a16:creationId xmlns:a16="http://schemas.microsoft.com/office/drawing/2014/main" id="{DCB1CF76-C4F0-27EA-869C-C761CE01456D}"/>
              </a:ext>
            </a:extLst>
          </p:cNvPr>
          <p:cNvSpPr txBox="1"/>
          <p:nvPr/>
        </p:nvSpPr>
        <p:spPr>
          <a:xfrm>
            <a:off x="7846847" y="3776444"/>
            <a:ext cx="4233989" cy="1354217"/>
          </a:xfrm>
          <a:prstGeom prst="rect">
            <a:avLst/>
          </a:prstGeom>
          <a:noFill/>
        </p:spPr>
        <p:txBody>
          <a:bodyPr wrap="square">
            <a:spAutoFit/>
          </a:bodyPr>
          <a:lstStyle/>
          <a:p>
            <a:r>
              <a:rPr lang="en-US" sz="1600" b="1" dirty="0">
                <a:solidFill>
                  <a:srgbClr val="7A3E9D"/>
                </a:solidFill>
                <a:latin typeface="Cascadia Mono" panose="020B0609020000020004" pitchFamily="49" charset="0"/>
              </a:rPr>
              <a:t>Derived</a:t>
            </a:r>
            <a:r>
              <a:rPr lang="en-US" sz="1600" dirty="0">
                <a:solidFill>
                  <a:srgbClr val="777777"/>
                </a:solidFill>
                <a:latin typeface="Cascadia Mono" panose="020B0609020000020004" pitchFamily="49" charset="0"/>
              </a:rPr>
              <a:t>::</a:t>
            </a:r>
            <a:r>
              <a:rPr lang="en-US" sz="1600" b="1" dirty="0">
                <a:solidFill>
                  <a:srgbClr val="AA3731"/>
                </a:solidFill>
                <a:latin typeface="Cascadia Mono" panose="020B0609020000020004" pitchFamily="49" charset="0"/>
              </a:rPr>
              <a:t>Derived</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 </a:t>
            </a:r>
            <a:r>
              <a:rPr lang="en-US" sz="1600" dirty="0" err="1">
                <a:solidFill>
                  <a:srgbClr val="7A3E9D"/>
                </a:solidFill>
                <a:latin typeface="Cascadia Mono" panose="020B0609020000020004" pitchFamily="49" charset="0"/>
              </a:rPr>
              <a:t>m_cost</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 </a:t>
            </a:r>
            <a:r>
              <a:rPr lang="en-US" sz="1600" dirty="0">
                <a:solidFill>
                  <a:srgbClr val="9C5D27"/>
                </a:solidFill>
                <a:latin typeface="Cascadia Mono" panose="020B0609020000020004" pitchFamily="49" charset="0"/>
              </a:rPr>
              <a:t>0.0</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a:p>
            <a:r>
              <a:rPr lang="en-US" sz="1600" dirty="0">
                <a:solidFill>
                  <a:srgbClr val="333333"/>
                </a:solidFill>
                <a:latin typeface="Cascadia Mono" panose="020B0609020000020004" pitchFamily="49" charset="0"/>
              </a:rPr>
              <a:t>    </a:t>
            </a:r>
            <a:r>
              <a:rPr lang="en-US" sz="1600" b="1" dirty="0">
                <a:solidFill>
                  <a:srgbClr val="7A3E9D"/>
                </a:solidFill>
                <a:latin typeface="Cascadia Mono" panose="020B0609020000020004" pitchFamily="49" charset="0"/>
              </a:rPr>
              <a:t>std</a:t>
            </a:r>
            <a:r>
              <a:rPr lang="en-US" sz="1600" dirty="0">
                <a:solidFill>
                  <a:srgbClr val="777777"/>
                </a:solidFill>
                <a:latin typeface="Cascadia Mono" panose="020B0609020000020004" pitchFamily="49" charset="0"/>
              </a:rPr>
              <a:t>::</a:t>
            </a:r>
            <a:r>
              <a:rPr lang="en-US" sz="1600" dirty="0" err="1">
                <a:solidFill>
                  <a:srgbClr val="7A3E9D"/>
                </a:solidFill>
                <a:latin typeface="Cascadia Mono" panose="020B0609020000020004" pitchFamily="49" charset="0"/>
              </a:rPr>
              <a:t>cout</a:t>
            </a:r>
            <a:r>
              <a:rPr lang="en-US" sz="1600" dirty="0">
                <a:solidFill>
                  <a:srgbClr val="333333"/>
                </a:solidFill>
                <a:latin typeface="Cascadia Mono" panose="020B0609020000020004" pitchFamily="49" charset="0"/>
              </a:rPr>
              <a:t> </a:t>
            </a:r>
            <a:r>
              <a:rPr lang="en-US" sz="1600" b="1" dirty="0">
                <a:solidFill>
                  <a:srgbClr val="AA3731"/>
                </a:solidFill>
                <a:latin typeface="Cascadia Mono" panose="020B0609020000020004" pitchFamily="49" charset="0"/>
              </a:rPr>
              <a:t>&lt;&lt;</a:t>
            </a:r>
            <a:r>
              <a:rPr lang="en-US" sz="1600" dirty="0">
                <a:solidFill>
                  <a:srgbClr val="333333"/>
                </a:solidFill>
                <a:latin typeface="Cascadia Mono" panose="020B0609020000020004" pitchFamily="49" charset="0"/>
              </a:rPr>
              <a:t> </a:t>
            </a:r>
            <a:r>
              <a:rPr lang="en-US" sz="1600" dirty="0">
                <a:solidFill>
                  <a:srgbClr val="777777"/>
                </a:solidFill>
                <a:latin typeface="Cascadia Mono" panose="020B0609020000020004" pitchFamily="49" charset="0"/>
              </a:rPr>
              <a:t>"</a:t>
            </a:r>
            <a:r>
              <a:rPr lang="en-US" sz="1600" dirty="0">
                <a:solidFill>
                  <a:srgbClr val="448C27"/>
                </a:solidFill>
                <a:latin typeface="Cascadia Mono" panose="020B0609020000020004" pitchFamily="49" charset="0"/>
              </a:rPr>
              <a:t>Derived</a:t>
            </a:r>
            <a:r>
              <a:rPr lang="en-US" sz="1600" dirty="0">
                <a:solidFill>
                  <a:srgbClr val="777777"/>
                </a:solidFill>
                <a:latin typeface="Cascadia Mono" panose="020B0609020000020004" pitchFamily="49" charset="0"/>
              </a:rPr>
              <a:t>\n";</a:t>
            </a:r>
            <a:endParaRPr lang="en-US" sz="1600" dirty="0">
              <a:solidFill>
                <a:srgbClr val="333333"/>
              </a:solidFill>
              <a:latin typeface="Cascadia Mono" panose="020B0609020000020004" pitchFamily="49" charset="0"/>
            </a:endParaRPr>
          </a:p>
          <a:p>
            <a:r>
              <a:rPr lang="en-US" sz="1600" dirty="0">
                <a:solidFill>
                  <a:srgbClr val="777777"/>
                </a:solidFill>
                <a:latin typeface="Cascadia Mono" panose="020B0609020000020004" pitchFamily="49" charset="0"/>
              </a:rPr>
              <a:t>}</a:t>
            </a:r>
            <a:endParaRPr lang="en-US" sz="1600" dirty="0">
              <a:solidFill>
                <a:srgbClr val="333333"/>
              </a:solidFill>
              <a:latin typeface="Cascadia Mono" panose="020B0609020000020004" pitchFamily="49" charset="0"/>
            </a:endParaRPr>
          </a:p>
        </p:txBody>
      </p:sp>
      <p:sp>
        <p:nvSpPr>
          <p:cNvPr id="4" name="TextBox 3">
            <a:extLst>
              <a:ext uri="{FF2B5EF4-FFF2-40B4-BE49-F238E27FC236}">
                <a16:creationId xmlns:a16="http://schemas.microsoft.com/office/drawing/2014/main" id="{395CEDE9-7508-88F0-36C9-C2BF5E878634}"/>
              </a:ext>
            </a:extLst>
          </p:cNvPr>
          <p:cNvSpPr txBox="1"/>
          <p:nvPr/>
        </p:nvSpPr>
        <p:spPr>
          <a:xfrm>
            <a:off x="7846847" y="5265598"/>
            <a:ext cx="3794760" cy="1354217"/>
          </a:xfrm>
          <a:prstGeom prst="rect">
            <a:avLst/>
          </a:prstGeom>
          <a:noFill/>
        </p:spPr>
        <p:txBody>
          <a:bodyPr wrap="square">
            <a:spAutoFit/>
          </a:bodyPr>
          <a:lstStyle/>
          <a:p>
            <a:r>
              <a:rPr lang="en-US" sz="1600" b="1" dirty="0">
                <a:solidFill>
                  <a:srgbClr val="7A3E9D"/>
                </a:solidFill>
                <a:effectLst/>
                <a:latin typeface="Cascadia Mono" panose="020B0609020000020004" pitchFamily="49" charset="0"/>
              </a:rPr>
              <a:t>Base</a:t>
            </a:r>
            <a:r>
              <a:rPr lang="en-US" sz="1600" b="0" dirty="0">
                <a:solidFill>
                  <a:srgbClr val="777777"/>
                </a:solidFill>
                <a:effectLst/>
                <a:latin typeface="Cascadia Mono" panose="020B0609020000020004" pitchFamily="49" charset="0"/>
              </a:rPr>
              <a:t>::</a:t>
            </a:r>
            <a:r>
              <a:rPr lang="en-US" sz="1600" b="1" dirty="0">
                <a:solidFill>
                  <a:srgbClr val="AA3731"/>
                </a:solidFill>
                <a:effectLst/>
                <a:latin typeface="Cascadia Mono" panose="020B0609020000020004" pitchFamily="49" charset="0"/>
              </a:rPr>
              <a:t>Base</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 </a:t>
            </a:r>
            <a:r>
              <a:rPr lang="en-US" sz="1600" b="0" dirty="0" err="1">
                <a:solidFill>
                  <a:srgbClr val="7A3E9D"/>
                </a:solidFill>
                <a:effectLst/>
                <a:latin typeface="Cascadia Mono" panose="020B0609020000020004" pitchFamily="49" charset="0"/>
              </a:rPr>
              <a:t>m_id</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 </a:t>
            </a:r>
            <a:r>
              <a:rPr lang="en-US" sz="1600" dirty="0">
                <a:solidFill>
                  <a:srgbClr val="7A3E9D"/>
                </a:solidFill>
                <a:latin typeface="Cascadia Mono" panose="020B0609020000020004" pitchFamily="49" charset="0"/>
              </a:rPr>
              <a:t>0</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std</a:t>
            </a:r>
            <a:r>
              <a:rPr lang="en-US" sz="1600" b="0" dirty="0">
                <a:solidFill>
                  <a:srgbClr val="777777"/>
                </a:solidFill>
                <a:effectLst/>
                <a:latin typeface="Cascadia Mono" panose="020B0609020000020004" pitchFamily="49" charset="0"/>
              </a:rPr>
              <a:t>::</a:t>
            </a:r>
            <a:r>
              <a:rPr lang="en-US" sz="1600" b="0" dirty="0" err="1">
                <a:solidFill>
                  <a:srgbClr val="7A3E9D"/>
                </a:solidFill>
                <a:effectLst/>
                <a:latin typeface="Cascadia Mono" panose="020B0609020000020004" pitchFamily="49" charset="0"/>
              </a:rPr>
              <a:t>cout</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&lt;&lt;</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448C27"/>
                </a:solidFill>
                <a:effectLst/>
                <a:latin typeface="Cascadia Mono" panose="020B0609020000020004" pitchFamily="49" charset="0"/>
              </a:rPr>
              <a:t>Base</a:t>
            </a:r>
            <a:r>
              <a:rPr lang="en-US" sz="1600" b="0" dirty="0">
                <a:solidFill>
                  <a:srgbClr val="777777"/>
                </a:solidFill>
                <a:effectLst/>
                <a:latin typeface="Cascadia Mono" panose="020B0609020000020004" pitchFamily="49" charset="0"/>
              </a:rPr>
              <a:t>\n";</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p:txBody>
      </p:sp>
    </p:spTree>
    <p:extLst>
      <p:ext uri="{BB962C8B-B14F-4D97-AF65-F5344CB8AC3E}">
        <p14:creationId xmlns:p14="http://schemas.microsoft.com/office/powerpoint/2010/main" val="3874410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00730-64B6-F56D-D343-EA72FB9C7993}"/>
              </a:ext>
            </a:extLst>
          </p:cNvPr>
          <p:cNvSpPr>
            <a:spLocks noGrp="1"/>
          </p:cNvSpPr>
          <p:nvPr>
            <p:ph type="title"/>
          </p:nvPr>
        </p:nvSpPr>
        <p:spPr/>
        <p:txBody>
          <a:bodyPr/>
          <a:lstStyle/>
          <a:p>
            <a:r>
              <a:rPr lang="en-US" dirty="0"/>
              <a:t>Destruction of derived objects</a:t>
            </a:r>
          </a:p>
        </p:txBody>
      </p:sp>
      <p:sp>
        <p:nvSpPr>
          <p:cNvPr id="3" name="Content Placeholder 2">
            <a:extLst>
              <a:ext uri="{FF2B5EF4-FFF2-40B4-BE49-F238E27FC236}">
                <a16:creationId xmlns:a16="http://schemas.microsoft.com/office/drawing/2014/main" id="{B19F52A3-8F92-03A7-5920-2A110BFFC9F4}"/>
              </a:ext>
            </a:extLst>
          </p:cNvPr>
          <p:cNvSpPr>
            <a:spLocks noGrp="1"/>
          </p:cNvSpPr>
          <p:nvPr>
            <p:ph idx="1"/>
          </p:nvPr>
        </p:nvSpPr>
        <p:spPr/>
        <p:txBody>
          <a:bodyPr>
            <a:normAutofit/>
          </a:bodyPr>
          <a:lstStyle/>
          <a:p>
            <a:r>
              <a:rPr lang="en-US" dirty="0"/>
              <a:t>When an object of a derived class is destroyed, each destructor is called in the </a:t>
            </a:r>
            <a:r>
              <a:rPr lang="en-US" b="1" dirty="0"/>
              <a:t>reverse order of construction</a:t>
            </a:r>
            <a:r>
              <a:rPr lang="en-US" dirty="0"/>
              <a:t>.</a:t>
            </a:r>
          </a:p>
          <a:p>
            <a:endParaRPr lang="en-US" dirty="0"/>
          </a:p>
          <a:p>
            <a:r>
              <a:rPr lang="en-US" i="1" dirty="0">
                <a:solidFill>
                  <a:schemeClr val="accent1"/>
                </a:solidFill>
              </a:rPr>
              <a:t>Following will come later.</a:t>
            </a:r>
          </a:p>
          <a:p>
            <a:pPr marL="0" indent="0">
              <a:buNone/>
            </a:pPr>
            <a:endParaRPr lang="en-US" dirty="0"/>
          </a:p>
        </p:txBody>
      </p:sp>
      <p:pic>
        <p:nvPicPr>
          <p:cNvPr id="6" name="Picture 5">
            <a:extLst>
              <a:ext uri="{FF2B5EF4-FFF2-40B4-BE49-F238E27FC236}">
                <a16:creationId xmlns:a16="http://schemas.microsoft.com/office/drawing/2014/main" id="{07CDD66F-7C30-2A16-006A-CB71A7535307}"/>
              </a:ext>
            </a:extLst>
          </p:cNvPr>
          <p:cNvPicPr>
            <a:picLocks noChangeAspect="1"/>
          </p:cNvPicPr>
          <p:nvPr/>
        </p:nvPicPr>
        <p:blipFill>
          <a:blip r:embed="rId2"/>
          <a:stretch>
            <a:fillRect/>
          </a:stretch>
        </p:blipFill>
        <p:spPr>
          <a:xfrm>
            <a:off x="937363" y="3903849"/>
            <a:ext cx="10317274" cy="1604066"/>
          </a:xfrm>
          <a:prstGeom prst="rect">
            <a:avLst/>
          </a:prstGeom>
        </p:spPr>
      </p:pic>
    </p:spTree>
    <p:extLst>
      <p:ext uri="{BB962C8B-B14F-4D97-AF65-F5344CB8AC3E}">
        <p14:creationId xmlns:p14="http://schemas.microsoft.com/office/powerpoint/2010/main" val="2923097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7D08D05-D3D1-B52B-6A14-5AB30E318051}"/>
              </a:ext>
            </a:extLst>
          </p:cNvPr>
          <p:cNvSpPr>
            <a:spLocks noGrp="1"/>
          </p:cNvSpPr>
          <p:nvPr>
            <p:ph type="ctrTitle"/>
          </p:nvPr>
        </p:nvSpPr>
        <p:spPr/>
        <p:txBody>
          <a:bodyPr/>
          <a:lstStyle/>
          <a:p>
            <a:r>
              <a:rPr lang="en-US" dirty="0"/>
              <a:t>Initializing Derived Classes</a:t>
            </a:r>
          </a:p>
        </p:txBody>
      </p:sp>
      <p:sp>
        <p:nvSpPr>
          <p:cNvPr id="5" name="Subtitle 4">
            <a:extLst>
              <a:ext uri="{FF2B5EF4-FFF2-40B4-BE49-F238E27FC236}">
                <a16:creationId xmlns:a16="http://schemas.microsoft.com/office/drawing/2014/main" id="{7565389C-6868-E581-FFCA-C52F765FDE16}"/>
              </a:ext>
            </a:extLst>
          </p:cNvPr>
          <p:cNvSpPr>
            <a:spLocks noGrp="1"/>
          </p:cNvSpPr>
          <p:nvPr>
            <p:ph type="subTitle" idx="1"/>
          </p:nvPr>
        </p:nvSpPr>
        <p:spPr/>
        <p:txBody>
          <a:bodyPr/>
          <a:lstStyle/>
          <a:p>
            <a:r>
              <a:rPr lang="en-US" dirty="0"/>
              <a:t>Please do read the article at the following link.</a:t>
            </a:r>
          </a:p>
        </p:txBody>
      </p:sp>
      <p:sp>
        <p:nvSpPr>
          <p:cNvPr id="6" name="TextBox 5">
            <a:extLst>
              <a:ext uri="{FF2B5EF4-FFF2-40B4-BE49-F238E27FC236}">
                <a16:creationId xmlns:a16="http://schemas.microsoft.com/office/drawing/2014/main" id="{BB73D111-F8D2-BE38-31AD-58CD357383F5}"/>
              </a:ext>
            </a:extLst>
          </p:cNvPr>
          <p:cNvSpPr txBox="1"/>
          <p:nvPr/>
        </p:nvSpPr>
        <p:spPr>
          <a:xfrm>
            <a:off x="1476935" y="6221054"/>
            <a:ext cx="9238129" cy="369332"/>
          </a:xfrm>
          <a:prstGeom prst="rect">
            <a:avLst/>
          </a:prstGeom>
          <a:noFill/>
        </p:spPr>
        <p:txBody>
          <a:bodyPr wrap="square">
            <a:spAutoFit/>
          </a:bodyPr>
          <a:lstStyle/>
          <a:p>
            <a:pPr algn="ctr"/>
            <a:r>
              <a:rPr lang="en-US" dirty="0">
                <a:hlinkClick r:id="rId2"/>
              </a:rPr>
              <a:t>https://www.learncpp.com/cpp-tutorial/constructors-and-initialization-of-derived-classes/</a:t>
            </a:r>
            <a:endParaRPr lang="en-US" dirty="0"/>
          </a:p>
        </p:txBody>
      </p:sp>
    </p:spTree>
    <p:extLst>
      <p:ext uri="{BB962C8B-B14F-4D97-AF65-F5344CB8AC3E}">
        <p14:creationId xmlns:p14="http://schemas.microsoft.com/office/powerpoint/2010/main" val="1658634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A682C-BBF9-F318-75C0-E4862BB9308D}"/>
              </a:ext>
            </a:extLst>
          </p:cNvPr>
          <p:cNvSpPr>
            <a:spLocks noGrp="1"/>
          </p:cNvSpPr>
          <p:nvPr>
            <p:ph type="title"/>
          </p:nvPr>
        </p:nvSpPr>
        <p:spPr/>
        <p:txBody>
          <a:bodyPr/>
          <a:lstStyle/>
          <a:p>
            <a:r>
              <a:rPr lang="en-US" dirty="0"/>
              <a:t>Initializing Inherited Members</a:t>
            </a:r>
          </a:p>
        </p:txBody>
      </p:sp>
      <p:sp>
        <p:nvSpPr>
          <p:cNvPr id="3" name="Content Placeholder 2">
            <a:extLst>
              <a:ext uri="{FF2B5EF4-FFF2-40B4-BE49-F238E27FC236}">
                <a16:creationId xmlns:a16="http://schemas.microsoft.com/office/drawing/2014/main" id="{D7EBC0A4-3E02-A730-E530-F759F4EF77DF}"/>
              </a:ext>
            </a:extLst>
          </p:cNvPr>
          <p:cNvSpPr>
            <a:spLocks noGrp="1"/>
          </p:cNvSpPr>
          <p:nvPr>
            <p:ph idx="1"/>
          </p:nvPr>
        </p:nvSpPr>
        <p:spPr/>
        <p:txBody>
          <a:bodyPr/>
          <a:lstStyle/>
          <a:p>
            <a:r>
              <a:rPr lang="en-US" dirty="0"/>
              <a:t>We saw that when creating the </a:t>
            </a:r>
            <a:r>
              <a:rPr lang="en-US" b="1" dirty="0">
                <a:latin typeface="Cascadia Code" panose="020B0609020000020004" pitchFamily="49" charset="0"/>
                <a:ea typeface="Cascadia Code" panose="020B0609020000020004" pitchFamily="49" charset="0"/>
                <a:cs typeface="Cascadia Code" panose="020B0609020000020004" pitchFamily="49" charset="0"/>
              </a:rPr>
              <a:t>Derived</a:t>
            </a:r>
            <a:r>
              <a:rPr lang="en-US" dirty="0"/>
              <a:t>-type object, the compiler implicitly called the default </a:t>
            </a:r>
            <a:r>
              <a:rPr lang="en-US" b="1" dirty="0">
                <a:latin typeface="Cascadia Code" panose="020B0609020000020004" pitchFamily="49" charset="0"/>
                <a:ea typeface="Cascadia Code" panose="020B0609020000020004" pitchFamily="49" charset="0"/>
                <a:cs typeface="Cascadia Code" panose="020B0609020000020004" pitchFamily="49" charset="0"/>
              </a:rPr>
              <a:t>Base</a:t>
            </a:r>
            <a:r>
              <a:rPr lang="en-US" dirty="0"/>
              <a:t> constructor.</a:t>
            </a:r>
          </a:p>
          <a:p>
            <a:endParaRPr lang="en-US" dirty="0"/>
          </a:p>
          <a:p>
            <a:r>
              <a:rPr lang="en-US" dirty="0"/>
              <a:t>We can control which variant of the parent constructor gets called.</a:t>
            </a:r>
          </a:p>
          <a:p>
            <a:endParaRPr lang="en-US" dirty="0"/>
          </a:p>
          <a:p>
            <a:r>
              <a:rPr lang="en-US" dirty="0"/>
              <a:t>This helps with </a:t>
            </a:r>
            <a:r>
              <a:rPr lang="en-US" b="1" dirty="0"/>
              <a:t>initializing the inherited members</a:t>
            </a:r>
            <a:r>
              <a:rPr lang="en-US" dirty="0"/>
              <a:t>.</a:t>
            </a:r>
          </a:p>
        </p:txBody>
      </p:sp>
    </p:spTree>
    <p:extLst>
      <p:ext uri="{BB962C8B-B14F-4D97-AF65-F5344CB8AC3E}">
        <p14:creationId xmlns:p14="http://schemas.microsoft.com/office/powerpoint/2010/main" val="6934148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E2192F-841F-B138-E474-EFD40811B5FA}"/>
              </a:ext>
            </a:extLst>
          </p:cNvPr>
          <p:cNvSpPr txBox="1"/>
          <p:nvPr/>
        </p:nvSpPr>
        <p:spPr>
          <a:xfrm>
            <a:off x="7365403" y="4522823"/>
            <a:ext cx="4741432" cy="2246769"/>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main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Derived</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17</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200.0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Printing d1: </a:t>
            </a:r>
            <a:r>
              <a:rPr lang="en-US" sz="1400" b="0" dirty="0">
                <a:solidFill>
                  <a:srgbClr val="777777"/>
                </a:solidFill>
                <a:effectLst/>
                <a:latin typeface="Cascadia Mono" panose="020B0609020000020004" pitchFamily="49" charset="0"/>
              </a:rPr>
              <a:t>\n"</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getId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getCost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'\n';</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3" name="Rectangle 2">
            <a:extLst>
              <a:ext uri="{FF2B5EF4-FFF2-40B4-BE49-F238E27FC236}">
                <a16:creationId xmlns:a16="http://schemas.microsoft.com/office/drawing/2014/main" id="{926EAAD9-220D-5D23-E9B7-2996AC1523C6}"/>
              </a:ext>
            </a:extLst>
          </p:cNvPr>
          <p:cNvSpPr/>
          <p:nvPr/>
        </p:nvSpPr>
        <p:spPr>
          <a:xfrm>
            <a:off x="7767021" y="4937761"/>
            <a:ext cx="2667897" cy="35500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BF6D0F0-BA56-ABA5-54FE-92D17D72A802}"/>
              </a:ext>
            </a:extLst>
          </p:cNvPr>
          <p:cNvSpPr txBox="1"/>
          <p:nvPr/>
        </p:nvSpPr>
        <p:spPr>
          <a:xfrm>
            <a:off x="85165" y="4429929"/>
            <a:ext cx="5608322" cy="1631216"/>
          </a:xfrm>
          <a:prstGeom prst="rect">
            <a:avLst/>
          </a:prstGeom>
          <a:noFill/>
          <a:ln>
            <a:noFill/>
          </a:ln>
        </p:spPr>
        <p:txBody>
          <a:bodyPr wrap="square">
            <a:spAutoFit/>
          </a:bodyPr>
          <a:lstStyle/>
          <a:p>
            <a:r>
              <a:rPr lang="en-US" sz="2000" dirty="0"/>
              <a:t>In order to create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d1</a:t>
            </a:r>
            <a:r>
              <a:rPr lang="en-US" sz="2000" dirty="0"/>
              <a:t>, I’m providing two initializing values. </a:t>
            </a:r>
          </a:p>
          <a:p>
            <a:endParaRPr lang="en-US" sz="2000" dirty="0"/>
          </a:p>
          <a:p>
            <a:r>
              <a:rPr lang="en-US" sz="2000" dirty="0"/>
              <a:t>So I would need a </a:t>
            </a:r>
            <a:r>
              <a:rPr lang="en-US" sz="2000" b="1" dirty="0"/>
              <a:t>two-</a:t>
            </a:r>
            <a:r>
              <a:rPr lang="en-US" sz="2000" b="1" dirty="0" err="1"/>
              <a:t>arg</a:t>
            </a:r>
            <a:r>
              <a:rPr lang="en-US" sz="2000" b="1" dirty="0"/>
              <a:t> </a:t>
            </a:r>
            <a:r>
              <a:rPr lang="en-US" sz="2000" b="1" dirty="0" err="1"/>
              <a:t>ctor</a:t>
            </a:r>
            <a:r>
              <a:rPr lang="en-US" sz="2000" b="1" dirty="0"/>
              <a:t> </a:t>
            </a:r>
            <a:r>
              <a:rPr lang="en-US" sz="2000" dirty="0"/>
              <a:t>in the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a:t>
            </a:r>
            <a:r>
              <a:rPr lang="en-US" sz="2000" dirty="0"/>
              <a:t> class.</a:t>
            </a:r>
          </a:p>
        </p:txBody>
      </p:sp>
      <p:cxnSp>
        <p:nvCxnSpPr>
          <p:cNvPr id="18" name="Connector: Curved 17">
            <a:extLst>
              <a:ext uri="{FF2B5EF4-FFF2-40B4-BE49-F238E27FC236}">
                <a16:creationId xmlns:a16="http://schemas.microsoft.com/office/drawing/2014/main" id="{A52B6D4D-51DF-F60A-037F-AD52EF0A2E92}"/>
              </a:ext>
            </a:extLst>
          </p:cNvPr>
          <p:cNvCxnSpPr>
            <a:cxnSpLocks/>
            <a:stCxn id="3" idx="1"/>
            <a:endCxn id="17" idx="3"/>
          </p:cNvCxnSpPr>
          <p:nvPr/>
        </p:nvCxnSpPr>
        <p:spPr>
          <a:xfrm rot="10800000" flipV="1">
            <a:off x="5693487" y="5115261"/>
            <a:ext cx="2073534" cy="130275"/>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49972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E2192F-841F-B138-E474-EFD40811B5FA}"/>
              </a:ext>
            </a:extLst>
          </p:cNvPr>
          <p:cNvSpPr txBox="1"/>
          <p:nvPr/>
        </p:nvSpPr>
        <p:spPr>
          <a:xfrm>
            <a:off x="7365403" y="4522823"/>
            <a:ext cx="4741432" cy="2246769"/>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main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Derived</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17</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200.0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Printing d1: </a:t>
            </a:r>
            <a:r>
              <a:rPr lang="en-US" sz="1400" b="0" dirty="0">
                <a:solidFill>
                  <a:srgbClr val="777777"/>
                </a:solidFill>
                <a:effectLst/>
                <a:latin typeface="Cascadia Mono" panose="020B0609020000020004" pitchFamily="49" charset="0"/>
              </a:rPr>
              <a:t>\n"</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getId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getCost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'\n';</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17" name="TextBox 16">
            <a:extLst>
              <a:ext uri="{FF2B5EF4-FFF2-40B4-BE49-F238E27FC236}">
                <a16:creationId xmlns:a16="http://schemas.microsoft.com/office/drawing/2014/main" id="{6BF6D0F0-BA56-ABA5-54FE-92D17D72A802}"/>
              </a:ext>
            </a:extLst>
          </p:cNvPr>
          <p:cNvSpPr txBox="1"/>
          <p:nvPr/>
        </p:nvSpPr>
        <p:spPr>
          <a:xfrm>
            <a:off x="85165" y="4429929"/>
            <a:ext cx="5608322" cy="707886"/>
          </a:xfrm>
          <a:prstGeom prst="rect">
            <a:avLst/>
          </a:prstGeom>
          <a:noFill/>
          <a:ln>
            <a:noFill/>
          </a:ln>
        </p:spPr>
        <p:txBody>
          <a:bodyPr wrap="square">
            <a:spAutoFit/>
          </a:bodyPr>
          <a:lstStyle/>
          <a:p>
            <a:r>
              <a:rPr lang="en-US" sz="2000" dirty="0"/>
              <a:t>I have updated the one-</a:t>
            </a:r>
            <a:r>
              <a:rPr lang="en-US" sz="2000" dirty="0" err="1"/>
              <a:t>arg</a:t>
            </a:r>
            <a:r>
              <a:rPr lang="en-US" sz="2000" dirty="0"/>
              <a:t> </a:t>
            </a:r>
            <a:r>
              <a:rPr lang="en-US" sz="2000" dirty="0" err="1"/>
              <a:t>ctor</a:t>
            </a:r>
            <a:r>
              <a:rPr lang="en-US" sz="2000" dirty="0"/>
              <a:t> so that it can instead accept two arguments. </a:t>
            </a:r>
          </a:p>
        </p:txBody>
      </p:sp>
      <p:cxnSp>
        <p:nvCxnSpPr>
          <p:cNvPr id="18" name="Connector: Curved 17">
            <a:extLst>
              <a:ext uri="{FF2B5EF4-FFF2-40B4-BE49-F238E27FC236}">
                <a16:creationId xmlns:a16="http://schemas.microsoft.com/office/drawing/2014/main" id="{A52B6D4D-51DF-F60A-037F-AD52EF0A2E92}"/>
              </a:ext>
            </a:extLst>
          </p:cNvPr>
          <p:cNvCxnSpPr>
            <a:cxnSpLocks/>
            <a:stCxn id="6" idx="1"/>
            <a:endCxn id="17" idx="0"/>
          </p:cNvCxnSpPr>
          <p:nvPr/>
        </p:nvCxnSpPr>
        <p:spPr>
          <a:xfrm rot="10800000" flipV="1">
            <a:off x="2889327" y="2619487"/>
            <a:ext cx="3549573" cy="1810441"/>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920A111-23DA-0622-2C10-D35CA8C7E8BE}"/>
              </a:ext>
            </a:extLst>
          </p:cNvPr>
          <p:cNvSpPr txBox="1"/>
          <p:nvPr/>
        </p:nvSpPr>
        <p:spPr>
          <a:xfrm>
            <a:off x="6106758" y="88408"/>
            <a:ext cx="6000077" cy="3970318"/>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public</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Default Derived</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cost</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cost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Two-</a:t>
            </a:r>
            <a:r>
              <a:rPr lang="en-US" sz="1400" b="0" dirty="0" err="1">
                <a:solidFill>
                  <a:srgbClr val="448C27"/>
                </a:solidFill>
                <a:effectLst/>
                <a:latin typeface="Cascadia Mono" panose="020B0609020000020004" pitchFamily="49" charset="0"/>
              </a:rPr>
              <a:t>arg</a:t>
            </a:r>
            <a:r>
              <a:rPr lang="en-US" sz="1400" b="0" dirty="0">
                <a:solidFill>
                  <a:srgbClr val="448C27"/>
                </a:solidFill>
                <a:effectLst/>
                <a:latin typeface="Cascadia Mono" panose="020B0609020000020004" pitchFamily="49" charset="0"/>
              </a:rPr>
              <a:t> Derived</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Derived destructor</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6" name="Rectangle 5">
            <a:extLst>
              <a:ext uri="{FF2B5EF4-FFF2-40B4-BE49-F238E27FC236}">
                <a16:creationId xmlns:a16="http://schemas.microsoft.com/office/drawing/2014/main" id="{5E45317C-31A1-7267-D5EE-248F9A01F67A}"/>
              </a:ext>
            </a:extLst>
          </p:cNvPr>
          <p:cNvSpPr/>
          <p:nvPr/>
        </p:nvSpPr>
        <p:spPr>
          <a:xfrm>
            <a:off x="6438899" y="2216077"/>
            <a:ext cx="4232687" cy="80682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59864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E2192F-841F-B138-E474-EFD40811B5FA}"/>
              </a:ext>
            </a:extLst>
          </p:cNvPr>
          <p:cNvSpPr txBox="1"/>
          <p:nvPr/>
        </p:nvSpPr>
        <p:spPr>
          <a:xfrm>
            <a:off x="7365403" y="4522823"/>
            <a:ext cx="4741432" cy="2246769"/>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main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Derived</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17</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200.0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Printing d1: </a:t>
            </a:r>
            <a:r>
              <a:rPr lang="en-US" sz="1400" b="0" dirty="0">
                <a:solidFill>
                  <a:srgbClr val="777777"/>
                </a:solidFill>
                <a:effectLst/>
                <a:latin typeface="Cascadia Mono" panose="020B0609020000020004" pitchFamily="49" charset="0"/>
              </a:rPr>
              <a:t>\n"</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getId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getCost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'\n';</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17" name="TextBox 16">
            <a:extLst>
              <a:ext uri="{FF2B5EF4-FFF2-40B4-BE49-F238E27FC236}">
                <a16:creationId xmlns:a16="http://schemas.microsoft.com/office/drawing/2014/main" id="{6BF6D0F0-BA56-ABA5-54FE-92D17D72A802}"/>
              </a:ext>
            </a:extLst>
          </p:cNvPr>
          <p:cNvSpPr txBox="1"/>
          <p:nvPr/>
        </p:nvSpPr>
        <p:spPr>
          <a:xfrm>
            <a:off x="85165" y="4429929"/>
            <a:ext cx="5608322" cy="400110"/>
          </a:xfrm>
          <a:prstGeom prst="rect">
            <a:avLst/>
          </a:prstGeom>
          <a:noFill/>
          <a:ln>
            <a:noFill/>
          </a:ln>
        </p:spPr>
        <p:txBody>
          <a:bodyPr wrap="square">
            <a:spAutoFit/>
          </a:bodyPr>
          <a:lstStyle/>
          <a:p>
            <a:r>
              <a:rPr lang="en-US" sz="2000" dirty="0"/>
              <a:t>The </a:t>
            </a:r>
            <a:r>
              <a:rPr lang="en-US" sz="2000" b="1" dirty="0">
                <a:latin typeface="Cascadia Code" panose="020B0609020000020004" pitchFamily="49" charset="0"/>
                <a:ea typeface="Cascadia Code" panose="020B0609020000020004" pitchFamily="49" charset="0"/>
                <a:cs typeface="Cascadia Code" panose="020B0609020000020004" pitchFamily="49" charset="0"/>
              </a:rPr>
              <a:t>Base</a:t>
            </a:r>
            <a:r>
              <a:rPr lang="en-US" sz="2000" dirty="0"/>
              <a:t> class stays untouched for this example.</a:t>
            </a:r>
          </a:p>
        </p:txBody>
      </p:sp>
      <p:sp>
        <p:nvSpPr>
          <p:cNvPr id="5" name="TextBox 4">
            <a:extLst>
              <a:ext uri="{FF2B5EF4-FFF2-40B4-BE49-F238E27FC236}">
                <a16:creationId xmlns:a16="http://schemas.microsoft.com/office/drawing/2014/main" id="{B920A111-23DA-0622-2C10-D35CA8C7E8BE}"/>
              </a:ext>
            </a:extLst>
          </p:cNvPr>
          <p:cNvSpPr txBox="1"/>
          <p:nvPr/>
        </p:nvSpPr>
        <p:spPr>
          <a:xfrm>
            <a:off x="6106758" y="88408"/>
            <a:ext cx="6000077" cy="3970318"/>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public</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Default Derived</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cost</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cost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Two-</a:t>
            </a:r>
            <a:r>
              <a:rPr lang="en-US" sz="1400" b="0" dirty="0" err="1">
                <a:solidFill>
                  <a:srgbClr val="448C27"/>
                </a:solidFill>
                <a:effectLst/>
                <a:latin typeface="Cascadia Mono" panose="020B0609020000020004" pitchFamily="49" charset="0"/>
              </a:rPr>
              <a:t>arg</a:t>
            </a:r>
            <a:r>
              <a:rPr lang="en-US" sz="1400" b="0" dirty="0">
                <a:solidFill>
                  <a:srgbClr val="448C27"/>
                </a:solidFill>
                <a:effectLst/>
                <a:latin typeface="Cascadia Mono" panose="020B0609020000020004" pitchFamily="49" charset="0"/>
              </a:rPr>
              <a:t> Derived</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Derived destructor</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3" name="TextBox 2">
            <a:extLst>
              <a:ext uri="{FF2B5EF4-FFF2-40B4-BE49-F238E27FC236}">
                <a16:creationId xmlns:a16="http://schemas.microsoft.com/office/drawing/2014/main" id="{46EDAB09-3CCC-0DFF-A24A-631C7A052813}"/>
              </a:ext>
            </a:extLst>
          </p:cNvPr>
          <p:cNvSpPr txBox="1"/>
          <p:nvPr/>
        </p:nvSpPr>
        <p:spPr>
          <a:xfrm>
            <a:off x="85165" y="88408"/>
            <a:ext cx="5343861" cy="3970318"/>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Default Base</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One-</a:t>
            </a:r>
            <a:r>
              <a:rPr lang="en-US" sz="1400" b="0" dirty="0" err="1">
                <a:solidFill>
                  <a:srgbClr val="448C27"/>
                </a:solidFill>
                <a:effectLst/>
                <a:latin typeface="Cascadia Mono" panose="020B0609020000020004" pitchFamily="49" charset="0"/>
              </a:rPr>
              <a:t>arg</a:t>
            </a:r>
            <a:r>
              <a:rPr lang="en-US" sz="1400" b="0" dirty="0">
                <a:solidFill>
                  <a:srgbClr val="448C27"/>
                </a:solidFill>
                <a:effectLst/>
                <a:latin typeface="Cascadia Mono" panose="020B0609020000020004" pitchFamily="49" charset="0"/>
              </a:rPr>
              <a:t> Base</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Base destructor</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Tree>
    <p:extLst>
      <p:ext uri="{BB962C8B-B14F-4D97-AF65-F5344CB8AC3E}">
        <p14:creationId xmlns:p14="http://schemas.microsoft.com/office/powerpoint/2010/main" val="30573216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E2192F-841F-B138-E474-EFD40811B5FA}"/>
              </a:ext>
            </a:extLst>
          </p:cNvPr>
          <p:cNvSpPr txBox="1"/>
          <p:nvPr/>
        </p:nvSpPr>
        <p:spPr>
          <a:xfrm>
            <a:off x="7365403" y="4522823"/>
            <a:ext cx="4741432" cy="2246769"/>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main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Derived</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17</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200.0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Printing d1: </a:t>
            </a:r>
            <a:r>
              <a:rPr lang="en-US" sz="1400" b="0" dirty="0">
                <a:solidFill>
                  <a:srgbClr val="777777"/>
                </a:solidFill>
                <a:effectLst/>
                <a:latin typeface="Cascadia Mono" panose="020B0609020000020004" pitchFamily="49" charset="0"/>
              </a:rPr>
              <a:t>\n"</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getId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getCost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'\n';</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17" name="TextBox 16">
            <a:extLst>
              <a:ext uri="{FF2B5EF4-FFF2-40B4-BE49-F238E27FC236}">
                <a16:creationId xmlns:a16="http://schemas.microsoft.com/office/drawing/2014/main" id="{6BF6D0F0-BA56-ABA5-54FE-92D17D72A802}"/>
              </a:ext>
            </a:extLst>
          </p:cNvPr>
          <p:cNvSpPr txBox="1"/>
          <p:nvPr/>
        </p:nvSpPr>
        <p:spPr>
          <a:xfrm>
            <a:off x="85165" y="4429929"/>
            <a:ext cx="5608322" cy="1938992"/>
          </a:xfrm>
          <a:prstGeom prst="rect">
            <a:avLst/>
          </a:prstGeom>
          <a:noFill/>
          <a:ln>
            <a:noFill/>
          </a:ln>
        </p:spPr>
        <p:txBody>
          <a:bodyPr wrap="square">
            <a:spAutoFit/>
          </a:bodyPr>
          <a:lstStyle/>
          <a:p>
            <a:r>
              <a:rPr lang="en-US" sz="2000" dirty="0"/>
              <a:t>When the compiler sees our intent to instantiate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d1</a:t>
            </a:r>
            <a:r>
              <a:rPr lang="en-US" sz="2000" dirty="0"/>
              <a:t>, it will call the appropriate </a:t>
            </a:r>
            <a:r>
              <a:rPr lang="en-US" sz="2000" dirty="0" err="1"/>
              <a:t>ctor</a:t>
            </a:r>
            <a:r>
              <a:rPr lang="en-US" sz="2000" dirty="0"/>
              <a:t> </a:t>
            </a:r>
            <a:r>
              <a:rPr lang="en-US" sz="1600" i="1" dirty="0">
                <a:solidFill>
                  <a:schemeClr val="accent1"/>
                </a:solidFill>
              </a:rPr>
              <a:t>(after allocating sufficient memory for it)</a:t>
            </a:r>
            <a:r>
              <a:rPr lang="en-US" sz="2000" dirty="0"/>
              <a:t>.</a:t>
            </a:r>
          </a:p>
          <a:p>
            <a:endParaRPr lang="en-US" sz="2000" dirty="0"/>
          </a:p>
          <a:p>
            <a:r>
              <a:rPr lang="en-US" sz="2000" dirty="0"/>
              <a:t>Within the </a:t>
            </a:r>
            <a:r>
              <a:rPr lang="en-US" sz="2000" dirty="0" err="1"/>
              <a:t>ctor</a:t>
            </a:r>
            <a:r>
              <a:rPr lang="en-US" sz="2000" dirty="0"/>
              <a:t>, </a:t>
            </a:r>
            <a:r>
              <a:rPr lang="en-US" sz="2000" b="1" dirty="0">
                <a:latin typeface="Cascadia Code" panose="020B0609020000020004" pitchFamily="49" charset="0"/>
                <a:ea typeface="Cascadia Code" panose="020B0609020000020004" pitchFamily="49" charset="0"/>
                <a:cs typeface="Cascadia Code" panose="020B0609020000020004" pitchFamily="49" charset="0"/>
              </a:rPr>
              <a:t>id = 17</a:t>
            </a:r>
            <a:r>
              <a:rPr lang="en-US" sz="2000" dirty="0"/>
              <a:t>, </a:t>
            </a:r>
            <a:r>
              <a:rPr lang="en-US" sz="2000" b="1" dirty="0">
                <a:latin typeface="Cascadia Code" panose="020B0609020000020004" pitchFamily="49" charset="0"/>
                <a:ea typeface="Cascadia Code" panose="020B0609020000020004" pitchFamily="49" charset="0"/>
                <a:cs typeface="Cascadia Code" panose="020B0609020000020004" pitchFamily="49" charset="0"/>
              </a:rPr>
              <a:t>cost = 200.0</a:t>
            </a:r>
          </a:p>
          <a:p>
            <a:r>
              <a:rPr lang="en-US" sz="2000" i="1" dirty="0">
                <a:solidFill>
                  <a:schemeClr val="accent1"/>
                </a:solidFill>
              </a:rPr>
              <a:t>Note that these variables are local to the </a:t>
            </a:r>
            <a:r>
              <a:rPr lang="en-US" sz="2000" i="1" dirty="0" err="1">
                <a:solidFill>
                  <a:schemeClr val="accent1"/>
                </a:solidFill>
              </a:rPr>
              <a:t>ctor</a:t>
            </a:r>
            <a:r>
              <a:rPr lang="en-US" sz="2000" i="1" dirty="0">
                <a:solidFill>
                  <a:schemeClr val="accent1"/>
                </a:solidFill>
              </a:rPr>
              <a:t>.</a:t>
            </a:r>
            <a:endParaRPr lang="en-US" sz="2000" b="1" i="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5" name="TextBox 4">
            <a:extLst>
              <a:ext uri="{FF2B5EF4-FFF2-40B4-BE49-F238E27FC236}">
                <a16:creationId xmlns:a16="http://schemas.microsoft.com/office/drawing/2014/main" id="{B920A111-23DA-0622-2C10-D35CA8C7E8BE}"/>
              </a:ext>
            </a:extLst>
          </p:cNvPr>
          <p:cNvSpPr txBox="1"/>
          <p:nvPr/>
        </p:nvSpPr>
        <p:spPr>
          <a:xfrm>
            <a:off x="6106758" y="88408"/>
            <a:ext cx="6000077" cy="3970318"/>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public</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Default Derived</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cost</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cost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Two-</a:t>
            </a:r>
            <a:r>
              <a:rPr lang="en-US" sz="1400" b="0" dirty="0" err="1">
                <a:solidFill>
                  <a:srgbClr val="448C27"/>
                </a:solidFill>
                <a:effectLst/>
                <a:latin typeface="Cascadia Mono" panose="020B0609020000020004" pitchFamily="49" charset="0"/>
              </a:rPr>
              <a:t>arg</a:t>
            </a:r>
            <a:r>
              <a:rPr lang="en-US" sz="1400" b="0" dirty="0">
                <a:solidFill>
                  <a:srgbClr val="448C27"/>
                </a:solidFill>
                <a:effectLst/>
                <a:latin typeface="Cascadia Mono" panose="020B0609020000020004" pitchFamily="49" charset="0"/>
              </a:rPr>
              <a:t> Derived</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Derived destructor</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3" name="TextBox 2">
            <a:extLst>
              <a:ext uri="{FF2B5EF4-FFF2-40B4-BE49-F238E27FC236}">
                <a16:creationId xmlns:a16="http://schemas.microsoft.com/office/drawing/2014/main" id="{46EDAB09-3CCC-0DFF-A24A-631C7A052813}"/>
              </a:ext>
            </a:extLst>
          </p:cNvPr>
          <p:cNvSpPr txBox="1"/>
          <p:nvPr/>
        </p:nvSpPr>
        <p:spPr>
          <a:xfrm>
            <a:off x="85165" y="88408"/>
            <a:ext cx="5343861" cy="3970318"/>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Default Base</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One-</a:t>
            </a:r>
            <a:r>
              <a:rPr lang="en-US" sz="1400" b="0" dirty="0" err="1">
                <a:solidFill>
                  <a:srgbClr val="448C27"/>
                </a:solidFill>
                <a:effectLst/>
                <a:latin typeface="Cascadia Mono" panose="020B0609020000020004" pitchFamily="49" charset="0"/>
              </a:rPr>
              <a:t>arg</a:t>
            </a:r>
            <a:r>
              <a:rPr lang="en-US" sz="1400" b="0" dirty="0">
                <a:solidFill>
                  <a:srgbClr val="448C27"/>
                </a:solidFill>
                <a:effectLst/>
                <a:latin typeface="Cascadia Mono" panose="020B0609020000020004" pitchFamily="49" charset="0"/>
              </a:rPr>
              <a:t> Base</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Base destructor</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4" name="Rectangle 3">
            <a:extLst>
              <a:ext uri="{FF2B5EF4-FFF2-40B4-BE49-F238E27FC236}">
                <a16:creationId xmlns:a16="http://schemas.microsoft.com/office/drawing/2014/main" id="{74346388-EEBA-A79A-6E3C-DB8E0B61E83B}"/>
              </a:ext>
            </a:extLst>
          </p:cNvPr>
          <p:cNvSpPr/>
          <p:nvPr/>
        </p:nvSpPr>
        <p:spPr>
          <a:xfrm>
            <a:off x="6438899" y="2216077"/>
            <a:ext cx="4232687" cy="80682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77977F8-D742-CB57-2CC3-37A004D540D2}"/>
              </a:ext>
            </a:extLst>
          </p:cNvPr>
          <p:cNvSpPr/>
          <p:nvPr/>
        </p:nvSpPr>
        <p:spPr>
          <a:xfrm>
            <a:off x="7767021" y="4937761"/>
            <a:ext cx="2667897" cy="35500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Connector: Curved 6">
            <a:extLst>
              <a:ext uri="{FF2B5EF4-FFF2-40B4-BE49-F238E27FC236}">
                <a16:creationId xmlns:a16="http://schemas.microsoft.com/office/drawing/2014/main" id="{A109D616-276B-C7B8-FB90-DE36282F5DC6}"/>
              </a:ext>
            </a:extLst>
          </p:cNvPr>
          <p:cNvCxnSpPr>
            <a:cxnSpLocks/>
            <a:stCxn id="6" idx="3"/>
            <a:endCxn id="4" idx="3"/>
          </p:cNvCxnSpPr>
          <p:nvPr/>
        </p:nvCxnSpPr>
        <p:spPr>
          <a:xfrm flipV="1">
            <a:off x="10434918" y="2619488"/>
            <a:ext cx="236668" cy="2495774"/>
          </a:xfrm>
          <a:prstGeom prst="curvedConnector3">
            <a:avLst>
              <a:gd name="adj1" fmla="val 60568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3868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E2192F-841F-B138-E474-EFD40811B5FA}"/>
              </a:ext>
            </a:extLst>
          </p:cNvPr>
          <p:cNvSpPr txBox="1"/>
          <p:nvPr/>
        </p:nvSpPr>
        <p:spPr>
          <a:xfrm>
            <a:off x="7365403" y="4522823"/>
            <a:ext cx="4741432" cy="2246769"/>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main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Derived</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17</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200.0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Printing d1: </a:t>
            </a:r>
            <a:r>
              <a:rPr lang="en-US" sz="1400" b="0" dirty="0">
                <a:solidFill>
                  <a:srgbClr val="777777"/>
                </a:solidFill>
                <a:effectLst/>
                <a:latin typeface="Cascadia Mono" panose="020B0609020000020004" pitchFamily="49" charset="0"/>
              </a:rPr>
              <a:t>\n"</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getId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getCost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'\n';</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17" name="TextBox 16">
            <a:extLst>
              <a:ext uri="{FF2B5EF4-FFF2-40B4-BE49-F238E27FC236}">
                <a16:creationId xmlns:a16="http://schemas.microsoft.com/office/drawing/2014/main" id="{6BF6D0F0-BA56-ABA5-54FE-92D17D72A802}"/>
              </a:ext>
            </a:extLst>
          </p:cNvPr>
          <p:cNvSpPr txBox="1"/>
          <p:nvPr/>
        </p:nvSpPr>
        <p:spPr>
          <a:xfrm>
            <a:off x="85165" y="4215047"/>
            <a:ext cx="6928822" cy="2554545"/>
          </a:xfrm>
          <a:prstGeom prst="rect">
            <a:avLst/>
          </a:prstGeom>
          <a:noFill/>
          <a:ln>
            <a:noFill/>
          </a:ln>
        </p:spPr>
        <p:txBody>
          <a:bodyPr wrap="square">
            <a:spAutoFit/>
          </a:bodyPr>
          <a:lstStyle/>
          <a:p>
            <a:r>
              <a:rPr lang="en-US" sz="2000" dirty="0"/>
              <a:t>Before doing anything in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a:t>
            </a:r>
            <a:r>
              <a:rPr lang="en-US" sz="2000" dirty="0"/>
              <a:t>, the compiler goes to its parent’s </a:t>
            </a:r>
            <a:r>
              <a:rPr lang="en-US" sz="2000" dirty="0" err="1"/>
              <a:t>ctor</a:t>
            </a:r>
            <a:r>
              <a:rPr lang="en-US" sz="2000" dirty="0"/>
              <a:t>.</a:t>
            </a:r>
          </a:p>
          <a:p>
            <a:endParaRPr lang="en-US" sz="2000" dirty="0"/>
          </a:p>
          <a:p>
            <a:r>
              <a:rPr lang="en-US" sz="2000" dirty="0"/>
              <a:t>In this case, it goes to </a:t>
            </a:r>
            <a:r>
              <a:rPr lang="en-US" sz="2000" b="1" dirty="0"/>
              <a:t>default</a:t>
            </a:r>
            <a:r>
              <a:rPr lang="en-US" sz="2000" dirty="0"/>
              <a:t> parent </a:t>
            </a:r>
            <a:r>
              <a:rPr lang="en-US" sz="2000" dirty="0" err="1"/>
              <a:t>ctor</a:t>
            </a:r>
            <a:r>
              <a:rPr lang="en-US" sz="2000" dirty="0"/>
              <a:t> because we didn’t give the compiler any relevant information on where to go.</a:t>
            </a:r>
          </a:p>
          <a:p>
            <a:endParaRPr lang="en-US" sz="2000" dirty="0"/>
          </a:p>
          <a:p>
            <a:r>
              <a:rPr lang="en-US" sz="2000" dirty="0"/>
              <a:t>So, in this case,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d1.m_id</a:t>
            </a:r>
            <a:r>
              <a:rPr lang="en-US" sz="2000" dirty="0"/>
              <a:t> is now initialized to </a:t>
            </a:r>
            <a:r>
              <a:rPr lang="en-US" sz="2000" b="1" dirty="0">
                <a:latin typeface="Cascadia Code" panose="020B0609020000020004" pitchFamily="49" charset="0"/>
                <a:ea typeface="Cascadia Code" panose="020B0609020000020004" pitchFamily="49" charset="0"/>
                <a:cs typeface="Cascadia Code" panose="020B0609020000020004" pitchFamily="49" charset="0"/>
              </a:rPr>
              <a:t>0</a:t>
            </a:r>
            <a:r>
              <a:rPr lang="en-US" sz="2000" dirty="0"/>
              <a:t> instead of </a:t>
            </a:r>
            <a:r>
              <a:rPr lang="en-US" sz="2000" b="1" dirty="0">
                <a:latin typeface="Cascadia Code" panose="020B0609020000020004" pitchFamily="49" charset="0"/>
                <a:ea typeface="Cascadia Code" panose="020B0609020000020004" pitchFamily="49" charset="0"/>
                <a:cs typeface="Cascadia Code" panose="020B0609020000020004" pitchFamily="49" charset="0"/>
              </a:rPr>
              <a:t>17</a:t>
            </a:r>
            <a:r>
              <a:rPr lang="en-US" sz="2000" dirty="0"/>
              <a:t>.</a:t>
            </a:r>
          </a:p>
          <a:p>
            <a:r>
              <a:rPr lang="en-US" i="1" dirty="0"/>
              <a:t>Note that </a:t>
            </a:r>
            <a:r>
              <a:rPr lang="en-US" b="1" dirty="0">
                <a:latin typeface="Cascadia Code" panose="020B0609020000020004" pitchFamily="49" charset="0"/>
                <a:ea typeface="Cascadia Code" panose="020B0609020000020004" pitchFamily="49" charset="0"/>
                <a:cs typeface="Cascadia Code" panose="020B0609020000020004" pitchFamily="49" charset="0"/>
              </a:rPr>
              <a:t>d1.m_cost</a:t>
            </a:r>
            <a:r>
              <a:rPr lang="en-US" dirty="0"/>
              <a:t> </a:t>
            </a:r>
            <a:r>
              <a:rPr lang="en-US" i="1" dirty="0"/>
              <a:t>still hasn’t been initialized.</a:t>
            </a:r>
            <a:endParaRPr lang="en-US" sz="2000" i="1" dirty="0"/>
          </a:p>
        </p:txBody>
      </p:sp>
      <p:sp>
        <p:nvSpPr>
          <p:cNvPr id="5" name="TextBox 4">
            <a:extLst>
              <a:ext uri="{FF2B5EF4-FFF2-40B4-BE49-F238E27FC236}">
                <a16:creationId xmlns:a16="http://schemas.microsoft.com/office/drawing/2014/main" id="{B920A111-23DA-0622-2C10-D35CA8C7E8BE}"/>
              </a:ext>
            </a:extLst>
          </p:cNvPr>
          <p:cNvSpPr txBox="1"/>
          <p:nvPr/>
        </p:nvSpPr>
        <p:spPr>
          <a:xfrm>
            <a:off x="6106758" y="88408"/>
            <a:ext cx="6000077" cy="3970318"/>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public</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Default Derived</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cost</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cost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Two-</a:t>
            </a:r>
            <a:r>
              <a:rPr lang="en-US" sz="1400" b="0" dirty="0" err="1">
                <a:solidFill>
                  <a:srgbClr val="448C27"/>
                </a:solidFill>
                <a:effectLst/>
                <a:latin typeface="Cascadia Mono" panose="020B0609020000020004" pitchFamily="49" charset="0"/>
              </a:rPr>
              <a:t>arg</a:t>
            </a:r>
            <a:r>
              <a:rPr lang="en-US" sz="1400" b="0" dirty="0">
                <a:solidFill>
                  <a:srgbClr val="448C27"/>
                </a:solidFill>
                <a:effectLst/>
                <a:latin typeface="Cascadia Mono" panose="020B0609020000020004" pitchFamily="49" charset="0"/>
              </a:rPr>
              <a:t> Derived</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Derived destructor</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3" name="TextBox 2">
            <a:extLst>
              <a:ext uri="{FF2B5EF4-FFF2-40B4-BE49-F238E27FC236}">
                <a16:creationId xmlns:a16="http://schemas.microsoft.com/office/drawing/2014/main" id="{46EDAB09-3CCC-0DFF-A24A-631C7A052813}"/>
              </a:ext>
            </a:extLst>
          </p:cNvPr>
          <p:cNvSpPr txBox="1"/>
          <p:nvPr/>
        </p:nvSpPr>
        <p:spPr>
          <a:xfrm>
            <a:off x="85165" y="88408"/>
            <a:ext cx="5343861" cy="3970318"/>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Default Base</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One-</a:t>
            </a:r>
            <a:r>
              <a:rPr lang="en-US" sz="1400" b="0" dirty="0" err="1">
                <a:solidFill>
                  <a:srgbClr val="448C27"/>
                </a:solidFill>
                <a:effectLst/>
                <a:latin typeface="Cascadia Mono" panose="020B0609020000020004" pitchFamily="49" charset="0"/>
              </a:rPr>
              <a:t>arg</a:t>
            </a:r>
            <a:r>
              <a:rPr lang="en-US" sz="1400" b="0" dirty="0">
                <a:solidFill>
                  <a:srgbClr val="448C27"/>
                </a:solidFill>
                <a:effectLst/>
                <a:latin typeface="Cascadia Mono" panose="020B0609020000020004" pitchFamily="49" charset="0"/>
              </a:rPr>
              <a:t> Base</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Base destructor</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4" name="Rectangle 3">
            <a:extLst>
              <a:ext uri="{FF2B5EF4-FFF2-40B4-BE49-F238E27FC236}">
                <a16:creationId xmlns:a16="http://schemas.microsoft.com/office/drawing/2014/main" id="{74346388-EEBA-A79A-6E3C-DB8E0B61E83B}"/>
              </a:ext>
            </a:extLst>
          </p:cNvPr>
          <p:cNvSpPr/>
          <p:nvPr/>
        </p:nvSpPr>
        <p:spPr>
          <a:xfrm>
            <a:off x="6438899" y="2216077"/>
            <a:ext cx="4232687" cy="80682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77977F8-D742-CB57-2CC3-37A004D540D2}"/>
              </a:ext>
            </a:extLst>
          </p:cNvPr>
          <p:cNvSpPr/>
          <p:nvPr/>
        </p:nvSpPr>
        <p:spPr>
          <a:xfrm>
            <a:off x="7767021" y="4937761"/>
            <a:ext cx="2667897" cy="35500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081AA3C-044A-AC15-C31F-6744D348B64B}"/>
              </a:ext>
            </a:extLst>
          </p:cNvPr>
          <p:cNvSpPr/>
          <p:nvPr/>
        </p:nvSpPr>
        <p:spPr>
          <a:xfrm>
            <a:off x="523987" y="1387739"/>
            <a:ext cx="3682254" cy="72076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Connector: Curved 8">
            <a:extLst>
              <a:ext uri="{FF2B5EF4-FFF2-40B4-BE49-F238E27FC236}">
                <a16:creationId xmlns:a16="http://schemas.microsoft.com/office/drawing/2014/main" id="{95483390-7E20-B9B0-23A0-40E262DD23B1}"/>
              </a:ext>
            </a:extLst>
          </p:cNvPr>
          <p:cNvCxnSpPr>
            <a:cxnSpLocks/>
            <a:stCxn id="4" idx="1"/>
            <a:endCxn id="8" idx="3"/>
          </p:cNvCxnSpPr>
          <p:nvPr/>
        </p:nvCxnSpPr>
        <p:spPr>
          <a:xfrm rot="10800000">
            <a:off x="4206241" y="1748120"/>
            <a:ext cx="2232658" cy="871369"/>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or: Curved 17">
            <a:extLst>
              <a:ext uri="{FF2B5EF4-FFF2-40B4-BE49-F238E27FC236}">
                <a16:creationId xmlns:a16="http://schemas.microsoft.com/office/drawing/2014/main" id="{2ACDEC1C-78D1-3A04-E262-02C30F93D187}"/>
              </a:ext>
            </a:extLst>
          </p:cNvPr>
          <p:cNvCxnSpPr>
            <a:cxnSpLocks/>
          </p:cNvCxnSpPr>
          <p:nvPr/>
        </p:nvCxnSpPr>
        <p:spPr>
          <a:xfrm flipV="1">
            <a:off x="10434918" y="2619488"/>
            <a:ext cx="236668" cy="2495774"/>
          </a:xfrm>
          <a:prstGeom prst="curvedConnector3">
            <a:avLst>
              <a:gd name="adj1" fmla="val 605683"/>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38874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6BF6D0F0-BA56-ABA5-54FE-92D17D72A802}"/>
              </a:ext>
            </a:extLst>
          </p:cNvPr>
          <p:cNvSpPr txBox="1"/>
          <p:nvPr/>
        </p:nvSpPr>
        <p:spPr>
          <a:xfrm>
            <a:off x="144781" y="2459504"/>
            <a:ext cx="3996913" cy="1938992"/>
          </a:xfrm>
          <a:prstGeom prst="rect">
            <a:avLst/>
          </a:prstGeom>
          <a:noFill/>
          <a:ln>
            <a:noFill/>
          </a:ln>
        </p:spPr>
        <p:txBody>
          <a:bodyPr wrap="square">
            <a:spAutoFit/>
          </a:bodyPr>
          <a:lstStyle/>
          <a:p>
            <a:r>
              <a:rPr lang="en-US" sz="2000" dirty="0"/>
              <a:t>This is how we tell the compiler which </a:t>
            </a:r>
            <a:r>
              <a:rPr lang="en-US" sz="2000" dirty="0" err="1"/>
              <a:t>ctor</a:t>
            </a:r>
            <a:r>
              <a:rPr lang="en-US" sz="2000" dirty="0"/>
              <a:t> to call. </a:t>
            </a:r>
          </a:p>
          <a:p>
            <a:endParaRPr lang="en-US" sz="2000" dirty="0"/>
          </a:p>
          <a:p>
            <a:r>
              <a:rPr lang="en-US" sz="2000" dirty="0"/>
              <a:t>We make the call to the relevant parent </a:t>
            </a:r>
            <a:r>
              <a:rPr lang="en-US" sz="2000" dirty="0" err="1"/>
              <a:t>ctor</a:t>
            </a:r>
            <a:r>
              <a:rPr lang="en-US" sz="2000" dirty="0"/>
              <a:t> within the member initializer list of the child </a:t>
            </a:r>
            <a:r>
              <a:rPr lang="en-US" sz="2000" dirty="0" err="1"/>
              <a:t>ctor</a:t>
            </a:r>
            <a:r>
              <a:rPr lang="en-US" sz="2000" dirty="0"/>
              <a:t>. </a:t>
            </a:r>
          </a:p>
        </p:txBody>
      </p:sp>
      <p:sp>
        <p:nvSpPr>
          <p:cNvPr id="5" name="TextBox 4">
            <a:extLst>
              <a:ext uri="{FF2B5EF4-FFF2-40B4-BE49-F238E27FC236}">
                <a16:creationId xmlns:a16="http://schemas.microsoft.com/office/drawing/2014/main" id="{B920A111-23DA-0622-2C10-D35CA8C7E8BE}"/>
              </a:ext>
            </a:extLst>
          </p:cNvPr>
          <p:cNvSpPr txBox="1"/>
          <p:nvPr/>
        </p:nvSpPr>
        <p:spPr>
          <a:xfrm>
            <a:off x="4490870" y="365057"/>
            <a:ext cx="7556349" cy="5078313"/>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class</a:t>
            </a:r>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Derived</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public</a:t>
            </a:r>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Base</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A3E9D"/>
                </a:solidFill>
                <a:effectLst/>
                <a:latin typeface="Cascadia Mono" panose="020B0609020000020004" pitchFamily="49" charset="0"/>
              </a:rPr>
              <a:t>private</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double</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m_cost</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7A3E9D"/>
                </a:solidFill>
                <a:effectLst/>
                <a:latin typeface="Cascadia Mono" panose="020B0609020000020004" pitchFamily="49" charset="0"/>
              </a:rPr>
              <a:t>public</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Derived</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m_cost</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0.0</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std</a:t>
            </a:r>
            <a:r>
              <a:rPr lang="en-US" b="0" dirty="0">
                <a:solidFill>
                  <a:srgbClr val="777777"/>
                </a:solidFill>
                <a:effectLst/>
                <a:latin typeface="Cascadia Mono" panose="020B0609020000020004" pitchFamily="49" charset="0"/>
              </a:rPr>
              <a:t>::</a:t>
            </a:r>
            <a:r>
              <a:rPr lang="en-US" b="0" dirty="0" err="1">
                <a:solidFill>
                  <a:srgbClr val="7A3E9D"/>
                </a:solidFill>
                <a:effectLst/>
                <a:latin typeface="Cascadia Mono" panose="020B0609020000020004" pitchFamily="49" charset="0"/>
              </a:rPr>
              <a:t>cout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&lt;&lt;</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448C27"/>
                </a:solidFill>
                <a:effectLst/>
                <a:latin typeface="Cascadia Mono" panose="020B0609020000020004" pitchFamily="49" charset="0"/>
              </a:rPr>
              <a:t>Default Derived</a:t>
            </a:r>
            <a:r>
              <a:rPr lang="en-US" b="0" dirty="0">
                <a:solidFill>
                  <a:srgbClr val="777777"/>
                </a:solidFill>
                <a:effectLst/>
                <a:latin typeface="Cascadia Mono" panose="020B0609020000020004" pitchFamily="49" charset="0"/>
              </a:rPr>
              <a:t>\n";</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Derived</a:t>
            </a:r>
            <a:r>
              <a:rPr lang="en-US" b="0" dirty="0">
                <a:solidFill>
                  <a:srgbClr val="777777"/>
                </a:solidFill>
                <a:effectLst/>
                <a:latin typeface="Cascadia Mono" panose="020B0609020000020004" pitchFamily="49" charset="0"/>
              </a:rPr>
              <a:t>(</a:t>
            </a:r>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id</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double</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cost</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Base</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id</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1" dirty="0" err="1">
                <a:solidFill>
                  <a:srgbClr val="7A3E9D"/>
                </a:solidFill>
                <a:effectLst/>
                <a:latin typeface="Cascadia Mono" panose="020B0609020000020004" pitchFamily="49" charset="0"/>
              </a:rPr>
              <a:t>m_cost</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cost</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std</a:t>
            </a:r>
            <a:r>
              <a:rPr lang="en-US" b="0" dirty="0">
                <a:solidFill>
                  <a:srgbClr val="777777"/>
                </a:solidFill>
                <a:effectLst/>
                <a:latin typeface="Cascadia Mono" panose="020B0609020000020004" pitchFamily="49" charset="0"/>
              </a:rPr>
              <a:t>::</a:t>
            </a:r>
            <a:r>
              <a:rPr lang="en-US" b="0" dirty="0" err="1">
                <a:solidFill>
                  <a:srgbClr val="7A3E9D"/>
                </a:solidFill>
                <a:effectLst/>
                <a:latin typeface="Cascadia Mono" panose="020B0609020000020004" pitchFamily="49" charset="0"/>
              </a:rPr>
              <a:t>cout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&lt;&lt;</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448C27"/>
                </a:solidFill>
                <a:effectLst/>
                <a:latin typeface="Cascadia Mono" panose="020B0609020000020004" pitchFamily="49" charset="0"/>
              </a:rPr>
              <a:t>Two-</a:t>
            </a:r>
            <a:r>
              <a:rPr lang="en-US" b="0" dirty="0" err="1">
                <a:solidFill>
                  <a:srgbClr val="448C27"/>
                </a:solidFill>
                <a:effectLst/>
                <a:latin typeface="Cascadia Mono" panose="020B0609020000020004" pitchFamily="49" charset="0"/>
              </a:rPr>
              <a:t>arg</a:t>
            </a:r>
            <a:r>
              <a:rPr lang="en-US" b="0" dirty="0">
                <a:solidFill>
                  <a:srgbClr val="448C27"/>
                </a:solidFill>
                <a:effectLst/>
                <a:latin typeface="Cascadia Mono" panose="020B0609020000020004" pitchFamily="49" charset="0"/>
              </a:rPr>
              <a:t> Derived</a:t>
            </a:r>
            <a:r>
              <a:rPr lang="en-US" b="0" dirty="0">
                <a:solidFill>
                  <a:srgbClr val="777777"/>
                </a:solidFill>
                <a:effectLst/>
                <a:latin typeface="Cascadia Mono" panose="020B0609020000020004" pitchFamily="49" charset="0"/>
              </a:rPr>
              <a:t>\n";</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~Derived</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std</a:t>
            </a:r>
            <a:r>
              <a:rPr lang="en-US" b="0" dirty="0">
                <a:solidFill>
                  <a:srgbClr val="777777"/>
                </a:solidFill>
                <a:effectLst/>
                <a:latin typeface="Cascadia Mono" panose="020B0609020000020004" pitchFamily="49" charset="0"/>
              </a:rPr>
              <a:t>::</a:t>
            </a:r>
            <a:r>
              <a:rPr lang="en-US" b="0" dirty="0" err="1">
                <a:solidFill>
                  <a:srgbClr val="7A3E9D"/>
                </a:solidFill>
                <a:effectLst/>
                <a:latin typeface="Cascadia Mono" panose="020B0609020000020004" pitchFamily="49" charset="0"/>
              </a:rPr>
              <a:t>cout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&lt;&lt;</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448C27"/>
                </a:solidFill>
                <a:effectLst/>
                <a:latin typeface="Cascadia Mono" panose="020B0609020000020004" pitchFamily="49" charset="0"/>
              </a:rPr>
              <a:t>Derived destructor</a:t>
            </a:r>
            <a:r>
              <a:rPr lang="en-US" b="0" dirty="0">
                <a:solidFill>
                  <a:srgbClr val="777777"/>
                </a:solidFill>
                <a:effectLst/>
                <a:latin typeface="Cascadia Mono" panose="020B0609020000020004" pitchFamily="49" charset="0"/>
              </a:rPr>
              <a:t>\n";</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double</a:t>
            </a:r>
            <a:r>
              <a:rPr lang="en-US" b="0" dirty="0">
                <a:solidFill>
                  <a:srgbClr val="333333"/>
                </a:solidFill>
                <a:effectLst/>
                <a:latin typeface="Cascadia Mono" panose="020B0609020000020004" pitchFamily="49" charset="0"/>
              </a:rPr>
              <a:t> </a:t>
            </a:r>
            <a:r>
              <a:rPr lang="en-US" b="1" dirty="0" err="1">
                <a:solidFill>
                  <a:srgbClr val="AA3731"/>
                </a:solidFill>
                <a:effectLst/>
                <a:latin typeface="Cascadia Mono" panose="020B0609020000020004" pitchFamily="49" charset="0"/>
              </a:rPr>
              <a:t>getCost</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const</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err="1">
                <a:solidFill>
                  <a:srgbClr val="7A3E9D"/>
                </a:solidFill>
                <a:effectLst/>
                <a:latin typeface="Cascadia Mono" panose="020B0609020000020004" pitchFamily="49" charset="0"/>
              </a:rPr>
              <a:t>m_cost</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sp>
        <p:nvSpPr>
          <p:cNvPr id="4" name="Rectangle 3">
            <a:extLst>
              <a:ext uri="{FF2B5EF4-FFF2-40B4-BE49-F238E27FC236}">
                <a16:creationId xmlns:a16="http://schemas.microsoft.com/office/drawing/2014/main" id="{74346388-EEBA-A79A-6E3C-DB8E0B61E83B}"/>
              </a:ext>
            </a:extLst>
          </p:cNvPr>
          <p:cNvSpPr/>
          <p:nvPr/>
        </p:nvSpPr>
        <p:spPr>
          <a:xfrm>
            <a:off x="4975860" y="3080777"/>
            <a:ext cx="5211632" cy="101566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94575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E2192F-841F-B138-E474-EFD40811B5FA}"/>
              </a:ext>
            </a:extLst>
          </p:cNvPr>
          <p:cNvSpPr txBox="1"/>
          <p:nvPr/>
        </p:nvSpPr>
        <p:spPr>
          <a:xfrm>
            <a:off x="7365403" y="4522823"/>
            <a:ext cx="4741432" cy="2246769"/>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main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Derived</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17</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200.0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Printing d1: </a:t>
            </a:r>
            <a:r>
              <a:rPr lang="en-US" sz="1400" b="0" dirty="0">
                <a:solidFill>
                  <a:srgbClr val="777777"/>
                </a:solidFill>
                <a:effectLst/>
                <a:latin typeface="Cascadia Mono" panose="020B0609020000020004" pitchFamily="49" charset="0"/>
              </a:rPr>
              <a:t>\n"</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getId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getCost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'\n';</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17" name="TextBox 16">
            <a:extLst>
              <a:ext uri="{FF2B5EF4-FFF2-40B4-BE49-F238E27FC236}">
                <a16:creationId xmlns:a16="http://schemas.microsoft.com/office/drawing/2014/main" id="{6BF6D0F0-BA56-ABA5-54FE-92D17D72A802}"/>
              </a:ext>
            </a:extLst>
          </p:cNvPr>
          <p:cNvSpPr txBox="1"/>
          <p:nvPr/>
        </p:nvSpPr>
        <p:spPr>
          <a:xfrm>
            <a:off x="85165" y="4429929"/>
            <a:ext cx="5608322" cy="1631216"/>
          </a:xfrm>
          <a:prstGeom prst="rect">
            <a:avLst/>
          </a:prstGeom>
          <a:noFill/>
          <a:ln>
            <a:noFill/>
          </a:ln>
        </p:spPr>
        <p:txBody>
          <a:bodyPr wrap="square">
            <a:spAutoFit/>
          </a:bodyPr>
          <a:lstStyle/>
          <a:p>
            <a:r>
              <a:rPr lang="en-US" sz="2000" dirty="0"/>
              <a:t>Making this one change shifts the flow of the program. </a:t>
            </a:r>
          </a:p>
          <a:p>
            <a:endParaRPr lang="en-US" sz="2000" dirty="0"/>
          </a:p>
          <a:p>
            <a:r>
              <a:rPr lang="en-US" sz="2000" dirty="0"/>
              <a:t>Based on your member </a:t>
            </a:r>
            <a:r>
              <a:rPr lang="en-US" sz="2000" dirty="0" err="1"/>
              <a:t>init</a:t>
            </a:r>
            <a:r>
              <a:rPr lang="en-US" sz="2000" dirty="0"/>
              <a:t> list, the compiler now goes to the </a:t>
            </a:r>
            <a:r>
              <a:rPr lang="en-US" sz="2000" b="1" dirty="0"/>
              <a:t>one-</a:t>
            </a:r>
            <a:r>
              <a:rPr lang="en-US" sz="2000" b="1" dirty="0" err="1"/>
              <a:t>arg</a:t>
            </a:r>
            <a:r>
              <a:rPr lang="en-US" sz="2000" b="1" dirty="0"/>
              <a:t> </a:t>
            </a:r>
            <a:r>
              <a:rPr lang="en-US" sz="2000" b="1" dirty="0" err="1"/>
              <a:t>ctor</a:t>
            </a:r>
            <a:r>
              <a:rPr lang="en-US" sz="2000" dirty="0"/>
              <a:t> in the parent class.</a:t>
            </a:r>
          </a:p>
        </p:txBody>
      </p:sp>
      <p:sp>
        <p:nvSpPr>
          <p:cNvPr id="5" name="TextBox 4">
            <a:extLst>
              <a:ext uri="{FF2B5EF4-FFF2-40B4-BE49-F238E27FC236}">
                <a16:creationId xmlns:a16="http://schemas.microsoft.com/office/drawing/2014/main" id="{B920A111-23DA-0622-2C10-D35CA8C7E8BE}"/>
              </a:ext>
            </a:extLst>
          </p:cNvPr>
          <p:cNvSpPr txBox="1"/>
          <p:nvPr/>
        </p:nvSpPr>
        <p:spPr>
          <a:xfrm>
            <a:off x="6106758" y="88408"/>
            <a:ext cx="6000077" cy="3970318"/>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public</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Default Derived</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cost</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cost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Two-</a:t>
            </a:r>
            <a:r>
              <a:rPr lang="en-US" sz="1400" b="0" dirty="0" err="1">
                <a:solidFill>
                  <a:srgbClr val="448C27"/>
                </a:solidFill>
                <a:effectLst/>
                <a:latin typeface="Cascadia Mono" panose="020B0609020000020004" pitchFamily="49" charset="0"/>
              </a:rPr>
              <a:t>arg</a:t>
            </a:r>
            <a:r>
              <a:rPr lang="en-US" sz="1400" b="0" dirty="0">
                <a:solidFill>
                  <a:srgbClr val="448C27"/>
                </a:solidFill>
                <a:effectLst/>
                <a:latin typeface="Cascadia Mono" panose="020B0609020000020004" pitchFamily="49" charset="0"/>
              </a:rPr>
              <a:t> Derived</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Derived destructor</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3" name="TextBox 2">
            <a:extLst>
              <a:ext uri="{FF2B5EF4-FFF2-40B4-BE49-F238E27FC236}">
                <a16:creationId xmlns:a16="http://schemas.microsoft.com/office/drawing/2014/main" id="{46EDAB09-3CCC-0DFF-A24A-631C7A052813}"/>
              </a:ext>
            </a:extLst>
          </p:cNvPr>
          <p:cNvSpPr txBox="1"/>
          <p:nvPr/>
        </p:nvSpPr>
        <p:spPr>
          <a:xfrm>
            <a:off x="85165" y="88408"/>
            <a:ext cx="5343861" cy="3970318"/>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Default Base</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One-</a:t>
            </a:r>
            <a:r>
              <a:rPr lang="en-US" sz="1400" b="0" dirty="0" err="1">
                <a:solidFill>
                  <a:srgbClr val="448C27"/>
                </a:solidFill>
                <a:effectLst/>
                <a:latin typeface="Cascadia Mono" panose="020B0609020000020004" pitchFamily="49" charset="0"/>
              </a:rPr>
              <a:t>arg</a:t>
            </a:r>
            <a:r>
              <a:rPr lang="en-US" sz="1400" b="0" dirty="0">
                <a:solidFill>
                  <a:srgbClr val="448C27"/>
                </a:solidFill>
                <a:effectLst/>
                <a:latin typeface="Cascadia Mono" panose="020B0609020000020004" pitchFamily="49" charset="0"/>
              </a:rPr>
              <a:t> Base</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Base destructor</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4" name="Rectangle 3">
            <a:extLst>
              <a:ext uri="{FF2B5EF4-FFF2-40B4-BE49-F238E27FC236}">
                <a16:creationId xmlns:a16="http://schemas.microsoft.com/office/drawing/2014/main" id="{74346388-EEBA-A79A-6E3C-DB8E0B61E83B}"/>
              </a:ext>
            </a:extLst>
          </p:cNvPr>
          <p:cNvSpPr/>
          <p:nvPr/>
        </p:nvSpPr>
        <p:spPr>
          <a:xfrm>
            <a:off x="6438899" y="2216077"/>
            <a:ext cx="4232687" cy="80682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77977F8-D742-CB57-2CC3-37A004D540D2}"/>
              </a:ext>
            </a:extLst>
          </p:cNvPr>
          <p:cNvSpPr/>
          <p:nvPr/>
        </p:nvSpPr>
        <p:spPr>
          <a:xfrm>
            <a:off x="7767021" y="4937761"/>
            <a:ext cx="2667897" cy="35500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081AA3C-044A-AC15-C31F-6744D348B64B}"/>
              </a:ext>
            </a:extLst>
          </p:cNvPr>
          <p:cNvSpPr/>
          <p:nvPr/>
        </p:nvSpPr>
        <p:spPr>
          <a:xfrm>
            <a:off x="523987" y="1387739"/>
            <a:ext cx="3682254" cy="720760"/>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Connector: Curved 8">
            <a:extLst>
              <a:ext uri="{FF2B5EF4-FFF2-40B4-BE49-F238E27FC236}">
                <a16:creationId xmlns:a16="http://schemas.microsoft.com/office/drawing/2014/main" id="{95483390-7E20-B9B0-23A0-40E262DD23B1}"/>
              </a:ext>
            </a:extLst>
          </p:cNvPr>
          <p:cNvCxnSpPr>
            <a:cxnSpLocks/>
            <a:stCxn id="4" idx="1"/>
            <a:endCxn id="10" idx="3"/>
          </p:cNvCxnSpPr>
          <p:nvPr/>
        </p:nvCxnSpPr>
        <p:spPr>
          <a:xfrm rot="10800000">
            <a:off x="4206241" y="2586074"/>
            <a:ext cx="2232658" cy="33414"/>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or: Curved 17">
            <a:extLst>
              <a:ext uri="{FF2B5EF4-FFF2-40B4-BE49-F238E27FC236}">
                <a16:creationId xmlns:a16="http://schemas.microsoft.com/office/drawing/2014/main" id="{2ACDEC1C-78D1-3A04-E262-02C30F93D187}"/>
              </a:ext>
            </a:extLst>
          </p:cNvPr>
          <p:cNvCxnSpPr>
            <a:cxnSpLocks/>
          </p:cNvCxnSpPr>
          <p:nvPr/>
        </p:nvCxnSpPr>
        <p:spPr>
          <a:xfrm flipV="1">
            <a:off x="10434918" y="2619488"/>
            <a:ext cx="236668" cy="2495774"/>
          </a:xfrm>
          <a:prstGeom prst="curvedConnector3">
            <a:avLst>
              <a:gd name="adj1" fmla="val 605683"/>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D0A8178-E86F-6FA7-BEEF-544C7BA7DF51}"/>
              </a:ext>
            </a:extLst>
          </p:cNvPr>
          <p:cNvSpPr/>
          <p:nvPr/>
        </p:nvSpPr>
        <p:spPr>
          <a:xfrm>
            <a:off x="523987" y="2225694"/>
            <a:ext cx="3682254" cy="72076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70564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E2192F-841F-B138-E474-EFD40811B5FA}"/>
              </a:ext>
            </a:extLst>
          </p:cNvPr>
          <p:cNvSpPr txBox="1"/>
          <p:nvPr/>
        </p:nvSpPr>
        <p:spPr>
          <a:xfrm>
            <a:off x="7365403" y="4522823"/>
            <a:ext cx="4741432" cy="2246769"/>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main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Derived</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17</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200.0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Printing d1: </a:t>
            </a:r>
            <a:r>
              <a:rPr lang="en-US" sz="1400" b="0" dirty="0">
                <a:solidFill>
                  <a:srgbClr val="777777"/>
                </a:solidFill>
                <a:effectLst/>
                <a:latin typeface="Cascadia Mono" panose="020B0609020000020004" pitchFamily="49" charset="0"/>
              </a:rPr>
              <a:t>\n"</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getId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getCost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'\n';</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17" name="TextBox 16">
            <a:extLst>
              <a:ext uri="{FF2B5EF4-FFF2-40B4-BE49-F238E27FC236}">
                <a16:creationId xmlns:a16="http://schemas.microsoft.com/office/drawing/2014/main" id="{6BF6D0F0-BA56-ABA5-54FE-92D17D72A802}"/>
              </a:ext>
            </a:extLst>
          </p:cNvPr>
          <p:cNvSpPr txBox="1"/>
          <p:nvPr/>
        </p:nvSpPr>
        <p:spPr>
          <a:xfrm>
            <a:off x="85165" y="4429929"/>
            <a:ext cx="6353734" cy="2246769"/>
          </a:xfrm>
          <a:prstGeom prst="rect">
            <a:avLst/>
          </a:prstGeom>
          <a:noFill/>
          <a:ln>
            <a:noFill/>
          </a:ln>
        </p:spPr>
        <p:txBody>
          <a:bodyPr wrap="square">
            <a:spAutoFit/>
          </a:bodyPr>
          <a:lstStyle/>
          <a:p>
            <a:r>
              <a:rPr lang="en-US" sz="2000" dirty="0"/>
              <a:t>And so the cool thing about this is that </a:t>
            </a:r>
            <a:r>
              <a:rPr lang="en-US" sz="2000" b="1" dirty="0">
                <a:latin typeface="Cascadia Code" panose="020B0609020000020004" pitchFamily="49" charset="0"/>
                <a:ea typeface="Cascadia Code" panose="020B0609020000020004" pitchFamily="49" charset="0"/>
                <a:cs typeface="Cascadia Code" panose="020B0609020000020004" pitchFamily="49" charset="0"/>
              </a:rPr>
              <a:t>id = 17</a:t>
            </a:r>
            <a:r>
              <a:rPr lang="en-US" sz="2000" dirty="0"/>
              <a:t> is now passed to </a:t>
            </a:r>
            <a:r>
              <a:rPr lang="en-US" sz="2000" b="1" dirty="0">
                <a:latin typeface="Cascadia Code" panose="020B0609020000020004" pitchFamily="49" charset="0"/>
                <a:ea typeface="Cascadia Code" panose="020B0609020000020004" pitchFamily="49" charset="0"/>
                <a:cs typeface="Cascadia Code" panose="020B0609020000020004" pitchFamily="49" charset="0"/>
              </a:rPr>
              <a:t>Base(int)</a:t>
            </a:r>
            <a:r>
              <a:rPr lang="en-US" sz="2000" dirty="0"/>
              <a:t> </a:t>
            </a:r>
            <a:r>
              <a:rPr lang="en-US" sz="2000" dirty="0" err="1"/>
              <a:t>ctor</a:t>
            </a:r>
            <a:r>
              <a:rPr lang="en-US" sz="2000" dirty="0"/>
              <a:t>.</a:t>
            </a:r>
          </a:p>
          <a:p>
            <a:endParaRPr lang="en-US" sz="2000" dirty="0"/>
          </a:p>
          <a:p>
            <a:r>
              <a:rPr lang="en-US" sz="2000" dirty="0"/>
              <a:t>So it can use </a:t>
            </a:r>
            <a:r>
              <a:rPr lang="en-US" sz="2000" b="1" dirty="0">
                <a:latin typeface="Cascadia Code" panose="020B0609020000020004" pitchFamily="49" charset="0"/>
                <a:ea typeface="Cascadia Code" panose="020B0609020000020004" pitchFamily="49" charset="0"/>
                <a:cs typeface="Cascadia Code" panose="020B0609020000020004" pitchFamily="49" charset="0"/>
              </a:rPr>
              <a:t>id</a:t>
            </a:r>
            <a:r>
              <a:rPr lang="en-US" sz="2000" dirty="0"/>
              <a:t> to initialize the inherited member, </a:t>
            </a:r>
            <a:r>
              <a:rPr lang="en-US" sz="2000" b="1" dirty="0" err="1">
                <a:latin typeface="Cascadia Code" panose="020B0609020000020004" pitchFamily="49" charset="0"/>
                <a:ea typeface="Cascadia Code" panose="020B0609020000020004" pitchFamily="49" charset="0"/>
                <a:cs typeface="Cascadia Code" panose="020B0609020000020004" pitchFamily="49" charset="0"/>
              </a:rPr>
              <a:t>m_id</a:t>
            </a:r>
            <a:r>
              <a:rPr lang="en-US" sz="2000" dirty="0"/>
              <a:t>, of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d1</a:t>
            </a:r>
            <a:r>
              <a:rPr lang="en-US" sz="2000" dirty="0"/>
              <a:t> to </a:t>
            </a:r>
            <a:r>
              <a:rPr lang="en-US" sz="2000" b="1" dirty="0">
                <a:latin typeface="Cascadia Code" panose="020B0609020000020004" pitchFamily="49" charset="0"/>
                <a:ea typeface="Cascadia Code" panose="020B0609020000020004" pitchFamily="49" charset="0"/>
                <a:cs typeface="Cascadia Code" panose="020B0609020000020004" pitchFamily="49" charset="0"/>
              </a:rPr>
              <a:t>17</a:t>
            </a:r>
            <a:r>
              <a:rPr lang="en-US" sz="2000" dirty="0"/>
              <a:t>, which was supplied as an initializing value.</a:t>
            </a:r>
          </a:p>
          <a:p>
            <a:endParaRPr lang="en-US" sz="2000" dirty="0"/>
          </a:p>
          <a:p>
            <a:r>
              <a:rPr lang="en-US" sz="2000" dirty="0"/>
              <a:t>In other words,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d1.m_id</a:t>
            </a:r>
            <a:r>
              <a:rPr lang="en-US" sz="2000" dirty="0"/>
              <a:t> is now initialized to </a:t>
            </a:r>
            <a:r>
              <a:rPr lang="en-US" sz="2000" b="1" dirty="0">
                <a:latin typeface="Cascadia Code" panose="020B0609020000020004" pitchFamily="49" charset="0"/>
                <a:ea typeface="Cascadia Code" panose="020B0609020000020004" pitchFamily="49" charset="0"/>
                <a:cs typeface="Cascadia Code" panose="020B0609020000020004" pitchFamily="49" charset="0"/>
              </a:rPr>
              <a:t>17</a:t>
            </a:r>
            <a:r>
              <a:rPr lang="en-US" sz="2000" dirty="0"/>
              <a:t>.</a:t>
            </a:r>
          </a:p>
        </p:txBody>
      </p:sp>
      <p:sp>
        <p:nvSpPr>
          <p:cNvPr id="5" name="TextBox 4">
            <a:extLst>
              <a:ext uri="{FF2B5EF4-FFF2-40B4-BE49-F238E27FC236}">
                <a16:creationId xmlns:a16="http://schemas.microsoft.com/office/drawing/2014/main" id="{B920A111-23DA-0622-2C10-D35CA8C7E8BE}"/>
              </a:ext>
            </a:extLst>
          </p:cNvPr>
          <p:cNvSpPr txBox="1"/>
          <p:nvPr/>
        </p:nvSpPr>
        <p:spPr>
          <a:xfrm>
            <a:off x="6106758" y="88408"/>
            <a:ext cx="6000077" cy="3970318"/>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public</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Default Derived</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cost</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cost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Two-</a:t>
            </a:r>
            <a:r>
              <a:rPr lang="en-US" sz="1400" b="0" dirty="0" err="1">
                <a:solidFill>
                  <a:srgbClr val="448C27"/>
                </a:solidFill>
                <a:effectLst/>
                <a:latin typeface="Cascadia Mono" panose="020B0609020000020004" pitchFamily="49" charset="0"/>
              </a:rPr>
              <a:t>arg</a:t>
            </a:r>
            <a:r>
              <a:rPr lang="en-US" sz="1400" b="0" dirty="0">
                <a:solidFill>
                  <a:srgbClr val="448C27"/>
                </a:solidFill>
                <a:effectLst/>
                <a:latin typeface="Cascadia Mono" panose="020B0609020000020004" pitchFamily="49" charset="0"/>
              </a:rPr>
              <a:t> Derived</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Derived destructor</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3" name="TextBox 2">
            <a:extLst>
              <a:ext uri="{FF2B5EF4-FFF2-40B4-BE49-F238E27FC236}">
                <a16:creationId xmlns:a16="http://schemas.microsoft.com/office/drawing/2014/main" id="{46EDAB09-3CCC-0DFF-A24A-631C7A052813}"/>
              </a:ext>
            </a:extLst>
          </p:cNvPr>
          <p:cNvSpPr txBox="1"/>
          <p:nvPr/>
        </p:nvSpPr>
        <p:spPr>
          <a:xfrm>
            <a:off x="85165" y="88408"/>
            <a:ext cx="5343861" cy="3970318"/>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Default Base</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One-</a:t>
            </a:r>
            <a:r>
              <a:rPr lang="en-US" sz="1400" b="0" dirty="0" err="1">
                <a:solidFill>
                  <a:srgbClr val="448C27"/>
                </a:solidFill>
                <a:effectLst/>
                <a:latin typeface="Cascadia Mono" panose="020B0609020000020004" pitchFamily="49" charset="0"/>
              </a:rPr>
              <a:t>arg</a:t>
            </a:r>
            <a:r>
              <a:rPr lang="en-US" sz="1400" b="0" dirty="0">
                <a:solidFill>
                  <a:srgbClr val="448C27"/>
                </a:solidFill>
                <a:effectLst/>
                <a:latin typeface="Cascadia Mono" panose="020B0609020000020004" pitchFamily="49" charset="0"/>
              </a:rPr>
              <a:t> Base</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Base destructor</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4" name="Rectangle 3">
            <a:extLst>
              <a:ext uri="{FF2B5EF4-FFF2-40B4-BE49-F238E27FC236}">
                <a16:creationId xmlns:a16="http://schemas.microsoft.com/office/drawing/2014/main" id="{74346388-EEBA-A79A-6E3C-DB8E0B61E83B}"/>
              </a:ext>
            </a:extLst>
          </p:cNvPr>
          <p:cNvSpPr/>
          <p:nvPr/>
        </p:nvSpPr>
        <p:spPr>
          <a:xfrm>
            <a:off x="6438899" y="2216077"/>
            <a:ext cx="4232687" cy="80682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77977F8-D742-CB57-2CC3-37A004D540D2}"/>
              </a:ext>
            </a:extLst>
          </p:cNvPr>
          <p:cNvSpPr/>
          <p:nvPr/>
        </p:nvSpPr>
        <p:spPr>
          <a:xfrm>
            <a:off x="7767021" y="4937761"/>
            <a:ext cx="2667897" cy="35500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Connector: Curved 8">
            <a:extLst>
              <a:ext uri="{FF2B5EF4-FFF2-40B4-BE49-F238E27FC236}">
                <a16:creationId xmlns:a16="http://schemas.microsoft.com/office/drawing/2014/main" id="{95483390-7E20-B9B0-23A0-40E262DD23B1}"/>
              </a:ext>
            </a:extLst>
          </p:cNvPr>
          <p:cNvCxnSpPr>
            <a:cxnSpLocks/>
            <a:stCxn id="4" idx="1"/>
            <a:endCxn id="10" idx="3"/>
          </p:cNvCxnSpPr>
          <p:nvPr/>
        </p:nvCxnSpPr>
        <p:spPr>
          <a:xfrm rot="10800000">
            <a:off x="4206241" y="2586074"/>
            <a:ext cx="2232658" cy="33414"/>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or: Curved 17">
            <a:extLst>
              <a:ext uri="{FF2B5EF4-FFF2-40B4-BE49-F238E27FC236}">
                <a16:creationId xmlns:a16="http://schemas.microsoft.com/office/drawing/2014/main" id="{2ACDEC1C-78D1-3A04-E262-02C30F93D187}"/>
              </a:ext>
            </a:extLst>
          </p:cNvPr>
          <p:cNvCxnSpPr>
            <a:cxnSpLocks/>
          </p:cNvCxnSpPr>
          <p:nvPr/>
        </p:nvCxnSpPr>
        <p:spPr>
          <a:xfrm flipV="1">
            <a:off x="10434918" y="2619488"/>
            <a:ext cx="236668" cy="2495774"/>
          </a:xfrm>
          <a:prstGeom prst="curvedConnector3">
            <a:avLst>
              <a:gd name="adj1" fmla="val 605683"/>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D0A8178-E86F-6FA7-BEEF-544C7BA7DF51}"/>
              </a:ext>
            </a:extLst>
          </p:cNvPr>
          <p:cNvSpPr/>
          <p:nvPr/>
        </p:nvSpPr>
        <p:spPr>
          <a:xfrm>
            <a:off x="523987" y="2225694"/>
            <a:ext cx="3682254" cy="72076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50932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E2192F-841F-B138-E474-EFD40811B5FA}"/>
              </a:ext>
            </a:extLst>
          </p:cNvPr>
          <p:cNvSpPr txBox="1"/>
          <p:nvPr/>
        </p:nvSpPr>
        <p:spPr>
          <a:xfrm>
            <a:off x="7365403" y="4522823"/>
            <a:ext cx="4741432" cy="2246769"/>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main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Derived</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17</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200.0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Printing d1: </a:t>
            </a:r>
            <a:r>
              <a:rPr lang="en-US" sz="1400" b="0" dirty="0">
                <a:solidFill>
                  <a:srgbClr val="777777"/>
                </a:solidFill>
                <a:effectLst/>
                <a:latin typeface="Cascadia Mono" panose="020B0609020000020004" pitchFamily="49" charset="0"/>
              </a:rPr>
              <a:t>\n"</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getId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getCost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'\n';</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17" name="TextBox 16">
            <a:extLst>
              <a:ext uri="{FF2B5EF4-FFF2-40B4-BE49-F238E27FC236}">
                <a16:creationId xmlns:a16="http://schemas.microsoft.com/office/drawing/2014/main" id="{6BF6D0F0-BA56-ABA5-54FE-92D17D72A802}"/>
              </a:ext>
            </a:extLst>
          </p:cNvPr>
          <p:cNvSpPr txBox="1"/>
          <p:nvPr/>
        </p:nvSpPr>
        <p:spPr>
          <a:xfrm>
            <a:off x="85165" y="4429929"/>
            <a:ext cx="6353734" cy="1938992"/>
          </a:xfrm>
          <a:prstGeom prst="rect">
            <a:avLst/>
          </a:prstGeom>
          <a:noFill/>
          <a:ln>
            <a:noFill/>
          </a:ln>
        </p:spPr>
        <p:txBody>
          <a:bodyPr wrap="square">
            <a:spAutoFit/>
          </a:bodyPr>
          <a:lstStyle/>
          <a:p>
            <a:r>
              <a:rPr lang="en-US" sz="2000" dirty="0"/>
              <a:t>After the parent </a:t>
            </a:r>
            <a:r>
              <a:rPr lang="en-US" sz="2000" dirty="0" err="1"/>
              <a:t>ctor</a:t>
            </a:r>
            <a:r>
              <a:rPr lang="en-US" sz="2000" dirty="0"/>
              <a:t> finishes execution, control is returned back to the child </a:t>
            </a:r>
            <a:r>
              <a:rPr lang="en-US" sz="2000" dirty="0" err="1"/>
              <a:t>ctor</a:t>
            </a:r>
            <a:r>
              <a:rPr lang="en-US" sz="2000" dirty="0"/>
              <a:t>. </a:t>
            </a:r>
          </a:p>
          <a:p>
            <a:endParaRPr lang="en-US" sz="2000" dirty="0"/>
          </a:p>
          <a:p>
            <a:r>
              <a:rPr lang="en-US" sz="2000" dirty="0"/>
              <a:t>It then initializes the </a:t>
            </a:r>
            <a:r>
              <a:rPr lang="en-US" sz="2000" b="1" dirty="0" err="1">
                <a:latin typeface="Cascadia Code" panose="020B0609020000020004" pitchFamily="49" charset="0"/>
                <a:ea typeface="Cascadia Code" panose="020B0609020000020004" pitchFamily="49" charset="0"/>
                <a:cs typeface="Cascadia Code" panose="020B0609020000020004" pitchFamily="49" charset="0"/>
              </a:rPr>
              <a:t>m_cost</a:t>
            </a:r>
            <a:r>
              <a:rPr lang="en-US" sz="2000" dirty="0"/>
              <a:t> attribute to </a:t>
            </a:r>
            <a:r>
              <a:rPr lang="en-US" sz="2000" b="1" dirty="0">
                <a:latin typeface="Cascadia Code" panose="020B0609020000020004" pitchFamily="49" charset="0"/>
                <a:ea typeface="Cascadia Code" panose="020B0609020000020004" pitchFamily="49" charset="0"/>
                <a:cs typeface="Cascadia Code" panose="020B0609020000020004" pitchFamily="49" charset="0"/>
              </a:rPr>
              <a:t>200.0</a:t>
            </a:r>
            <a:r>
              <a:rPr lang="en-US" sz="2000" dirty="0"/>
              <a:t>.</a:t>
            </a:r>
          </a:p>
          <a:p>
            <a:endParaRPr lang="en-US" sz="2000" dirty="0"/>
          </a:p>
          <a:p>
            <a:r>
              <a:rPr lang="en-US" sz="2000" dirty="0"/>
              <a:t>And then the control is returned back to </a:t>
            </a:r>
            <a:r>
              <a:rPr lang="en-US" sz="2000" b="1" dirty="0">
                <a:latin typeface="Cascadia Code" panose="020B0609020000020004" pitchFamily="49" charset="0"/>
                <a:ea typeface="Cascadia Code" panose="020B0609020000020004" pitchFamily="49" charset="0"/>
                <a:cs typeface="Cascadia Code" panose="020B0609020000020004" pitchFamily="49" charset="0"/>
              </a:rPr>
              <a:t>main()</a:t>
            </a:r>
            <a:r>
              <a:rPr lang="en-US" sz="2000" dirty="0"/>
              <a:t>.</a:t>
            </a:r>
          </a:p>
        </p:txBody>
      </p:sp>
      <p:sp>
        <p:nvSpPr>
          <p:cNvPr id="5" name="TextBox 4">
            <a:extLst>
              <a:ext uri="{FF2B5EF4-FFF2-40B4-BE49-F238E27FC236}">
                <a16:creationId xmlns:a16="http://schemas.microsoft.com/office/drawing/2014/main" id="{B920A111-23DA-0622-2C10-D35CA8C7E8BE}"/>
              </a:ext>
            </a:extLst>
          </p:cNvPr>
          <p:cNvSpPr txBox="1"/>
          <p:nvPr/>
        </p:nvSpPr>
        <p:spPr>
          <a:xfrm>
            <a:off x="6106758" y="88408"/>
            <a:ext cx="6000077" cy="3970318"/>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public</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Default Derived</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cost</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cost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Two-</a:t>
            </a:r>
            <a:r>
              <a:rPr lang="en-US" sz="1400" b="0" dirty="0" err="1">
                <a:solidFill>
                  <a:srgbClr val="448C27"/>
                </a:solidFill>
                <a:effectLst/>
                <a:latin typeface="Cascadia Mono" panose="020B0609020000020004" pitchFamily="49" charset="0"/>
              </a:rPr>
              <a:t>arg</a:t>
            </a:r>
            <a:r>
              <a:rPr lang="en-US" sz="1400" b="0" dirty="0">
                <a:solidFill>
                  <a:srgbClr val="448C27"/>
                </a:solidFill>
                <a:effectLst/>
                <a:latin typeface="Cascadia Mono" panose="020B0609020000020004" pitchFamily="49" charset="0"/>
              </a:rPr>
              <a:t> Derived</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Derived destructor</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3" name="TextBox 2">
            <a:extLst>
              <a:ext uri="{FF2B5EF4-FFF2-40B4-BE49-F238E27FC236}">
                <a16:creationId xmlns:a16="http://schemas.microsoft.com/office/drawing/2014/main" id="{46EDAB09-3CCC-0DFF-A24A-631C7A052813}"/>
              </a:ext>
            </a:extLst>
          </p:cNvPr>
          <p:cNvSpPr txBox="1"/>
          <p:nvPr/>
        </p:nvSpPr>
        <p:spPr>
          <a:xfrm>
            <a:off x="85165" y="88408"/>
            <a:ext cx="5343861" cy="3970318"/>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Default Base</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One-</a:t>
            </a:r>
            <a:r>
              <a:rPr lang="en-US" sz="1400" b="0" dirty="0" err="1">
                <a:solidFill>
                  <a:srgbClr val="448C27"/>
                </a:solidFill>
                <a:effectLst/>
                <a:latin typeface="Cascadia Mono" panose="020B0609020000020004" pitchFamily="49" charset="0"/>
              </a:rPr>
              <a:t>arg</a:t>
            </a:r>
            <a:r>
              <a:rPr lang="en-US" sz="1400" b="0" dirty="0">
                <a:solidFill>
                  <a:srgbClr val="448C27"/>
                </a:solidFill>
                <a:effectLst/>
                <a:latin typeface="Cascadia Mono" panose="020B0609020000020004" pitchFamily="49" charset="0"/>
              </a:rPr>
              <a:t> Base</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Base destructor</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4" name="Rectangle 3">
            <a:extLst>
              <a:ext uri="{FF2B5EF4-FFF2-40B4-BE49-F238E27FC236}">
                <a16:creationId xmlns:a16="http://schemas.microsoft.com/office/drawing/2014/main" id="{74346388-EEBA-A79A-6E3C-DB8E0B61E83B}"/>
              </a:ext>
            </a:extLst>
          </p:cNvPr>
          <p:cNvSpPr/>
          <p:nvPr/>
        </p:nvSpPr>
        <p:spPr>
          <a:xfrm>
            <a:off x="6438899" y="2216077"/>
            <a:ext cx="4232687" cy="80682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77977F8-D742-CB57-2CC3-37A004D540D2}"/>
              </a:ext>
            </a:extLst>
          </p:cNvPr>
          <p:cNvSpPr/>
          <p:nvPr/>
        </p:nvSpPr>
        <p:spPr>
          <a:xfrm>
            <a:off x="7767021" y="4937761"/>
            <a:ext cx="2667897" cy="35500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Connector: Curved 17">
            <a:extLst>
              <a:ext uri="{FF2B5EF4-FFF2-40B4-BE49-F238E27FC236}">
                <a16:creationId xmlns:a16="http://schemas.microsoft.com/office/drawing/2014/main" id="{2ACDEC1C-78D1-3A04-E262-02C30F93D187}"/>
              </a:ext>
            </a:extLst>
          </p:cNvPr>
          <p:cNvCxnSpPr>
            <a:cxnSpLocks/>
          </p:cNvCxnSpPr>
          <p:nvPr/>
        </p:nvCxnSpPr>
        <p:spPr>
          <a:xfrm flipV="1">
            <a:off x="10434918" y="2619488"/>
            <a:ext cx="236668" cy="2495774"/>
          </a:xfrm>
          <a:prstGeom prst="curvedConnector3">
            <a:avLst>
              <a:gd name="adj1" fmla="val 605683"/>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01711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E2192F-841F-B138-E474-EFD40811B5FA}"/>
              </a:ext>
            </a:extLst>
          </p:cNvPr>
          <p:cNvSpPr txBox="1"/>
          <p:nvPr/>
        </p:nvSpPr>
        <p:spPr>
          <a:xfrm>
            <a:off x="7365403" y="4522823"/>
            <a:ext cx="4741432" cy="2246769"/>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main</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Derived</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17</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200.0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Printing d1: </a:t>
            </a:r>
            <a:r>
              <a:rPr lang="en-US" sz="1400" b="0" dirty="0">
                <a:solidFill>
                  <a:srgbClr val="777777"/>
                </a:solidFill>
                <a:effectLst/>
                <a:latin typeface="Cascadia Mono" panose="020B0609020000020004" pitchFamily="49" charset="0"/>
              </a:rPr>
              <a:t>\n"</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getId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d1</a:t>
            </a:r>
            <a:r>
              <a:rPr lang="en-US" sz="1400" b="0" dirty="0">
                <a:solidFill>
                  <a:srgbClr val="777777"/>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getCost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'\n';</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5" name="TextBox 4">
            <a:extLst>
              <a:ext uri="{FF2B5EF4-FFF2-40B4-BE49-F238E27FC236}">
                <a16:creationId xmlns:a16="http://schemas.microsoft.com/office/drawing/2014/main" id="{B920A111-23DA-0622-2C10-D35CA8C7E8BE}"/>
              </a:ext>
            </a:extLst>
          </p:cNvPr>
          <p:cNvSpPr txBox="1"/>
          <p:nvPr/>
        </p:nvSpPr>
        <p:spPr>
          <a:xfrm>
            <a:off x="6106758" y="88408"/>
            <a:ext cx="6000077" cy="3970318"/>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public</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Default Derived</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cost</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cost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Two-</a:t>
            </a:r>
            <a:r>
              <a:rPr lang="en-US" sz="1400" b="0" dirty="0" err="1">
                <a:solidFill>
                  <a:srgbClr val="448C27"/>
                </a:solidFill>
                <a:effectLst/>
                <a:latin typeface="Cascadia Mono" panose="020B0609020000020004" pitchFamily="49" charset="0"/>
              </a:rPr>
              <a:t>arg</a:t>
            </a:r>
            <a:r>
              <a:rPr lang="en-US" sz="1400" b="0" dirty="0">
                <a:solidFill>
                  <a:srgbClr val="448C27"/>
                </a:solidFill>
                <a:effectLst/>
                <a:latin typeface="Cascadia Mono" panose="020B0609020000020004" pitchFamily="49" charset="0"/>
              </a:rPr>
              <a:t> Derived</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Derived destructor</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double</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m_cost</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3" name="TextBox 2">
            <a:extLst>
              <a:ext uri="{FF2B5EF4-FFF2-40B4-BE49-F238E27FC236}">
                <a16:creationId xmlns:a16="http://schemas.microsoft.com/office/drawing/2014/main" id="{46EDAB09-3CCC-0DFF-A24A-631C7A052813}"/>
              </a:ext>
            </a:extLst>
          </p:cNvPr>
          <p:cNvSpPr txBox="1"/>
          <p:nvPr/>
        </p:nvSpPr>
        <p:spPr>
          <a:xfrm>
            <a:off x="85165" y="88408"/>
            <a:ext cx="5343861" cy="3970318"/>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private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0</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Default Base</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id</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One-</a:t>
            </a:r>
            <a:r>
              <a:rPr lang="en-US" sz="1400" b="0" dirty="0" err="1">
                <a:solidFill>
                  <a:srgbClr val="448C27"/>
                </a:solidFill>
                <a:effectLst/>
                <a:latin typeface="Cascadia Mono" panose="020B0609020000020004" pitchFamily="49" charset="0"/>
              </a:rPr>
              <a:t>arg</a:t>
            </a:r>
            <a:r>
              <a:rPr lang="en-US" sz="1400" b="0" dirty="0">
                <a:solidFill>
                  <a:srgbClr val="448C27"/>
                </a:solidFill>
                <a:effectLst/>
                <a:latin typeface="Cascadia Mono" panose="020B0609020000020004" pitchFamily="49" charset="0"/>
              </a:rPr>
              <a:t> Base</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Base destructor</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m_id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grpSp>
        <p:nvGrpSpPr>
          <p:cNvPr id="15" name="Group 14">
            <a:extLst>
              <a:ext uri="{FF2B5EF4-FFF2-40B4-BE49-F238E27FC236}">
                <a16:creationId xmlns:a16="http://schemas.microsoft.com/office/drawing/2014/main" id="{1981F04F-B228-6005-E0C4-44FCD7306246}"/>
              </a:ext>
            </a:extLst>
          </p:cNvPr>
          <p:cNvGrpSpPr/>
          <p:nvPr/>
        </p:nvGrpSpPr>
        <p:grpSpPr>
          <a:xfrm>
            <a:off x="85165" y="4272344"/>
            <a:ext cx="7036554" cy="2497248"/>
            <a:chOff x="224199" y="4152454"/>
            <a:chExt cx="7036554" cy="2497248"/>
          </a:xfrm>
        </p:grpSpPr>
        <p:pic>
          <p:nvPicPr>
            <p:cNvPr id="8" name="Picture 7">
              <a:extLst>
                <a:ext uri="{FF2B5EF4-FFF2-40B4-BE49-F238E27FC236}">
                  <a16:creationId xmlns:a16="http://schemas.microsoft.com/office/drawing/2014/main" id="{990C7CB3-D6BD-BD72-9086-E019D1B9970F}"/>
                </a:ext>
              </a:extLst>
            </p:cNvPr>
            <p:cNvPicPr>
              <a:picLocks noChangeAspect="1"/>
            </p:cNvPicPr>
            <p:nvPr/>
          </p:nvPicPr>
          <p:blipFill>
            <a:blip r:embed="rId3"/>
            <a:stretch>
              <a:fillRect/>
            </a:stretch>
          </p:blipFill>
          <p:spPr>
            <a:xfrm>
              <a:off x="3212795" y="4152454"/>
              <a:ext cx="4047958" cy="2497248"/>
            </a:xfrm>
            <a:prstGeom prst="rect">
              <a:avLst/>
            </a:prstGeom>
          </p:spPr>
        </p:pic>
        <p:sp>
          <p:nvSpPr>
            <p:cNvPr id="9" name="TextBox 8">
              <a:extLst>
                <a:ext uri="{FF2B5EF4-FFF2-40B4-BE49-F238E27FC236}">
                  <a16:creationId xmlns:a16="http://schemas.microsoft.com/office/drawing/2014/main" id="{109C973D-D1F5-D2FA-8CA5-061310337874}"/>
                </a:ext>
              </a:extLst>
            </p:cNvPr>
            <p:cNvSpPr txBox="1"/>
            <p:nvPr/>
          </p:nvSpPr>
          <p:spPr>
            <a:xfrm>
              <a:off x="224199" y="4465241"/>
              <a:ext cx="2883946" cy="400110"/>
            </a:xfrm>
            <a:prstGeom prst="rect">
              <a:avLst/>
            </a:prstGeom>
            <a:noFill/>
            <a:ln>
              <a:noFill/>
            </a:ln>
          </p:spPr>
          <p:txBody>
            <a:bodyPr wrap="square">
              <a:spAutoFit/>
            </a:bodyPr>
            <a:lstStyle/>
            <a:p>
              <a:pPr algn="r"/>
              <a:r>
                <a:rPr lang="en-US" sz="2000" i="1" dirty="0">
                  <a:solidFill>
                    <a:schemeClr val="accent1"/>
                  </a:solidFill>
                </a:rPr>
                <a:t>Order of construction</a:t>
              </a:r>
            </a:p>
          </p:txBody>
        </p:sp>
        <p:sp>
          <p:nvSpPr>
            <p:cNvPr id="10" name="TextBox 9">
              <a:extLst>
                <a:ext uri="{FF2B5EF4-FFF2-40B4-BE49-F238E27FC236}">
                  <a16:creationId xmlns:a16="http://schemas.microsoft.com/office/drawing/2014/main" id="{8C0E0C8D-5136-6960-3ACD-812029822C9C}"/>
                </a:ext>
              </a:extLst>
            </p:cNvPr>
            <p:cNvSpPr txBox="1"/>
            <p:nvPr/>
          </p:nvSpPr>
          <p:spPr>
            <a:xfrm>
              <a:off x="646355" y="5446152"/>
              <a:ext cx="2461790" cy="400110"/>
            </a:xfrm>
            <a:prstGeom prst="rect">
              <a:avLst/>
            </a:prstGeom>
            <a:noFill/>
            <a:ln>
              <a:noFill/>
            </a:ln>
          </p:spPr>
          <p:txBody>
            <a:bodyPr wrap="square">
              <a:spAutoFit/>
            </a:bodyPr>
            <a:lstStyle/>
            <a:p>
              <a:pPr algn="r"/>
              <a:r>
                <a:rPr lang="en-US" sz="2000" i="1" dirty="0">
                  <a:solidFill>
                    <a:schemeClr val="accent1"/>
                  </a:solidFill>
                </a:rPr>
                <a:t>Initialization </a:t>
              </a:r>
            </a:p>
          </p:txBody>
        </p:sp>
        <p:sp>
          <p:nvSpPr>
            <p:cNvPr id="11" name="TextBox 10">
              <a:extLst>
                <a:ext uri="{FF2B5EF4-FFF2-40B4-BE49-F238E27FC236}">
                  <a16:creationId xmlns:a16="http://schemas.microsoft.com/office/drawing/2014/main" id="{42D43A33-85D9-78EF-3A0F-3D5A151DD5BB}"/>
                </a:ext>
              </a:extLst>
            </p:cNvPr>
            <p:cNvSpPr txBox="1"/>
            <p:nvPr/>
          </p:nvSpPr>
          <p:spPr>
            <a:xfrm>
              <a:off x="224199" y="6007831"/>
              <a:ext cx="2883946" cy="400110"/>
            </a:xfrm>
            <a:prstGeom prst="rect">
              <a:avLst/>
            </a:prstGeom>
            <a:noFill/>
            <a:ln>
              <a:noFill/>
            </a:ln>
          </p:spPr>
          <p:txBody>
            <a:bodyPr wrap="square">
              <a:spAutoFit/>
            </a:bodyPr>
            <a:lstStyle/>
            <a:p>
              <a:pPr algn="r"/>
              <a:r>
                <a:rPr lang="en-US" sz="2000" i="1" dirty="0">
                  <a:solidFill>
                    <a:schemeClr val="accent1"/>
                  </a:solidFill>
                </a:rPr>
                <a:t>Order of destruction</a:t>
              </a:r>
            </a:p>
          </p:txBody>
        </p:sp>
        <p:sp>
          <p:nvSpPr>
            <p:cNvPr id="12" name="Left Brace 11">
              <a:extLst>
                <a:ext uri="{FF2B5EF4-FFF2-40B4-BE49-F238E27FC236}">
                  <a16:creationId xmlns:a16="http://schemas.microsoft.com/office/drawing/2014/main" id="{E5C32AD4-4AF9-CC82-DC6A-93AD5455E184}"/>
                </a:ext>
              </a:extLst>
            </p:cNvPr>
            <p:cNvSpPr/>
            <p:nvPr/>
          </p:nvSpPr>
          <p:spPr>
            <a:xfrm>
              <a:off x="3108145" y="4240370"/>
              <a:ext cx="258998" cy="729663"/>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Left Brace 12">
              <a:extLst>
                <a:ext uri="{FF2B5EF4-FFF2-40B4-BE49-F238E27FC236}">
                  <a16:creationId xmlns:a16="http://schemas.microsoft.com/office/drawing/2014/main" id="{623E72E5-D30E-04AF-0308-471607F5B832}"/>
                </a:ext>
              </a:extLst>
            </p:cNvPr>
            <p:cNvSpPr/>
            <p:nvPr/>
          </p:nvSpPr>
          <p:spPr>
            <a:xfrm>
              <a:off x="3108145" y="5843054"/>
              <a:ext cx="258998" cy="729663"/>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Left Brace 13">
              <a:extLst>
                <a:ext uri="{FF2B5EF4-FFF2-40B4-BE49-F238E27FC236}">
                  <a16:creationId xmlns:a16="http://schemas.microsoft.com/office/drawing/2014/main" id="{5BEC5163-7BC2-475C-8EA3-EF1CE450A74B}"/>
                </a:ext>
              </a:extLst>
            </p:cNvPr>
            <p:cNvSpPr/>
            <p:nvPr/>
          </p:nvSpPr>
          <p:spPr>
            <a:xfrm>
              <a:off x="3108145" y="5444550"/>
              <a:ext cx="258998" cy="321520"/>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41027406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846C9F7-33D4-74F3-7FA5-6BF1A53E4B20}"/>
              </a:ext>
            </a:extLst>
          </p:cNvPr>
          <p:cNvSpPr txBox="1"/>
          <p:nvPr/>
        </p:nvSpPr>
        <p:spPr>
          <a:xfrm>
            <a:off x="217839" y="101780"/>
            <a:ext cx="11756319" cy="1015663"/>
          </a:xfrm>
          <a:prstGeom prst="rect">
            <a:avLst/>
          </a:prstGeom>
          <a:noFill/>
          <a:ln>
            <a:noFill/>
          </a:ln>
        </p:spPr>
        <p:txBody>
          <a:bodyPr wrap="square">
            <a:spAutoFit/>
          </a:bodyPr>
          <a:lstStyle/>
          <a:p>
            <a:pPr algn="ctr"/>
            <a:r>
              <a:rPr lang="en-US" sz="2000" b="1" i="1" dirty="0">
                <a:solidFill>
                  <a:schemeClr val="accent1"/>
                </a:solidFill>
              </a:rPr>
              <a:t>Why will the following modification to the child </a:t>
            </a:r>
            <a:r>
              <a:rPr lang="en-US" sz="2000" b="1" i="1" dirty="0" err="1">
                <a:solidFill>
                  <a:schemeClr val="accent1"/>
                </a:solidFill>
              </a:rPr>
              <a:t>ctor</a:t>
            </a:r>
            <a:r>
              <a:rPr lang="en-US" sz="2000" b="1" i="1" dirty="0">
                <a:solidFill>
                  <a:schemeClr val="accent1"/>
                </a:solidFill>
              </a:rPr>
              <a:t> not work?</a:t>
            </a:r>
          </a:p>
          <a:p>
            <a:pPr algn="ctr"/>
            <a:r>
              <a:rPr lang="en-US" sz="2000" b="1" i="1" dirty="0">
                <a:solidFill>
                  <a:schemeClr val="accent1"/>
                </a:solidFill>
              </a:rPr>
              <a:t>Go read :P</a:t>
            </a:r>
          </a:p>
          <a:p>
            <a:pPr algn="ctr"/>
            <a:r>
              <a:rPr lang="en-US" sz="2000" dirty="0">
                <a:solidFill>
                  <a:schemeClr val="accent1"/>
                </a:solidFill>
                <a:hlinkClick r:id="rId2"/>
              </a:rPr>
              <a:t>https://www.learncpp.com/cpp-tutorial/constructors-and-initialization-of-derived-classes/</a:t>
            </a:r>
            <a:endParaRPr lang="en-US" sz="2000" dirty="0">
              <a:solidFill>
                <a:schemeClr val="accent1"/>
              </a:solidFill>
            </a:endParaRPr>
          </a:p>
        </p:txBody>
      </p:sp>
      <p:grpSp>
        <p:nvGrpSpPr>
          <p:cNvPr id="9" name="Group 8">
            <a:extLst>
              <a:ext uri="{FF2B5EF4-FFF2-40B4-BE49-F238E27FC236}">
                <a16:creationId xmlns:a16="http://schemas.microsoft.com/office/drawing/2014/main" id="{EF5CB7D0-4DE4-6C3D-F25E-3B41AE3BFB3F}"/>
              </a:ext>
            </a:extLst>
          </p:cNvPr>
          <p:cNvGrpSpPr/>
          <p:nvPr/>
        </p:nvGrpSpPr>
        <p:grpSpPr>
          <a:xfrm>
            <a:off x="1291173" y="1220094"/>
            <a:ext cx="9609653" cy="5235394"/>
            <a:chOff x="1291173" y="811303"/>
            <a:chExt cx="9609653" cy="5235394"/>
          </a:xfrm>
        </p:grpSpPr>
        <p:pic>
          <p:nvPicPr>
            <p:cNvPr id="5" name="Picture 4">
              <a:extLst>
                <a:ext uri="{FF2B5EF4-FFF2-40B4-BE49-F238E27FC236}">
                  <a16:creationId xmlns:a16="http://schemas.microsoft.com/office/drawing/2014/main" id="{440F1D4A-DA96-CCDB-5485-58CA000CB8BE}"/>
                </a:ext>
              </a:extLst>
            </p:cNvPr>
            <p:cNvPicPr>
              <a:picLocks noChangeAspect="1"/>
            </p:cNvPicPr>
            <p:nvPr/>
          </p:nvPicPr>
          <p:blipFill>
            <a:blip r:embed="rId3"/>
            <a:stretch>
              <a:fillRect/>
            </a:stretch>
          </p:blipFill>
          <p:spPr>
            <a:xfrm>
              <a:off x="1291173" y="811303"/>
              <a:ext cx="9609653" cy="5235394"/>
            </a:xfrm>
            <a:prstGeom prst="rect">
              <a:avLst/>
            </a:prstGeom>
          </p:spPr>
        </p:pic>
        <p:sp>
          <p:nvSpPr>
            <p:cNvPr id="7" name="Rectangle 6">
              <a:extLst>
                <a:ext uri="{FF2B5EF4-FFF2-40B4-BE49-F238E27FC236}">
                  <a16:creationId xmlns:a16="http://schemas.microsoft.com/office/drawing/2014/main" id="{26AE1B8D-46EA-F26E-0565-F64A4E839105}"/>
                </a:ext>
              </a:extLst>
            </p:cNvPr>
            <p:cNvSpPr/>
            <p:nvPr/>
          </p:nvSpPr>
          <p:spPr>
            <a:xfrm>
              <a:off x="2343373" y="5507915"/>
              <a:ext cx="8403516" cy="2151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1A35CAC-DDB0-DE2C-7AAE-546F2C2456C4}"/>
                </a:ext>
              </a:extLst>
            </p:cNvPr>
            <p:cNvSpPr/>
            <p:nvPr/>
          </p:nvSpPr>
          <p:spPr>
            <a:xfrm>
              <a:off x="1344705" y="5745929"/>
              <a:ext cx="9402184" cy="2151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786376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846C9F7-33D4-74F3-7FA5-6BF1A53E4B20}"/>
              </a:ext>
            </a:extLst>
          </p:cNvPr>
          <p:cNvSpPr txBox="1"/>
          <p:nvPr/>
        </p:nvSpPr>
        <p:spPr>
          <a:xfrm>
            <a:off x="217839" y="101780"/>
            <a:ext cx="11756319" cy="2246769"/>
          </a:xfrm>
          <a:prstGeom prst="rect">
            <a:avLst/>
          </a:prstGeom>
          <a:noFill/>
          <a:ln>
            <a:noFill/>
          </a:ln>
        </p:spPr>
        <p:txBody>
          <a:bodyPr wrap="square">
            <a:spAutoFit/>
          </a:bodyPr>
          <a:lstStyle/>
          <a:p>
            <a:pPr algn="ctr"/>
            <a:r>
              <a:rPr lang="en-US" sz="2000" b="1" i="1" dirty="0">
                <a:solidFill>
                  <a:schemeClr val="accent1"/>
                </a:solidFill>
              </a:rPr>
              <a:t>Why will the following modification to the child </a:t>
            </a:r>
            <a:r>
              <a:rPr lang="en-US" sz="2000" b="1" i="1" dirty="0" err="1">
                <a:solidFill>
                  <a:schemeClr val="accent1"/>
                </a:solidFill>
              </a:rPr>
              <a:t>ctor</a:t>
            </a:r>
            <a:r>
              <a:rPr lang="en-US" sz="2000" b="1" i="1" dirty="0">
                <a:solidFill>
                  <a:schemeClr val="accent1"/>
                </a:solidFill>
              </a:rPr>
              <a:t> not work?</a:t>
            </a:r>
          </a:p>
          <a:p>
            <a:pPr algn="ctr"/>
            <a:r>
              <a:rPr lang="en-US" sz="2000" b="1" i="1" dirty="0">
                <a:solidFill>
                  <a:schemeClr val="accent1"/>
                </a:solidFill>
              </a:rPr>
              <a:t>Go read </a:t>
            </a:r>
            <a:r>
              <a:rPr lang="en-US" sz="2000" i="1" dirty="0">
                <a:solidFill>
                  <a:schemeClr val="accent1"/>
                </a:solidFill>
              </a:rPr>
              <a:t>(same link as on the previous slide)</a:t>
            </a:r>
            <a:r>
              <a:rPr lang="en-US" sz="2000" b="1" i="1" dirty="0">
                <a:solidFill>
                  <a:schemeClr val="accent1"/>
                </a:solidFill>
              </a:rPr>
              <a:t> :P</a:t>
            </a:r>
          </a:p>
          <a:p>
            <a:pPr algn="ctr"/>
            <a:endParaRPr lang="en-US" sz="2000" b="1" i="1" dirty="0">
              <a:solidFill>
                <a:schemeClr val="accent1"/>
              </a:solidFill>
            </a:endParaRPr>
          </a:p>
          <a:p>
            <a:pPr algn="ctr"/>
            <a:r>
              <a:rPr lang="en-US" sz="2000" i="1" dirty="0">
                <a:solidFill>
                  <a:schemeClr val="accent1"/>
                </a:solidFill>
              </a:rPr>
              <a:t>Also, apart from the reasons mentioned in the article, note that in our example, the parent’s members were private, which means they can only be accessed within the member functions of the parent class. So will the following work in that case?</a:t>
            </a:r>
          </a:p>
          <a:p>
            <a:pPr algn="ctr"/>
            <a:r>
              <a:rPr lang="en-US" sz="2000" i="1" dirty="0">
                <a:solidFill>
                  <a:schemeClr val="accent1"/>
                </a:solidFill>
              </a:rPr>
              <a:t>If you think deeply, you’ll intuit the purpose of </a:t>
            </a:r>
            <a:r>
              <a:rPr lang="en-US" sz="20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protected</a:t>
            </a:r>
            <a:r>
              <a:rPr lang="en-US" sz="2000" i="1" dirty="0">
                <a:solidFill>
                  <a:schemeClr val="accent1"/>
                </a:solidFill>
              </a:rPr>
              <a:t>, the third access specifier (TBD later).</a:t>
            </a:r>
          </a:p>
        </p:txBody>
      </p:sp>
      <p:pic>
        <p:nvPicPr>
          <p:cNvPr id="3" name="Picture 2">
            <a:extLst>
              <a:ext uri="{FF2B5EF4-FFF2-40B4-BE49-F238E27FC236}">
                <a16:creationId xmlns:a16="http://schemas.microsoft.com/office/drawing/2014/main" id="{2755A55E-094C-3C3F-B692-CE6F9D3A533A}"/>
              </a:ext>
            </a:extLst>
          </p:cNvPr>
          <p:cNvPicPr>
            <a:picLocks noChangeAspect="1"/>
          </p:cNvPicPr>
          <p:nvPr/>
        </p:nvPicPr>
        <p:blipFill>
          <a:blip r:embed="rId2"/>
          <a:stretch>
            <a:fillRect/>
          </a:stretch>
        </p:blipFill>
        <p:spPr>
          <a:xfrm>
            <a:off x="3099304" y="2538699"/>
            <a:ext cx="5993388" cy="3517858"/>
          </a:xfrm>
          <a:prstGeom prst="rect">
            <a:avLst/>
          </a:prstGeom>
        </p:spPr>
      </p:pic>
    </p:spTree>
    <p:extLst>
      <p:ext uri="{BB962C8B-B14F-4D97-AF65-F5344CB8AC3E}">
        <p14:creationId xmlns:p14="http://schemas.microsoft.com/office/powerpoint/2010/main" val="7787356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66D4835-45D4-8AB6-3B56-978FA111620E}"/>
              </a:ext>
            </a:extLst>
          </p:cNvPr>
          <p:cNvPicPr>
            <a:picLocks noChangeAspect="1"/>
          </p:cNvPicPr>
          <p:nvPr/>
        </p:nvPicPr>
        <p:blipFill>
          <a:blip r:embed="rId2"/>
          <a:stretch>
            <a:fillRect/>
          </a:stretch>
        </p:blipFill>
        <p:spPr>
          <a:xfrm>
            <a:off x="1565515" y="888312"/>
            <a:ext cx="9060965" cy="5867908"/>
          </a:xfrm>
          <a:prstGeom prst="rect">
            <a:avLst/>
          </a:prstGeom>
        </p:spPr>
      </p:pic>
      <p:sp>
        <p:nvSpPr>
          <p:cNvPr id="6" name="TextBox 5">
            <a:extLst>
              <a:ext uri="{FF2B5EF4-FFF2-40B4-BE49-F238E27FC236}">
                <a16:creationId xmlns:a16="http://schemas.microsoft.com/office/drawing/2014/main" id="{7533190A-6609-0CAF-E146-4BE0BE4D0AEC}"/>
              </a:ext>
            </a:extLst>
          </p:cNvPr>
          <p:cNvSpPr txBox="1"/>
          <p:nvPr/>
        </p:nvSpPr>
        <p:spPr>
          <a:xfrm>
            <a:off x="217839" y="101780"/>
            <a:ext cx="11756319" cy="707886"/>
          </a:xfrm>
          <a:prstGeom prst="rect">
            <a:avLst/>
          </a:prstGeom>
          <a:noFill/>
          <a:ln>
            <a:noFill/>
          </a:ln>
        </p:spPr>
        <p:txBody>
          <a:bodyPr wrap="square">
            <a:spAutoFit/>
          </a:bodyPr>
          <a:lstStyle/>
          <a:p>
            <a:pPr algn="ctr"/>
            <a:r>
              <a:rPr lang="en-US" sz="2000" b="1" i="1" dirty="0">
                <a:solidFill>
                  <a:schemeClr val="accent1"/>
                </a:solidFill>
              </a:rPr>
              <a:t>After calling the parent </a:t>
            </a:r>
            <a:r>
              <a:rPr lang="en-US" sz="2000" b="1" i="1" dirty="0" err="1">
                <a:solidFill>
                  <a:schemeClr val="accent1"/>
                </a:solidFill>
              </a:rPr>
              <a:t>ctor</a:t>
            </a:r>
            <a:r>
              <a:rPr lang="en-US" sz="2000" b="1" i="1" dirty="0">
                <a:solidFill>
                  <a:schemeClr val="accent1"/>
                </a:solidFill>
              </a:rPr>
              <a:t> from within the member </a:t>
            </a:r>
            <a:r>
              <a:rPr lang="en-US" sz="2000" b="1" i="1" dirty="0" err="1">
                <a:solidFill>
                  <a:schemeClr val="accent1"/>
                </a:solidFill>
              </a:rPr>
              <a:t>init</a:t>
            </a:r>
            <a:r>
              <a:rPr lang="en-US" sz="2000" b="1" i="1" dirty="0">
                <a:solidFill>
                  <a:schemeClr val="accent1"/>
                </a:solidFill>
              </a:rPr>
              <a:t> list of the child </a:t>
            </a:r>
            <a:r>
              <a:rPr lang="en-US" sz="2000" b="1" i="1" dirty="0" err="1">
                <a:solidFill>
                  <a:schemeClr val="accent1"/>
                </a:solidFill>
              </a:rPr>
              <a:t>ctor</a:t>
            </a:r>
            <a:r>
              <a:rPr lang="en-US" sz="2000" b="1" i="1" dirty="0">
                <a:solidFill>
                  <a:schemeClr val="accent1"/>
                </a:solidFill>
              </a:rPr>
              <a:t>.</a:t>
            </a:r>
          </a:p>
          <a:p>
            <a:pPr algn="ctr"/>
            <a:r>
              <a:rPr lang="en-US" sz="2000" i="1" dirty="0">
                <a:solidFill>
                  <a:schemeClr val="accent1"/>
                </a:solidFill>
              </a:rPr>
              <a:t>Another example with detailed steps. There is yet another example that uses different classes.</a:t>
            </a:r>
          </a:p>
        </p:txBody>
      </p:sp>
    </p:spTree>
    <p:extLst>
      <p:ext uri="{BB962C8B-B14F-4D97-AF65-F5344CB8AC3E}">
        <p14:creationId xmlns:p14="http://schemas.microsoft.com/office/powerpoint/2010/main" val="4778439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3DC91FE-B3E5-3763-50BE-2663318C82AE}"/>
              </a:ext>
            </a:extLst>
          </p:cNvPr>
          <p:cNvPicPr>
            <a:picLocks noChangeAspect="1"/>
          </p:cNvPicPr>
          <p:nvPr/>
        </p:nvPicPr>
        <p:blipFill>
          <a:blip r:embed="rId3"/>
          <a:stretch>
            <a:fillRect/>
          </a:stretch>
        </p:blipFill>
        <p:spPr>
          <a:xfrm>
            <a:off x="823436" y="331828"/>
            <a:ext cx="4147672" cy="6194341"/>
          </a:xfrm>
          <a:prstGeom prst="rect">
            <a:avLst/>
          </a:prstGeom>
        </p:spPr>
      </p:pic>
      <p:pic>
        <p:nvPicPr>
          <p:cNvPr id="7" name="Picture 6">
            <a:extLst>
              <a:ext uri="{FF2B5EF4-FFF2-40B4-BE49-F238E27FC236}">
                <a16:creationId xmlns:a16="http://schemas.microsoft.com/office/drawing/2014/main" id="{3E384565-781D-F89B-2E46-CEF6D909198A}"/>
              </a:ext>
            </a:extLst>
          </p:cNvPr>
          <p:cNvPicPr>
            <a:picLocks noChangeAspect="1"/>
          </p:cNvPicPr>
          <p:nvPr/>
        </p:nvPicPr>
        <p:blipFill>
          <a:blip r:embed="rId4"/>
          <a:stretch>
            <a:fillRect/>
          </a:stretch>
        </p:blipFill>
        <p:spPr>
          <a:xfrm>
            <a:off x="7220893" y="2609376"/>
            <a:ext cx="3234778" cy="1639246"/>
          </a:xfrm>
          <a:prstGeom prst="rect">
            <a:avLst/>
          </a:prstGeom>
        </p:spPr>
      </p:pic>
      <p:sp>
        <p:nvSpPr>
          <p:cNvPr id="8" name="Rectangle 7">
            <a:extLst>
              <a:ext uri="{FF2B5EF4-FFF2-40B4-BE49-F238E27FC236}">
                <a16:creationId xmlns:a16="http://schemas.microsoft.com/office/drawing/2014/main" id="{D5E7C6DE-FBDA-BDB2-64B1-C4D0EE355A9F}"/>
              </a:ext>
            </a:extLst>
          </p:cNvPr>
          <p:cNvSpPr/>
          <p:nvPr/>
        </p:nvSpPr>
        <p:spPr>
          <a:xfrm>
            <a:off x="8197327" y="3127787"/>
            <a:ext cx="2162287" cy="35500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2098C39-7E31-C139-9A19-F8E8D7666F05}"/>
              </a:ext>
            </a:extLst>
          </p:cNvPr>
          <p:cNvSpPr/>
          <p:nvPr/>
        </p:nvSpPr>
        <p:spPr>
          <a:xfrm>
            <a:off x="1561381" y="5195944"/>
            <a:ext cx="3311833" cy="1054248"/>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onnector: Curved 9">
            <a:extLst>
              <a:ext uri="{FF2B5EF4-FFF2-40B4-BE49-F238E27FC236}">
                <a16:creationId xmlns:a16="http://schemas.microsoft.com/office/drawing/2014/main" id="{0C21B600-1803-82FC-675B-F6DC9975173A}"/>
              </a:ext>
            </a:extLst>
          </p:cNvPr>
          <p:cNvCxnSpPr>
            <a:cxnSpLocks/>
            <a:stCxn id="8" idx="1"/>
            <a:endCxn id="9" idx="3"/>
          </p:cNvCxnSpPr>
          <p:nvPr/>
        </p:nvCxnSpPr>
        <p:spPr>
          <a:xfrm rot="10800000" flipV="1">
            <a:off x="4873215" y="3305288"/>
            <a:ext cx="3324113" cy="2417780"/>
          </a:xfrm>
          <a:prstGeom prst="curved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9D83B46-15DB-9996-2212-60C69AC92680}"/>
              </a:ext>
            </a:extLst>
          </p:cNvPr>
          <p:cNvSpPr txBox="1"/>
          <p:nvPr/>
        </p:nvSpPr>
        <p:spPr>
          <a:xfrm>
            <a:off x="5547632" y="4514178"/>
            <a:ext cx="1673261" cy="337036"/>
          </a:xfrm>
          <a:prstGeom prst="rect">
            <a:avLst/>
          </a:prstGeom>
          <a:solidFill>
            <a:schemeClr val="bg1">
              <a:alpha val="70000"/>
            </a:schemeClr>
          </a:solidFill>
          <a:ln w="19050">
            <a:solidFill>
              <a:schemeClr val="accent1">
                <a:shade val="15000"/>
              </a:schemeClr>
            </a:solidFill>
          </a:ln>
        </p:spPr>
        <p:txBody>
          <a:bodyPr wrap="square">
            <a:spAutoFit/>
          </a:bodyPr>
          <a:lstStyle/>
          <a:p>
            <a:pPr algn="ctr"/>
            <a:r>
              <a:rPr lang="en-US" sz="1600" b="1" dirty="0">
                <a:latin typeface="Cascadia Code" panose="020B0609020000020004" pitchFamily="49" charset="0"/>
                <a:ea typeface="Cascadia Code" panose="020B0609020000020004" pitchFamily="49" charset="0"/>
                <a:cs typeface="Cascadia Code" panose="020B0609020000020004" pitchFamily="49" charset="0"/>
              </a:rPr>
              <a:t>5, 4.3, ‘R’</a:t>
            </a:r>
          </a:p>
        </p:txBody>
      </p:sp>
      <p:sp>
        <p:nvSpPr>
          <p:cNvPr id="20" name="Rectangle 19">
            <a:extLst>
              <a:ext uri="{FF2B5EF4-FFF2-40B4-BE49-F238E27FC236}">
                <a16:creationId xmlns:a16="http://schemas.microsoft.com/office/drawing/2014/main" id="{71BC7DE5-88F8-715B-C960-90DB862C9E42}"/>
              </a:ext>
            </a:extLst>
          </p:cNvPr>
          <p:cNvSpPr/>
          <p:nvPr/>
        </p:nvSpPr>
        <p:spPr>
          <a:xfrm>
            <a:off x="1561380" y="3203273"/>
            <a:ext cx="3311833" cy="105424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Connector: Curved 20">
            <a:extLst>
              <a:ext uri="{FF2B5EF4-FFF2-40B4-BE49-F238E27FC236}">
                <a16:creationId xmlns:a16="http://schemas.microsoft.com/office/drawing/2014/main" id="{D69DD974-D233-6308-0B13-207B71D8B836}"/>
              </a:ext>
            </a:extLst>
          </p:cNvPr>
          <p:cNvCxnSpPr>
            <a:cxnSpLocks/>
            <a:stCxn id="52" idx="1"/>
            <a:endCxn id="20" idx="1"/>
          </p:cNvCxnSpPr>
          <p:nvPr/>
        </p:nvCxnSpPr>
        <p:spPr>
          <a:xfrm rot="10800000">
            <a:off x="1561381" y="3730397"/>
            <a:ext cx="215245" cy="1791474"/>
          </a:xfrm>
          <a:prstGeom prst="curvedConnector3">
            <a:avLst>
              <a:gd name="adj1" fmla="val 616030"/>
            </a:avLst>
          </a:prstGeom>
          <a:ln>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0FEE1B0F-8702-E75E-AF31-31800C071DD7}"/>
              </a:ext>
            </a:extLst>
          </p:cNvPr>
          <p:cNvSpPr txBox="1"/>
          <p:nvPr/>
        </p:nvSpPr>
        <p:spPr>
          <a:xfrm>
            <a:off x="151050" y="4515486"/>
            <a:ext cx="940220" cy="338554"/>
          </a:xfrm>
          <a:prstGeom prst="rect">
            <a:avLst/>
          </a:prstGeom>
          <a:solidFill>
            <a:schemeClr val="bg1">
              <a:alpha val="70000"/>
            </a:schemeClr>
          </a:solidFill>
          <a:ln w="19050">
            <a:solidFill>
              <a:schemeClr val="accent1"/>
            </a:solidFill>
          </a:ln>
        </p:spPr>
        <p:txBody>
          <a:bodyPr wrap="square">
            <a:spAutoFit/>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5, 4.3</a:t>
            </a:r>
          </a:p>
        </p:txBody>
      </p:sp>
      <p:sp>
        <p:nvSpPr>
          <p:cNvPr id="44" name="Rectangle 43">
            <a:extLst>
              <a:ext uri="{FF2B5EF4-FFF2-40B4-BE49-F238E27FC236}">
                <a16:creationId xmlns:a16="http://schemas.microsoft.com/office/drawing/2014/main" id="{C366CF42-DA2E-E30B-647D-F38097C0C2CB}"/>
              </a:ext>
            </a:extLst>
          </p:cNvPr>
          <p:cNvSpPr/>
          <p:nvPr/>
        </p:nvSpPr>
        <p:spPr>
          <a:xfrm>
            <a:off x="1561379" y="1429750"/>
            <a:ext cx="3311833" cy="821291"/>
          </a:xfrm>
          <a:prstGeom prst="rect">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Connector: Curved 44">
            <a:extLst>
              <a:ext uri="{FF2B5EF4-FFF2-40B4-BE49-F238E27FC236}">
                <a16:creationId xmlns:a16="http://schemas.microsoft.com/office/drawing/2014/main" id="{D7EF543F-9B65-071D-5066-1306799CBAE4}"/>
              </a:ext>
            </a:extLst>
          </p:cNvPr>
          <p:cNvCxnSpPr>
            <a:cxnSpLocks/>
            <a:stCxn id="55" idx="1"/>
            <a:endCxn id="44" idx="1"/>
          </p:cNvCxnSpPr>
          <p:nvPr/>
        </p:nvCxnSpPr>
        <p:spPr>
          <a:xfrm rot="10800000">
            <a:off x="1561379" y="1840397"/>
            <a:ext cx="174950" cy="1681245"/>
          </a:xfrm>
          <a:prstGeom prst="curvedConnector3">
            <a:avLst>
              <a:gd name="adj1" fmla="val 808670"/>
            </a:avLst>
          </a:prstGeom>
          <a:ln>
            <a:solidFill>
              <a:srgbClr val="00B05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00AD385F-F5C8-7AB7-5E5E-CFC7DEA5F061}"/>
              </a:ext>
            </a:extLst>
          </p:cNvPr>
          <p:cNvSpPr txBox="1"/>
          <p:nvPr/>
        </p:nvSpPr>
        <p:spPr>
          <a:xfrm>
            <a:off x="151050" y="2251041"/>
            <a:ext cx="340028" cy="338554"/>
          </a:xfrm>
          <a:prstGeom prst="rect">
            <a:avLst/>
          </a:prstGeom>
          <a:solidFill>
            <a:schemeClr val="bg1">
              <a:alpha val="70000"/>
            </a:schemeClr>
          </a:solidFill>
          <a:ln w="19050">
            <a:solidFill>
              <a:srgbClr val="00B050"/>
            </a:solidFill>
          </a:ln>
        </p:spPr>
        <p:txBody>
          <a:bodyPr wrap="square">
            <a:spAutoFit/>
          </a:bodyPr>
          <a:lstStyle/>
          <a:p>
            <a:pPr algn="ctr"/>
            <a:r>
              <a:rPr lang="en-US" sz="1600" b="1"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5</a:t>
            </a:r>
          </a:p>
        </p:txBody>
      </p:sp>
      <p:sp>
        <p:nvSpPr>
          <p:cNvPr id="51" name="TextBox 50">
            <a:extLst>
              <a:ext uri="{FF2B5EF4-FFF2-40B4-BE49-F238E27FC236}">
                <a16:creationId xmlns:a16="http://schemas.microsoft.com/office/drawing/2014/main" id="{D6184EF8-13C7-54DF-2974-69C78906AA06}"/>
              </a:ext>
            </a:extLst>
          </p:cNvPr>
          <p:cNvSpPr txBox="1"/>
          <p:nvPr/>
        </p:nvSpPr>
        <p:spPr>
          <a:xfrm>
            <a:off x="6467273" y="331828"/>
            <a:ext cx="3988398" cy="707886"/>
          </a:xfrm>
          <a:prstGeom prst="rect">
            <a:avLst/>
          </a:prstGeom>
          <a:noFill/>
          <a:ln>
            <a:noFill/>
          </a:ln>
        </p:spPr>
        <p:txBody>
          <a:bodyPr wrap="square">
            <a:spAutoFit/>
          </a:bodyPr>
          <a:lstStyle/>
          <a:p>
            <a:r>
              <a:rPr lang="en-US" sz="2000" i="1" dirty="0">
                <a:solidFill>
                  <a:schemeClr val="accent1"/>
                </a:solidFill>
              </a:rPr>
              <a:t>Note that this example just shows the idea that </a:t>
            </a:r>
            <a:r>
              <a:rPr lang="en-US" sz="2000" b="1" i="1" dirty="0">
                <a:solidFill>
                  <a:schemeClr val="accent1"/>
                </a:solidFill>
              </a:rPr>
              <a:t>inheritance chains</a:t>
            </a:r>
            <a:r>
              <a:rPr lang="en-US" sz="2000" i="1" dirty="0">
                <a:solidFill>
                  <a:schemeClr val="accent1"/>
                </a:solidFill>
              </a:rPr>
              <a:t>. </a:t>
            </a:r>
          </a:p>
        </p:txBody>
      </p:sp>
      <p:sp>
        <p:nvSpPr>
          <p:cNvPr id="52" name="Rectangle 51">
            <a:extLst>
              <a:ext uri="{FF2B5EF4-FFF2-40B4-BE49-F238E27FC236}">
                <a16:creationId xmlns:a16="http://schemas.microsoft.com/office/drawing/2014/main" id="{E50A3004-3AF3-27FE-DFE8-EF8A7B9F888A}"/>
              </a:ext>
            </a:extLst>
          </p:cNvPr>
          <p:cNvSpPr/>
          <p:nvPr/>
        </p:nvSpPr>
        <p:spPr>
          <a:xfrm>
            <a:off x="1776625" y="5417492"/>
            <a:ext cx="934303" cy="20875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36F6287A-B200-7697-8C2D-471B15ABE613}"/>
              </a:ext>
            </a:extLst>
          </p:cNvPr>
          <p:cNvSpPr/>
          <p:nvPr/>
        </p:nvSpPr>
        <p:spPr>
          <a:xfrm>
            <a:off x="1736329" y="3417262"/>
            <a:ext cx="651869" cy="208757"/>
          </a:xfrm>
          <a:prstGeom prst="rect">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5D15FE06-B0FA-DB38-1CC1-1CEEEB0BB8AD}"/>
              </a:ext>
            </a:extLst>
          </p:cNvPr>
          <p:cNvGraphicFramePr>
            <a:graphicFrameLocks noGrp="1"/>
          </p:cNvGraphicFramePr>
          <p:nvPr>
            <p:extLst>
              <p:ext uri="{D42A27DB-BD31-4B8C-83A1-F6EECF244321}">
                <p14:modId xmlns:p14="http://schemas.microsoft.com/office/powerpoint/2010/main" val="2834357720"/>
              </p:ext>
            </p:extLst>
          </p:nvPr>
        </p:nvGraphicFramePr>
        <p:xfrm>
          <a:off x="11103358" y="2861002"/>
          <a:ext cx="811605" cy="1112520"/>
        </p:xfrm>
        <a:graphic>
          <a:graphicData uri="http://schemas.openxmlformats.org/drawingml/2006/table">
            <a:tbl>
              <a:tblPr firstRow="1" bandRow="1">
                <a:tableStyleId>{5C22544A-7EE6-4342-B048-85BDC9FD1C3A}</a:tableStyleId>
              </a:tblPr>
              <a:tblGrid>
                <a:gridCol w="811605">
                  <a:extLst>
                    <a:ext uri="{9D8B030D-6E8A-4147-A177-3AD203B41FA5}">
                      <a16:colId xmlns:a16="http://schemas.microsoft.com/office/drawing/2014/main" val="121308405"/>
                    </a:ext>
                  </a:extLst>
                </a:gridCol>
              </a:tblGrid>
              <a:tr h="370840">
                <a:tc>
                  <a:txBody>
                    <a:bodyPr/>
                    <a:lstStyle/>
                    <a:p>
                      <a:pPr algn="ctr"/>
                      <a:r>
                        <a:rPr lang="en-US" b="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32444748"/>
                  </a:ext>
                </a:extLst>
              </a:tr>
              <a:tr h="370840">
                <a:tc>
                  <a:txBody>
                    <a:bodyPr/>
                    <a:lstStyle/>
                    <a:p>
                      <a:pPr algn="ctr"/>
                      <a:r>
                        <a:rPr lang="en-US" b="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2990671"/>
                  </a:ext>
                </a:extLst>
              </a:tr>
              <a:tr h="370840">
                <a:tc>
                  <a:txBody>
                    <a:bodyPr/>
                    <a:lstStyle/>
                    <a:p>
                      <a:pPr algn="ctr"/>
                      <a:r>
                        <a:rPr lang="en-US" b="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01939447"/>
                  </a:ext>
                </a:extLst>
              </a:tr>
            </a:tbl>
          </a:graphicData>
        </a:graphic>
      </p:graphicFrame>
      <p:sp>
        <p:nvSpPr>
          <p:cNvPr id="3" name="TextBox 2">
            <a:extLst>
              <a:ext uri="{FF2B5EF4-FFF2-40B4-BE49-F238E27FC236}">
                <a16:creationId xmlns:a16="http://schemas.microsoft.com/office/drawing/2014/main" id="{47E1DD7B-BC27-FA61-16B3-DD556A522D79}"/>
              </a:ext>
            </a:extLst>
          </p:cNvPr>
          <p:cNvSpPr txBox="1"/>
          <p:nvPr/>
        </p:nvSpPr>
        <p:spPr>
          <a:xfrm>
            <a:off x="11103358" y="2425590"/>
            <a:ext cx="811605" cy="369332"/>
          </a:xfrm>
          <a:prstGeom prst="rect">
            <a:avLst/>
          </a:prstGeom>
          <a:noFill/>
        </p:spPr>
        <p:txBody>
          <a:bodyPr wrap="square" rtlCol="0">
            <a:spAutoFit/>
          </a:bodyPr>
          <a:lstStyle/>
          <a:p>
            <a:pPr algn="ctr"/>
            <a:r>
              <a:rPr lang="en-US" b="1" dirty="0">
                <a:latin typeface="Cascadia Code" panose="020B0609020000020004" pitchFamily="49" charset="0"/>
                <a:ea typeface="Cascadia Code" panose="020B0609020000020004" pitchFamily="49" charset="0"/>
                <a:cs typeface="Cascadia Code" panose="020B0609020000020004" pitchFamily="49" charset="0"/>
              </a:rPr>
              <a:t>C </a:t>
            </a:r>
            <a:r>
              <a:rPr lang="en-US" b="1" dirty="0" err="1">
                <a:latin typeface="Cascadia Code" panose="020B0609020000020004" pitchFamily="49" charset="0"/>
                <a:ea typeface="Cascadia Code" panose="020B0609020000020004" pitchFamily="49" charset="0"/>
                <a:cs typeface="Cascadia Code" panose="020B0609020000020004" pitchFamily="49" charset="0"/>
              </a:rPr>
              <a:t>c</a:t>
            </a:r>
            <a:r>
              <a:rPr lang="en-US" b="1" dirty="0">
                <a:latin typeface="Cascadia Code" panose="020B0609020000020004" pitchFamily="49" charset="0"/>
                <a:ea typeface="Cascadia Code" panose="020B0609020000020004" pitchFamily="49" charset="0"/>
                <a:cs typeface="Cascadia Code" panose="020B0609020000020004" pitchFamily="49" charset="0"/>
              </a:rPr>
              <a:t>;</a:t>
            </a:r>
          </a:p>
        </p:txBody>
      </p:sp>
      <p:pic>
        <p:nvPicPr>
          <p:cNvPr id="6" name="Picture 5">
            <a:extLst>
              <a:ext uri="{FF2B5EF4-FFF2-40B4-BE49-F238E27FC236}">
                <a16:creationId xmlns:a16="http://schemas.microsoft.com/office/drawing/2014/main" id="{8D6864A0-D0D5-B60D-DBA3-0B3441BBF7DE}"/>
              </a:ext>
            </a:extLst>
          </p:cNvPr>
          <p:cNvPicPr>
            <a:picLocks noChangeAspect="1"/>
          </p:cNvPicPr>
          <p:nvPr/>
        </p:nvPicPr>
        <p:blipFill>
          <a:blip r:embed="rId5"/>
          <a:stretch>
            <a:fillRect/>
          </a:stretch>
        </p:blipFill>
        <p:spPr>
          <a:xfrm>
            <a:off x="8396925" y="5195944"/>
            <a:ext cx="1618443" cy="1418909"/>
          </a:xfrm>
          <a:prstGeom prst="rect">
            <a:avLst/>
          </a:prstGeom>
        </p:spPr>
      </p:pic>
      <p:sp>
        <p:nvSpPr>
          <p:cNvPr id="11" name="TextBox 10">
            <a:extLst>
              <a:ext uri="{FF2B5EF4-FFF2-40B4-BE49-F238E27FC236}">
                <a16:creationId xmlns:a16="http://schemas.microsoft.com/office/drawing/2014/main" id="{5C66EF50-87CD-67D9-EE60-81F9CCDB566D}"/>
              </a:ext>
            </a:extLst>
          </p:cNvPr>
          <p:cNvSpPr txBox="1"/>
          <p:nvPr/>
        </p:nvSpPr>
        <p:spPr>
          <a:xfrm>
            <a:off x="8644167" y="4851214"/>
            <a:ext cx="1123958" cy="369332"/>
          </a:xfrm>
          <a:prstGeom prst="rect">
            <a:avLst/>
          </a:prstGeom>
          <a:noFill/>
        </p:spPr>
        <p:txBody>
          <a:bodyPr wrap="square" rtlCol="0">
            <a:spAutoFit/>
          </a:bodyPr>
          <a:lstStyle/>
          <a:p>
            <a:pPr algn="ctr"/>
            <a:r>
              <a:rPr lang="en-US" b="1" u="sng" dirty="0">
                <a:latin typeface="Cascadia Code" panose="020B0609020000020004" pitchFamily="49" charset="0"/>
                <a:ea typeface="Cascadia Code" panose="020B0609020000020004" pitchFamily="49" charset="0"/>
                <a:cs typeface="Cascadia Code" panose="020B0609020000020004" pitchFamily="49" charset="0"/>
              </a:rPr>
              <a:t>Output</a:t>
            </a:r>
          </a:p>
        </p:txBody>
      </p:sp>
    </p:spTree>
    <p:extLst>
      <p:ext uri="{BB962C8B-B14F-4D97-AF65-F5344CB8AC3E}">
        <p14:creationId xmlns:p14="http://schemas.microsoft.com/office/powerpoint/2010/main" val="2308865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8" grpId="0" animBg="1"/>
      <p:bldP spid="20" grpId="0" animBg="1"/>
      <p:bldP spid="36" grpId="0" animBg="1"/>
      <p:bldP spid="44" grpId="0" animBg="1"/>
      <p:bldP spid="50" grpId="0" animBg="1"/>
      <p:bldP spid="52" grpId="0" animBg="1"/>
      <p:bldP spid="55" grpId="0" animBg="1"/>
      <p:bldP spid="1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3DC91FE-B3E5-3763-50BE-2663318C82AE}"/>
              </a:ext>
            </a:extLst>
          </p:cNvPr>
          <p:cNvPicPr>
            <a:picLocks noChangeAspect="1"/>
          </p:cNvPicPr>
          <p:nvPr/>
        </p:nvPicPr>
        <p:blipFill>
          <a:blip r:embed="rId3"/>
          <a:stretch>
            <a:fillRect/>
          </a:stretch>
        </p:blipFill>
        <p:spPr>
          <a:xfrm>
            <a:off x="823436" y="331828"/>
            <a:ext cx="4147672" cy="6194341"/>
          </a:xfrm>
          <a:prstGeom prst="rect">
            <a:avLst/>
          </a:prstGeom>
        </p:spPr>
      </p:pic>
      <p:sp>
        <p:nvSpPr>
          <p:cNvPr id="8" name="Rectangle 7">
            <a:extLst>
              <a:ext uri="{FF2B5EF4-FFF2-40B4-BE49-F238E27FC236}">
                <a16:creationId xmlns:a16="http://schemas.microsoft.com/office/drawing/2014/main" id="{D5E7C6DE-FBDA-BDB2-64B1-C4D0EE355A9F}"/>
              </a:ext>
            </a:extLst>
          </p:cNvPr>
          <p:cNvSpPr/>
          <p:nvPr/>
        </p:nvSpPr>
        <p:spPr>
          <a:xfrm>
            <a:off x="8197327" y="3127787"/>
            <a:ext cx="2162287" cy="35500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onnector: Curved 9">
            <a:extLst>
              <a:ext uri="{FF2B5EF4-FFF2-40B4-BE49-F238E27FC236}">
                <a16:creationId xmlns:a16="http://schemas.microsoft.com/office/drawing/2014/main" id="{0C21B600-1803-82FC-675B-F6DC9975173A}"/>
              </a:ext>
            </a:extLst>
          </p:cNvPr>
          <p:cNvCxnSpPr>
            <a:cxnSpLocks/>
            <a:stCxn id="8" idx="1"/>
            <a:endCxn id="20" idx="3"/>
          </p:cNvCxnSpPr>
          <p:nvPr/>
        </p:nvCxnSpPr>
        <p:spPr>
          <a:xfrm rot="10800000" flipV="1">
            <a:off x="4873213" y="3305287"/>
            <a:ext cx="3324114" cy="425109"/>
          </a:xfrm>
          <a:prstGeom prst="curvedConnector3">
            <a:avLst>
              <a:gd name="adj1" fmla="val 48382"/>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9D83B46-15DB-9996-2212-60C69AC92680}"/>
              </a:ext>
            </a:extLst>
          </p:cNvPr>
          <p:cNvSpPr txBox="1"/>
          <p:nvPr/>
        </p:nvSpPr>
        <p:spPr>
          <a:xfrm>
            <a:off x="5922381" y="3528997"/>
            <a:ext cx="1089783" cy="338554"/>
          </a:xfrm>
          <a:prstGeom prst="rect">
            <a:avLst/>
          </a:prstGeom>
          <a:solidFill>
            <a:schemeClr val="bg1">
              <a:alpha val="70000"/>
            </a:schemeClr>
          </a:solidFill>
          <a:ln w="19050">
            <a:solidFill>
              <a:schemeClr val="accent1">
                <a:shade val="15000"/>
              </a:schemeClr>
            </a:solidFill>
          </a:ln>
        </p:spPr>
        <p:txBody>
          <a:bodyPr wrap="square">
            <a:spAutoFit/>
          </a:bodyPr>
          <a:lstStyle/>
          <a:p>
            <a:pPr algn="ctr"/>
            <a:r>
              <a:rPr lang="en-US" sz="1600" b="1" dirty="0">
                <a:latin typeface="Cascadia Code" panose="020B0609020000020004" pitchFamily="49" charset="0"/>
                <a:ea typeface="Cascadia Code" panose="020B0609020000020004" pitchFamily="49" charset="0"/>
                <a:cs typeface="Cascadia Code" panose="020B0609020000020004" pitchFamily="49" charset="0"/>
              </a:rPr>
              <a:t>5, 4.3</a:t>
            </a:r>
          </a:p>
        </p:txBody>
      </p:sp>
      <p:sp>
        <p:nvSpPr>
          <p:cNvPr id="20" name="Rectangle 19">
            <a:extLst>
              <a:ext uri="{FF2B5EF4-FFF2-40B4-BE49-F238E27FC236}">
                <a16:creationId xmlns:a16="http://schemas.microsoft.com/office/drawing/2014/main" id="{71BC7DE5-88F8-715B-C960-90DB862C9E42}"/>
              </a:ext>
            </a:extLst>
          </p:cNvPr>
          <p:cNvSpPr/>
          <p:nvPr/>
        </p:nvSpPr>
        <p:spPr>
          <a:xfrm>
            <a:off x="1561380" y="3203273"/>
            <a:ext cx="3311833" cy="105424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366CF42-DA2E-E30B-647D-F38097C0C2CB}"/>
              </a:ext>
            </a:extLst>
          </p:cNvPr>
          <p:cNvSpPr/>
          <p:nvPr/>
        </p:nvSpPr>
        <p:spPr>
          <a:xfrm>
            <a:off x="1561379" y="1429750"/>
            <a:ext cx="3311833" cy="821291"/>
          </a:xfrm>
          <a:prstGeom prst="rect">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Connector: Curved 44">
            <a:extLst>
              <a:ext uri="{FF2B5EF4-FFF2-40B4-BE49-F238E27FC236}">
                <a16:creationId xmlns:a16="http://schemas.microsoft.com/office/drawing/2014/main" id="{D7EF543F-9B65-071D-5066-1306799CBAE4}"/>
              </a:ext>
            </a:extLst>
          </p:cNvPr>
          <p:cNvCxnSpPr>
            <a:cxnSpLocks/>
            <a:stCxn id="55" idx="1"/>
            <a:endCxn id="44" idx="1"/>
          </p:cNvCxnSpPr>
          <p:nvPr/>
        </p:nvCxnSpPr>
        <p:spPr>
          <a:xfrm rot="10800000">
            <a:off x="1561379" y="1840397"/>
            <a:ext cx="174950" cy="1681245"/>
          </a:xfrm>
          <a:prstGeom prst="curvedConnector3">
            <a:avLst>
              <a:gd name="adj1" fmla="val 808670"/>
            </a:avLst>
          </a:prstGeom>
          <a:ln>
            <a:solidFill>
              <a:srgbClr val="00B05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00AD385F-F5C8-7AB7-5E5E-CFC7DEA5F061}"/>
              </a:ext>
            </a:extLst>
          </p:cNvPr>
          <p:cNvSpPr txBox="1"/>
          <p:nvPr/>
        </p:nvSpPr>
        <p:spPr>
          <a:xfrm>
            <a:off x="151050" y="2251041"/>
            <a:ext cx="340028" cy="338554"/>
          </a:xfrm>
          <a:prstGeom prst="rect">
            <a:avLst/>
          </a:prstGeom>
          <a:solidFill>
            <a:schemeClr val="bg1">
              <a:alpha val="70000"/>
            </a:schemeClr>
          </a:solidFill>
          <a:ln w="19050">
            <a:solidFill>
              <a:srgbClr val="00B050"/>
            </a:solidFill>
          </a:ln>
        </p:spPr>
        <p:txBody>
          <a:bodyPr wrap="square">
            <a:spAutoFit/>
          </a:bodyPr>
          <a:lstStyle/>
          <a:p>
            <a:pPr algn="ctr"/>
            <a:r>
              <a:rPr lang="en-US" sz="1600" b="1" dirty="0">
                <a:solidFill>
                  <a:srgbClr val="00B050"/>
                </a:solidFill>
                <a:latin typeface="Cascadia Code" panose="020B0609020000020004" pitchFamily="49" charset="0"/>
                <a:ea typeface="Cascadia Code" panose="020B0609020000020004" pitchFamily="49" charset="0"/>
                <a:cs typeface="Cascadia Code" panose="020B0609020000020004" pitchFamily="49" charset="0"/>
              </a:rPr>
              <a:t>5</a:t>
            </a:r>
          </a:p>
        </p:txBody>
      </p:sp>
      <p:sp>
        <p:nvSpPr>
          <p:cNvPr id="51" name="TextBox 50">
            <a:extLst>
              <a:ext uri="{FF2B5EF4-FFF2-40B4-BE49-F238E27FC236}">
                <a16:creationId xmlns:a16="http://schemas.microsoft.com/office/drawing/2014/main" id="{D6184EF8-13C7-54DF-2974-69C78906AA06}"/>
              </a:ext>
            </a:extLst>
          </p:cNvPr>
          <p:cNvSpPr txBox="1"/>
          <p:nvPr/>
        </p:nvSpPr>
        <p:spPr>
          <a:xfrm>
            <a:off x="6467273" y="331828"/>
            <a:ext cx="3988398" cy="707886"/>
          </a:xfrm>
          <a:prstGeom prst="rect">
            <a:avLst/>
          </a:prstGeom>
          <a:noFill/>
          <a:ln>
            <a:noFill/>
          </a:ln>
        </p:spPr>
        <p:txBody>
          <a:bodyPr wrap="square">
            <a:spAutoFit/>
          </a:bodyPr>
          <a:lstStyle/>
          <a:p>
            <a:r>
              <a:rPr lang="en-US" sz="2000" i="1" dirty="0">
                <a:solidFill>
                  <a:schemeClr val="accent1"/>
                </a:solidFill>
              </a:rPr>
              <a:t>Note that this example just shows the idea that </a:t>
            </a:r>
            <a:r>
              <a:rPr lang="en-US" sz="2000" b="1" i="1" dirty="0">
                <a:solidFill>
                  <a:schemeClr val="accent1"/>
                </a:solidFill>
              </a:rPr>
              <a:t>inheritance chains</a:t>
            </a:r>
            <a:r>
              <a:rPr lang="en-US" sz="2000" i="1" dirty="0">
                <a:solidFill>
                  <a:schemeClr val="accent1"/>
                </a:solidFill>
              </a:rPr>
              <a:t>. </a:t>
            </a:r>
          </a:p>
        </p:txBody>
      </p:sp>
      <p:sp>
        <p:nvSpPr>
          <p:cNvPr id="55" name="Rectangle 54">
            <a:extLst>
              <a:ext uri="{FF2B5EF4-FFF2-40B4-BE49-F238E27FC236}">
                <a16:creationId xmlns:a16="http://schemas.microsoft.com/office/drawing/2014/main" id="{36F6287A-B200-7697-8C2D-471B15ABE613}"/>
              </a:ext>
            </a:extLst>
          </p:cNvPr>
          <p:cNvSpPr/>
          <p:nvPr/>
        </p:nvSpPr>
        <p:spPr>
          <a:xfrm>
            <a:off x="1736329" y="3417262"/>
            <a:ext cx="651869" cy="208757"/>
          </a:xfrm>
          <a:prstGeom prst="rect">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5D15FE06-B0FA-DB38-1CC1-1CEEEB0BB8AD}"/>
              </a:ext>
            </a:extLst>
          </p:cNvPr>
          <p:cNvGraphicFramePr>
            <a:graphicFrameLocks noGrp="1"/>
          </p:cNvGraphicFramePr>
          <p:nvPr>
            <p:extLst>
              <p:ext uri="{D42A27DB-BD31-4B8C-83A1-F6EECF244321}">
                <p14:modId xmlns:p14="http://schemas.microsoft.com/office/powerpoint/2010/main" val="633634267"/>
              </p:ext>
            </p:extLst>
          </p:nvPr>
        </p:nvGraphicFramePr>
        <p:xfrm>
          <a:off x="11103358" y="3065398"/>
          <a:ext cx="811605" cy="741680"/>
        </p:xfrm>
        <a:graphic>
          <a:graphicData uri="http://schemas.openxmlformats.org/drawingml/2006/table">
            <a:tbl>
              <a:tblPr firstRow="1" bandRow="1">
                <a:tableStyleId>{5C22544A-7EE6-4342-B048-85BDC9FD1C3A}</a:tableStyleId>
              </a:tblPr>
              <a:tblGrid>
                <a:gridCol w="811605">
                  <a:extLst>
                    <a:ext uri="{9D8B030D-6E8A-4147-A177-3AD203B41FA5}">
                      <a16:colId xmlns:a16="http://schemas.microsoft.com/office/drawing/2014/main" val="121308405"/>
                    </a:ext>
                  </a:extLst>
                </a:gridCol>
              </a:tblGrid>
              <a:tr h="370840">
                <a:tc>
                  <a:txBody>
                    <a:bodyPr/>
                    <a:lstStyle/>
                    <a:p>
                      <a:pPr algn="ctr"/>
                      <a:r>
                        <a:rPr lang="en-US" b="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32444748"/>
                  </a:ext>
                </a:extLst>
              </a:tr>
              <a:tr h="370840">
                <a:tc>
                  <a:txBody>
                    <a:bodyPr/>
                    <a:lstStyle/>
                    <a:p>
                      <a:pPr algn="ctr"/>
                      <a:r>
                        <a:rPr lang="en-US" b="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2990671"/>
                  </a:ext>
                </a:extLst>
              </a:tr>
            </a:tbl>
          </a:graphicData>
        </a:graphic>
      </p:graphicFrame>
      <p:sp>
        <p:nvSpPr>
          <p:cNvPr id="3" name="TextBox 2">
            <a:extLst>
              <a:ext uri="{FF2B5EF4-FFF2-40B4-BE49-F238E27FC236}">
                <a16:creationId xmlns:a16="http://schemas.microsoft.com/office/drawing/2014/main" id="{47E1DD7B-BC27-FA61-16B3-DD556A522D79}"/>
              </a:ext>
            </a:extLst>
          </p:cNvPr>
          <p:cNvSpPr txBox="1"/>
          <p:nvPr/>
        </p:nvSpPr>
        <p:spPr>
          <a:xfrm>
            <a:off x="11103358" y="2629986"/>
            <a:ext cx="811605" cy="369332"/>
          </a:xfrm>
          <a:prstGeom prst="rect">
            <a:avLst/>
          </a:prstGeom>
          <a:noFill/>
        </p:spPr>
        <p:txBody>
          <a:bodyPr wrap="square" rtlCol="0">
            <a:spAutoFit/>
          </a:bodyPr>
          <a:lstStyle/>
          <a:p>
            <a:pPr algn="ctr"/>
            <a:r>
              <a:rPr lang="en-US" b="1" dirty="0">
                <a:latin typeface="Cascadia Code" panose="020B0609020000020004" pitchFamily="49" charset="0"/>
                <a:ea typeface="Cascadia Code" panose="020B0609020000020004" pitchFamily="49" charset="0"/>
                <a:cs typeface="Cascadia Code" panose="020B0609020000020004" pitchFamily="49" charset="0"/>
              </a:rPr>
              <a:t>B b;</a:t>
            </a:r>
          </a:p>
        </p:txBody>
      </p:sp>
      <p:sp>
        <p:nvSpPr>
          <p:cNvPr id="6" name="TextBox 5">
            <a:extLst>
              <a:ext uri="{FF2B5EF4-FFF2-40B4-BE49-F238E27FC236}">
                <a16:creationId xmlns:a16="http://schemas.microsoft.com/office/drawing/2014/main" id="{11F1BEF8-3B72-689F-6995-8ED168DECC4E}"/>
              </a:ext>
            </a:extLst>
          </p:cNvPr>
          <p:cNvSpPr txBox="1"/>
          <p:nvPr/>
        </p:nvSpPr>
        <p:spPr>
          <a:xfrm>
            <a:off x="7779243" y="2589595"/>
            <a:ext cx="2674037" cy="1754326"/>
          </a:xfrm>
          <a:prstGeom prst="rect">
            <a:avLst/>
          </a:prstGeom>
          <a:noFill/>
        </p:spPr>
        <p:txBody>
          <a:bodyPr wrap="square">
            <a:spAutoFit/>
          </a:bodyPr>
          <a:lstStyle/>
          <a:p>
            <a:r>
              <a:rPr lang="en-US" b="0" dirty="0">
                <a:solidFill>
                  <a:srgbClr val="7A3E9D"/>
                </a:solidFill>
                <a:effectLst/>
                <a:latin typeface="Cascadia Mono" panose="020B0609020000020004" pitchFamily="49" charset="0"/>
              </a:rPr>
              <a:t>int</a:t>
            </a:r>
            <a:r>
              <a:rPr lang="en-US" b="0" dirty="0">
                <a:solidFill>
                  <a:srgbClr val="333333"/>
                </a:solidFill>
                <a:effectLst/>
                <a:latin typeface="Cascadia Mono" panose="020B0609020000020004" pitchFamily="49" charset="0"/>
              </a:rPr>
              <a:t> </a:t>
            </a:r>
            <a:r>
              <a:rPr lang="en-US" b="1" dirty="0">
                <a:solidFill>
                  <a:srgbClr val="AA3731"/>
                </a:solidFill>
                <a:effectLst/>
                <a:latin typeface="Cascadia Mono" panose="020B0609020000020004" pitchFamily="49" charset="0"/>
              </a:rPr>
              <a:t>main</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333333"/>
                </a:solidFill>
                <a:effectLst/>
                <a:latin typeface="Cascadia Mono" panose="020B0609020000020004" pitchFamily="49" charset="0"/>
              </a:rPr>
              <a:t>    </a:t>
            </a:r>
            <a:r>
              <a:rPr lang="en-US" b="1" dirty="0">
                <a:solidFill>
                  <a:srgbClr val="7A3E9D"/>
                </a:solidFill>
                <a:effectLst/>
                <a:latin typeface="Cascadia Mono" panose="020B0609020000020004" pitchFamily="49" charset="0"/>
              </a:rPr>
              <a:t>B</a:t>
            </a:r>
            <a:r>
              <a:rPr lang="en-US" b="0" dirty="0">
                <a:solidFill>
                  <a:srgbClr val="333333"/>
                </a:solidFill>
                <a:effectLst/>
                <a:latin typeface="Cascadia Mono" panose="020B0609020000020004" pitchFamily="49" charset="0"/>
              </a:rPr>
              <a:t> </a:t>
            </a:r>
            <a:r>
              <a:rPr lang="en-US" b="0" dirty="0">
                <a:solidFill>
                  <a:srgbClr val="7A3E9D"/>
                </a:solidFill>
                <a:effectLst/>
                <a:latin typeface="Cascadia Mono" panose="020B0609020000020004" pitchFamily="49" charset="0"/>
              </a:rPr>
              <a:t>b</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5</a:t>
            </a:r>
            <a:r>
              <a:rPr lang="en-US" b="0" dirty="0">
                <a:solidFill>
                  <a:srgbClr val="777777"/>
                </a:solidFill>
                <a:effectLst/>
                <a:latin typeface="Cascadia Mono" panose="020B0609020000020004" pitchFamily="49" charset="0"/>
              </a:rPr>
              <a:t>,</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4.3</a:t>
            </a:r>
            <a:r>
              <a:rPr lang="en-US" b="0" dirty="0">
                <a:solidFill>
                  <a:srgbClr val="333333"/>
                </a:solidFill>
                <a:effectLst/>
                <a:latin typeface="Cascadia Mono" panose="020B0609020000020004" pitchFamily="49" charset="0"/>
              </a:rPr>
              <a:t> </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br>
              <a:rPr lang="en-US" b="0" dirty="0">
                <a:solidFill>
                  <a:srgbClr val="333333"/>
                </a:solidFill>
                <a:effectLst/>
                <a:latin typeface="Cascadia Mono" panose="020B0609020000020004" pitchFamily="49" charset="0"/>
              </a:rPr>
            </a:br>
            <a:r>
              <a:rPr lang="en-US" b="0" dirty="0">
                <a:solidFill>
                  <a:srgbClr val="333333"/>
                </a:solidFill>
                <a:effectLst/>
                <a:latin typeface="Cascadia Mono" panose="020B0609020000020004" pitchFamily="49" charset="0"/>
              </a:rPr>
              <a:t>    </a:t>
            </a:r>
            <a:r>
              <a:rPr lang="en-US" b="0" dirty="0">
                <a:solidFill>
                  <a:srgbClr val="4B69C6"/>
                </a:solidFill>
                <a:effectLst/>
                <a:latin typeface="Cascadia Mono" panose="020B0609020000020004" pitchFamily="49" charset="0"/>
              </a:rPr>
              <a:t>return</a:t>
            </a:r>
            <a:r>
              <a:rPr lang="en-US" b="0" dirty="0">
                <a:solidFill>
                  <a:srgbClr val="333333"/>
                </a:solidFill>
                <a:effectLst/>
                <a:latin typeface="Cascadia Mono" panose="020B0609020000020004" pitchFamily="49" charset="0"/>
              </a:rPr>
              <a:t> </a:t>
            </a:r>
            <a:r>
              <a:rPr lang="en-US" b="0" dirty="0">
                <a:solidFill>
                  <a:srgbClr val="9C5D27"/>
                </a:solidFill>
                <a:effectLst/>
                <a:latin typeface="Cascadia Mono" panose="020B0609020000020004" pitchFamily="49" charset="0"/>
              </a:rPr>
              <a:t>0</a:t>
            </a:r>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a:p>
            <a:r>
              <a:rPr lang="en-US" b="0" dirty="0">
                <a:solidFill>
                  <a:srgbClr val="777777"/>
                </a:solidFill>
                <a:effectLst/>
                <a:latin typeface="Cascadia Mono" panose="020B0609020000020004" pitchFamily="49" charset="0"/>
              </a:rPr>
              <a:t>}</a:t>
            </a:r>
            <a:endParaRPr lang="en-US" b="0" dirty="0">
              <a:solidFill>
                <a:srgbClr val="333333"/>
              </a:solidFill>
              <a:effectLst/>
              <a:latin typeface="Cascadia Mono" panose="020B0609020000020004" pitchFamily="49" charset="0"/>
            </a:endParaRPr>
          </a:p>
        </p:txBody>
      </p:sp>
      <p:pic>
        <p:nvPicPr>
          <p:cNvPr id="15" name="Picture 14">
            <a:extLst>
              <a:ext uri="{FF2B5EF4-FFF2-40B4-BE49-F238E27FC236}">
                <a16:creationId xmlns:a16="http://schemas.microsoft.com/office/drawing/2014/main" id="{35878543-C77B-4011-DB60-79E05FD09C6B}"/>
              </a:ext>
            </a:extLst>
          </p:cNvPr>
          <p:cNvPicPr>
            <a:picLocks noChangeAspect="1"/>
          </p:cNvPicPr>
          <p:nvPr/>
        </p:nvPicPr>
        <p:blipFill>
          <a:blip r:embed="rId4"/>
          <a:stretch>
            <a:fillRect/>
          </a:stretch>
        </p:blipFill>
        <p:spPr>
          <a:xfrm>
            <a:off x="8435345" y="5267165"/>
            <a:ext cx="1536994" cy="974152"/>
          </a:xfrm>
          <a:prstGeom prst="rect">
            <a:avLst/>
          </a:prstGeom>
        </p:spPr>
      </p:pic>
      <p:sp>
        <p:nvSpPr>
          <p:cNvPr id="16" name="TextBox 15">
            <a:extLst>
              <a:ext uri="{FF2B5EF4-FFF2-40B4-BE49-F238E27FC236}">
                <a16:creationId xmlns:a16="http://schemas.microsoft.com/office/drawing/2014/main" id="{0BD306A3-8234-CAB1-03F2-2A10933D0A6C}"/>
              </a:ext>
            </a:extLst>
          </p:cNvPr>
          <p:cNvSpPr txBox="1"/>
          <p:nvPr/>
        </p:nvSpPr>
        <p:spPr>
          <a:xfrm>
            <a:off x="8644167" y="4851214"/>
            <a:ext cx="1123958" cy="369332"/>
          </a:xfrm>
          <a:prstGeom prst="rect">
            <a:avLst/>
          </a:prstGeom>
          <a:noFill/>
        </p:spPr>
        <p:txBody>
          <a:bodyPr wrap="square" rtlCol="0">
            <a:spAutoFit/>
          </a:bodyPr>
          <a:lstStyle/>
          <a:p>
            <a:pPr algn="ctr"/>
            <a:r>
              <a:rPr lang="en-US" b="1" u="sng" dirty="0">
                <a:latin typeface="Cascadia Code" panose="020B0609020000020004" pitchFamily="49" charset="0"/>
                <a:ea typeface="Cascadia Code" panose="020B0609020000020004" pitchFamily="49" charset="0"/>
                <a:cs typeface="Cascadia Code" panose="020B0609020000020004" pitchFamily="49" charset="0"/>
              </a:rPr>
              <a:t>Output</a:t>
            </a:r>
          </a:p>
        </p:txBody>
      </p:sp>
    </p:spTree>
    <p:extLst>
      <p:ext uri="{BB962C8B-B14F-4D97-AF65-F5344CB8AC3E}">
        <p14:creationId xmlns:p14="http://schemas.microsoft.com/office/powerpoint/2010/main" val="3089306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8" grpId="0" animBg="1"/>
      <p:bldP spid="20" grpId="0" animBg="1"/>
      <p:bldP spid="44" grpId="0" animBg="1"/>
      <p:bldP spid="50" grpId="0" animBg="1"/>
      <p:bldP spid="55" grpId="0" animBg="1"/>
      <p:bldP spid="16" grpId="0"/>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3F554-D12B-BE08-BFDA-6A90C57DE538}"/>
              </a:ext>
            </a:extLst>
          </p:cNvPr>
          <p:cNvSpPr>
            <a:spLocks noGrp="1"/>
          </p:cNvSpPr>
          <p:nvPr>
            <p:ph type="title"/>
          </p:nvPr>
        </p:nvSpPr>
        <p:spPr/>
        <p:txBody>
          <a:bodyPr/>
          <a:lstStyle/>
          <a:p>
            <a:r>
              <a:rPr lang="en-US" dirty="0"/>
              <a:t>Reminder for self-study</a:t>
            </a:r>
          </a:p>
        </p:txBody>
      </p:sp>
      <p:sp>
        <p:nvSpPr>
          <p:cNvPr id="3" name="Content Placeholder 2">
            <a:extLst>
              <a:ext uri="{FF2B5EF4-FFF2-40B4-BE49-F238E27FC236}">
                <a16:creationId xmlns:a16="http://schemas.microsoft.com/office/drawing/2014/main" id="{734BE812-A9D9-A9D6-B5CB-EE04A7C08A94}"/>
              </a:ext>
            </a:extLst>
          </p:cNvPr>
          <p:cNvSpPr>
            <a:spLocks noGrp="1"/>
          </p:cNvSpPr>
          <p:nvPr>
            <p:ph idx="1"/>
          </p:nvPr>
        </p:nvSpPr>
        <p:spPr/>
        <p:txBody>
          <a:bodyPr/>
          <a:lstStyle/>
          <a:p>
            <a:r>
              <a:rPr lang="en-US" dirty="0"/>
              <a:t>Don’t forget to go back to slide 23 of this presentation to understand why the output was </a:t>
            </a:r>
            <a:r>
              <a:rPr lang="en-US" b="1" dirty="0">
                <a:latin typeface="Cascadia Code" panose="020B0609020000020004" pitchFamily="49" charset="0"/>
                <a:ea typeface="Cascadia Code" panose="020B0609020000020004" pitchFamily="49" charset="0"/>
                <a:cs typeface="Cascadia Code" panose="020B0609020000020004" pitchFamily="49" charset="0"/>
              </a:rPr>
              <a:t>Unnamed</a:t>
            </a:r>
            <a:r>
              <a:rPr lang="en-US" dirty="0"/>
              <a:t>.</a:t>
            </a:r>
          </a:p>
          <a:p>
            <a:endParaRPr lang="en-US" dirty="0"/>
          </a:p>
          <a:p>
            <a:r>
              <a:rPr lang="en-US" dirty="0"/>
              <a:t>There are some questions in the </a:t>
            </a:r>
            <a:r>
              <a:rPr lang="en-US" b="1" dirty="0"/>
              <a:t>Quiz Time</a:t>
            </a:r>
            <a:r>
              <a:rPr lang="en-US" dirty="0"/>
              <a:t> section in the following link for your practice: </a:t>
            </a:r>
          </a:p>
          <a:p>
            <a:pPr lvl="1"/>
            <a:r>
              <a:rPr lang="en-US" dirty="0">
                <a:hlinkClick r:id="rId2"/>
              </a:rPr>
              <a:t>https://www.learncpp.com/cpp-tutorial/constructors-and-initialization-of-derived-classes/</a:t>
            </a:r>
            <a:endParaRPr lang="en-US" dirty="0"/>
          </a:p>
          <a:p>
            <a:endParaRPr lang="en-US" dirty="0"/>
          </a:p>
        </p:txBody>
      </p:sp>
    </p:spTree>
    <p:extLst>
      <p:ext uri="{BB962C8B-B14F-4D97-AF65-F5344CB8AC3E}">
        <p14:creationId xmlns:p14="http://schemas.microsoft.com/office/powerpoint/2010/main" val="16402535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932614-DCC0-9BC8-5B7B-21AE43C4A293}"/>
              </a:ext>
            </a:extLst>
          </p:cNvPr>
          <p:cNvSpPr>
            <a:spLocks noGrp="1"/>
          </p:cNvSpPr>
          <p:nvPr>
            <p:ph type="ctrTitle"/>
          </p:nvPr>
        </p:nvSpPr>
        <p:spPr/>
        <p:txBody>
          <a:bodyPr/>
          <a:lstStyle/>
          <a:p>
            <a:r>
              <a:rPr lang="en-US" dirty="0"/>
              <a:t>Inheritance and Access Specifiers</a:t>
            </a:r>
          </a:p>
        </p:txBody>
      </p:sp>
      <p:sp>
        <p:nvSpPr>
          <p:cNvPr id="5" name="Subtitle 4">
            <a:extLst>
              <a:ext uri="{FF2B5EF4-FFF2-40B4-BE49-F238E27FC236}">
                <a16:creationId xmlns:a16="http://schemas.microsoft.com/office/drawing/2014/main" id="{E6AA7FD4-9ED5-D201-C5E2-3B7A8BEB0AE2}"/>
              </a:ext>
            </a:extLst>
          </p:cNvPr>
          <p:cNvSpPr>
            <a:spLocks noGrp="1"/>
          </p:cNvSpPr>
          <p:nvPr>
            <p:ph type="subTitle" idx="1"/>
          </p:nvPr>
        </p:nvSpPr>
        <p:spPr/>
        <p:txBody>
          <a:bodyPr/>
          <a:lstStyle/>
          <a:p>
            <a:r>
              <a:rPr lang="en-US" dirty="0"/>
              <a:t>We will talk about the third access specifier – </a:t>
            </a:r>
            <a:r>
              <a:rPr lang="en-US" b="1" i="0" dirty="0">
                <a:latin typeface="Cascadia Code" panose="020B0609020000020004" pitchFamily="49" charset="0"/>
                <a:ea typeface="Cascadia Code" panose="020B0609020000020004" pitchFamily="49" charset="0"/>
                <a:cs typeface="Cascadia Code" panose="020B0609020000020004" pitchFamily="49" charset="0"/>
              </a:rPr>
              <a:t>protected</a:t>
            </a:r>
            <a:r>
              <a:rPr lang="en-US" dirty="0"/>
              <a:t>.</a:t>
            </a:r>
          </a:p>
        </p:txBody>
      </p:sp>
      <p:sp>
        <p:nvSpPr>
          <p:cNvPr id="9" name="TextBox 8">
            <a:extLst>
              <a:ext uri="{FF2B5EF4-FFF2-40B4-BE49-F238E27FC236}">
                <a16:creationId xmlns:a16="http://schemas.microsoft.com/office/drawing/2014/main" id="{7E763A0E-7451-9802-E6F4-5E4A55FA9C69}"/>
              </a:ext>
            </a:extLst>
          </p:cNvPr>
          <p:cNvSpPr txBox="1"/>
          <p:nvPr/>
        </p:nvSpPr>
        <p:spPr>
          <a:xfrm>
            <a:off x="2186940" y="6099150"/>
            <a:ext cx="7818119" cy="369332"/>
          </a:xfrm>
          <a:prstGeom prst="rect">
            <a:avLst/>
          </a:prstGeom>
          <a:noFill/>
        </p:spPr>
        <p:txBody>
          <a:bodyPr wrap="square">
            <a:spAutoFit/>
          </a:bodyPr>
          <a:lstStyle/>
          <a:p>
            <a:pPr algn="ctr"/>
            <a:r>
              <a:rPr lang="en-US" dirty="0">
                <a:hlinkClick r:id="rId2"/>
              </a:rPr>
              <a:t>https://www.learncpp.com/cpp-tutorial/inheritance-and-access-specifiers/</a:t>
            </a:r>
            <a:endParaRPr lang="en-US" dirty="0"/>
          </a:p>
        </p:txBody>
      </p:sp>
    </p:spTree>
    <p:extLst>
      <p:ext uri="{BB962C8B-B14F-4D97-AF65-F5344CB8AC3E}">
        <p14:creationId xmlns:p14="http://schemas.microsoft.com/office/powerpoint/2010/main" val="2723417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CADE7-72A2-6E9A-77A9-355C38CF9C60}"/>
              </a:ext>
            </a:extLst>
          </p:cNvPr>
          <p:cNvSpPr>
            <a:spLocks noGrp="1"/>
          </p:cNvSpPr>
          <p:nvPr>
            <p:ph type="title"/>
          </p:nvPr>
        </p:nvSpPr>
        <p:spPr/>
        <p:txBody>
          <a:bodyPr/>
          <a:lstStyle/>
          <a:p>
            <a:r>
              <a:rPr lang="en-US" dirty="0"/>
              <a:t>The </a:t>
            </a:r>
            <a:r>
              <a:rPr lang="en-US"/>
              <a:t>Good Old…</a:t>
            </a:r>
            <a:endParaRPr lang="en-US" dirty="0"/>
          </a:p>
        </p:txBody>
      </p:sp>
      <p:sp>
        <p:nvSpPr>
          <p:cNvPr id="3" name="Content Placeholder 2">
            <a:extLst>
              <a:ext uri="{FF2B5EF4-FFF2-40B4-BE49-F238E27FC236}">
                <a16:creationId xmlns:a16="http://schemas.microsoft.com/office/drawing/2014/main" id="{E84DA945-A896-30D2-6C03-0DC200C560DD}"/>
              </a:ext>
            </a:extLst>
          </p:cNvPr>
          <p:cNvSpPr>
            <a:spLocks noGrp="1"/>
          </p:cNvSpPr>
          <p:nvPr>
            <p:ph idx="1"/>
          </p:nvPr>
        </p:nvSpPr>
        <p:spPr>
          <a:xfrm>
            <a:off x="838200" y="1825625"/>
            <a:ext cx="10515600" cy="2551176"/>
          </a:xfrm>
        </p:spPr>
        <p:txBody>
          <a:bodyPr>
            <a:normAutofit fontScale="92500"/>
          </a:bodyPr>
          <a:lstStyle/>
          <a:p>
            <a:r>
              <a:rPr lang="en-US" b="1" dirty="0">
                <a:latin typeface="Cascadia Code" panose="020B0609020000020004" pitchFamily="49" charset="0"/>
                <a:ea typeface="Cascadia Code" panose="020B0609020000020004" pitchFamily="49" charset="0"/>
                <a:cs typeface="Cascadia Code" panose="020B0609020000020004" pitchFamily="49" charset="0"/>
              </a:rPr>
              <a:t>private:</a:t>
            </a:r>
            <a:r>
              <a:rPr lang="en-US" dirty="0"/>
              <a:t> </a:t>
            </a:r>
          </a:p>
          <a:p>
            <a:pPr lvl="1"/>
            <a:r>
              <a:rPr lang="en-US" i="1" dirty="0"/>
              <a:t>Members are only accessible within the member functions of the same class.</a:t>
            </a:r>
          </a:p>
          <a:p>
            <a:pPr lvl="1"/>
            <a:r>
              <a:rPr lang="en-US" i="1" dirty="0"/>
              <a:t>Or by </a:t>
            </a:r>
            <a:r>
              <a:rPr lang="en-US" b="1" dirty="0">
                <a:latin typeface="Cascadia Code" panose="020B0609020000020004" pitchFamily="49" charset="0"/>
                <a:ea typeface="Cascadia Code" panose="020B0609020000020004" pitchFamily="49" charset="0"/>
                <a:cs typeface="Cascadia Code" panose="020B0609020000020004" pitchFamily="49" charset="0"/>
              </a:rPr>
              <a:t>friends</a:t>
            </a:r>
            <a:r>
              <a:rPr lang="en-US" i="1" dirty="0"/>
              <a:t>.</a:t>
            </a:r>
          </a:p>
          <a:p>
            <a:pPr lvl="1"/>
            <a:endParaRPr lang="en-US" i="1" dirty="0"/>
          </a:p>
          <a:p>
            <a:r>
              <a:rPr lang="en-US" b="1" dirty="0">
                <a:latin typeface="Cascadia Code" panose="020B0609020000020004" pitchFamily="49" charset="0"/>
                <a:ea typeface="Cascadia Code" panose="020B0609020000020004" pitchFamily="49" charset="0"/>
                <a:cs typeface="Cascadia Code" panose="020B0609020000020004" pitchFamily="49" charset="0"/>
              </a:rPr>
              <a:t>public:</a:t>
            </a:r>
          </a:p>
          <a:p>
            <a:pPr lvl="1"/>
            <a:r>
              <a:rPr lang="en-US" i="1" dirty="0"/>
              <a:t>Members are accessible anywhere.</a:t>
            </a:r>
          </a:p>
        </p:txBody>
      </p:sp>
      <p:sp>
        <p:nvSpPr>
          <p:cNvPr id="4" name="TextBox 3">
            <a:extLst>
              <a:ext uri="{FF2B5EF4-FFF2-40B4-BE49-F238E27FC236}">
                <a16:creationId xmlns:a16="http://schemas.microsoft.com/office/drawing/2014/main" id="{56E0CA9B-2073-33E7-D734-7348E83C212A}"/>
              </a:ext>
            </a:extLst>
          </p:cNvPr>
          <p:cNvSpPr txBox="1"/>
          <p:nvPr/>
        </p:nvSpPr>
        <p:spPr>
          <a:xfrm>
            <a:off x="8745967" y="365125"/>
            <a:ext cx="2952078" cy="1200329"/>
          </a:xfrm>
          <a:prstGeom prst="rect">
            <a:avLst/>
          </a:prstGeom>
          <a:noFill/>
          <a:ln>
            <a:solidFill>
              <a:schemeClr val="accent1"/>
            </a:solidFill>
          </a:ln>
        </p:spPr>
        <p:txBody>
          <a:bodyPr wrap="square" rtlCol="0">
            <a:spAutoFit/>
          </a:bodyPr>
          <a:lstStyle/>
          <a:p>
            <a:r>
              <a:rPr lang="en-US" b="1" i="1" u="sng" dirty="0">
                <a:solidFill>
                  <a:schemeClr val="accent1"/>
                </a:solidFill>
              </a:rPr>
              <a:t>Question</a:t>
            </a:r>
          </a:p>
          <a:p>
            <a:r>
              <a:rPr lang="en-US" i="1" dirty="0">
                <a:solidFill>
                  <a:schemeClr val="accent1"/>
                </a:solidFill>
              </a:rPr>
              <a:t>Can derived classes access the private members of the base class?</a:t>
            </a:r>
          </a:p>
        </p:txBody>
      </p:sp>
      <p:cxnSp>
        <p:nvCxnSpPr>
          <p:cNvPr id="8" name="Connector: Curved 7">
            <a:extLst>
              <a:ext uri="{FF2B5EF4-FFF2-40B4-BE49-F238E27FC236}">
                <a16:creationId xmlns:a16="http://schemas.microsoft.com/office/drawing/2014/main" id="{4677E23C-7558-6A8D-E8EF-2D8A19619DA3}"/>
              </a:ext>
            </a:extLst>
          </p:cNvPr>
          <p:cNvCxnSpPr>
            <a:cxnSpLocks/>
            <a:stCxn id="4" idx="1"/>
          </p:cNvCxnSpPr>
          <p:nvPr/>
        </p:nvCxnSpPr>
        <p:spPr>
          <a:xfrm rot="10800000" flipV="1">
            <a:off x="2861535" y="965289"/>
            <a:ext cx="5884433" cy="1078663"/>
          </a:xfrm>
          <a:prstGeom prst="curvedConnector3">
            <a:avLst>
              <a:gd name="adj1" fmla="val 3190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F2241730-7A1F-B4AF-22C8-7468971A1414}"/>
              </a:ext>
            </a:extLst>
          </p:cNvPr>
          <p:cNvPicPr>
            <a:picLocks noChangeAspect="1"/>
          </p:cNvPicPr>
          <p:nvPr/>
        </p:nvPicPr>
        <p:blipFill>
          <a:blip r:embed="rId2"/>
          <a:stretch>
            <a:fillRect/>
          </a:stretch>
        </p:blipFill>
        <p:spPr>
          <a:xfrm>
            <a:off x="730474" y="4497048"/>
            <a:ext cx="10731051" cy="1856883"/>
          </a:xfrm>
          <a:prstGeom prst="rect">
            <a:avLst/>
          </a:prstGeom>
        </p:spPr>
      </p:pic>
    </p:spTree>
    <p:extLst>
      <p:ext uri="{BB962C8B-B14F-4D97-AF65-F5344CB8AC3E}">
        <p14:creationId xmlns:p14="http://schemas.microsoft.com/office/powerpoint/2010/main" val="13646040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CADE7-72A2-6E9A-77A9-355C38CF9C60}"/>
              </a:ext>
            </a:extLst>
          </p:cNvPr>
          <p:cNvSpPr>
            <a:spLocks noGrp="1"/>
          </p:cNvSpPr>
          <p:nvPr>
            <p:ph type="title"/>
          </p:nvPr>
        </p:nvSpPr>
        <p:spPr/>
        <p:txBody>
          <a:bodyPr/>
          <a:lstStyle/>
          <a:p>
            <a:r>
              <a:rPr lang="en-US" dirty="0"/>
              <a:t>The </a:t>
            </a:r>
            <a:r>
              <a:rPr lang="en-US"/>
              <a:t>Good Old…</a:t>
            </a:r>
            <a:endParaRPr lang="en-US" dirty="0"/>
          </a:p>
        </p:txBody>
      </p:sp>
      <p:sp>
        <p:nvSpPr>
          <p:cNvPr id="3" name="Content Placeholder 2">
            <a:extLst>
              <a:ext uri="{FF2B5EF4-FFF2-40B4-BE49-F238E27FC236}">
                <a16:creationId xmlns:a16="http://schemas.microsoft.com/office/drawing/2014/main" id="{E84DA945-A896-30D2-6C03-0DC200C560DD}"/>
              </a:ext>
            </a:extLst>
          </p:cNvPr>
          <p:cNvSpPr>
            <a:spLocks noGrp="1"/>
          </p:cNvSpPr>
          <p:nvPr>
            <p:ph idx="1"/>
          </p:nvPr>
        </p:nvSpPr>
        <p:spPr>
          <a:xfrm>
            <a:off x="838200" y="1825624"/>
            <a:ext cx="10515600" cy="4067088"/>
          </a:xfrm>
        </p:spPr>
        <p:txBody>
          <a:bodyPr>
            <a:normAutofit lnSpcReduction="10000"/>
          </a:bodyPr>
          <a:lstStyle/>
          <a:p>
            <a:r>
              <a:rPr lang="en-US" b="1" dirty="0">
                <a:latin typeface="Cascadia Code" panose="020B0609020000020004" pitchFamily="49" charset="0"/>
                <a:ea typeface="Cascadia Code" panose="020B0609020000020004" pitchFamily="49" charset="0"/>
                <a:cs typeface="Cascadia Code" panose="020B0609020000020004" pitchFamily="49" charset="0"/>
              </a:rPr>
              <a:t>protected:</a:t>
            </a:r>
          </a:p>
          <a:p>
            <a:pPr lvl="1"/>
            <a:r>
              <a:rPr lang="en-US" i="1" dirty="0"/>
              <a:t>Related to inheritance.</a:t>
            </a:r>
          </a:p>
          <a:p>
            <a:endParaRPr lang="en-US" i="1" dirty="0"/>
          </a:p>
          <a:p>
            <a:r>
              <a:rPr lang="en-US" dirty="0"/>
              <a:t>These members can be accessed within:</a:t>
            </a:r>
          </a:p>
          <a:p>
            <a:pPr lvl="1"/>
            <a:r>
              <a:rPr lang="en-US" dirty="0"/>
              <a:t>The member functions of their own class.</a:t>
            </a:r>
          </a:p>
          <a:p>
            <a:pPr lvl="1"/>
            <a:r>
              <a:rPr lang="en-US" dirty="0"/>
              <a:t>Friends.</a:t>
            </a:r>
          </a:p>
          <a:p>
            <a:pPr lvl="1"/>
            <a:r>
              <a:rPr lang="en-US" dirty="0"/>
              <a:t>Derived classes. </a:t>
            </a:r>
          </a:p>
          <a:p>
            <a:pPr lvl="1"/>
            <a:endParaRPr lang="en-US" dirty="0"/>
          </a:p>
          <a:p>
            <a:r>
              <a:rPr lang="en-US" dirty="0"/>
              <a:t>However, protected members are </a:t>
            </a:r>
            <a:r>
              <a:rPr lang="en-US" b="1" dirty="0"/>
              <a:t>not accessible </a:t>
            </a:r>
            <a:r>
              <a:rPr lang="en-US" dirty="0"/>
              <a:t>from outside the class.</a:t>
            </a:r>
          </a:p>
        </p:txBody>
      </p:sp>
    </p:spTree>
    <p:extLst>
      <p:ext uri="{BB962C8B-B14F-4D97-AF65-F5344CB8AC3E}">
        <p14:creationId xmlns:p14="http://schemas.microsoft.com/office/powerpoint/2010/main" val="42533646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C53D69-62F5-4CEF-237F-C9AE3B479E25}"/>
              </a:ext>
            </a:extLst>
          </p:cNvPr>
          <p:cNvPicPr>
            <a:picLocks noChangeAspect="1"/>
          </p:cNvPicPr>
          <p:nvPr/>
        </p:nvPicPr>
        <p:blipFill>
          <a:blip r:embed="rId2"/>
          <a:stretch>
            <a:fillRect/>
          </a:stretch>
        </p:blipFill>
        <p:spPr>
          <a:xfrm>
            <a:off x="896825" y="206508"/>
            <a:ext cx="10398350" cy="6444983"/>
          </a:xfrm>
          <a:prstGeom prst="rect">
            <a:avLst/>
          </a:prstGeom>
        </p:spPr>
      </p:pic>
      <p:sp>
        <p:nvSpPr>
          <p:cNvPr id="6" name="Rectangle 5">
            <a:extLst>
              <a:ext uri="{FF2B5EF4-FFF2-40B4-BE49-F238E27FC236}">
                <a16:creationId xmlns:a16="http://schemas.microsoft.com/office/drawing/2014/main" id="{A94A3053-433C-789E-3F60-B8A27ECAAD1B}"/>
              </a:ext>
            </a:extLst>
          </p:cNvPr>
          <p:cNvSpPr/>
          <p:nvPr/>
        </p:nvSpPr>
        <p:spPr>
          <a:xfrm>
            <a:off x="1140311" y="1011219"/>
            <a:ext cx="7713233" cy="37651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05B68A5-DB21-FC2D-48D7-CE4EB672A746}"/>
              </a:ext>
            </a:extLst>
          </p:cNvPr>
          <p:cNvSpPr/>
          <p:nvPr/>
        </p:nvSpPr>
        <p:spPr>
          <a:xfrm>
            <a:off x="1140310" y="3195020"/>
            <a:ext cx="7885356" cy="21246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89B8EC2-0A4D-4160-4796-CE623B04BCC1}"/>
              </a:ext>
            </a:extLst>
          </p:cNvPr>
          <p:cNvSpPr/>
          <p:nvPr/>
        </p:nvSpPr>
        <p:spPr>
          <a:xfrm>
            <a:off x="1140310" y="4827781"/>
            <a:ext cx="8122024" cy="21246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71657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DD0A74-FD8E-ABC2-5136-3C658A95DBF1}"/>
              </a:ext>
            </a:extLst>
          </p:cNvPr>
          <p:cNvPicPr>
            <a:picLocks noChangeAspect="1"/>
          </p:cNvPicPr>
          <p:nvPr/>
        </p:nvPicPr>
        <p:blipFill>
          <a:blip r:embed="rId2"/>
          <a:stretch>
            <a:fillRect/>
          </a:stretch>
        </p:blipFill>
        <p:spPr>
          <a:xfrm>
            <a:off x="1401672" y="305330"/>
            <a:ext cx="9388654" cy="3299746"/>
          </a:xfrm>
          <a:prstGeom prst="rect">
            <a:avLst/>
          </a:prstGeom>
        </p:spPr>
      </p:pic>
      <p:pic>
        <p:nvPicPr>
          <p:cNvPr id="7" name="Picture 6">
            <a:extLst>
              <a:ext uri="{FF2B5EF4-FFF2-40B4-BE49-F238E27FC236}">
                <a16:creationId xmlns:a16="http://schemas.microsoft.com/office/drawing/2014/main" id="{5A860E24-A968-675B-4EF9-6C1D077FD781}"/>
              </a:ext>
            </a:extLst>
          </p:cNvPr>
          <p:cNvPicPr>
            <a:picLocks noChangeAspect="1"/>
          </p:cNvPicPr>
          <p:nvPr/>
        </p:nvPicPr>
        <p:blipFill>
          <a:blip r:embed="rId3"/>
          <a:stretch>
            <a:fillRect/>
          </a:stretch>
        </p:blipFill>
        <p:spPr>
          <a:xfrm>
            <a:off x="319684" y="4089406"/>
            <a:ext cx="11552629" cy="1881087"/>
          </a:xfrm>
          <a:prstGeom prst="rect">
            <a:avLst/>
          </a:prstGeom>
        </p:spPr>
      </p:pic>
    </p:spTree>
    <p:extLst>
      <p:ext uri="{BB962C8B-B14F-4D97-AF65-F5344CB8AC3E}">
        <p14:creationId xmlns:p14="http://schemas.microsoft.com/office/powerpoint/2010/main" val="7082975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518A6-C88D-0441-D069-ADE0AE57D101}"/>
              </a:ext>
            </a:extLst>
          </p:cNvPr>
          <p:cNvSpPr>
            <a:spLocks noGrp="1"/>
          </p:cNvSpPr>
          <p:nvPr>
            <p:ph type="title"/>
          </p:nvPr>
        </p:nvSpPr>
        <p:spPr/>
        <p:txBody>
          <a:bodyPr/>
          <a:lstStyle/>
          <a:p>
            <a:r>
              <a:rPr lang="en-US" dirty="0"/>
              <a:t>Public Inheritance</a:t>
            </a:r>
          </a:p>
        </p:txBody>
      </p:sp>
      <p:sp>
        <p:nvSpPr>
          <p:cNvPr id="3" name="Content Placeholder 2">
            <a:extLst>
              <a:ext uri="{FF2B5EF4-FFF2-40B4-BE49-F238E27FC236}">
                <a16:creationId xmlns:a16="http://schemas.microsoft.com/office/drawing/2014/main" id="{50F6BD9A-21EF-E364-6690-CB7E0FD7DC7D}"/>
              </a:ext>
            </a:extLst>
          </p:cNvPr>
          <p:cNvSpPr>
            <a:spLocks noGrp="1"/>
          </p:cNvSpPr>
          <p:nvPr>
            <p:ph idx="1"/>
          </p:nvPr>
        </p:nvSpPr>
        <p:spPr>
          <a:xfrm>
            <a:off x="838200" y="1825625"/>
            <a:ext cx="10515600" cy="4351338"/>
          </a:xfrm>
        </p:spPr>
        <p:txBody>
          <a:bodyPr>
            <a:normAutofit/>
          </a:bodyPr>
          <a:lstStyle/>
          <a:p>
            <a:r>
              <a:rPr lang="en-US" dirty="0"/>
              <a:t>There are other types of inheritance – private and protected.</a:t>
            </a:r>
          </a:p>
          <a:p>
            <a:endParaRPr lang="en-US" dirty="0"/>
          </a:p>
          <a:p>
            <a:r>
              <a:rPr lang="en-US" dirty="0"/>
              <a:t>Focus of this course is </a:t>
            </a:r>
            <a:r>
              <a:rPr lang="en-US" b="1" dirty="0"/>
              <a:t>public inheritance</a:t>
            </a:r>
            <a:r>
              <a:rPr lang="en-US" dirty="0"/>
              <a:t>.</a:t>
            </a:r>
          </a:p>
          <a:p>
            <a:endParaRPr lang="en-US" dirty="0"/>
          </a:p>
          <a:p>
            <a:r>
              <a:rPr lang="en-US" dirty="0"/>
              <a:t>When you inherit a base class publicly, </a:t>
            </a:r>
          </a:p>
          <a:p>
            <a:pPr lvl="1"/>
            <a:r>
              <a:rPr lang="en-US" dirty="0"/>
              <a:t>Inherited public members stay public.</a:t>
            </a:r>
          </a:p>
          <a:p>
            <a:pPr lvl="1"/>
            <a:r>
              <a:rPr lang="en-US" dirty="0"/>
              <a:t>Inherited protected members stay protected.</a:t>
            </a:r>
          </a:p>
          <a:p>
            <a:pPr lvl="1"/>
            <a:r>
              <a:rPr lang="en-US" dirty="0"/>
              <a:t>Inherited private members stay inaccessible.</a:t>
            </a:r>
          </a:p>
        </p:txBody>
      </p:sp>
      <p:pic>
        <p:nvPicPr>
          <p:cNvPr id="5" name="Picture 4">
            <a:extLst>
              <a:ext uri="{FF2B5EF4-FFF2-40B4-BE49-F238E27FC236}">
                <a16:creationId xmlns:a16="http://schemas.microsoft.com/office/drawing/2014/main" id="{CEF1C16C-A911-D0E7-B24A-D11D382CEDDD}"/>
              </a:ext>
            </a:extLst>
          </p:cNvPr>
          <p:cNvPicPr>
            <a:picLocks noChangeAspect="1"/>
          </p:cNvPicPr>
          <p:nvPr/>
        </p:nvPicPr>
        <p:blipFill>
          <a:blip r:embed="rId2"/>
          <a:stretch>
            <a:fillRect/>
          </a:stretch>
        </p:blipFill>
        <p:spPr>
          <a:xfrm>
            <a:off x="5551789" y="147854"/>
            <a:ext cx="6424217" cy="1463167"/>
          </a:xfrm>
          <a:prstGeom prst="rect">
            <a:avLst/>
          </a:prstGeom>
        </p:spPr>
      </p:pic>
    </p:spTree>
    <p:extLst>
      <p:ext uri="{BB962C8B-B14F-4D97-AF65-F5344CB8AC3E}">
        <p14:creationId xmlns:p14="http://schemas.microsoft.com/office/powerpoint/2010/main" val="28456922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60B434-69A4-A1F6-130A-07FE48A255E5}"/>
              </a:ext>
            </a:extLst>
          </p:cNvPr>
          <p:cNvPicPr>
            <a:picLocks noChangeAspect="1"/>
          </p:cNvPicPr>
          <p:nvPr/>
        </p:nvPicPr>
        <p:blipFill>
          <a:blip r:embed="rId2"/>
          <a:stretch>
            <a:fillRect/>
          </a:stretch>
        </p:blipFill>
        <p:spPr>
          <a:xfrm>
            <a:off x="4352974" y="331201"/>
            <a:ext cx="6584251" cy="6195597"/>
          </a:xfrm>
          <a:prstGeom prst="rect">
            <a:avLst/>
          </a:prstGeom>
        </p:spPr>
      </p:pic>
      <p:sp>
        <p:nvSpPr>
          <p:cNvPr id="6" name="TextBox 5">
            <a:extLst>
              <a:ext uri="{FF2B5EF4-FFF2-40B4-BE49-F238E27FC236}">
                <a16:creationId xmlns:a16="http://schemas.microsoft.com/office/drawing/2014/main" id="{2D33D20A-24C1-99E9-B897-014C1D62BFB7}"/>
              </a:ext>
            </a:extLst>
          </p:cNvPr>
          <p:cNvSpPr txBox="1"/>
          <p:nvPr/>
        </p:nvSpPr>
        <p:spPr>
          <a:xfrm>
            <a:off x="2076226" y="3198166"/>
            <a:ext cx="1661160" cy="461665"/>
          </a:xfrm>
          <a:prstGeom prst="rect">
            <a:avLst/>
          </a:prstGeom>
          <a:noFill/>
          <a:ln>
            <a:solidFill>
              <a:schemeClr val="accent1"/>
            </a:solidFill>
          </a:ln>
        </p:spPr>
        <p:txBody>
          <a:bodyPr wrap="square" rtlCol="0">
            <a:spAutoFit/>
          </a:bodyPr>
          <a:lstStyle/>
          <a:p>
            <a:pPr algn="ctr"/>
            <a:r>
              <a:rPr lang="en-US" sz="2400" b="1" i="1" dirty="0">
                <a:solidFill>
                  <a:schemeClr val="accent1"/>
                </a:solidFill>
              </a:rPr>
              <a:t>Self study</a:t>
            </a:r>
          </a:p>
        </p:txBody>
      </p:sp>
    </p:spTree>
    <p:extLst>
      <p:ext uri="{BB962C8B-B14F-4D97-AF65-F5344CB8AC3E}">
        <p14:creationId xmlns:p14="http://schemas.microsoft.com/office/powerpoint/2010/main" val="22677300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638C41-336F-2278-56E1-F4D7AD89AE7F}"/>
              </a:ext>
            </a:extLst>
          </p:cNvPr>
          <p:cNvSpPr>
            <a:spLocks noGrp="1"/>
          </p:cNvSpPr>
          <p:nvPr>
            <p:ph type="ctrTitle"/>
          </p:nvPr>
        </p:nvSpPr>
        <p:spPr/>
        <p:txBody>
          <a:bodyPr>
            <a:normAutofit fontScale="90000"/>
          </a:bodyPr>
          <a:lstStyle/>
          <a:p>
            <a:r>
              <a:rPr lang="en-US" dirty="0"/>
              <a:t>Modifying the Inherited Functionality within a Derived Class</a:t>
            </a:r>
          </a:p>
        </p:txBody>
      </p:sp>
      <p:sp>
        <p:nvSpPr>
          <p:cNvPr id="5" name="Subtitle 4">
            <a:extLst>
              <a:ext uri="{FF2B5EF4-FFF2-40B4-BE49-F238E27FC236}">
                <a16:creationId xmlns:a16="http://schemas.microsoft.com/office/drawing/2014/main" id="{A01A0133-7CE3-C377-1A13-43EFBD06C8EB}"/>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8091977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1B651-70C9-0021-8B8E-8112696E7022}"/>
              </a:ext>
            </a:extLst>
          </p:cNvPr>
          <p:cNvSpPr>
            <a:spLocks noGrp="1"/>
          </p:cNvSpPr>
          <p:nvPr>
            <p:ph type="title"/>
          </p:nvPr>
        </p:nvSpPr>
        <p:spPr/>
        <p:txBody>
          <a:bodyPr/>
          <a:lstStyle/>
          <a:p>
            <a:r>
              <a:rPr lang="en-US" dirty="0"/>
              <a:t>Modifying the Inherited Functionality within a Derived Class</a:t>
            </a:r>
          </a:p>
        </p:txBody>
      </p:sp>
      <p:sp>
        <p:nvSpPr>
          <p:cNvPr id="3" name="Content Placeholder 2">
            <a:extLst>
              <a:ext uri="{FF2B5EF4-FFF2-40B4-BE49-F238E27FC236}">
                <a16:creationId xmlns:a16="http://schemas.microsoft.com/office/drawing/2014/main" id="{C74B7E34-909C-8653-73D8-715516515B5B}"/>
              </a:ext>
            </a:extLst>
          </p:cNvPr>
          <p:cNvSpPr>
            <a:spLocks noGrp="1"/>
          </p:cNvSpPr>
          <p:nvPr>
            <p:ph idx="1"/>
          </p:nvPr>
        </p:nvSpPr>
        <p:spPr/>
        <p:txBody>
          <a:bodyPr/>
          <a:lstStyle/>
          <a:p>
            <a:r>
              <a:rPr lang="en-US" dirty="0">
                <a:solidFill>
                  <a:schemeClr val="accent1"/>
                </a:solidFill>
              </a:rPr>
              <a:t>We can build on top of the inherited members by adding new members.</a:t>
            </a:r>
          </a:p>
        </p:txBody>
      </p:sp>
    </p:spTree>
    <p:extLst>
      <p:ext uri="{BB962C8B-B14F-4D97-AF65-F5344CB8AC3E}">
        <p14:creationId xmlns:p14="http://schemas.microsoft.com/office/powerpoint/2010/main" val="34205345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9FB600-B7AF-532F-722E-8FFBB4364774}"/>
              </a:ext>
            </a:extLst>
          </p:cNvPr>
          <p:cNvPicPr>
            <a:picLocks noChangeAspect="1"/>
          </p:cNvPicPr>
          <p:nvPr/>
        </p:nvPicPr>
        <p:blipFill>
          <a:blip r:embed="rId2"/>
          <a:stretch>
            <a:fillRect/>
          </a:stretch>
        </p:blipFill>
        <p:spPr>
          <a:xfrm>
            <a:off x="5155247" y="120268"/>
            <a:ext cx="6075737" cy="3233398"/>
          </a:xfrm>
          <a:prstGeom prst="rect">
            <a:avLst/>
          </a:prstGeom>
        </p:spPr>
      </p:pic>
      <p:sp>
        <p:nvSpPr>
          <p:cNvPr id="8" name="TextBox 7">
            <a:extLst>
              <a:ext uri="{FF2B5EF4-FFF2-40B4-BE49-F238E27FC236}">
                <a16:creationId xmlns:a16="http://schemas.microsoft.com/office/drawing/2014/main" id="{206D6215-7DFF-E736-B306-9D567AD3C4DE}"/>
              </a:ext>
            </a:extLst>
          </p:cNvPr>
          <p:cNvSpPr txBox="1"/>
          <p:nvPr/>
        </p:nvSpPr>
        <p:spPr>
          <a:xfrm>
            <a:off x="207979" y="120267"/>
            <a:ext cx="4450082" cy="2554545"/>
          </a:xfrm>
          <a:prstGeom prst="rect">
            <a:avLst/>
          </a:prstGeom>
          <a:noFill/>
        </p:spPr>
        <p:txBody>
          <a:bodyPr wrap="square" rtlCol="0">
            <a:spAutoFit/>
          </a:bodyPr>
          <a:lstStyle/>
          <a:p>
            <a:r>
              <a:rPr lang="en-US" sz="2000" dirty="0"/>
              <a:t>We have set up our classes like so. </a:t>
            </a:r>
          </a:p>
          <a:p>
            <a:endParaRPr lang="en-US" sz="2000" dirty="0"/>
          </a:p>
          <a:p>
            <a:r>
              <a:rPr lang="en-US" sz="2000" dirty="0"/>
              <a:t>Note that within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a:t>
            </a:r>
            <a:r>
              <a:rPr lang="en-US" sz="2000" dirty="0"/>
              <a:t>, I’m initiating a call to the parent class’s constructor with one argument.</a:t>
            </a:r>
          </a:p>
          <a:p>
            <a:endParaRPr lang="en-US" sz="2000" dirty="0"/>
          </a:p>
          <a:p>
            <a:r>
              <a:rPr lang="en-US" sz="2000" dirty="0"/>
              <a:t>Currently,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a:t>
            </a:r>
            <a:r>
              <a:rPr lang="en-US" sz="2000" dirty="0"/>
              <a:t> doesn’t really have its own methods and attributes. </a:t>
            </a:r>
          </a:p>
        </p:txBody>
      </p:sp>
      <p:pic>
        <p:nvPicPr>
          <p:cNvPr id="10" name="Picture 9">
            <a:extLst>
              <a:ext uri="{FF2B5EF4-FFF2-40B4-BE49-F238E27FC236}">
                <a16:creationId xmlns:a16="http://schemas.microsoft.com/office/drawing/2014/main" id="{1881A0E1-5B9B-628A-2363-10DE70926141}"/>
              </a:ext>
            </a:extLst>
          </p:cNvPr>
          <p:cNvPicPr>
            <a:picLocks noChangeAspect="1"/>
          </p:cNvPicPr>
          <p:nvPr/>
        </p:nvPicPr>
        <p:blipFill>
          <a:blip r:embed="rId3"/>
          <a:stretch>
            <a:fillRect/>
          </a:stretch>
        </p:blipFill>
        <p:spPr>
          <a:xfrm>
            <a:off x="5155247" y="3504335"/>
            <a:ext cx="2956019" cy="1771746"/>
          </a:xfrm>
          <a:prstGeom prst="rect">
            <a:avLst/>
          </a:prstGeom>
        </p:spPr>
      </p:pic>
    </p:spTree>
    <p:extLst>
      <p:ext uri="{BB962C8B-B14F-4D97-AF65-F5344CB8AC3E}">
        <p14:creationId xmlns:p14="http://schemas.microsoft.com/office/powerpoint/2010/main" val="27083499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06D6215-7DFF-E736-B306-9D567AD3C4DE}"/>
              </a:ext>
            </a:extLst>
          </p:cNvPr>
          <p:cNvSpPr txBox="1"/>
          <p:nvPr/>
        </p:nvSpPr>
        <p:spPr>
          <a:xfrm>
            <a:off x="207979" y="120267"/>
            <a:ext cx="4259664" cy="4401205"/>
          </a:xfrm>
          <a:prstGeom prst="rect">
            <a:avLst/>
          </a:prstGeom>
          <a:noFill/>
        </p:spPr>
        <p:txBody>
          <a:bodyPr wrap="square" rtlCol="0">
            <a:spAutoFit/>
          </a:bodyPr>
          <a:lstStyle/>
          <a:p>
            <a:r>
              <a:rPr lang="en-US" sz="2000" dirty="0"/>
              <a:t>Inheritance allows us to </a:t>
            </a:r>
            <a:r>
              <a:rPr lang="en-US" sz="2000" b="1" dirty="0"/>
              <a:t>extend </a:t>
            </a:r>
            <a:r>
              <a:rPr lang="en-US" sz="2000" dirty="0"/>
              <a:t>or build on top of </a:t>
            </a:r>
            <a:r>
              <a:rPr lang="en-US" sz="2000" b="1" dirty="0"/>
              <a:t>the parent class</a:t>
            </a:r>
            <a:r>
              <a:rPr lang="en-US" sz="2000" dirty="0"/>
              <a:t>. </a:t>
            </a:r>
          </a:p>
          <a:p>
            <a:endParaRPr lang="en-US" sz="2000" dirty="0"/>
          </a:p>
          <a:p>
            <a:r>
              <a:rPr lang="en-US" sz="2000" dirty="0"/>
              <a:t>We have already seen some examples of this. </a:t>
            </a:r>
          </a:p>
          <a:p>
            <a:endParaRPr lang="en-US" sz="2000" dirty="0"/>
          </a:p>
          <a:p>
            <a:r>
              <a:rPr lang="en-US" sz="2000" dirty="0"/>
              <a:t>This is how the object is initialized.</a:t>
            </a:r>
          </a:p>
          <a:p>
            <a:endParaRPr lang="en-US" sz="2000" dirty="0"/>
          </a:p>
          <a:p>
            <a:r>
              <a:rPr lang="en-US" sz="2000" dirty="0"/>
              <a:t>Practically, when you want to add more functionality to third party libraries or built-in classes, you can derive classes from them, and introduce new functionality in the derived classes.</a:t>
            </a:r>
          </a:p>
        </p:txBody>
      </p:sp>
      <p:pic>
        <p:nvPicPr>
          <p:cNvPr id="3" name="Picture 2">
            <a:extLst>
              <a:ext uri="{FF2B5EF4-FFF2-40B4-BE49-F238E27FC236}">
                <a16:creationId xmlns:a16="http://schemas.microsoft.com/office/drawing/2014/main" id="{0A777091-AEC7-8609-BAFA-381469F06532}"/>
              </a:ext>
            </a:extLst>
          </p:cNvPr>
          <p:cNvPicPr>
            <a:picLocks noChangeAspect="1"/>
          </p:cNvPicPr>
          <p:nvPr/>
        </p:nvPicPr>
        <p:blipFill rotWithShape="1">
          <a:blip r:embed="rId3"/>
          <a:srcRect b="47257"/>
          <a:stretch/>
        </p:blipFill>
        <p:spPr>
          <a:xfrm>
            <a:off x="4508153" y="2422403"/>
            <a:ext cx="7475868" cy="2266917"/>
          </a:xfrm>
          <a:prstGeom prst="rect">
            <a:avLst/>
          </a:prstGeom>
        </p:spPr>
      </p:pic>
      <p:pic>
        <p:nvPicPr>
          <p:cNvPr id="4" name="Picture 3">
            <a:extLst>
              <a:ext uri="{FF2B5EF4-FFF2-40B4-BE49-F238E27FC236}">
                <a16:creationId xmlns:a16="http://schemas.microsoft.com/office/drawing/2014/main" id="{5CE26FD7-A665-BC9B-64FB-66FE3B5724F5}"/>
              </a:ext>
            </a:extLst>
          </p:cNvPr>
          <p:cNvPicPr>
            <a:picLocks noChangeAspect="1"/>
          </p:cNvPicPr>
          <p:nvPr/>
        </p:nvPicPr>
        <p:blipFill>
          <a:blip r:embed="rId4"/>
          <a:stretch>
            <a:fillRect/>
          </a:stretch>
        </p:blipFill>
        <p:spPr>
          <a:xfrm>
            <a:off x="4508153" y="137545"/>
            <a:ext cx="4259664" cy="2266917"/>
          </a:xfrm>
          <a:prstGeom prst="rect">
            <a:avLst/>
          </a:prstGeom>
        </p:spPr>
      </p:pic>
      <p:pic>
        <p:nvPicPr>
          <p:cNvPr id="6" name="Picture 5">
            <a:extLst>
              <a:ext uri="{FF2B5EF4-FFF2-40B4-BE49-F238E27FC236}">
                <a16:creationId xmlns:a16="http://schemas.microsoft.com/office/drawing/2014/main" id="{3DBA3C10-6014-91A9-7C3E-CBDAC4993A3F}"/>
              </a:ext>
            </a:extLst>
          </p:cNvPr>
          <p:cNvPicPr>
            <a:picLocks noChangeAspect="1"/>
          </p:cNvPicPr>
          <p:nvPr/>
        </p:nvPicPr>
        <p:blipFill>
          <a:blip r:embed="rId5"/>
          <a:stretch>
            <a:fillRect/>
          </a:stretch>
        </p:blipFill>
        <p:spPr>
          <a:xfrm>
            <a:off x="2167040" y="5745010"/>
            <a:ext cx="2049958" cy="975445"/>
          </a:xfrm>
          <a:prstGeom prst="rect">
            <a:avLst/>
          </a:prstGeom>
        </p:spPr>
      </p:pic>
      <p:pic>
        <p:nvPicPr>
          <p:cNvPr id="11" name="Picture 10">
            <a:extLst>
              <a:ext uri="{FF2B5EF4-FFF2-40B4-BE49-F238E27FC236}">
                <a16:creationId xmlns:a16="http://schemas.microsoft.com/office/drawing/2014/main" id="{9A314620-7D17-01E6-D4A8-C210050E7A27}"/>
              </a:ext>
            </a:extLst>
          </p:cNvPr>
          <p:cNvPicPr>
            <a:picLocks noChangeAspect="1"/>
          </p:cNvPicPr>
          <p:nvPr/>
        </p:nvPicPr>
        <p:blipFill>
          <a:blip r:embed="rId6"/>
          <a:stretch>
            <a:fillRect/>
          </a:stretch>
        </p:blipFill>
        <p:spPr>
          <a:xfrm>
            <a:off x="4508153" y="4868634"/>
            <a:ext cx="7163421" cy="1752752"/>
          </a:xfrm>
          <a:prstGeom prst="rect">
            <a:avLst/>
          </a:prstGeom>
        </p:spPr>
      </p:pic>
      <p:sp>
        <p:nvSpPr>
          <p:cNvPr id="12" name="Rectangle 11">
            <a:extLst>
              <a:ext uri="{FF2B5EF4-FFF2-40B4-BE49-F238E27FC236}">
                <a16:creationId xmlns:a16="http://schemas.microsoft.com/office/drawing/2014/main" id="{00886D11-BB81-C3D5-D654-8F38F43500EA}"/>
              </a:ext>
            </a:extLst>
          </p:cNvPr>
          <p:cNvSpPr/>
          <p:nvPr/>
        </p:nvSpPr>
        <p:spPr>
          <a:xfrm>
            <a:off x="5292763" y="5745009"/>
            <a:ext cx="1721223" cy="177501"/>
          </a:xfrm>
          <a:prstGeom prst="rect">
            <a:avLst/>
          </a:prstGeom>
          <a:noFill/>
          <a:ln w="19050">
            <a:solidFill>
              <a:schemeClr val="accent1">
                <a:shade val="15000"/>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Connector: Curved 12">
            <a:extLst>
              <a:ext uri="{FF2B5EF4-FFF2-40B4-BE49-F238E27FC236}">
                <a16:creationId xmlns:a16="http://schemas.microsoft.com/office/drawing/2014/main" id="{17698648-361E-45B0-BA43-74478BD60230}"/>
              </a:ext>
            </a:extLst>
          </p:cNvPr>
          <p:cNvCxnSpPr>
            <a:cxnSpLocks/>
            <a:stCxn id="12" idx="3"/>
            <a:endCxn id="16" idx="3"/>
          </p:cNvCxnSpPr>
          <p:nvPr/>
        </p:nvCxnSpPr>
        <p:spPr>
          <a:xfrm flipV="1">
            <a:off x="7013986" y="3874327"/>
            <a:ext cx="12700" cy="1959433"/>
          </a:xfrm>
          <a:prstGeom prst="curvedConnector3">
            <a:avLst>
              <a:gd name="adj1" fmla="val 9169409"/>
            </a:avLst>
          </a:prstGeom>
          <a:ln>
            <a:solidFill>
              <a:schemeClr val="accent1">
                <a:shade val="15000"/>
                <a:alpha val="7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D22AF2B7-C2D7-5290-13C8-3ECBDE43EED2}"/>
              </a:ext>
            </a:extLst>
          </p:cNvPr>
          <p:cNvSpPr/>
          <p:nvPr/>
        </p:nvSpPr>
        <p:spPr>
          <a:xfrm>
            <a:off x="5292763" y="3488626"/>
            <a:ext cx="1721223" cy="771402"/>
          </a:xfrm>
          <a:prstGeom prst="rect">
            <a:avLst/>
          </a:prstGeom>
          <a:noFill/>
          <a:ln w="19050">
            <a:solidFill>
              <a:schemeClr val="accent1">
                <a:shade val="15000"/>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5BE95EC-09A1-B1A3-6499-4D28B6FB5E56}"/>
              </a:ext>
            </a:extLst>
          </p:cNvPr>
          <p:cNvSpPr/>
          <p:nvPr/>
        </p:nvSpPr>
        <p:spPr>
          <a:xfrm>
            <a:off x="5767893" y="3659045"/>
            <a:ext cx="1118646" cy="215283"/>
          </a:xfrm>
          <a:prstGeom prst="rect">
            <a:avLst/>
          </a:prstGeom>
          <a:noFill/>
          <a:ln w="19050">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Connector: Curved 19">
            <a:extLst>
              <a:ext uri="{FF2B5EF4-FFF2-40B4-BE49-F238E27FC236}">
                <a16:creationId xmlns:a16="http://schemas.microsoft.com/office/drawing/2014/main" id="{9B85196B-34E5-F85A-BDF1-81DA0A44CBE9}"/>
              </a:ext>
            </a:extLst>
          </p:cNvPr>
          <p:cNvCxnSpPr>
            <a:cxnSpLocks/>
            <a:stCxn id="19" idx="3"/>
            <a:endCxn id="24" idx="3"/>
          </p:cNvCxnSpPr>
          <p:nvPr/>
        </p:nvCxnSpPr>
        <p:spPr>
          <a:xfrm flipH="1" flipV="1">
            <a:off x="6680499" y="1701415"/>
            <a:ext cx="206040" cy="2065272"/>
          </a:xfrm>
          <a:prstGeom prst="curvedConnector3">
            <a:avLst>
              <a:gd name="adj1" fmla="val -549525"/>
            </a:avLst>
          </a:prstGeom>
          <a:ln>
            <a:solidFill>
              <a:schemeClr val="accent1">
                <a:alpha val="7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664FE83E-FB2A-9727-38BD-AAA5663573F9}"/>
              </a:ext>
            </a:extLst>
          </p:cNvPr>
          <p:cNvSpPr/>
          <p:nvPr/>
        </p:nvSpPr>
        <p:spPr>
          <a:xfrm>
            <a:off x="5062993" y="1366126"/>
            <a:ext cx="1617506" cy="670577"/>
          </a:xfrm>
          <a:prstGeom prst="rect">
            <a:avLst/>
          </a:prstGeom>
          <a:noFill/>
          <a:ln w="19050">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8D1F1C27-3854-2C7E-14C9-4D10E0430DCD}"/>
              </a:ext>
            </a:extLst>
          </p:cNvPr>
          <p:cNvSpPr txBox="1"/>
          <p:nvPr/>
        </p:nvSpPr>
        <p:spPr>
          <a:xfrm>
            <a:off x="7755901" y="5272021"/>
            <a:ext cx="333962" cy="345561"/>
          </a:xfrm>
          <a:prstGeom prst="rect">
            <a:avLst/>
          </a:prstGeom>
          <a:solidFill>
            <a:schemeClr val="bg1">
              <a:alpha val="70000"/>
            </a:schemeClr>
          </a:solidFill>
          <a:ln w="19050">
            <a:solidFill>
              <a:schemeClr val="accent1">
                <a:shade val="15000"/>
              </a:schemeClr>
            </a:solidFill>
          </a:ln>
        </p:spPr>
        <p:txBody>
          <a:bodyPr wrap="square">
            <a:spAutoFit/>
          </a:bodyPr>
          <a:lstStyle/>
          <a:p>
            <a:pPr algn="ctr"/>
            <a:r>
              <a:rPr lang="en-US" sz="1600" b="1" dirty="0">
                <a:latin typeface="Cascadia Code" panose="020B0609020000020004" pitchFamily="49" charset="0"/>
                <a:ea typeface="Cascadia Code" panose="020B0609020000020004" pitchFamily="49" charset="0"/>
                <a:cs typeface="Cascadia Code" panose="020B0609020000020004" pitchFamily="49" charset="0"/>
              </a:rPr>
              <a:t>5</a:t>
            </a:r>
          </a:p>
        </p:txBody>
      </p:sp>
      <p:sp>
        <p:nvSpPr>
          <p:cNvPr id="28" name="TextBox 27">
            <a:extLst>
              <a:ext uri="{FF2B5EF4-FFF2-40B4-BE49-F238E27FC236}">
                <a16:creationId xmlns:a16="http://schemas.microsoft.com/office/drawing/2014/main" id="{F3B98CB9-9922-F465-1400-38E1F2F19767}"/>
              </a:ext>
            </a:extLst>
          </p:cNvPr>
          <p:cNvSpPr txBox="1"/>
          <p:nvPr/>
        </p:nvSpPr>
        <p:spPr>
          <a:xfrm>
            <a:off x="7755901" y="2944150"/>
            <a:ext cx="333962" cy="345561"/>
          </a:xfrm>
          <a:prstGeom prst="rect">
            <a:avLst/>
          </a:prstGeom>
          <a:solidFill>
            <a:schemeClr val="bg1">
              <a:alpha val="70000"/>
            </a:schemeClr>
          </a:solidFill>
          <a:ln w="19050">
            <a:solidFill>
              <a:schemeClr val="accent1"/>
            </a:solidFill>
          </a:ln>
        </p:spPr>
        <p:txBody>
          <a:bodyPr wrap="square">
            <a:spAutoFit/>
          </a:bodyPr>
          <a:lstStyle/>
          <a:p>
            <a:pPr algn="ctr"/>
            <a:r>
              <a:rPr lang="en-US" sz="1600"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5</a:t>
            </a:r>
          </a:p>
        </p:txBody>
      </p:sp>
      <p:sp>
        <p:nvSpPr>
          <p:cNvPr id="33" name="Rectangle 32">
            <a:extLst>
              <a:ext uri="{FF2B5EF4-FFF2-40B4-BE49-F238E27FC236}">
                <a16:creationId xmlns:a16="http://schemas.microsoft.com/office/drawing/2014/main" id="{50D01290-F3CC-0BBF-D6D9-B5FBE06D714A}"/>
              </a:ext>
            </a:extLst>
          </p:cNvPr>
          <p:cNvSpPr/>
          <p:nvPr/>
        </p:nvSpPr>
        <p:spPr>
          <a:xfrm>
            <a:off x="4508153" y="2435595"/>
            <a:ext cx="7475868" cy="25464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7287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9" grpId="0" animBg="1"/>
      <p:bldP spid="24" grpId="0" animBg="1"/>
      <p:bldP spid="27" grpId="0" animBg="1"/>
      <p:bldP spid="28" grpId="0" animBg="1"/>
      <p:bldP spid="33"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BF7431E-8478-4B37-3307-F6378D92F16E}"/>
              </a:ext>
            </a:extLst>
          </p:cNvPr>
          <p:cNvPicPr>
            <a:picLocks noChangeAspect="1"/>
          </p:cNvPicPr>
          <p:nvPr/>
        </p:nvPicPr>
        <p:blipFill>
          <a:blip r:embed="rId2"/>
          <a:stretch>
            <a:fillRect/>
          </a:stretch>
        </p:blipFill>
        <p:spPr>
          <a:xfrm>
            <a:off x="5358172" y="1561146"/>
            <a:ext cx="6600967" cy="1709179"/>
          </a:xfrm>
          <a:prstGeom prst="rect">
            <a:avLst/>
          </a:prstGeom>
        </p:spPr>
      </p:pic>
      <p:sp>
        <p:nvSpPr>
          <p:cNvPr id="8" name="TextBox 7">
            <a:extLst>
              <a:ext uri="{FF2B5EF4-FFF2-40B4-BE49-F238E27FC236}">
                <a16:creationId xmlns:a16="http://schemas.microsoft.com/office/drawing/2014/main" id="{671F695D-9D6B-4070-9727-964F99071A92}"/>
              </a:ext>
            </a:extLst>
          </p:cNvPr>
          <p:cNvSpPr txBox="1"/>
          <p:nvPr/>
        </p:nvSpPr>
        <p:spPr>
          <a:xfrm>
            <a:off x="207979" y="120267"/>
            <a:ext cx="4708266" cy="3785652"/>
          </a:xfrm>
          <a:prstGeom prst="rect">
            <a:avLst/>
          </a:prstGeom>
          <a:noFill/>
        </p:spPr>
        <p:txBody>
          <a:bodyPr wrap="square" rtlCol="0">
            <a:spAutoFit/>
          </a:bodyPr>
          <a:lstStyle/>
          <a:p>
            <a:r>
              <a:rPr lang="en-US" sz="2000" dirty="0"/>
              <a:t>Will the following work?</a:t>
            </a:r>
          </a:p>
          <a:p>
            <a:endParaRPr lang="en-US" sz="2000" dirty="0"/>
          </a:p>
          <a:p>
            <a:r>
              <a:rPr lang="en-US" sz="2000" dirty="0"/>
              <a:t>Nope, </a:t>
            </a:r>
            <a:r>
              <a:rPr lang="en-US" sz="2000" b="1" dirty="0">
                <a:latin typeface="Cascadia Code" panose="020B0609020000020004" pitchFamily="49" charset="0"/>
                <a:ea typeface="Cascadia Code" panose="020B0609020000020004" pitchFamily="49" charset="0"/>
                <a:cs typeface="Cascadia Code" panose="020B0609020000020004" pitchFamily="49" charset="0"/>
              </a:rPr>
              <a:t>class Base</a:t>
            </a:r>
            <a:r>
              <a:rPr lang="en-US" sz="2000" dirty="0"/>
              <a:t> doesn’t have the member </a:t>
            </a:r>
            <a:r>
              <a:rPr lang="en-US" sz="2000" b="1" dirty="0" err="1">
                <a:latin typeface="Cascadia Code" panose="020B0609020000020004" pitchFamily="49" charset="0"/>
                <a:ea typeface="Cascadia Code" panose="020B0609020000020004" pitchFamily="49" charset="0"/>
                <a:cs typeface="Cascadia Code" panose="020B0609020000020004" pitchFamily="49" charset="0"/>
              </a:rPr>
              <a:t>getValue</a:t>
            </a:r>
            <a:r>
              <a:rPr lang="en-US" sz="2000" b="1" dirty="0">
                <a:latin typeface="Cascadia Code" panose="020B0609020000020004" pitchFamily="49" charset="0"/>
                <a:ea typeface="Cascadia Code" panose="020B0609020000020004" pitchFamily="49" charset="0"/>
                <a:cs typeface="Cascadia Code" panose="020B0609020000020004" pitchFamily="49" charset="0"/>
              </a:rPr>
              <a:t>()</a:t>
            </a:r>
            <a:r>
              <a:rPr lang="en-US" sz="2000" dirty="0"/>
              <a:t>. </a:t>
            </a:r>
          </a:p>
          <a:p>
            <a:endParaRPr lang="en-US" sz="2000" dirty="0"/>
          </a:p>
          <a:p>
            <a:r>
              <a:rPr lang="en-US" sz="2000" dirty="0"/>
              <a:t>So objects of type </a:t>
            </a:r>
            <a:r>
              <a:rPr lang="en-US" sz="2000" b="1" dirty="0">
                <a:latin typeface="Cascadia Code" panose="020B0609020000020004" pitchFamily="49" charset="0"/>
                <a:ea typeface="Cascadia Code" panose="020B0609020000020004" pitchFamily="49" charset="0"/>
                <a:cs typeface="Cascadia Code" panose="020B0609020000020004" pitchFamily="49" charset="0"/>
              </a:rPr>
              <a:t>Base</a:t>
            </a:r>
            <a:r>
              <a:rPr lang="en-US" sz="2000" dirty="0"/>
              <a:t> will not have access to this method. </a:t>
            </a:r>
          </a:p>
          <a:p>
            <a:endParaRPr lang="en-US" sz="2000" dirty="0"/>
          </a:p>
          <a:p>
            <a:r>
              <a:rPr lang="en-US" sz="2000" dirty="0"/>
              <a:t>Because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a:t>
            </a:r>
            <a:r>
              <a:rPr lang="en-US" sz="2000" dirty="0"/>
              <a:t> is-a </a:t>
            </a:r>
            <a:r>
              <a:rPr lang="en-US" sz="2000" b="1" dirty="0">
                <a:latin typeface="Cascadia Code" panose="020B0609020000020004" pitchFamily="49" charset="0"/>
                <a:ea typeface="Cascadia Code" panose="020B0609020000020004" pitchFamily="49" charset="0"/>
                <a:cs typeface="Cascadia Code" panose="020B0609020000020004" pitchFamily="49" charset="0"/>
              </a:rPr>
              <a:t>Base</a:t>
            </a:r>
            <a:r>
              <a:rPr lang="en-US" sz="2000" dirty="0"/>
              <a:t>,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a:t>
            </a:r>
            <a:r>
              <a:rPr lang="en-US" sz="2000" dirty="0"/>
              <a:t> has access to stuff in </a:t>
            </a:r>
            <a:r>
              <a:rPr lang="en-US" sz="2000" b="1" dirty="0">
                <a:latin typeface="Cascadia Code" panose="020B0609020000020004" pitchFamily="49" charset="0"/>
                <a:ea typeface="Cascadia Code" panose="020B0609020000020004" pitchFamily="49" charset="0"/>
                <a:cs typeface="Cascadia Code" panose="020B0609020000020004" pitchFamily="49" charset="0"/>
              </a:rPr>
              <a:t>Base</a:t>
            </a:r>
            <a:r>
              <a:rPr lang="en-US" sz="2000" dirty="0"/>
              <a:t>. </a:t>
            </a:r>
          </a:p>
          <a:p>
            <a:r>
              <a:rPr lang="en-US" sz="2000" dirty="0"/>
              <a:t>However, </a:t>
            </a:r>
            <a:r>
              <a:rPr lang="en-US" sz="2000" b="1" dirty="0">
                <a:latin typeface="Cascadia Code" panose="020B0609020000020004" pitchFamily="49" charset="0"/>
                <a:ea typeface="Cascadia Code" panose="020B0609020000020004" pitchFamily="49" charset="0"/>
                <a:cs typeface="Cascadia Code" panose="020B0609020000020004" pitchFamily="49" charset="0"/>
              </a:rPr>
              <a:t>Base</a:t>
            </a:r>
            <a:r>
              <a:rPr lang="en-US" sz="2000" dirty="0"/>
              <a:t> does not have access to anything in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a:t>
            </a:r>
            <a:r>
              <a:rPr lang="en-US" sz="2000" dirty="0"/>
              <a:t>.</a:t>
            </a:r>
          </a:p>
        </p:txBody>
      </p:sp>
    </p:spTree>
    <p:extLst>
      <p:ext uri="{BB962C8B-B14F-4D97-AF65-F5344CB8AC3E}">
        <p14:creationId xmlns:p14="http://schemas.microsoft.com/office/powerpoint/2010/main" val="95633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1B651-70C9-0021-8B8E-8112696E7022}"/>
              </a:ext>
            </a:extLst>
          </p:cNvPr>
          <p:cNvSpPr>
            <a:spLocks noGrp="1"/>
          </p:cNvSpPr>
          <p:nvPr>
            <p:ph type="title"/>
          </p:nvPr>
        </p:nvSpPr>
        <p:spPr/>
        <p:txBody>
          <a:bodyPr/>
          <a:lstStyle/>
          <a:p>
            <a:r>
              <a:rPr lang="en-US" dirty="0"/>
              <a:t>Modifying the Inherited Functionality within a Derived Class</a:t>
            </a:r>
          </a:p>
        </p:txBody>
      </p:sp>
      <p:sp>
        <p:nvSpPr>
          <p:cNvPr id="3" name="Content Placeholder 2">
            <a:extLst>
              <a:ext uri="{FF2B5EF4-FFF2-40B4-BE49-F238E27FC236}">
                <a16:creationId xmlns:a16="http://schemas.microsoft.com/office/drawing/2014/main" id="{C74B7E34-909C-8653-73D8-715516515B5B}"/>
              </a:ext>
            </a:extLst>
          </p:cNvPr>
          <p:cNvSpPr>
            <a:spLocks noGrp="1"/>
          </p:cNvSpPr>
          <p:nvPr>
            <p:ph idx="1"/>
          </p:nvPr>
        </p:nvSpPr>
        <p:spPr/>
        <p:txBody>
          <a:bodyPr/>
          <a:lstStyle/>
          <a:p>
            <a:r>
              <a:rPr lang="en-US" dirty="0"/>
              <a:t>We can build on top of the inherited members by adding new members.</a:t>
            </a:r>
          </a:p>
          <a:p>
            <a:endParaRPr lang="en-US" dirty="0"/>
          </a:p>
          <a:p>
            <a:r>
              <a:rPr lang="en-US" dirty="0">
                <a:solidFill>
                  <a:schemeClr val="accent1"/>
                </a:solidFill>
              </a:rPr>
              <a:t>We can use the inherited members as is.</a:t>
            </a:r>
          </a:p>
        </p:txBody>
      </p:sp>
    </p:spTree>
    <p:extLst>
      <p:ext uri="{BB962C8B-B14F-4D97-AF65-F5344CB8AC3E}">
        <p14:creationId xmlns:p14="http://schemas.microsoft.com/office/powerpoint/2010/main" val="2102698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6BFA2DF-2534-226B-17CA-72F5A45C14D5}"/>
              </a:ext>
            </a:extLst>
          </p:cNvPr>
          <p:cNvSpPr txBox="1"/>
          <p:nvPr/>
        </p:nvSpPr>
        <p:spPr>
          <a:xfrm>
            <a:off x="99509" y="91025"/>
            <a:ext cx="6094206" cy="6247864"/>
          </a:xfrm>
          <a:prstGeom prst="rect">
            <a:avLst/>
          </a:prstGeom>
          <a:noFill/>
        </p:spPr>
        <p:txBody>
          <a:bodyPr wrap="square">
            <a:spAutoFit/>
          </a:bodyPr>
          <a:lstStyle/>
          <a:p>
            <a:r>
              <a:rPr lang="en-US" sz="2000" dirty="0"/>
              <a:t>The output of line 28 is easy to figure out. Let’s talk about line 31. </a:t>
            </a:r>
          </a:p>
          <a:p>
            <a:endParaRPr lang="en-US" sz="2000" dirty="0"/>
          </a:p>
          <a:p>
            <a:pPr marL="285750" indent="-285750">
              <a:buFont typeface="Arial" panose="020B0604020202020204" pitchFamily="34" charset="0"/>
              <a:buChar char="•"/>
            </a:pPr>
            <a:r>
              <a:rPr lang="en-US" sz="2000" dirty="0"/>
              <a:t>A member function is called with a derived class object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a:t>
            </a:r>
            <a:r>
              <a:rPr lang="en-US" sz="2000" dirty="0"/>
              <a:t> in this case).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compiler first looks to see if that member (</a:t>
            </a:r>
            <a:r>
              <a:rPr lang="en-US" sz="2000" b="1" dirty="0">
                <a:latin typeface="Cascadia Code" panose="020B0609020000020004" pitchFamily="49" charset="0"/>
                <a:ea typeface="Cascadia Code" panose="020B0609020000020004" pitchFamily="49" charset="0"/>
                <a:cs typeface="Cascadia Code" panose="020B0609020000020004" pitchFamily="49" charset="0"/>
              </a:rPr>
              <a:t>identify()</a:t>
            </a:r>
            <a:r>
              <a:rPr lang="en-US" sz="2000" dirty="0"/>
              <a:t>) exists in the derived class. </a:t>
            </a:r>
          </a:p>
          <a:p>
            <a:pPr marL="742950" lvl="1" indent="-285750">
              <a:buFont typeface="Arial" panose="020B0604020202020204" pitchFamily="34" charset="0"/>
              <a:buChar char="•"/>
            </a:pPr>
            <a:r>
              <a:rPr lang="en-US" sz="2000" dirty="0"/>
              <a:t>Does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Derived::identify()</a:t>
            </a:r>
            <a:r>
              <a:rPr lang="en-US" sz="2000" dirty="0"/>
              <a:t> exist or not?</a:t>
            </a:r>
          </a:p>
          <a:p>
            <a:pPr marL="742950" lvl="1"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If not, it begins </a:t>
            </a:r>
            <a:r>
              <a:rPr lang="en-US" sz="2000" b="1" dirty="0"/>
              <a:t>walking up </a:t>
            </a:r>
            <a:r>
              <a:rPr lang="en-US" sz="2000" dirty="0"/>
              <a:t>the inheritance chain and checking whether the member has been defined in any of the parent classes. </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It uses the </a:t>
            </a:r>
            <a:r>
              <a:rPr lang="en-US" sz="2000" b="1" dirty="0"/>
              <a:t>first </a:t>
            </a:r>
            <a:r>
              <a:rPr lang="en-US" sz="2000" dirty="0"/>
              <a:t>one it finds.</a:t>
            </a:r>
          </a:p>
          <a:p>
            <a:pPr marL="742950" lvl="1" indent="-285750">
              <a:buFont typeface="Arial" panose="020B0604020202020204" pitchFamily="34" charset="0"/>
              <a:buChar char="•"/>
            </a:pPr>
            <a:r>
              <a:rPr lang="en-US" sz="2000" dirty="0"/>
              <a:t>It finds </a:t>
            </a:r>
            <a:r>
              <a:rPr lang="en-US" sz="2000" b="1" dirty="0">
                <a:latin typeface="Cascadia Code" panose="020B0609020000020004" pitchFamily="49" charset="0"/>
                <a:ea typeface="Cascadia Code" panose="020B0609020000020004" pitchFamily="49" charset="0"/>
                <a:cs typeface="Cascadia Code" panose="020B0609020000020004" pitchFamily="49" charset="0"/>
              </a:rPr>
              <a:t>Base::identify()</a:t>
            </a:r>
            <a:r>
              <a:rPr lang="en-US" sz="2000" dirty="0"/>
              <a:t> and uses that.</a:t>
            </a:r>
          </a:p>
          <a:p>
            <a:pPr marL="742950" lvl="1" indent="-285750">
              <a:buFont typeface="Arial" panose="020B0604020202020204" pitchFamily="34" charset="0"/>
              <a:buChar char="•"/>
            </a:pP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a:t>
            </a:r>
            <a:r>
              <a:rPr lang="en-US" sz="2000" dirty="0"/>
              <a:t> inherited this.</a:t>
            </a:r>
          </a:p>
          <a:p>
            <a:endParaRPr lang="en-US" sz="2000" dirty="0"/>
          </a:p>
          <a:p>
            <a:r>
              <a:rPr lang="en-US" sz="2000" dirty="0"/>
              <a:t>In other words, it uses the </a:t>
            </a:r>
            <a:r>
              <a:rPr lang="en-US" sz="2000" b="1" dirty="0"/>
              <a:t>most-derived version </a:t>
            </a:r>
            <a:r>
              <a:rPr lang="en-US" sz="2000" dirty="0"/>
              <a:t>of the function that it can find.</a:t>
            </a:r>
          </a:p>
        </p:txBody>
      </p:sp>
      <p:pic>
        <p:nvPicPr>
          <p:cNvPr id="9" name="Picture 8">
            <a:extLst>
              <a:ext uri="{FF2B5EF4-FFF2-40B4-BE49-F238E27FC236}">
                <a16:creationId xmlns:a16="http://schemas.microsoft.com/office/drawing/2014/main" id="{DC84F438-37F1-03F6-C5EB-B07A4B4A822C}"/>
              </a:ext>
            </a:extLst>
          </p:cNvPr>
          <p:cNvPicPr>
            <a:picLocks noChangeAspect="1"/>
          </p:cNvPicPr>
          <p:nvPr/>
        </p:nvPicPr>
        <p:blipFill>
          <a:blip r:embed="rId2"/>
          <a:stretch>
            <a:fillRect/>
          </a:stretch>
        </p:blipFill>
        <p:spPr>
          <a:xfrm>
            <a:off x="6559263" y="143646"/>
            <a:ext cx="5533228" cy="6570708"/>
          </a:xfrm>
          <a:prstGeom prst="rect">
            <a:avLst/>
          </a:prstGeom>
        </p:spPr>
      </p:pic>
      <p:pic>
        <p:nvPicPr>
          <p:cNvPr id="11" name="Picture 10">
            <a:extLst>
              <a:ext uri="{FF2B5EF4-FFF2-40B4-BE49-F238E27FC236}">
                <a16:creationId xmlns:a16="http://schemas.microsoft.com/office/drawing/2014/main" id="{512DEFE3-EFFE-7134-3E61-4D02133A8870}"/>
              </a:ext>
            </a:extLst>
          </p:cNvPr>
          <p:cNvPicPr>
            <a:picLocks noChangeAspect="1"/>
          </p:cNvPicPr>
          <p:nvPr/>
        </p:nvPicPr>
        <p:blipFill>
          <a:blip r:embed="rId3"/>
          <a:stretch>
            <a:fillRect/>
          </a:stretch>
        </p:blipFill>
        <p:spPr>
          <a:xfrm>
            <a:off x="10535644" y="5312536"/>
            <a:ext cx="1470787" cy="1265030"/>
          </a:xfrm>
          <a:prstGeom prst="rect">
            <a:avLst/>
          </a:prstGeom>
          <a:ln w="12700">
            <a:solidFill>
              <a:schemeClr val="accent1"/>
            </a:solidFill>
          </a:ln>
        </p:spPr>
      </p:pic>
      <p:sp>
        <p:nvSpPr>
          <p:cNvPr id="12" name="Rectangle 11">
            <a:extLst>
              <a:ext uri="{FF2B5EF4-FFF2-40B4-BE49-F238E27FC236}">
                <a16:creationId xmlns:a16="http://schemas.microsoft.com/office/drawing/2014/main" id="{4C7EC1EA-4B53-E846-75A1-61AFAD19849E}"/>
              </a:ext>
            </a:extLst>
          </p:cNvPr>
          <p:cNvSpPr/>
          <p:nvPr/>
        </p:nvSpPr>
        <p:spPr>
          <a:xfrm>
            <a:off x="7284363" y="5909373"/>
            <a:ext cx="1957883" cy="199441"/>
          </a:xfrm>
          <a:prstGeom prst="rect">
            <a:avLst/>
          </a:prstGeom>
          <a:noFill/>
          <a:ln w="19050">
            <a:solidFill>
              <a:schemeClr val="accent1">
                <a:shade val="15000"/>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F6FAD369-9944-3FD7-EDDB-F0819F5B757E}"/>
              </a:ext>
            </a:extLst>
          </p:cNvPr>
          <p:cNvGrpSpPr/>
          <p:nvPr/>
        </p:nvGrpSpPr>
        <p:grpSpPr>
          <a:xfrm>
            <a:off x="9331360" y="4095256"/>
            <a:ext cx="666720" cy="1922160"/>
            <a:chOff x="9306784" y="4399433"/>
            <a:chExt cx="666720" cy="1409760"/>
          </a:xfrm>
        </p:grpSpPr>
        <mc:AlternateContent xmlns:mc="http://schemas.openxmlformats.org/markup-compatibility/2006" xmlns:p14="http://schemas.microsoft.com/office/powerpoint/2010/main">
          <mc:Choice Requires="p14">
            <p:contentPart p14:bwMode="auto" r:id="rId4">
              <p14:nvContentPartPr>
                <p14:cNvPr id="21" name="Ink 20">
                  <a:extLst>
                    <a:ext uri="{FF2B5EF4-FFF2-40B4-BE49-F238E27FC236}">
                      <a16:creationId xmlns:a16="http://schemas.microsoft.com/office/drawing/2014/main" id="{4871B116-4FC4-A542-5AD5-14EDA34D9902}"/>
                    </a:ext>
                  </a:extLst>
                </p14:cNvPr>
                <p14:cNvContentPartPr/>
                <p14:nvPr/>
              </p14:nvContentPartPr>
              <p14:xfrm>
                <a:off x="9326584" y="4448033"/>
                <a:ext cx="646920" cy="1361160"/>
              </p14:xfrm>
            </p:contentPart>
          </mc:Choice>
          <mc:Fallback xmlns="">
            <p:pic>
              <p:nvPicPr>
                <p:cNvPr id="21" name="Ink 20">
                  <a:extLst>
                    <a:ext uri="{FF2B5EF4-FFF2-40B4-BE49-F238E27FC236}">
                      <a16:creationId xmlns:a16="http://schemas.microsoft.com/office/drawing/2014/main" id="{4871B116-4FC4-A542-5AD5-14EDA34D9902}"/>
                    </a:ext>
                  </a:extLst>
                </p:cNvPr>
                <p:cNvPicPr/>
                <p:nvPr/>
              </p:nvPicPr>
              <p:blipFill>
                <a:blip r:embed="rId5"/>
                <a:stretch>
                  <a:fillRect/>
                </a:stretch>
              </p:blipFill>
              <p:spPr>
                <a:xfrm>
                  <a:off x="9317944" y="4441432"/>
                  <a:ext cx="664560" cy="1374098"/>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2" name="Ink 21">
                  <a:extLst>
                    <a:ext uri="{FF2B5EF4-FFF2-40B4-BE49-F238E27FC236}">
                      <a16:creationId xmlns:a16="http://schemas.microsoft.com/office/drawing/2014/main" id="{6B8DEE47-8996-9DB5-4526-E2E03FA5ED99}"/>
                    </a:ext>
                  </a:extLst>
                </p14:cNvPr>
                <p14:cNvContentPartPr/>
                <p14:nvPr/>
              </p14:nvContentPartPr>
              <p14:xfrm>
                <a:off x="9306784" y="4399433"/>
                <a:ext cx="299880" cy="182520"/>
              </p14:xfrm>
            </p:contentPart>
          </mc:Choice>
          <mc:Fallback xmlns="">
            <p:pic>
              <p:nvPicPr>
                <p:cNvPr id="22" name="Ink 21">
                  <a:extLst>
                    <a:ext uri="{FF2B5EF4-FFF2-40B4-BE49-F238E27FC236}">
                      <a16:creationId xmlns:a16="http://schemas.microsoft.com/office/drawing/2014/main" id="{6B8DEE47-8996-9DB5-4526-E2E03FA5ED99}"/>
                    </a:ext>
                  </a:extLst>
                </p:cNvPr>
                <p:cNvPicPr/>
                <p:nvPr/>
              </p:nvPicPr>
              <p:blipFill>
                <a:blip r:embed="rId7"/>
                <a:stretch>
                  <a:fillRect/>
                </a:stretch>
              </p:blipFill>
              <p:spPr>
                <a:xfrm>
                  <a:off x="9298144" y="4392830"/>
                  <a:ext cx="317520" cy="195463"/>
                </a:xfrm>
                <a:prstGeom prst="rect">
                  <a:avLst/>
                </a:prstGeom>
              </p:spPr>
            </p:pic>
          </mc:Fallback>
        </mc:AlternateContent>
      </p:grpSp>
      <p:sp>
        <p:nvSpPr>
          <p:cNvPr id="24" name="TextBox 23">
            <a:extLst>
              <a:ext uri="{FF2B5EF4-FFF2-40B4-BE49-F238E27FC236}">
                <a16:creationId xmlns:a16="http://schemas.microsoft.com/office/drawing/2014/main" id="{13CA4234-C7DA-53EC-0C3A-0335F1AC8276}"/>
              </a:ext>
            </a:extLst>
          </p:cNvPr>
          <p:cNvSpPr txBox="1"/>
          <p:nvPr/>
        </p:nvSpPr>
        <p:spPr>
          <a:xfrm>
            <a:off x="9242246" y="4742146"/>
            <a:ext cx="1011331" cy="584775"/>
          </a:xfrm>
          <a:prstGeom prst="rect">
            <a:avLst/>
          </a:prstGeom>
          <a:solidFill>
            <a:schemeClr val="bg1">
              <a:alpha val="70000"/>
            </a:schemeClr>
          </a:solidFill>
          <a:ln w="19050">
            <a:solidFill>
              <a:schemeClr val="accent1">
                <a:shade val="15000"/>
              </a:schemeClr>
            </a:solidFill>
          </a:ln>
        </p:spPr>
        <p:txBody>
          <a:bodyPr wrap="square">
            <a:spAutoFit/>
          </a:bodyPr>
          <a:lstStyle/>
          <a:p>
            <a:pPr algn="ctr"/>
            <a:r>
              <a:rPr lang="en-US" sz="1600" b="1" dirty="0">
                <a:latin typeface="Cascadia Code" panose="020B0609020000020004" pitchFamily="49" charset="0"/>
                <a:ea typeface="Cascadia Code" panose="020B0609020000020004" pitchFamily="49" charset="0"/>
                <a:cs typeface="Cascadia Code" panose="020B0609020000020004" pitchFamily="49" charset="0"/>
              </a:rPr>
              <a:t>Didn’t find</a:t>
            </a:r>
          </a:p>
        </p:txBody>
      </p:sp>
      <p:grpSp>
        <p:nvGrpSpPr>
          <p:cNvPr id="25" name="Group 24">
            <a:extLst>
              <a:ext uri="{FF2B5EF4-FFF2-40B4-BE49-F238E27FC236}">
                <a16:creationId xmlns:a16="http://schemas.microsoft.com/office/drawing/2014/main" id="{2A1E7F62-7FDD-82F5-564F-B3389B694640}"/>
              </a:ext>
            </a:extLst>
          </p:cNvPr>
          <p:cNvGrpSpPr/>
          <p:nvPr/>
        </p:nvGrpSpPr>
        <p:grpSpPr>
          <a:xfrm>
            <a:off x="9511445" y="1658273"/>
            <a:ext cx="666720" cy="2355770"/>
            <a:chOff x="9306784" y="4399433"/>
            <a:chExt cx="666720" cy="1409760"/>
          </a:xfrm>
        </p:grpSpPr>
        <mc:AlternateContent xmlns:mc="http://schemas.openxmlformats.org/markup-compatibility/2006" xmlns:p14="http://schemas.microsoft.com/office/powerpoint/2010/main">
          <mc:Choice Requires="p14">
            <p:contentPart p14:bwMode="auto" r:id="rId8">
              <p14:nvContentPartPr>
                <p14:cNvPr id="26" name="Ink 25">
                  <a:extLst>
                    <a:ext uri="{FF2B5EF4-FFF2-40B4-BE49-F238E27FC236}">
                      <a16:creationId xmlns:a16="http://schemas.microsoft.com/office/drawing/2014/main" id="{50E4D4A0-FA17-A772-5241-8DE7083E85B6}"/>
                    </a:ext>
                  </a:extLst>
                </p14:cNvPr>
                <p14:cNvContentPartPr/>
                <p14:nvPr/>
              </p14:nvContentPartPr>
              <p14:xfrm>
                <a:off x="9326584" y="4448033"/>
                <a:ext cx="646920" cy="1361160"/>
              </p14:xfrm>
            </p:contentPart>
          </mc:Choice>
          <mc:Fallback xmlns="">
            <p:pic>
              <p:nvPicPr>
                <p:cNvPr id="26" name="Ink 25">
                  <a:extLst>
                    <a:ext uri="{FF2B5EF4-FFF2-40B4-BE49-F238E27FC236}">
                      <a16:creationId xmlns:a16="http://schemas.microsoft.com/office/drawing/2014/main" id="{50E4D4A0-FA17-A772-5241-8DE7083E85B6}"/>
                    </a:ext>
                  </a:extLst>
                </p:cNvPr>
                <p:cNvPicPr/>
                <p:nvPr/>
              </p:nvPicPr>
              <p:blipFill>
                <a:blip r:embed="rId9"/>
                <a:stretch>
                  <a:fillRect/>
                </a:stretch>
              </p:blipFill>
              <p:spPr>
                <a:xfrm>
                  <a:off x="9317944" y="4442862"/>
                  <a:ext cx="664560" cy="1371718"/>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7" name="Ink 26">
                  <a:extLst>
                    <a:ext uri="{FF2B5EF4-FFF2-40B4-BE49-F238E27FC236}">
                      <a16:creationId xmlns:a16="http://schemas.microsoft.com/office/drawing/2014/main" id="{67190F26-6887-C0A4-5F0B-F2177CFB0FCC}"/>
                    </a:ext>
                  </a:extLst>
                </p14:cNvPr>
                <p14:cNvContentPartPr/>
                <p14:nvPr/>
              </p14:nvContentPartPr>
              <p14:xfrm>
                <a:off x="9306784" y="4399433"/>
                <a:ext cx="299880" cy="182520"/>
              </p14:xfrm>
            </p:contentPart>
          </mc:Choice>
          <mc:Fallback xmlns="">
            <p:pic>
              <p:nvPicPr>
                <p:cNvPr id="27" name="Ink 26">
                  <a:extLst>
                    <a:ext uri="{FF2B5EF4-FFF2-40B4-BE49-F238E27FC236}">
                      <a16:creationId xmlns:a16="http://schemas.microsoft.com/office/drawing/2014/main" id="{67190F26-6887-C0A4-5F0B-F2177CFB0FCC}"/>
                    </a:ext>
                  </a:extLst>
                </p:cNvPr>
                <p:cNvPicPr/>
                <p:nvPr/>
              </p:nvPicPr>
              <p:blipFill>
                <a:blip r:embed="rId11"/>
                <a:stretch>
                  <a:fillRect/>
                </a:stretch>
              </p:blipFill>
              <p:spPr>
                <a:xfrm>
                  <a:off x="9298144" y="4394255"/>
                  <a:ext cx="317520" cy="193091"/>
                </a:xfrm>
                <a:prstGeom prst="rect">
                  <a:avLst/>
                </a:prstGeom>
              </p:spPr>
            </p:pic>
          </mc:Fallback>
        </mc:AlternateContent>
      </p:grpSp>
      <p:sp>
        <p:nvSpPr>
          <p:cNvPr id="28" name="TextBox 27">
            <a:extLst>
              <a:ext uri="{FF2B5EF4-FFF2-40B4-BE49-F238E27FC236}">
                <a16:creationId xmlns:a16="http://schemas.microsoft.com/office/drawing/2014/main" id="{BF123FE1-A37B-E314-3E65-5D7093EC1780}"/>
              </a:ext>
            </a:extLst>
          </p:cNvPr>
          <p:cNvSpPr txBox="1"/>
          <p:nvPr/>
        </p:nvSpPr>
        <p:spPr>
          <a:xfrm>
            <a:off x="9688216" y="2123465"/>
            <a:ext cx="944252" cy="338554"/>
          </a:xfrm>
          <a:prstGeom prst="rect">
            <a:avLst/>
          </a:prstGeom>
          <a:solidFill>
            <a:schemeClr val="bg1">
              <a:alpha val="70000"/>
            </a:schemeClr>
          </a:solidFill>
          <a:ln w="19050">
            <a:solidFill>
              <a:schemeClr val="accent1">
                <a:shade val="15000"/>
              </a:schemeClr>
            </a:solidFill>
          </a:ln>
        </p:spPr>
        <p:txBody>
          <a:bodyPr wrap="square">
            <a:spAutoFit/>
          </a:bodyPr>
          <a:lstStyle/>
          <a:p>
            <a:pPr algn="ctr"/>
            <a:r>
              <a:rPr lang="en-US" sz="1600" b="1" dirty="0">
                <a:latin typeface="Cascadia Code" panose="020B0609020000020004" pitchFamily="49" charset="0"/>
                <a:ea typeface="Cascadia Code" panose="020B0609020000020004" pitchFamily="49" charset="0"/>
                <a:cs typeface="Cascadia Code" panose="020B0609020000020004" pitchFamily="49" charset="0"/>
              </a:rPr>
              <a:t>Found!</a:t>
            </a:r>
          </a:p>
        </p:txBody>
      </p:sp>
    </p:spTree>
    <p:extLst>
      <p:ext uri="{BB962C8B-B14F-4D97-AF65-F5344CB8AC3E}">
        <p14:creationId xmlns:p14="http://schemas.microsoft.com/office/powerpoint/2010/main" val="1591705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4" grpId="0" animBg="1"/>
      <p:bldP spid="2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1B651-70C9-0021-8B8E-8112696E7022}"/>
              </a:ext>
            </a:extLst>
          </p:cNvPr>
          <p:cNvSpPr>
            <a:spLocks noGrp="1"/>
          </p:cNvSpPr>
          <p:nvPr>
            <p:ph type="title"/>
          </p:nvPr>
        </p:nvSpPr>
        <p:spPr/>
        <p:txBody>
          <a:bodyPr/>
          <a:lstStyle/>
          <a:p>
            <a:r>
              <a:rPr lang="en-US" dirty="0"/>
              <a:t>Modifying the Inherited Functionality within a Derived Class</a:t>
            </a:r>
          </a:p>
        </p:txBody>
      </p:sp>
      <p:sp>
        <p:nvSpPr>
          <p:cNvPr id="3" name="Content Placeholder 2">
            <a:extLst>
              <a:ext uri="{FF2B5EF4-FFF2-40B4-BE49-F238E27FC236}">
                <a16:creationId xmlns:a16="http://schemas.microsoft.com/office/drawing/2014/main" id="{C74B7E34-909C-8653-73D8-715516515B5B}"/>
              </a:ext>
            </a:extLst>
          </p:cNvPr>
          <p:cNvSpPr>
            <a:spLocks noGrp="1"/>
          </p:cNvSpPr>
          <p:nvPr>
            <p:ph idx="1"/>
          </p:nvPr>
        </p:nvSpPr>
        <p:spPr/>
        <p:txBody>
          <a:bodyPr/>
          <a:lstStyle/>
          <a:p>
            <a:r>
              <a:rPr lang="en-US" dirty="0"/>
              <a:t>We can build on top of the inherited members by adding new members.</a:t>
            </a:r>
          </a:p>
          <a:p>
            <a:endParaRPr lang="en-US" dirty="0"/>
          </a:p>
          <a:p>
            <a:r>
              <a:rPr lang="en-US" dirty="0"/>
              <a:t>We can use the inherited members as is.</a:t>
            </a:r>
          </a:p>
          <a:p>
            <a:pPr lvl="1"/>
            <a:r>
              <a:rPr lang="en-US" dirty="0">
                <a:solidFill>
                  <a:schemeClr val="accent1"/>
                </a:solidFill>
              </a:rPr>
              <a:t>We could even modify the inherited functionality.</a:t>
            </a:r>
          </a:p>
        </p:txBody>
      </p:sp>
    </p:spTree>
    <p:extLst>
      <p:ext uri="{BB962C8B-B14F-4D97-AF65-F5344CB8AC3E}">
        <p14:creationId xmlns:p14="http://schemas.microsoft.com/office/powerpoint/2010/main" val="18288894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694032C-E463-9821-81D8-6344713DB335}"/>
              </a:ext>
            </a:extLst>
          </p:cNvPr>
          <p:cNvSpPr txBox="1"/>
          <p:nvPr/>
        </p:nvSpPr>
        <p:spPr>
          <a:xfrm>
            <a:off x="80682" y="78960"/>
            <a:ext cx="6201784" cy="3170099"/>
          </a:xfrm>
          <a:prstGeom prst="rect">
            <a:avLst/>
          </a:prstGeom>
          <a:noFill/>
        </p:spPr>
        <p:txBody>
          <a:bodyPr wrap="square">
            <a:spAutoFit/>
          </a:bodyPr>
          <a:lstStyle/>
          <a:p>
            <a:r>
              <a:rPr lang="en-US" sz="2000" dirty="0"/>
              <a:t>If we had defined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Derived::identify()</a:t>
            </a:r>
            <a:r>
              <a:rPr lang="en-US" sz="2000" dirty="0"/>
              <a:t> in the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a:t>
            </a:r>
            <a:r>
              <a:rPr lang="en-US" sz="2000" dirty="0"/>
              <a:t> class, it would have been used instead.</a:t>
            </a:r>
          </a:p>
          <a:p>
            <a:endParaRPr lang="en-US" sz="2000" dirty="0"/>
          </a:p>
          <a:p>
            <a:r>
              <a:rPr lang="en-US" sz="2000" dirty="0"/>
              <a:t>To modify the way a function works, that has been defined in the base class, </a:t>
            </a:r>
            <a:r>
              <a:rPr lang="en-US" sz="2000" b="1" dirty="0"/>
              <a:t>simply redefine the function in the derived class</a:t>
            </a:r>
            <a:r>
              <a:rPr lang="en-US" sz="2000" dirty="0"/>
              <a:t>.</a:t>
            </a:r>
          </a:p>
          <a:p>
            <a:endParaRPr lang="en-US" sz="2000" dirty="0"/>
          </a:p>
          <a:p>
            <a:r>
              <a:rPr lang="en-US" sz="2000" dirty="0"/>
              <a:t>The compiler will look for </a:t>
            </a:r>
            <a:r>
              <a:rPr lang="en-US" sz="2000" b="1" dirty="0">
                <a:latin typeface="Cascadia Code" panose="020B0609020000020004" pitchFamily="49" charset="0"/>
                <a:ea typeface="Cascadia Code" panose="020B0609020000020004" pitchFamily="49" charset="0"/>
                <a:cs typeface="Cascadia Code" panose="020B0609020000020004" pitchFamily="49" charset="0"/>
              </a:rPr>
              <a:t>identify()</a:t>
            </a:r>
            <a:r>
              <a:rPr lang="en-US" sz="2000" dirty="0"/>
              <a:t> in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a:t>
            </a:r>
            <a:r>
              <a:rPr lang="en-US" sz="2000" dirty="0"/>
              <a:t>. This time, it’ll find it (</a:t>
            </a:r>
            <a:r>
              <a:rPr lang="en-US" i="1" dirty="0"/>
              <a:t>unlike in the last example</a:t>
            </a:r>
            <a:r>
              <a:rPr lang="en-US" sz="2000" dirty="0"/>
              <a:t>) and will therefore execute it.</a:t>
            </a:r>
          </a:p>
        </p:txBody>
      </p:sp>
      <p:pic>
        <p:nvPicPr>
          <p:cNvPr id="6" name="Picture 5">
            <a:extLst>
              <a:ext uri="{FF2B5EF4-FFF2-40B4-BE49-F238E27FC236}">
                <a16:creationId xmlns:a16="http://schemas.microsoft.com/office/drawing/2014/main" id="{3A11A5B3-5757-6E51-7624-73B65F224CC6}"/>
              </a:ext>
            </a:extLst>
          </p:cNvPr>
          <p:cNvPicPr>
            <a:picLocks noChangeAspect="1"/>
          </p:cNvPicPr>
          <p:nvPr/>
        </p:nvPicPr>
        <p:blipFill>
          <a:blip r:embed="rId2"/>
          <a:stretch>
            <a:fillRect/>
          </a:stretch>
        </p:blipFill>
        <p:spPr>
          <a:xfrm>
            <a:off x="6709531" y="78960"/>
            <a:ext cx="5401788" cy="2836362"/>
          </a:xfrm>
          <a:prstGeom prst="rect">
            <a:avLst/>
          </a:prstGeom>
        </p:spPr>
      </p:pic>
      <p:pic>
        <p:nvPicPr>
          <p:cNvPr id="10" name="Picture 9">
            <a:extLst>
              <a:ext uri="{FF2B5EF4-FFF2-40B4-BE49-F238E27FC236}">
                <a16:creationId xmlns:a16="http://schemas.microsoft.com/office/drawing/2014/main" id="{548D5E5A-13DE-C01A-7370-0A13D30C2058}"/>
              </a:ext>
            </a:extLst>
          </p:cNvPr>
          <p:cNvPicPr>
            <a:picLocks noChangeAspect="1"/>
          </p:cNvPicPr>
          <p:nvPr/>
        </p:nvPicPr>
        <p:blipFill>
          <a:blip r:embed="rId3"/>
          <a:stretch>
            <a:fillRect/>
          </a:stretch>
        </p:blipFill>
        <p:spPr>
          <a:xfrm>
            <a:off x="6709531" y="3033336"/>
            <a:ext cx="5404524" cy="2367003"/>
          </a:xfrm>
          <a:prstGeom prst="rect">
            <a:avLst/>
          </a:prstGeom>
        </p:spPr>
      </p:pic>
      <p:pic>
        <p:nvPicPr>
          <p:cNvPr id="14" name="Picture 13">
            <a:extLst>
              <a:ext uri="{FF2B5EF4-FFF2-40B4-BE49-F238E27FC236}">
                <a16:creationId xmlns:a16="http://schemas.microsoft.com/office/drawing/2014/main" id="{0BCA0BE9-AA7B-C1A3-A49C-B0903FE9AD16}"/>
              </a:ext>
            </a:extLst>
          </p:cNvPr>
          <p:cNvPicPr>
            <a:picLocks noChangeAspect="1"/>
          </p:cNvPicPr>
          <p:nvPr/>
        </p:nvPicPr>
        <p:blipFill>
          <a:blip r:embed="rId4"/>
          <a:stretch>
            <a:fillRect/>
          </a:stretch>
        </p:blipFill>
        <p:spPr>
          <a:xfrm>
            <a:off x="3765176" y="3653231"/>
            <a:ext cx="2806125" cy="3125809"/>
          </a:xfrm>
          <a:prstGeom prst="rect">
            <a:avLst/>
          </a:prstGeom>
        </p:spPr>
      </p:pic>
      <p:sp>
        <p:nvSpPr>
          <p:cNvPr id="15" name="Rectangle 14">
            <a:extLst>
              <a:ext uri="{FF2B5EF4-FFF2-40B4-BE49-F238E27FC236}">
                <a16:creationId xmlns:a16="http://schemas.microsoft.com/office/drawing/2014/main" id="{C3A2F20B-EA4A-E8A0-084E-E63974D36A1E}"/>
              </a:ext>
            </a:extLst>
          </p:cNvPr>
          <p:cNvSpPr/>
          <p:nvPr/>
        </p:nvSpPr>
        <p:spPr>
          <a:xfrm>
            <a:off x="6709531" y="4822850"/>
            <a:ext cx="5401788" cy="351578"/>
          </a:xfrm>
          <a:prstGeom prst="rect">
            <a:avLst/>
          </a:prstGeom>
          <a:noFill/>
          <a:ln w="19050">
            <a:solidFill>
              <a:schemeClr val="accent1">
                <a:shade val="15000"/>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18C4A97-2D65-AFF8-F717-8BDFF7C8BD5A}"/>
              </a:ext>
            </a:extLst>
          </p:cNvPr>
          <p:cNvSpPr/>
          <p:nvPr/>
        </p:nvSpPr>
        <p:spPr>
          <a:xfrm>
            <a:off x="4538115" y="4888160"/>
            <a:ext cx="1744351" cy="189449"/>
          </a:xfrm>
          <a:prstGeom prst="rect">
            <a:avLst/>
          </a:prstGeom>
          <a:noFill/>
          <a:ln w="19050">
            <a:solidFill>
              <a:schemeClr val="accent1">
                <a:shade val="15000"/>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7670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1D79BE2-6D1F-1BA2-D4CC-59CA31C5B2F8}"/>
              </a:ext>
            </a:extLst>
          </p:cNvPr>
          <p:cNvSpPr txBox="1"/>
          <p:nvPr/>
        </p:nvSpPr>
        <p:spPr>
          <a:xfrm>
            <a:off x="131782" y="108440"/>
            <a:ext cx="6892962" cy="6124754"/>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protected</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m_value</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Base</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value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m_value</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value</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void</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identify</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I am a Base</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public</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value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value</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getValue</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m_value</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void</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identify</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num</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I am a Derived and num =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num</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sp>
        <p:nvSpPr>
          <p:cNvPr id="7" name="TextBox 6">
            <a:extLst>
              <a:ext uri="{FF2B5EF4-FFF2-40B4-BE49-F238E27FC236}">
                <a16:creationId xmlns:a16="http://schemas.microsoft.com/office/drawing/2014/main" id="{78943577-15B1-BB86-76B8-04CC9DCE439F}"/>
              </a:ext>
            </a:extLst>
          </p:cNvPr>
          <p:cNvSpPr txBox="1"/>
          <p:nvPr/>
        </p:nvSpPr>
        <p:spPr>
          <a:xfrm>
            <a:off x="8695764" y="108440"/>
            <a:ext cx="3364454" cy="2554545"/>
          </a:xfrm>
          <a:prstGeom prst="rect">
            <a:avLst/>
          </a:prstGeom>
          <a:noFill/>
        </p:spPr>
        <p:txBody>
          <a:bodyPr wrap="square">
            <a:spAutoFit/>
          </a:bodyPr>
          <a:lstStyle/>
          <a:p>
            <a:r>
              <a:rPr lang="en-US" sz="1600" b="0" dirty="0">
                <a:solidFill>
                  <a:srgbClr val="7A3E9D"/>
                </a:solidFill>
                <a:effectLst/>
                <a:latin typeface="Cascadia Mono" panose="020B0609020000020004" pitchFamily="49" charset="0"/>
              </a:rPr>
              <a:t>int</a:t>
            </a:r>
            <a:r>
              <a:rPr lang="en-US" sz="1600" b="0" dirty="0">
                <a:solidFill>
                  <a:srgbClr val="333333"/>
                </a:solidFill>
                <a:effectLst/>
                <a:latin typeface="Cascadia Mono" panose="020B0609020000020004" pitchFamily="49" charset="0"/>
              </a:rPr>
              <a:t> </a:t>
            </a:r>
            <a:r>
              <a:rPr lang="en-US" sz="1600" b="1" dirty="0">
                <a:solidFill>
                  <a:srgbClr val="AA3731"/>
                </a:solidFill>
                <a:effectLst/>
                <a:latin typeface="Cascadia Mono" panose="020B0609020000020004" pitchFamily="49" charset="0"/>
              </a:rPr>
              <a:t>main</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Base</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base</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9C5D27"/>
                </a:solidFill>
                <a:effectLst/>
                <a:latin typeface="Cascadia Mono" panose="020B0609020000020004" pitchFamily="49" charset="0"/>
              </a:rPr>
              <a:t>5</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base</a:t>
            </a:r>
            <a:r>
              <a:rPr lang="en-US" sz="1600" b="0" dirty="0" err="1">
                <a:solidFill>
                  <a:srgbClr val="777777"/>
                </a:solidFill>
                <a:effectLst/>
                <a:latin typeface="Cascadia Mono" panose="020B0609020000020004" pitchFamily="49" charset="0"/>
              </a:rPr>
              <a:t>.</a:t>
            </a:r>
            <a:r>
              <a:rPr lang="en-US" sz="1600" b="1" dirty="0" err="1">
                <a:solidFill>
                  <a:srgbClr val="AA3731"/>
                </a:solidFill>
                <a:effectLst/>
                <a:latin typeface="Cascadia Mono" panose="020B0609020000020004" pitchFamily="49" charset="0"/>
              </a:rPr>
              <a:t>identify</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1" dirty="0">
                <a:solidFill>
                  <a:srgbClr val="7A3E9D"/>
                </a:solidFill>
                <a:effectLst/>
                <a:latin typeface="Cascadia Mono" panose="020B0609020000020004" pitchFamily="49" charset="0"/>
              </a:rPr>
              <a:t>Derived</a:t>
            </a:r>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derived</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r>
              <a:rPr lang="en-US" sz="1600" b="0" dirty="0">
                <a:solidFill>
                  <a:srgbClr val="333333"/>
                </a:solidFill>
                <a:effectLst/>
                <a:latin typeface="Cascadia Mono" panose="020B0609020000020004" pitchFamily="49" charset="0"/>
              </a:rPr>
              <a:t> </a:t>
            </a:r>
            <a:r>
              <a:rPr lang="en-US" sz="1600" b="0" dirty="0">
                <a:solidFill>
                  <a:srgbClr val="9C5D27"/>
                </a:solidFill>
                <a:effectLst/>
                <a:latin typeface="Cascadia Mono" panose="020B0609020000020004" pitchFamily="49" charset="0"/>
              </a:rPr>
              <a:t>7</a:t>
            </a:r>
            <a:r>
              <a:rPr lang="en-US" sz="1600" b="0" dirty="0">
                <a:solidFill>
                  <a:srgbClr val="333333"/>
                </a:solidFill>
                <a:effectLst/>
                <a:latin typeface="Cascadia Mono" panose="020B0609020000020004" pitchFamily="49" charset="0"/>
              </a:rPr>
              <a:t> </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333333"/>
                </a:solidFill>
                <a:effectLst/>
                <a:latin typeface="Cascadia Mono" panose="020B0609020000020004" pitchFamily="49" charset="0"/>
              </a:rPr>
              <a:t>    </a:t>
            </a:r>
            <a:r>
              <a:rPr lang="en-US" sz="1600" b="0" dirty="0" err="1">
                <a:solidFill>
                  <a:srgbClr val="7A3E9D"/>
                </a:solidFill>
                <a:effectLst/>
                <a:latin typeface="Cascadia Mono" panose="020B0609020000020004" pitchFamily="49" charset="0"/>
              </a:rPr>
              <a:t>derived</a:t>
            </a:r>
            <a:r>
              <a:rPr lang="en-US" sz="1600" b="0" dirty="0" err="1">
                <a:solidFill>
                  <a:srgbClr val="777777"/>
                </a:solidFill>
                <a:effectLst/>
                <a:latin typeface="Cascadia Mono" panose="020B0609020000020004" pitchFamily="49" charset="0"/>
              </a:rPr>
              <a:t>.</a:t>
            </a:r>
            <a:r>
              <a:rPr lang="en-US" sz="1600" b="1" dirty="0" err="1">
                <a:solidFill>
                  <a:srgbClr val="AA3731"/>
                </a:solidFill>
                <a:effectLst/>
                <a:latin typeface="Cascadia Mono" panose="020B0609020000020004" pitchFamily="49" charset="0"/>
              </a:rPr>
              <a:t>identify</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br>
              <a:rPr lang="en-US" sz="1600" b="0" dirty="0">
                <a:solidFill>
                  <a:srgbClr val="333333"/>
                </a:solidFill>
                <a:effectLst/>
                <a:latin typeface="Cascadia Mono" panose="020B0609020000020004" pitchFamily="49" charset="0"/>
              </a:rPr>
            </a:br>
            <a:r>
              <a:rPr lang="en-US" sz="1600" b="0" dirty="0">
                <a:solidFill>
                  <a:srgbClr val="333333"/>
                </a:solidFill>
                <a:effectLst/>
                <a:latin typeface="Cascadia Mono" panose="020B0609020000020004" pitchFamily="49" charset="0"/>
              </a:rPr>
              <a:t>    </a:t>
            </a:r>
            <a:r>
              <a:rPr lang="en-US" sz="1600" b="0" dirty="0">
                <a:solidFill>
                  <a:srgbClr val="4B69C6"/>
                </a:solidFill>
                <a:effectLst/>
                <a:latin typeface="Cascadia Mono" panose="020B0609020000020004" pitchFamily="49" charset="0"/>
              </a:rPr>
              <a:t>return</a:t>
            </a:r>
            <a:r>
              <a:rPr lang="en-US" sz="1600" b="0" dirty="0">
                <a:solidFill>
                  <a:srgbClr val="333333"/>
                </a:solidFill>
                <a:effectLst/>
                <a:latin typeface="Cascadia Mono" panose="020B0609020000020004" pitchFamily="49" charset="0"/>
              </a:rPr>
              <a:t> </a:t>
            </a:r>
            <a:r>
              <a:rPr lang="en-US" sz="1600" b="0" dirty="0">
                <a:solidFill>
                  <a:srgbClr val="9C5D27"/>
                </a:solidFill>
                <a:effectLst/>
                <a:latin typeface="Cascadia Mono" panose="020B0609020000020004" pitchFamily="49" charset="0"/>
              </a:rPr>
              <a:t>0</a:t>
            </a:r>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a:p>
            <a:r>
              <a:rPr lang="en-US" sz="1600" b="0" dirty="0">
                <a:solidFill>
                  <a:srgbClr val="777777"/>
                </a:solidFill>
                <a:effectLst/>
                <a:latin typeface="Cascadia Mono" panose="020B0609020000020004" pitchFamily="49" charset="0"/>
              </a:rPr>
              <a:t>}</a:t>
            </a:r>
            <a:endParaRPr lang="en-US" sz="1600" b="0" dirty="0">
              <a:solidFill>
                <a:srgbClr val="333333"/>
              </a:solidFill>
              <a:effectLst/>
              <a:latin typeface="Cascadia Mono" panose="020B0609020000020004" pitchFamily="49" charset="0"/>
            </a:endParaRPr>
          </a:p>
        </p:txBody>
      </p:sp>
      <p:sp>
        <p:nvSpPr>
          <p:cNvPr id="8" name="Rectangle 7">
            <a:extLst>
              <a:ext uri="{FF2B5EF4-FFF2-40B4-BE49-F238E27FC236}">
                <a16:creationId xmlns:a16="http://schemas.microsoft.com/office/drawing/2014/main" id="{80773DB1-4FEC-F778-5C5B-3EF0049F80F2}"/>
              </a:ext>
            </a:extLst>
          </p:cNvPr>
          <p:cNvSpPr/>
          <p:nvPr/>
        </p:nvSpPr>
        <p:spPr>
          <a:xfrm>
            <a:off x="9165515" y="1617071"/>
            <a:ext cx="2418680" cy="319305"/>
          </a:xfrm>
          <a:prstGeom prst="rect">
            <a:avLst/>
          </a:prstGeom>
          <a:noFill/>
          <a:ln w="19050">
            <a:solidFill>
              <a:schemeClr val="accent1">
                <a:shade val="15000"/>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5A9D86D-193A-101C-9B4E-6C7F79C96A61}"/>
              </a:ext>
            </a:extLst>
          </p:cNvPr>
          <p:cNvSpPr/>
          <p:nvPr/>
        </p:nvSpPr>
        <p:spPr>
          <a:xfrm>
            <a:off x="561190" y="5222676"/>
            <a:ext cx="6463553" cy="554180"/>
          </a:xfrm>
          <a:prstGeom prst="rect">
            <a:avLst/>
          </a:prstGeom>
          <a:noFill/>
          <a:ln w="19050">
            <a:solidFill>
              <a:schemeClr val="accent1">
                <a:shade val="15000"/>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onnector: Curved 9">
            <a:extLst>
              <a:ext uri="{FF2B5EF4-FFF2-40B4-BE49-F238E27FC236}">
                <a16:creationId xmlns:a16="http://schemas.microsoft.com/office/drawing/2014/main" id="{E02AF0B6-356B-CFB2-4106-63C2919DD89D}"/>
              </a:ext>
            </a:extLst>
          </p:cNvPr>
          <p:cNvCxnSpPr>
            <a:cxnSpLocks/>
            <a:stCxn id="8" idx="1"/>
            <a:endCxn id="9" idx="3"/>
          </p:cNvCxnSpPr>
          <p:nvPr/>
        </p:nvCxnSpPr>
        <p:spPr>
          <a:xfrm rot="10800000" flipV="1">
            <a:off x="7024743" y="1776724"/>
            <a:ext cx="2140772" cy="3723042"/>
          </a:xfrm>
          <a:prstGeom prst="curvedConnector3">
            <a:avLst>
              <a:gd name="adj1" fmla="val 68593"/>
            </a:avLst>
          </a:prstGeom>
          <a:ln>
            <a:solidFill>
              <a:schemeClr val="accent1">
                <a:shade val="1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E0FED0C5-FD1A-439A-8CA3-372EA60B352B}"/>
              </a:ext>
            </a:extLst>
          </p:cNvPr>
          <p:cNvPicPr>
            <a:picLocks noChangeAspect="1"/>
          </p:cNvPicPr>
          <p:nvPr/>
        </p:nvPicPr>
        <p:blipFill>
          <a:blip r:embed="rId2"/>
          <a:stretch>
            <a:fillRect/>
          </a:stretch>
        </p:blipFill>
        <p:spPr>
          <a:xfrm>
            <a:off x="5766054" y="3170817"/>
            <a:ext cx="6210838" cy="1333616"/>
          </a:xfrm>
          <a:prstGeom prst="rect">
            <a:avLst/>
          </a:prstGeom>
          <a:noFill/>
          <a:ln w="12700">
            <a:solidFill>
              <a:schemeClr val="accent1">
                <a:shade val="15000"/>
              </a:schemeClr>
            </a:solidFill>
          </a:ln>
        </p:spPr>
      </p:pic>
      <p:sp>
        <p:nvSpPr>
          <p:cNvPr id="16" name="TextBox 15">
            <a:extLst>
              <a:ext uri="{FF2B5EF4-FFF2-40B4-BE49-F238E27FC236}">
                <a16:creationId xmlns:a16="http://schemas.microsoft.com/office/drawing/2014/main" id="{B6988F91-71C8-1C87-144A-0FB4571AAE24}"/>
              </a:ext>
            </a:extLst>
          </p:cNvPr>
          <p:cNvSpPr txBox="1"/>
          <p:nvPr/>
        </p:nvSpPr>
        <p:spPr>
          <a:xfrm>
            <a:off x="5305313" y="108440"/>
            <a:ext cx="1581374" cy="400110"/>
          </a:xfrm>
          <a:prstGeom prst="rect">
            <a:avLst/>
          </a:prstGeom>
          <a:noFill/>
          <a:ln>
            <a:solidFill>
              <a:schemeClr val="accent1">
                <a:shade val="15000"/>
              </a:schemeClr>
            </a:solidFill>
          </a:ln>
        </p:spPr>
        <p:txBody>
          <a:bodyPr wrap="square">
            <a:spAutoFit/>
          </a:bodyPr>
          <a:lstStyle/>
          <a:p>
            <a:pPr algn="ctr"/>
            <a:r>
              <a:rPr lang="en-US" sz="2000" b="1" i="1" dirty="0"/>
              <a:t>Example</a:t>
            </a:r>
          </a:p>
        </p:txBody>
      </p:sp>
    </p:spTree>
    <p:extLst>
      <p:ext uri="{BB962C8B-B14F-4D97-AF65-F5344CB8AC3E}">
        <p14:creationId xmlns:p14="http://schemas.microsoft.com/office/powerpoint/2010/main" val="3014191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B5FF9A6-1D7D-0D71-E049-63D318C437FB}"/>
              </a:ext>
            </a:extLst>
          </p:cNvPr>
          <p:cNvPicPr>
            <a:picLocks noChangeAspect="1"/>
          </p:cNvPicPr>
          <p:nvPr/>
        </p:nvPicPr>
        <p:blipFill>
          <a:blip r:embed="rId2"/>
          <a:stretch>
            <a:fillRect/>
          </a:stretch>
        </p:blipFill>
        <p:spPr>
          <a:xfrm>
            <a:off x="2373442" y="597924"/>
            <a:ext cx="9510584" cy="5662151"/>
          </a:xfrm>
          <a:prstGeom prst="rect">
            <a:avLst/>
          </a:prstGeom>
        </p:spPr>
      </p:pic>
      <p:sp>
        <p:nvSpPr>
          <p:cNvPr id="8" name="TextBox 7">
            <a:extLst>
              <a:ext uri="{FF2B5EF4-FFF2-40B4-BE49-F238E27FC236}">
                <a16:creationId xmlns:a16="http://schemas.microsoft.com/office/drawing/2014/main" id="{AA9A4976-FCF7-C9D6-EF4B-5AF970B85C87}"/>
              </a:ext>
            </a:extLst>
          </p:cNvPr>
          <p:cNvSpPr txBox="1"/>
          <p:nvPr/>
        </p:nvSpPr>
        <p:spPr>
          <a:xfrm>
            <a:off x="419549" y="3198166"/>
            <a:ext cx="1661160" cy="461665"/>
          </a:xfrm>
          <a:prstGeom prst="rect">
            <a:avLst/>
          </a:prstGeom>
          <a:noFill/>
          <a:ln>
            <a:solidFill>
              <a:schemeClr val="accent1"/>
            </a:solidFill>
          </a:ln>
        </p:spPr>
        <p:txBody>
          <a:bodyPr wrap="square" rtlCol="0">
            <a:spAutoFit/>
          </a:bodyPr>
          <a:lstStyle/>
          <a:p>
            <a:pPr algn="ctr"/>
            <a:r>
              <a:rPr lang="en-US" sz="2400" b="1" i="1" dirty="0">
                <a:solidFill>
                  <a:schemeClr val="accent1"/>
                </a:solidFill>
              </a:rPr>
              <a:t>Self study</a:t>
            </a:r>
          </a:p>
        </p:txBody>
      </p:sp>
      <p:sp>
        <p:nvSpPr>
          <p:cNvPr id="9" name="Rectangle 8">
            <a:extLst>
              <a:ext uri="{FF2B5EF4-FFF2-40B4-BE49-F238E27FC236}">
                <a16:creationId xmlns:a16="http://schemas.microsoft.com/office/drawing/2014/main" id="{28CF822D-8B91-DFAE-98E3-C299D9E01C4B}"/>
              </a:ext>
            </a:extLst>
          </p:cNvPr>
          <p:cNvSpPr/>
          <p:nvPr/>
        </p:nvSpPr>
        <p:spPr>
          <a:xfrm>
            <a:off x="2529483" y="5661949"/>
            <a:ext cx="5280569" cy="190212"/>
          </a:xfrm>
          <a:prstGeom prst="rect">
            <a:avLst/>
          </a:prstGeom>
          <a:noFill/>
          <a:ln w="19050">
            <a:solidFill>
              <a:schemeClr val="accent1">
                <a:shade val="15000"/>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1AAC6B8-BCB5-8317-E1EE-FBAC657D2B21}"/>
              </a:ext>
            </a:extLst>
          </p:cNvPr>
          <p:cNvSpPr/>
          <p:nvPr/>
        </p:nvSpPr>
        <p:spPr>
          <a:xfrm>
            <a:off x="2529484" y="3996307"/>
            <a:ext cx="2860098" cy="855392"/>
          </a:xfrm>
          <a:prstGeom prst="rect">
            <a:avLst/>
          </a:prstGeom>
          <a:noFill/>
          <a:ln w="19050">
            <a:solidFill>
              <a:schemeClr val="accent1">
                <a:shade val="15000"/>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Connector: Curved 10">
            <a:extLst>
              <a:ext uri="{FF2B5EF4-FFF2-40B4-BE49-F238E27FC236}">
                <a16:creationId xmlns:a16="http://schemas.microsoft.com/office/drawing/2014/main" id="{DC4C6910-F9B6-C8F1-7A86-28C4D2BA85F5}"/>
              </a:ext>
            </a:extLst>
          </p:cNvPr>
          <p:cNvCxnSpPr>
            <a:cxnSpLocks/>
            <a:stCxn id="9" idx="0"/>
            <a:endCxn id="10" idx="3"/>
          </p:cNvCxnSpPr>
          <p:nvPr/>
        </p:nvCxnSpPr>
        <p:spPr>
          <a:xfrm rot="5400000" flipH="1" flipV="1">
            <a:off x="4660702" y="4933069"/>
            <a:ext cx="1237946" cy="219814"/>
          </a:xfrm>
          <a:prstGeom prst="curvedConnector4">
            <a:avLst>
              <a:gd name="adj1" fmla="val 21429"/>
              <a:gd name="adj2" fmla="val 512318"/>
            </a:avLst>
          </a:prstGeom>
          <a:ln>
            <a:solidFill>
              <a:schemeClr val="accent1">
                <a:shade val="15000"/>
                <a:alpha val="7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28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1B651-70C9-0021-8B8E-8112696E7022}"/>
              </a:ext>
            </a:extLst>
          </p:cNvPr>
          <p:cNvSpPr>
            <a:spLocks noGrp="1"/>
          </p:cNvSpPr>
          <p:nvPr>
            <p:ph type="title"/>
          </p:nvPr>
        </p:nvSpPr>
        <p:spPr/>
        <p:txBody>
          <a:bodyPr/>
          <a:lstStyle/>
          <a:p>
            <a:r>
              <a:rPr lang="en-US" dirty="0"/>
              <a:t>Modifying the Inherited Functionality within a Derived Class</a:t>
            </a:r>
          </a:p>
        </p:txBody>
      </p:sp>
      <p:sp>
        <p:nvSpPr>
          <p:cNvPr id="3" name="Content Placeholder 2">
            <a:extLst>
              <a:ext uri="{FF2B5EF4-FFF2-40B4-BE49-F238E27FC236}">
                <a16:creationId xmlns:a16="http://schemas.microsoft.com/office/drawing/2014/main" id="{C74B7E34-909C-8653-73D8-715516515B5B}"/>
              </a:ext>
            </a:extLst>
          </p:cNvPr>
          <p:cNvSpPr>
            <a:spLocks noGrp="1"/>
          </p:cNvSpPr>
          <p:nvPr>
            <p:ph idx="1"/>
          </p:nvPr>
        </p:nvSpPr>
        <p:spPr/>
        <p:txBody>
          <a:bodyPr/>
          <a:lstStyle/>
          <a:p>
            <a:r>
              <a:rPr lang="en-US" dirty="0"/>
              <a:t>We can build on top of the inherited members by adding new members.</a:t>
            </a:r>
          </a:p>
          <a:p>
            <a:endParaRPr lang="en-US" dirty="0"/>
          </a:p>
          <a:p>
            <a:r>
              <a:rPr lang="en-US" dirty="0"/>
              <a:t>We can use the inherited members as is.</a:t>
            </a:r>
          </a:p>
          <a:p>
            <a:pPr lvl="1"/>
            <a:r>
              <a:rPr lang="en-US" dirty="0"/>
              <a:t>We could even modify the inherited functionality.</a:t>
            </a:r>
          </a:p>
          <a:p>
            <a:pPr lvl="1"/>
            <a:r>
              <a:rPr lang="en-US" dirty="0">
                <a:solidFill>
                  <a:schemeClr val="accent1"/>
                </a:solidFill>
              </a:rPr>
              <a:t>We could build on top of the implementation of an inherited method instead of replacing it with something else.</a:t>
            </a:r>
          </a:p>
        </p:txBody>
      </p:sp>
    </p:spTree>
    <p:extLst>
      <p:ext uri="{BB962C8B-B14F-4D97-AF65-F5344CB8AC3E}">
        <p14:creationId xmlns:p14="http://schemas.microsoft.com/office/powerpoint/2010/main" val="12843226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F38DF9C-93D3-D234-01F1-0A41CEC9011E}"/>
              </a:ext>
            </a:extLst>
          </p:cNvPr>
          <p:cNvSpPr txBox="1"/>
          <p:nvPr/>
        </p:nvSpPr>
        <p:spPr>
          <a:xfrm>
            <a:off x="80681" y="78960"/>
            <a:ext cx="5401788" cy="1938992"/>
          </a:xfrm>
          <a:prstGeom prst="rect">
            <a:avLst/>
          </a:prstGeom>
          <a:noFill/>
        </p:spPr>
        <p:txBody>
          <a:bodyPr wrap="square">
            <a:spAutoFit/>
          </a:bodyPr>
          <a:lstStyle/>
          <a:p>
            <a:r>
              <a:rPr lang="en-US" sz="2000" dirty="0"/>
              <a:t>Sometimes we don’t want to completely replace a base class function, but instead want to </a:t>
            </a:r>
            <a:r>
              <a:rPr lang="en-US" sz="2000" b="1" dirty="0"/>
              <a:t>add additional functionality </a:t>
            </a:r>
            <a:r>
              <a:rPr lang="en-US" sz="2000" dirty="0"/>
              <a:t>to it. </a:t>
            </a:r>
          </a:p>
          <a:p>
            <a:endParaRPr lang="en-US" sz="2000" dirty="0"/>
          </a:p>
          <a:p>
            <a:r>
              <a:rPr lang="en-US" sz="2000" i="1" dirty="0"/>
              <a:t>What should the hidden implementation look like for me to get the following output?</a:t>
            </a:r>
          </a:p>
        </p:txBody>
      </p:sp>
      <p:pic>
        <p:nvPicPr>
          <p:cNvPr id="8" name="Picture 7">
            <a:extLst>
              <a:ext uri="{FF2B5EF4-FFF2-40B4-BE49-F238E27FC236}">
                <a16:creationId xmlns:a16="http://schemas.microsoft.com/office/drawing/2014/main" id="{F6C4374A-A907-6CF2-7866-1532176F933C}"/>
              </a:ext>
            </a:extLst>
          </p:cNvPr>
          <p:cNvPicPr>
            <a:picLocks noChangeAspect="1"/>
          </p:cNvPicPr>
          <p:nvPr/>
        </p:nvPicPr>
        <p:blipFill>
          <a:blip r:embed="rId2"/>
          <a:stretch>
            <a:fillRect/>
          </a:stretch>
        </p:blipFill>
        <p:spPr>
          <a:xfrm>
            <a:off x="6709531" y="78960"/>
            <a:ext cx="5401788" cy="2836362"/>
          </a:xfrm>
          <a:prstGeom prst="rect">
            <a:avLst/>
          </a:prstGeom>
        </p:spPr>
      </p:pic>
      <p:pic>
        <p:nvPicPr>
          <p:cNvPr id="10" name="Picture 9">
            <a:extLst>
              <a:ext uri="{FF2B5EF4-FFF2-40B4-BE49-F238E27FC236}">
                <a16:creationId xmlns:a16="http://schemas.microsoft.com/office/drawing/2014/main" id="{4102C6DA-AFA8-94E7-E2EC-4FA07589923B}"/>
              </a:ext>
            </a:extLst>
          </p:cNvPr>
          <p:cNvPicPr>
            <a:picLocks noChangeAspect="1"/>
          </p:cNvPicPr>
          <p:nvPr/>
        </p:nvPicPr>
        <p:blipFill>
          <a:blip r:embed="rId3"/>
          <a:stretch>
            <a:fillRect/>
          </a:stretch>
        </p:blipFill>
        <p:spPr>
          <a:xfrm>
            <a:off x="6119086" y="3073312"/>
            <a:ext cx="5992233" cy="3402792"/>
          </a:xfrm>
          <a:prstGeom prst="rect">
            <a:avLst/>
          </a:prstGeom>
        </p:spPr>
      </p:pic>
      <p:sp>
        <p:nvSpPr>
          <p:cNvPr id="11" name="Rectangle 10">
            <a:extLst>
              <a:ext uri="{FF2B5EF4-FFF2-40B4-BE49-F238E27FC236}">
                <a16:creationId xmlns:a16="http://schemas.microsoft.com/office/drawing/2014/main" id="{BE005AB0-981A-6586-5550-B88C33E74621}"/>
              </a:ext>
            </a:extLst>
          </p:cNvPr>
          <p:cNvSpPr/>
          <p:nvPr/>
        </p:nvSpPr>
        <p:spPr>
          <a:xfrm>
            <a:off x="7067774" y="5647765"/>
            <a:ext cx="5043545" cy="4733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A8B842BB-93F5-A3B2-3506-3EA81ADA798F}"/>
              </a:ext>
            </a:extLst>
          </p:cNvPr>
          <p:cNvPicPr>
            <a:picLocks noChangeAspect="1"/>
          </p:cNvPicPr>
          <p:nvPr/>
        </p:nvPicPr>
        <p:blipFill>
          <a:blip r:embed="rId4"/>
          <a:stretch>
            <a:fillRect/>
          </a:stretch>
        </p:blipFill>
        <p:spPr>
          <a:xfrm>
            <a:off x="2634053" y="3000678"/>
            <a:ext cx="2848416" cy="3475426"/>
          </a:xfrm>
          <a:prstGeom prst="rect">
            <a:avLst/>
          </a:prstGeom>
        </p:spPr>
      </p:pic>
    </p:spTree>
    <p:extLst>
      <p:ext uri="{BB962C8B-B14F-4D97-AF65-F5344CB8AC3E}">
        <p14:creationId xmlns:p14="http://schemas.microsoft.com/office/powerpoint/2010/main" val="1569658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55671CF-F413-FFD8-5299-0956303A7F79}"/>
              </a:ext>
            </a:extLst>
          </p:cNvPr>
          <p:cNvPicPr>
            <a:picLocks noChangeAspect="1"/>
          </p:cNvPicPr>
          <p:nvPr/>
        </p:nvPicPr>
        <p:blipFill>
          <a:blip r:embed="rId2"/>
          <a:stretch>
            <a:fillRect/>
          </a:stretch>
        </p:blipFill>
        <p:spPr>
          <a:xfrm>
            <a:off x="2634053" y="3000678"/>
            <a:ext cx="2848416" cy="3475426"/>
          </a:xfrm>
          <a:prstGeom prst="rect">
            <a:avLst/>
          </a:prstGeom>
        </p:spPr>
      </p:pic>
      <p:sp>
        <p:nvSpPr>
          <p:cNvPr id="5" name="TextBox 4">
            <a:extLst>
              <a:ext uri="{FF2B5EF4-FFF2-40B4-BE49-F238E27FC236}">
                <a16:creationId xmlns:a16="http://schemas.microsoft.com/office/drawing/2014/main" id="{9E971778-D46C-24F0-F754-8CEF52C4E1A2}"/>
              </a:ext>
            </a:extLst>
          </p:cNvPr>
          <p:cNvSpPr txBox="1"/>
          <p:nvPr/>
        </p:nvSpPr>
        <p:spPr>
          <a:xfrm>
            <a:off x="80681" y="78960"/>
            <a:ext cx="5401788" cy="2862322"/>
          </a:xfrm>
          <a:prstGeom prst="rect">
            <a:avLst/>
          </a:prstGeom>
          <a:noFill/>
        </p:spPr>
        <p:txBody>
          <a:bodyPr wrap="square">
            <a:spAutoFit/>
          </a:bodyPr>
          <a:lstStyle/>
          <a:p>
            <a:r>
              <a:rPr lang="en-US" sz="2000" dirty="0"/>
              <a:t>We can have our derived function call the base version of the function of the same name (in order to reuse code) and then add additional functionality to it.</a:t>
            </a:r>
          </a:p>
          <a:p>
            <a:endParaRPr lang="en-US" sz="2000" dirty="0"/>
          </a:p>
          <a:p>
            <a:r>
              <a:rPr lang="en-US" sz="2000" dirty="0"/>
              <a:t>The following example redefines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Derived::identify()</a:t>
            </a:r>
            <a:r>
              <a:rPr lang="en-US" sz="2000" dirty="0"/>
              <a:t>. It first calls </a:t>
            </a:r>
            <a:r>
              <a:rPr lang="en-US" sz="2000" b="1" dirty="0">
                <a:latin typeface="Cascadia Code" panose="020B0609020000020004" pitchFamily="49" charset="0"/>
                <a:ea typeface="Cascadia Code" panose="020B0609020000020004" pitchFamily="49" charset="0"/>
                <a:cs typeface="Cascadia Code" panose="020B0609020000020004" pitchFamily="49" charset="0"/>
              </a:rPr>
              <a:t>Base::identify()</a:t>
            </a:r>
            <a:r>
              <a:rPr lang="en-US" sz="2000" dirty="0"/>
              <a:t> and then does its own additional stuff.</a:t>
            </a:r>
          </a:p>
        </p:txBody>
      </p:sp>
      <p:pic>
        <p:nvPicPr>
          <p:cNvPr id="6" name="Picture 5">
            <a:extLst>
              <a:ext uri="{FF2B5EF4-FFF2-40B4-BE49-F238E27FC236}">
                <a16:creationId xmlns:a16="http://schemas.microsoft.com/office/drawing/2014/main" id="{D68794CF-98F0-FDFC-A2C6-11947FD4A686}"/>
              </a:ext>
            </a:extLst>
          </p:cNvPr>
          <p:cNvPicPr>
            <a:picLocks noChangeAspect="1"/>
          </p:cNvPicPr>
          <p:nvPr/>
        </p:nvPicPr>
        <p:blipFill>
          <a:blip r:embed="rId3"/>
          <a:stretch>
            <a:fillRect/>
          </a:stretch>
        </p:blipFill>
        <p:spPr>
          <a:xfrm>
            <a:off x="6709531" y="78960"/>
            <a:ext cx="5401788" cy="2836362"/>
          </a:xfrm>
          <a:prstGeom prst="rect">
            <a:avLst/>
          </a:prstGeom>
        </p:spPr>
      </p:pic>
      <p:pic>
        <p:nvPicPr>
          <p:cNvPr id="7" name="Picture 6">
            <a:extLst>
              <a:ext uri="{FF2B5EF4-FFF2-40B4-BE49-F238E27FC236}">
                <a16:creationId xmlns:a16="http://schemas.microsoft.com/office/drawing/2014/main" id="{399D26FD-6BE2-9F16-4E2C-E99ECEADCA60}"/>
              </a:ext>
            </a:extLst>
          </p:cNvPr>
          <p:cNvPicPr>
            <a:picLocks noChangeAspect="1"/>
          </p:cNvPicPr>
          <p:nvPr/>
        </p:nvPicPr>
        <p:blipFill>
          <a:blip r:embed="rId4"/>
          <a:stretch>
            <a:fillRect/>
          </a:stretch>
        </p:blipFill>
        <p:spPr>
          <a:xfrm>
            <a:off x="6119086" y="3073312"/>
            <a:ext cx="5992233" cy="3402792"/>
          </a:xfrm>
          <a:prstGeom prst="rect">
            <a:avLst/>
          </a:prstGeom>
        </p:spPr>
      </p:pic>
    </p:spTree>
    <p:extLst>
      <p:ext uri="{BB962C8B-B14F-4D97-AF65-F5344CB8AC3E}">
        <p14:creationId xmlns:p14="http://schemas.microsoft.com/office/powerpoint/2010/main" val="2566092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7586F25-4025-3323-DAF6-52815C30E243}"/>
              </a:ext>
            </a:extLst>
          </p:cNvPr>
          <p:cNvPicPr>
            <a:picLocks noChangeAspect="1"/>
          </p:cNvPicPr>
          <p:nvPr/>
        </p:nvPicPr>
        <p:blipFill>
          <a:blip r:embed="rId2"/>
          <a:stretch>
            <a:fillRect/>
          </a:stretch>
        </p:blipFill>
        <p:spPr>
          <a:xfrm>
            <a:off x="6709531" y="3055172"/>
            <a:ext cx="4900038" cy="3302988"/>
          </a:xfrm>
          <a:prstGeom prst="rect">
            <a:avLst/>
          </a:prstGeom>
        </p:spPr>
      </p:pic>
      <p:pic>
        <p:nvPicPr>
          <p:cNvPr id="6" name="Picture 5">
            <a:extLst>
              <a:ext uri="{FF2B5EF4-FFF2-40B4-BE49-F238E27FC236}">
                <a16:creationId xmlns:a16="http://schemas.microsoft.com/office/drawing/2014/main" id="{8C835752-ED40-4F41-C9C6-8E0AAFDBD788}"/>
              </a:ext>
            </a:extLst>
          </p:cNvPr>
          <p:cNvPicPr>
            <a:picLocks noChangeAspect="1"/>
          </p:cNvPicPr>
          <p:nvPr/>
        </p:nvPicPr>
        <p:blipFill>
          <a:blip r:embed="rId3"/>
          <a:stretch>
            <a:fillRect/>
          </a:stretch>
        </p:blipFill>
        <p:spPr>
          <a:xfrm>
            <a:off x="6709531" y="78960"/>
            <a:ext cx="5401788" cy="2836362"/>
          </a:xfrm>
          <a:prstGeom prst="rect">
            <a:avLst/>
          </a:prstGeom>
        </p:spPr>
      </p:pic>
      <p:pic>
        <p:nvPicPr>
          <p:cNvPr id="8" name="Picture 7">
            <a:extLst>
              <a:ext uri="{FF2B5EF4-FFF2-40B4-BE49-F238E27FC236}">
                <a16:creationId xmlns:a16="http://schemas.microsoft.com/office/drawing/2014/main" id="{B68C5593-0C66-E469-AF4B-D2A842808EBB}"/>
              </a:ext>
            </a:extLst>
          </p:cNvPr>
          <p:cNvPicPr>
            <a:picLocks noChangeAspect="1"/>
          </p:cNvPicPr>
          <p:nvPr/>
        </p:nvPicPr>
        <p:blipFill rotWithShape="1">
          <a:blip r:embed="rId4"/>
          <a:srcRect b="35906"/>
          <a:stretch/>
        </p:blipFill>
        <p:spPr>
          <a:xfrm>
            <a:off x="3505423" y="3592897"/>
            <a:ext cx="2848416" cy="2227538"/>
          </a:xfrm>
          <a:prstGeom prst="rect">
            <a:avLst/>
          </a:prstGeom>
        </p:spPr>
      </p:pic>
      <p:sp>
        <p:nvSpPr>
          <p:cNvPr id="9" name="TextBox 8">
            <a:extLst>
              <a:ext uri="{FF2B5EF4-FFF2-40B4-BE49-F238E27FC236}">
                <a16:creationId xmlns:a16="http://schemas.microsoft.com/office/drawing/2014/main" id="{78E0C033-53FB-B13E-8A52-7E8D724BCC0F}"/>
              </a:ext>
            </a:extLst>
          </p:cNvPr>
          <p:cNvSpPr txBox="1"/>
          <p:nvPr/>
        </p:nvSpPr>
        <p:spPr>
          <a:xfrm>
            <a:off x="80681" y="78960"/>
            <a:ext cx="5401788" cy="2862322"/>
          </a:xfrm>
          <a:prstGeom prst="rect">
            <a:avLst/>
          </a:prstGeom>
          <a:noFill/>
        </p:spPr>
        <p:txBody>
          <a:bodyPr wrap="square">
            <a:spAutoFit/>
          </a:bodyPr>
          <a:lstStyle/>
          <a:p>
            <a:r>
              <a:rPr lang="en-US" sz="2000" i="1" dirty="0"/>
              <a:t>What would happen here?</a:t>
            </a:r>
          </a:p>
          <a:p>
            <a:endParaRPr lang="en-US" sz="2000" dirty="0"/>
          </a:p>
          <a:p>
            <a:r>
              <a:rPr lang="en-US" sz="2000" dirty="0"/>
              <a:t>If you don’t specify the scope resolution operator, then </a:t>
            </a:r>
            <a:r>
              <a:rPr lang="en-US" sz="2000" b="1" dirty="0">
                <a:latin typeface="Cascadia Code" panose="020B0609020000020004" pitchFamily="49" charset="0"/>
                <a:ea typeface="Cascadia Code" panose="020B0609020000020004" pitchFamily="49" charset="0"/>
                <a:cs typeface="Cascadia Code" panose="020B0609020000020004" pitchFamily="49" charset="0"/>
              </a:rPr>
              <a:t>identify()</a:t>
            </a:r>
            <a:r>
              <a:rPr lang="en-US" sz="2000" dirty="0"/>
              <a:t> would default to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Derived::identify()</a:t>
            </a:r>
            <a:r>
              <a:rPr lang="en-US" sz="2000" dirty="0"/>
              <a:t> (the current class). </a:t>
            </a:r>
          </a:p>
          <a:p>
            <a:endParaRPr lang="en-US" sz="2000" dirty="0"/>
          </a:p>
          <a:p>
            <a:r>
              <a:rPr lang="en-US" sz="2000" dirty="0"/>
              <a:t>This would cause </a:t>
            </a:r>
            <a:r>
              <a:rPr lang="en-US" sz="2000" b="1" dirty="0">
                <a:latin typeface="Cascadia Code" panose="020B0609020000020004" pitchFamily="49" charset="0"/>
                <a:ea typeface="Cascadia Code" panose="020B0609020000020004" pitchFamily="49" charset="0"/>
                <a:cs typeface="Cascadia Code" panose="020B0609020000020004" pitchFamily="49" charset="0"/>
              </a:rPr>
              <a:t>Derived::identify()</a:t>
            </a:r>
            <a:r>
              <a:rPr lang="en-US" sz="2000" dirty="0"/>
              <a:t> to call itself, which would lead to an </a:t>
            </a:r>
            <a:r>
              <a:rPr lang="en-US" sz="2000" b="1" dirty="0"/>
              <a:t>infinite recursion</a:t>
            </a:r>
            <a:r>
              <a:rPr lang="en-US" sz="2000" dirty="0"/>
              <a:t>!</a:t>
            </a:r>
          </a:p>
        </p:txBody>
      </p:sp>
      <p:sp>
        <p:nvSpPr>
          <p:cNvPr id="10" name="TextBox 9">
            <a:extLst>
              <a:ext uri="{FF2B5EF4-FFF2-40B4-BE49-F238E27FC236}">
                <a16:creationId xmlns:a16="http://schemas.microsoft.com/office/drawing/2014/main" id="{D0B59E4F-2DD4-6264-DCF6-4A72E857F392}"/>
              </a:ext>
            </a:extLst>
          </p:cNvPr>
          <p:cNvSpPr txBox="1"/>
          <p:nvPr/>
        </p:nvSpPr>
        <p:spPr>
          <a:xfrm>
            <a:off x="80681" y="4747715"/>
            <a:ext cx="2759338" cy="2031325"/>
          </a:xfrm>
          <a:prstGeom prst="rect">
            <a:avLst/>
          </a:prstGeom>
          <a:noFill/>
        </p:spPr>
        <p:txBody>
          <a:bodyPr wrap="square">
            <a:spAutoFit/>
          </a:bodyPr>
          <a:lstStyle/>
          <a:p>
            <a:r>
              <a:rPr lang="en-US" b="1" i="1" u="sng" dirty="0">
                <a:solidFill>
                  <a:schemeClr val="accent1"/>
                </a:solidFill>
              </a:rPr>
              <a:t>Note</a:t>
            </a:r>
          </a:p>
          <a:p>
            <a:r>
              <a:rPr lang="en-US" i="1" dirty="0">
                <a:solidFill>
                  <a:schemeClr val="accent1"/>
                </a:solidFill>
              </a:rPr>
              <a:t>For testing the infinite recursion, you can add a print statement before the recursive call on line 15 (bottom-right image on slide).</a:t>
            </a:r>
            <a:endParaRPr lang="en-US" dirty="0">
              <a:solidFill>
                <a:schemeClr val="accent1"/>
              </a:solidFill>
            </a:endParaRPr>
          </a:p>
        </p:txBody>
      </p:sp>
    </p:spTree>
    <p:extLst>
      <p:ext uri="{BB962C8B-B14F-4D97-AF65-F5344CB8AC3E}">
        <p14:creationId xmlns:p14="http://schemas.microsoft.com/office/powerpoint/2010/main" val="4046839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8E0C033-53FB-B13E-8A52-7E8D724BCC0F}"/>
              </a:ext>
            </a:extLst>
          </p:cNvPr>
          <p:cNvSpPr txBox="1"/>
          <p:nvPr/>
        </p:nvSpPr>
        <p:spPr>
          <a:xfrm>
            <a:off x="80680" y="78960"/>
            <a:ext cx="8417861" cy="1323439"/>
          </a:xfrm>
          <a:prstGeom prst="rect">
            <a:avLst/>
          </a:prstGeom>
          <a:noFill/>
        </p:spPr>
        <p:txBody>
          <a:bodyPr wrap="square">
            <a:spAutoFit/>
          </a:bodyPr>
          <a:lstStyle/>
          <a:p>
            <a:r>
              <a:rPr lang="en-US" sz="2000" i="1" dirty="0"/>
              <a:t>Is there a difference between the two implementations?</a:t>
            </a:r>
          </a:p>
          <a:p>
            <a:endParaRPr lang="en-US" sz="2000" dirty="0"/>
          </a:p>
          <a:p>
            <a:r>
              <a:rPr lang="en-US" sz="2000" dirty="0"/>
              <a:t>No, adding </a:t>
            </a:r>
            <a:r>
              <a:rPr lang="en-US" sz="2000" b="1" dirty="0">
                <a:latin typeface="Cascadia Code" panose="020B0609020000020004" pitchFamily="49" charset="0"/>
                <a:ea typeface="Cascadia Code" panose="020B0609020000020004" pitchFamily="49" charset="0"/>
                <a:cs typeface="Cascadia Code" panose="020B0609020000020004" pitchFamily="49" charset="0"/>
              </a:rPr>
              <a:t>this</a:t>
            </a:r>
            <a:r>
              <a:rPr lang="en-US" sz="2000" dirty="0"/>
              <a:t> just means I’m calling the member of the implicit (calling) object. Not writing </a:t>
            </a:r>
            <a:r>
              <a:rPr lang="en-US" sz="2000" b="1" dirty="0">
                <a:latin typeface="Cascadia Code" panose="020B0609020000020004" pitchFamily="49" charset="0"/>
                <a:ea typeface="Cascadia Code" panose="020B0609020000020004" pitchFamily="49" charset="0"/>
                <a:cs typeface="Cascadia Code" panose="020B0609020000020004" pitchFamily="49" charset="0"/>
              </a:rPr>
              <a:t>this</a:t>
            </a:r>
            <a:r>
              <a:rPr lang="en-US" sz="2000" dirty="0"/>
              <a:t> means the same thing.</a:t>
            </a:r>
          </a:p>
        </p:txBody>
      </p:sp>
      <p:pic>
        <p:nvPicPr>
          <p:cNvPr id="2" name="Picture 1">
            <a:extLst>
              <a:ext uri="{FF2B5EF4-FFF2-40B4-BE49-F238E27FC236}">
                <a16:creationId xmlns:a16="http://schemas.microsoft.com/office/drawing/2014/main" id="{B26EDCFA-F0E0-4EE1-5054-E67DFC4A0B7B}"/>
              </a:ext>
            </a:extLst>
          </p:cNvPr>
          <p:cNvPicPr>
            <a:picLocks noChangeAspect="1"/>
          </p:cNvPicPr>
          <p:nvPr/>
        </p:nvPicPr>
        <p:blipFill>
          <a:blip r:embed="rId2"/>
          <a:stretch>
            <a:fillRect/>
          </a:stretch>
        </p:blipFill>
        <p:spPr>
          <a:xfrm>
            <a:off x="6119086" y="2498384"/>
            <a:ext cx="5992233" cy="3402792"/>
          </a:xfrm>
          <a:prstGeom prst="rect">
            <a:avLst/>
          </a:prstGeom>
        </p:spPr>
      </p:pic>
      <p:sp>
        <p:nvSpPr>
          <p:cNvPr id="4" name="TextBox 3">
            <a:extLst>
              <a:ext uri="{FF2B5EF4-FFF2-40B4-BE49-F238E27FC236}">
                <a16:creationId xmlns:a16="http://schemas.microsoft.com/office/drawing/2014/main" id="{0C53616D-EC67-48CB-A8FF-2B1AC9CDC66D}"/>
              </a:ext>
            </a:extLst>
          </p:cNvPr>
          <p:cNvSpPr txBox="1"/>
          <p:nvPr/>
        </p:nvSpPr>
        <p:spPr>
          <a:xfrm>
            <a:off x="80681" y="2498384"/>
            <a:ext cx="4996928" cy="3539430"/>
          </a:xfrm>
          <a:prstGeom prst="rect">
            <a:avLst/>
          </a:prstGeom>
          <a:noFill/>
        </p:spPr>
        <p:txBody>
          <a:bodyPr wrap="square">
            <a:spAutoFit/>
          </a:bodyPr>
          <a:lstStyle/>
          <a:p>
            <a:r>
              <a:rPr lang="en-US" sz="1400" b="0" dirty="0">
                <a:solidFill>
                  <a:srgbClr val="7A3E9D"/>
                </a:solidFill>
                <a:effectLst/>
                <a:latin typeface="Cascadia Mono" panose="020B0609020000020004" pitchFamily="49" charset="0"/>
              </a:rPr>
              <a:t>class</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public</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A3E9D"/>
                </a:solidFill>
                <a:effectLst/>
                <a:latin typeface="Cascadia Mono" panose="020B0609020000020004" pitchFamily="49" charset="0"/>
              </a:rPr>
              <a:t>public</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Derived</a:t>
            </a:r>
            <a:r>
              <a:rPr lang="en-US" sz="1400" b="0" dirty="0">
                <a:solidFill>
                  <a:srgbClr val="777777"/>
                </a:solidFill>
                <a:effectLst/>
                <a:latin typeface="Cascadia Mono" panose="020B0609020000020004" pitchFamily="49" charset="0"/>
              </a:rPr>
              <a:t>(</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value</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Base</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value</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int</a:t>
            </a:r>
            <a:r>
              <a:rPr lang="en-US" sz="1400" b="0" dirty="0">
                <a:solidFill>
                  <a:srgbClr val="333333"/>
                </a:solidFill>
                <a:effectLst/>
                <a:latin typeface="Cascadia Mono" panose="020B0609020000020004" pitchFamily="49" charset="0"/>
              </a:rPr>
              <a:t> </a:t>
            </a:r>
            <a:r>
              <a:rPr lang="en-US" sz="1400" b="1" dirty="0" err="1">
                <a:solidFill>
                  <a:srgbClr val="AA3731"/>
                </a:solidFill>
                <a:effectLst/>
                <a:latin typeface="Cascadia Mono" panose="020B0609020000020004" pitchFamily="49" charset="0"/>
              </a:rPr>
              <a:t>getValue</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return</a:t>
            </a:r>
            <a:r>
              <a:rPr lang="en-US" sz="1400" b="0" dirty="0">
                <a:solidFill>
                  <a:srgbClr val="333333"/>
                </a:solidFill>
                <a:effectLst/>
                <a:latin typeface="Cascadia Mono" panose="020B0609020000020004" pitchFamily="49" charset="0"/>
              </a:rPr>
              <a:t> </a:t>
            </a:r>
            <a:r>
              <a:rPr lang="en-US" sz="1400" b="0" dirty="0" err="1">
                <a:solidFill>
                  <a:srgbClr val="7A3E9D"/>
                </a:solidFill>
                <a:effectLst/>
                <a:latin typeface="Cascadia Mono" panose="020B0609020000020004" pitchFamily="49" charset="0"/>
              </a:rPr>
              <a:t>m_value</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br>
              <a:rPr lang="en-US" sz="1400" b="0" dirty="0">
                <a:solidFill>
                  <a:srgbClr val="333333"/>
                </a:solidFill>
                <a:effectLst/>
                <a:latin typeface="Cascadia Mono" panose="020B0609020000020004" pitchFamily="49" charset="0"/>
              </a:rPr>
            </a:br>
            <a:r>
              <a:rPr lang="en-US" sz="1400" b="0" dirty="0">
                <a:solidFill>
                  <a:srgbClr val="333333"/>
                </a:solidFill>
                <a:effectLst/>
                <a:latin typeface="Cascadia Mono" panose="020B0609020000020004" pitchFamily="49" charset="0"/>
              </a:rPr>
              <a:t>    </a:t>
            </a:r>
            <a:r>
              <a:rPr lang="en-US" sz="1400" b="0" dirty="0">
                <a:solidFill>
                  <a:srgbClr val="7A3E9D"/>
                </a:solidFill>
                <a:effectLst/>
                <a:latin typeface="Cascadia Mono" panose="020B0609020000020004" pitchFamily="49" charset="0"/>
              </a:rPr>
              <a:t>void</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identify</a:t>
            </a:r>
            <a:r>
              <a:rPr lang="en-US" sz="1400" b="0" dirty="0">
                <a:solidFill>
                  <a:srgbClr val="777777"/>
                </a:solidFill>
                <a:effectLst/>
                <a:latin typeface="Cascadia Mono" panose="020B0609020000020004" pitchFamily="49" charset="0"/>
              </a:rPr>
              <a:t>()</a:t>
            </a:r>
            <a:r>
              <a:rPr lang="en-US" sz="1400" b="0" dirty="0">
                <a:solidFill>
                  <a:srgbClr val="333333"/>
                </a:solidFill>
                <a:effectLst/>
                <a:latin typeface="Cascadia Mono" panose="020B0609020000020004" pitchFamily="49" charset="0"/>
              </a:rPr>
              <a:t> </a:t>
            </a:r>
            <a:r>
              <a:rPr lang="en-US" sz="1400" b="0" dirty="0">
                <a:solidFill>
                  <a:srgbClr val="4B69C6"/>
                </a:solidFill>
                <a:effectLst/>
                <a:latin typeface="Cascadia Mono" panose="020B0609020000020004" pitchFamily="49" charset="0"/>
              </a:rPr>
              <a:t>const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0" dirty="0">
                <a:solidFill>
                  <a:srgbClr val="9C5D27"/>
                </a:solidFill>
                <a:effectLst/>
                <a:latin typeface="Cascadia Mono" panose="020B0609020000020004" pitchFamily="49" charset="0"/>
              </a:rPr>
              <a:t>this</a:t>
            </a:r>
            <a:r>
              <a:rPr lang="en-US" sz="1400" b="0" dirty="0">
                <a:solidFill>
                  <a:srgbClr val="777777"/>
                </a:solidFill>
                <a:effectLst/>
                <a:latin typeface="Cascadia Mono" panose="020B0609020000020004" pitchFamily="49" charset="0"/>
              </a:rPr>
              <a:t>-&gt;</a:t>
            </a:r>
            <a:r>
              <a:rPr lang="en-US" sz="1400" b="1" dirty="0">
                <a:solidFill>
                  <a:srgbClr val="7A3E9D"/>
                </a:solidFill>
                <a:effectLst/>
                <a:latin typeface="Cascadia Mono" panose="020B0609020000020004" pitchFamily="49" charset="0"/>
              </a:rPr>
              <a:t>Base</a:t>
            </a:r>
            <a:r>
              <a:rPr lang="en-US" sz="1400" b="0" dirty="0">
                <a:solidFill>
                  <a:srgbClr val="333333"/>
                </a:solidFill>
                <a:effectLst/>
                <a:latin typeface="Cascadia Mono" panose="020B0609020000020004" pitchFamily="49" charset="0"/>
              </a:rPr>
              <a:t>::</a:t>
            </a:r>
            <a:r>
              <a:rPr lang="en-US" sz="1400" b="1" dirty="0">
                <a:solidFill>
                  <a:srgbClr val="AA3731"/>
                </a:solidFill>
                <a:effectLst/>
                <a:latin typeface="Cascadia Mono" panose="020B0609020000020004" pitchFamily="49" charset="0"/>
              </a:rPr>
              <a:t>identify</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333333"/>
                </a:solidFill>
                <a:effectLst/>
                <a:latin typeface="Cascadia Mono" panose="020B0609020000020004" pitchFamily="49" charset="0"/>
              </a:rPr>
              <a:t>        </a:t>
            </a:r>
            <a:r>
              <a:rPr lang="en-US" sz="1400" b="1" dirty="0">
                <a:solidFill>
                  <a:srgbClr val="7A3E9D"/>
                </a:solidFill>
                <a:effectLst/>
                <a:latin typeface="Cascadia Mono" panose="020B0609020000020004" pitchFamily="49" charset="0"/>
              </a:rPr>
              <a:t>std</a:t>
            </a:r>
            <a:r>
              <a:rPr lang="en-US" sz="1400" b="0" dirty="0">
                <a:solidFill>
                  <a:srgbClr val="777777"/>
                </a:solidFill>
                <a:effectLst/>
                <a:latin typeface="Cascadia Mono" panose="020B0609020000020004" pitchFamily="49" charset="0"/>
              </a:rPr>
              <a:t>::</a:t>
            </a:r>
            <a:r>
              <a:rPr lang="en-US" sz="1400" b="0" dirty="0" err="1">
                <a:solidFill>
                  <a:srgbClr val="7A3E9D"/>
                </a:solidFill>
                <a:effectLst/>
                <a:latin typeface="Cascadia Mono" panose="020B0609020000020004" pitchFamily="49" charset="0"/>
              </a:rPr>
              <a:t>cout</a:t>
            </a:r>
            <a:r>
              <a:rPr lang="en-US" sz="1400" b="0" dirty="0">
                <a:solidFill>
                  <a:srgbClr val="333333"/>
                </a:solidFill>
                <a:effectLst/>
                <a:latin typeface="Cascadia Mono" panose="020B0609020000020004" pitchFamily="49" charset="0"/>
              </a:rPr>
              <a:t> </a:t>
            </a:r>
            <a:r>
              <a:rPr lang="en-US" sz="1400" b="1" dirty="0">
                <a:solidFill>
                  <a:srgbClr val="AA3731"/>
                </a:solidFill>
                <a:effectLst/>
                <a:latin typeface="Cascadia Mono" panose="020B0609020000020004" pitchFamily="49" charset="0"/>
              </a:rPr>
              <a:t>&lt;&lt;</a:t>
            </a:r>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r>
              <a:rPr lang="en-US" sz="1400" b="0" dirty="0">
                <a:solidFill>
                  <a:srgbClr val="448C27"/>
                </a:solidFill>
                <a:effectLst/>
                <a:latin typeface="Cascadia Mono" panose="020B0609020000020004" pitchFamily="49" charset="0"/>
              </a:rPr>
              <a:t>I am a Derived</a:t>
            </a:r>
            <a:r>
              <a:rPr lang="en-US" sz="1400" b="0" dirty="0">
                <a:solidFill>
                  <a:srgbClr val="777777"/>
                </a:solidFill>
                <a:effectLst/>
                <a:latin typeface="Cascadia Mono" panose="020B0609020000020004" pitchFamily="49" charset="0"/>
              </a:rPr>
              <a:t>\n";</a:t>
            </a:r>
            <a:r>
              <a:rPr lang="en-US" sz="1400" b="0" dirty="0">
                <a:solidFill>
                  <a:srgbClr val="333333"/>
                </a:solidFill>
                <a:effectLst/>
                <a:latin typeface="Cascadia Mono" panose="020B0609020000020004" pitchFamily="49" charset="0"/>
              </a:rPr>
              <a:t> </a:t>
            </a:r>
          </a:p>
          <a:p>
            <a:r>
              <a:rPr lang="en-US" sz="1400" b="0" dirty="0">
                <a:solidFill>
                  <a:srgbClr val="333333"/>
                </a:solidFill>
                <a:effectLst/>
                <a:latin typeface="Cascadia Mono" panose="020B0609020000020004" pitchFamily="49" charset="0"/>
              </a:rPr>
              <a:t>    </a:t>
            </a:r>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a:p>
            <a:r>
              <a:rPr lang="en-US" sz="1400" b="0" dirty="0">
                <a:solidFill>
                  <a:srgbClr val="777777"/>
                </a:solidFill>
                <a:effectLst/>
                <a:latin typeface="Cascadia Mono" panose="020B0609020000020004" pitchFamily="49" charset="0"/>
              </a:rPr>
              <a:t>};</a:t>
            </a:r>
            <a:endParaRPr lang="en-US" sz="1400" b="0" dirty="0">
              <a:solidFill>
                <a:srgbClr val="333333"/>
              </a:solidFill>
              <a:effectLst/>
              <a:latin typeface="Cascadia Mono" panose="020B0609020000020004" pitchFamily="49" charset="0"/>
            </a:endParaRPr>
          </a:p>
        </p:txBody>
      </p:sp>
      <p:pic>
        <p:nvPicPr>
          <p:cNvPr id="7" name="Picture 6">
            <a:extLst>
              <a:ext uri="{FF2B5EF4-FFF2-40B4-BE49-F238E27FC236}">
                <a16:creationId xmlns:a16="http://schemas.microsoft.com/office/drawing/2014/main" id="{9D14D067-04D0-ACE4-2B6F-1435251B36C0}"/>
              </a:ext>
            </a:extLst>
          </p:cNvPr>
          <p:cNvPicPr>
            <a:picLocks noChangeAspect="1"/>
          </p:cNvPicPr>
          <p:nvPr/>
        </p:nvPicPr>
        <p:blipFill rotWithShape="1">
          <a:blip r:embed="rId3"/>
          <a:srcRect b="35906"/>
          <a:stretch/>
        </p:blipFill>
        <p:spPr>
          <a:xfrm>
            <a:off x="9262903" y="78960"/>
            <a:ext cx="2848416" cy="2227538"/>
          </a:xfrm>
          <a:prstGeom prst="rect">
            <a:avLst/>
          </a:prstGeom>
        </p:spPr>
      </p:pic>
    </p:spTree>
    <p:extLst>
      <p:ext uri="{BB962C8B-B14F-4D97-AF65-F5344CB8AC3E}">
        <p14:creationId xmlns:p14="http://schemas.microsoft.com/office/powerpoint/2010/main" val="2687287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1B651-70C9-0021-8B8E-8112696E7022}"/>
              </a:ext>
            </a:extLst>
          </p:cNvPr>
          <p:cNvSpPr>
            <a:spLocks noGrp="1"/>
          </p:cNvSpPr>
          <p:nvPr>
            <p:ph type="title"/>
          </p:nvPr>
        </p:nvSpPr>
        <p:spPr/>
        <p:txBody>
          <a:bodyPr/>
          <a:lstStyle/>
          <a:p>
            <a:r>
              <a:rPr lang="en-US" dirty="0"/>
              <a:t>Modifying the Inherited Functionality within a Derived Class</a:t>
            </a:r>
          </a:p>
        </p:txBody>
      </p:sp>
      <p:sp>
        <p:nvSpPr>
          <p:cNvPr id="3" name="Content Placeholder 2">
            <a:extLst>
              <a:ext uri="{FF2B5EF4-FFF2-40B4-BE49-F238E27FC236}">
                <a16:creationId xmlns:a16="http://schemas.microsoft.com/office/drawing/2014/main" id="{C74B7E34-909C-8653-73D8-715516515B5B}"/>
              </a:ext>
            </a:extLst>
          </p:cNvPr>
          <p:cNvSpPr>
            <a:spLocks noGrp="1"/>
          </p:cNvSpPr>
          <p:nvPr>
            <p:ph idx="1"/>
          </p:nvPr>
        </p:nvSpPr>
        <p:spPr/>
        <p:txBody>
          <a:bodyPr/>
          <a:lstStyle/>
          <a:p>
            <a:r>
              <a:rPr lang="en-US" dirty="0"/>
              <a:t>We can build on top of the inherited members by adding new members.</a:t>
            </a:r>
          </a:p>
          <a:p>
            <a:endParaRPr lang="en-US" dirty="0"/>
          </a:p>
          <a:p>
            <a:r>
              <a:rPr lang="en-US" dirty="0"/>
              <a:t>We can use the inherited members as is.</a:t>
            </a:r>
          </a:p>
          <a:p>
            <a:pPr lvl="1"/>
            <a:r>
              <a:rPr lang="en-US" dirty="0"/>
              <a:t>We could even modify the inherited functionality.</a:t>
            </a:r>
          </a:p>
          <a:p>
            <a:pPr lvl="1"/>
            <a:r>
              <a:rPr lang="en-US" dirty="0"/>
              <a:t>We could build on top of the implementation of an inherited method instead of replacing it with something else.</a:t>
            </a:r>
          </a:p>
          <a:p>
            <a:pPr lvl="1"/>
            <a:endParaRPr lang="en-US" dirty="0">
              <a:solidFill>
                <a:schemeClr val="accent1"/>
              </a:solidFill>
            </a:endParaRPr>
          </a:p>
          <a:p>
            <a:r>
              <a:rPr lang="en-US" dirty="0">
                <a:solidFill>
                  <a:schemeClr val="accent1"/>
                </a:solidFill>
              </a:rPr>
              <a:t>For the interested folks, it is also possible to “hide” the inherited members.</a:t>
            </a:r>
          </a:p>
        </p:txBody>
      </p:sp>
    </p:spTree>
    <p:extLst>
      <p:ext uri="{BB962C8B-B14F-4D97-AF65-F5344CB8AC3E}">
        <p14:creationId xmlns:p14="http://schemas.microsoft.com/office/powerpoint/2010/main" val="18712057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2">
      <a:majorFont>
        <a:latin typeface="Aptos Display"/>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12699</TotalTime>
  <Words>9394</Words>
  <Application>Microsoft Office PowerPoint</Application>
  <PresentationFormat>Widescreen</PresentationFormat>
  <Paragraphs>1426</Paragraphs>
  <Slides>70</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70</vt:i4>
      </vt:variant>
    </vt:vector>
  </HeadingPairs>
  <TitlesOfParts>
    <vt:vector size="77" baseType="lpstr">
      <vt:lpstr>Aptos</vt:lpstr>
      <vt:lpstr>Aptos Display</vt:lpstr>
      <vt:lpstr>Arial</vt:lpstr>
      <vt:lpstr>Calibri</vt:lpstr>
      <vt:lpstr>Cascadia Code</vt:lpstr>
      <vt:lpstr>Cascadia Mono</vt:lpstr>
      <vt:lpstr>Office Theme</vt:lpstr>
      <vt:lpstr>Inheritance</vt:lpstr>
      <vt:lpstr>Let’s Implement Inheritance!</vt:lpstr>
      <vt:lpstr>Recap of some basic ideas from last time…</vt:lpstr>
      <vt:lpstr>Public Inheritance</vt:lpstr>
      <vt:lpstr>PowerPoint Presentation</vt:lpstr>
      <vt:lpstr>PowerPoint Presentation</vt:lpstr>
      <vt:lpstr>PowerPoint Presentation</vt:lpstr>
      <vt:lpstr>Order of Construction and Destruction of Derived Classes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Construction Process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Construction Process</vt:lpstr>
      <vt:lpstr>Destruction of derived objects</vt:lpstr>
      <vt:lpstr>Initializing Derived Classes</vt:lpstr>
      <vt:lpstr>Initializing Inherited Members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Reminder for self-study</vt:lpstr>
      <vt:lpstr>Inheritance and Access Specifiers</vt:lpstr>
      <vt:lpstr>The Good Old…</vt:lpstr>
      <vt:lpstr>The Good Old…</vt:lpstr>
      <vt:lpstr>PowerPoint Presentation</vt:lpstr>
      <vt:lpstr>PowerPoint Presentation</vt:lpstr>
      <vt:lpstr>Public Inheritance</vt:lpstr>
      <vt:lpstr>PowerPoint Presentation</vt:lpstr>
      <vt:lpstr>Modifying the Inherited Functionality within a Derived Class</vt:lpstr>
      <vt:lpstr>Modifying the Inherited Functionality within a Derived Class</vt:lpstr>
      <vt:lpstr>PowerPoint Presentation</vt:lpstr>
      <vt:lpstr>PowerPoint Presentation</vt:lpstr>
      <vt:lpstr>PowerPoint Presentation</vt:lpstr>
      <vt:lpstr>Modifying the Inherited Functionality within a Derived Class</vt:lpstr>
      <vt:lpstr>PowerPoint Presentation</vt:lpstr>
      <vt:lpstr>Modifying the Inherited Functionality within a Derived Class</vt:lpstr>
      <vt:lpstr>PowerPoint Presentation</vt:lpstr>
      <vt:lpstr>PowerPoint Presentation</vt:lpstr>
      <vt:lpstr>PowerPoint Presentation</vt:lpstr>
      <vt:lpstr>Modifying the Inherited Functionality within a Derived Class</vt:lpstr>
      <vt:lpstr>PowerPoint Presentation</vt:lpstr>
      <vt:lpstr>PowerPoint Presentation</vt:lpstr>
      <vt:lpstr>PowerPoint Presentation</vt:lpstr>
      <vt:lpstr>PowerPoint Presentation</vt:lpstr>
      <vt:lpstr>Modifying the Inherited Functionality within a Derived Class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Inheritance</dc:title>
  <dc:creator>Mohammad Salman</dc:creator>
  <cp:lastModifiedBy>Mohammad Salman</cp:lastModifiedBy>
  <cp:revision>1</cp:revision>
  <dcterms:created xsi:type="dcterms:W3CDTF">2023-10-14T06:51:25Z</dcterms:created>
  <dcterms:modified xsi:type="dcterms:W3CDTF">2023-10-24T08:11:09Z</dcterms:modified>
</cp:coreProperties>
</file>