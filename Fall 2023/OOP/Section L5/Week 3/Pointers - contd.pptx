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80" r:id="rId18"/>
    <p:sldId id="275" r:id="rId19"/>
    <p:sldId id="276" r:id="rId20"/>
    <p:sldId id="257" r:id="rId21"/>
    <p:sldId id="278" r:id="rId22"/>
    <p:sldId id="259" r:id="rId23"/>
    <p:sldId id="277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38" autoAdjust="0"/>
    <p:restoredTop sz="81163" autoAdjust="0"/>
  </p:normalViewPr>
  <p:slideViewPr>
    <p:cSldViewPr snapToGrid="0">
      <p:cViewPr varScale="1">
        <p:scale>
          <a:sx n="69" d="100"/>
          <a:sy n="69" d="100"/>
        </p:scale>
        <p:origin x="936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Salman" userId="cfd6754c-e613-4f6f-bb98-36aef69d8c31" providerId="ADAL" clId="{F7D05CC8-F057-4577-AF9C-9CBB77E0CE10}"/>
    <pc:docChg chg="undo redo custSel addSld delSld modSld sldOrd">
      <pc:chgData name="Mohammad Salman" userId="cfd6754c-e613-4f6f-bb98-36aef69d8c31" providerId="ADAL" clId="{F7D05CC8-F057-4577-AF9C-9CBB77E0CE10}" dt="2023-09-04T12:17:31.366" v="4408" actId="113"/>
      <pc:docMkLst>
        <pc:docMk/>
      </pc:docMkLst>
      <pc:sldChg chg="modSp new mod">
        <pc:chgData name="Mohammad Salman" userId="cfd6754c-e613-4f6f-bb98-36aef69d8c31" providerId="ADAL" clId="{F7D05CC8-F057-4577-AF9C-9CBB77E0CE10}" dt="2023-09-03T08:09:00.109" v="49" actId="20577"/>
        <pc:sldMkLst>
          <pc:docMk/>
          <pc:sldMk cId="2409340117" sldId="256"/>
        </pc:sldMkLst>
        <pc:spChg chg="mod">
          <ac:chgData name="Mohammad Salman" userId="cfd6754c-e613-4f6f-bb98-36aef69d8c31" providerId="ADAL" clId="{F7D05CC8-F057-4577-AF9C-9CBB77E0CE10}" dt="2023-09-03T08:08:42.693" v="31" actId="403"/>
          <ac:spMkLst>
            <pc:docMk/>
            <pc:sldMk cId="2409340117" sldId="256"/>
            <ac:spMk id="2" creationId="{3A13026E-692C-43E5-039F-BFB4DB43886E}"/>
          </ac:spMkLst>
        </pc:spChg>
        <pc:spChg chg="mod">
          <ac:chgData name="Mohammad Salman" userId="cfd6754c-e613-4f6f-bb98-36aef69d8c31" providerId="ADAL" clId="{F7D05CC8-F057-4577-AF9C-9CBB77E0CE10}" dt="2023-09-03T08:09:00.109" v="49" actId="20577"/>
          <ac:spMkLst>
            <pc:docMk/>
            <pc:sldMk cId="2409340117" sldId="256"/>
            <ac:spMk id="3" creationId="{CC87A8F4-66CE-0063-BDDC-1991D20A38F6}"/>
          </ac:spMkLst>
        </pc:spChg>
      </pc:sldChg>
      <pc:sldChg chg="modSp new mod ord">
        <pc:chgData name="Mohammad Salman" userId="cfd6754c-e613-4f6f-bb98-36aef69d8c31" providerId="ADAL" clId="{F7D05CC8-F057-4577-AF9C-9CBB77E0CE10}" dt="2023-09-03T14:40:18.906" v="4255"/>
        <pc:sldMkLst>
          <pc:docMk/>
          <pc:sldMk cId="1820598132" sldId="257"/>
        </pc:sldMkLst>
        <pc:spChg chg="mod">
          <ac:chgData name="Mohammad Salman" userId="cfd6754c-e613-4f6f-bb98-36aef69d8c31" providerId="ADAL" clId="{F7D05CC8-F057-4577-AF9C-9CBB77E0CE10}" dt="2023-09-03T08:09:20.289" v="73" actId="20577"/>
          <ac:spMkLst>
            <pc:docMk/>
            <pc:sldMk cId="1820598132" sldId="257"/>
            <ac:spMk id="2" creationId="{7EDA5925-5EE0-01C0-E87C-2BD932F868ED}"/>
          </ac:spMkLst>
        </pc:spChg>
        <pc:spChg chg="mod">
          <ac:chgData name="Mohammad Salman" userId="cfd6754c-e613-4f6f-bb98-36aef69d8c31" providerId="ADAL" clId="{F7D05CC8-F057-4577-AF9C-9CBB77E0CE10}" dt="2023-09-03T09:11:56.533" v="1635" actId="5793"/>
          <ac:spMkLst>
            <pc:docMk/>
            <pc:sldMk cId="1820598132" sldId="257"/>
            <ac:spMk id="3" creationId="{E137A0EB-EF97-4D3B-F320-F33367949295}"/>
          </ac:spMkLst>
        </pc:spChg>
      </pc:sldChg>
      <pc:sldChg chg="addSp delSp modSp new mod ord delAnim modAnim">
        <pc:chgData name="Mohammad Salman" userId="cfd6754c-e613-4f6f-bb98-36aef69d8c31" providerId="ADAL" clId="{F7D05CC8-F057-4577-AF9C-9CBB77E0CE10}" dt="2023-09-03T08:36:39.908" v="596" actId="1036"/>
        <pc:sldMkLst>
          <pc:docMk/>
          <pc:sldMk cId="2910840842" sldId="258"/>
        </pc:sldMkLst>
        <pc:spChg chg="add del">
          <ac:chgData name="Mohammad Salman" userId="cfd6754c-e613-4f6f-bb98-36aef69d8c31" providerId="ADAL" clId="{F7D05CC8-F057-4577-AF9C-9CBB77E0CE10}" dt="2023-09-03T08:09:49.554" v="78" actId="478"/>
          <ac:spMkLst>
            <pc:docMk/>
            <pc:sldMk cId="2910840842" sldId="258"/>
            <ac:spMk id="2" creationId="{A12A364E-2D83-63A8-C6BD-4F8F77761C4F}"/>
          </ac:spMkLst>
        </pc:spChg>
        <pc:spChg chg="add del mod">
          <ac:chgData name="Mohammad Salman" userId="cfd6754c-e613-4f6f-bb98-36aef69d8c31" providerId="ADAL" clId="{F7D05CC8-F057-4577-AF9C-9CBB77E0CE10}" dt="2023-09-03T08:35:43.377" v="536" actId="27636"/>
          <ac:spMkLst>
            <pc:docMk/>
            <pc:sldMk cId="2910840842" sldId="258"/>
            <ac:spMk id="3" creationId="{97C9A5E2-901B-993D-254E-4200B16A9231}"/>
          </ac:spMkLst>
        </pc:spChg>
        <pc:spChg chg="add mod">
          <ac:chgData name="Mohammad Salman" userId="cfd6754c-e613-4f6f-bb98-36aef69d8c31" providerId="ADAL" clId="{F7D05CC8-F057-4577-AF9C-9CBB77E0CE10}" dt="2023-09-03T08:20:18.240" v="205" actId="1076"/>
          <ac:spMkLst>
            <pc:docMk/>
            <pc:sldMk cId="2910840842" sldId="258"/>
            <ac:spMk id="6" creationId="{457FA953-BAA3-CC60-1150-129EE4E53E87}"/>
          </ac:spMkLst>
        </pc:spChg>
        <pc:spChg chg="add mod">
          <ac:chgData name="Mohammad Salman" userId="cfd6754c-e613-4f6f-bb98-36aef69d8c31" providerId="ADAL" clId="{F7D05CC8-F057-4577-AF9C-9CBB77E0CE10}" dt="2023-09-03T08:20:21.840" v="206" actId="1076"/>
          <ac:spMkLst>
            <pc:docMk/>
            <pc:sldMk cId="2910840842" sldId="258"/>
            <ac:spMk id="7" creationId="{31352D1D-1B80-6D93-614E-6FDD7989DC4F}"/>
          </ac:spMkLst>
        </pc:spChg>
        <pc:spChg chg="add mod">
          <ac:chgData name="Mohammad Salman" userId="cfd6754c-e613-4f6f-bb98-36aef69d8c31" providerId="ADAL" clId="{F7D05CC8-F057-4577-AF9C-9CBB77E0CE10}" dt="2023-09-03T08:20:26.528" v="207" actId="1076"/>
          <ac:spMkLst>
            <pc:docMk/>
            <pc:sldMk cId="2910840842" sldId="258"/>
            <ac:spMk id="8" creationId="{83DAD25F-4037-C685-DC21-FF537ADCE0FB}"/>
          </ac:spMkLst>
        </pc:spChg>
        <pc:spChg chg="add del mod">
          <ac:chgData name="Mohammad Salman" userId="cfd6754c-e613-4f6f-bb98-36aef69d8c31" providerId="ADAL" clId="{F7D05CC8-F057-4577-AF9C-9CBB77E0CE10}" dt="2023-09-03T08:18:20.830" v="183" actId="478"/>
          <ac:spMkLst>
            <pc:docMk/>
            <pc:sldMk cId="2910840842" sldId="258"/>
            <ac:spMk id="9" creationId="{112752F9-1D8D-C368-24D4-D67A3AF5EFB6}"/>
          </ac:spMkLst>
        </pc:spChg>
        <pc:spChg chg="add mod">
          <ac:chgData name="Mohammad Salman" userId="cfd6754c-e613-4f6f-bb98-36aef69d8c31" providerId="ADAL" clId="{F7D05CC8-F057-4577-AF9C-9CBB77E0CE10}" dt="2023-09-03T08:36:39.908" v="596" actId="1036"/>
          <ac:spMkLst>
            <pc:docMk/>
            <pc:sldMk cId="2910840842" sldId="258"/>
            <ac:spMk id="11" creationId="{4F3D211E-82F1-E19E-AF65-1BF673087874}"/>
          </ac:spMkLst>
        </pc:spChg>
        <pc:grpChg chg="add mod">
          <ac:chgData name="Mohammad Salman" userId="cfd6754c-e613-4f6f-bb98-36aef69d8c31" providerId="ADAL" clId="{F7D05CC8-F057-4577-AF9C-9CBB77E0CE10}" dt="2023-09-03T08:20:00.538" v="199" actId="20577"/>
          <ac:grpSpMkLst>
            <pc:docMk/>
            <pc:sldMk cId="2910840842" sldId="258"/>
            <ac:grpSpMk id="10" creationId="{20974822-7848-C7D3-5719-D204DDD8A7F8}"/>
          </ac:grpSpMkLst>
        </pc:grpChg>
        <pc:cxnChg chg="add mod">
          <ac:chgData name="Mohammad Salman" userId="cfd6754c-e613-4f6f-bb98-36aef69d8c31" providerId="ADAL" clId="{F7D05CC8-F057-4577-AF9C-9CBB77E0CE10}" dt="2023-09-03T08:17:39.706" v="181" actId="692"/>
          <ac:cxnSpMkLst>
            <pc:docMk/>
            <pc:sldMk cId="2910840842" sldId="258"/>
            <ac:cxnSpMk id="5" creationId="{E516B004-6D94-C578-B639-1024B9D084CE}"/>
          </ac:cxnSpMkLst>
        </pc:cxnChg>
      </pc:sldChg>
      <pc:sldChg chg="addSp delSp modSp new mod setBg">
        <pc:chgData name="Mohammad Salman" userId="cfd6754c-e613-4f6f-bb98-36aef69d8c31" providerId="ADAL" clId="{F7D05CC8-F057-4577-AF9C-9CBB77E0CE10}" dt="2023-09-03T14:30:40.564" v="4230" actId="1076"/>
        <pc:sldMkLst>
          <pc:docMk/>
          <pc:sldMk cId="2877845171" sldId="259"/>
        </pc:sldMkLst>
        <pc:spChg chg="del">
          <ac:chgData name="Mohammad Salman" userId="cfd6754c-e613-4f6f-bb98-36aef69d8c31" providerId="ADAL" clId="{F7D05CC8-F057-4577-AF9C-9CBB77E0CE10}" dt="2023-09-03T09:21:58.935" v="1802" actId="478"/>
          <ac:spMkLst>
            <pc:docMk/>
            <pc:sldMk cId="2877845171" sldId="259"/>
            <ac:spMk id="2" creationId="{419A0D1D-8ED0-AFFF-AAD3-9022E42C2E12}"/>
          </ac:spMkLst>
        </pc:spChg>
        <pc:spChg chg="del">
          <ac:chgData name="Mohammad Salman" userId="cfd6754c-e613-4f6f-bb98-36aef69d8c31" providerId="ADAL" clId="{F7D05CC8-F057-4577-AF9C-9CBB77E0CE10}" dt="2023-09-03T09:21:58.935" v="1802" actId="478"/>
          <ac:spMkLst>
            <pc:docMk/>
            <pc:sldMk cId="2877845171" sldId="259"/>
            <ac:spMk id="3" creationId="{AE9589F5-8A65-6B67-F9ED-77A4BD981EA4}"/>
          </ac:spMkLst>
        </pc:spChg>
        <pc:spChg chg="add mod">
          <ac:chgData name="Mohammad Salman" userId="cfd6754c-e613-4f6f-bb98-36aef69d8c31" providerId="ADAL" clId="{F7D05CC8-F057-4577-AF9C-9CBB77E0CE10}" dt="2023-09-03T14:30:40.564" v="4230" actId="1076"/>
          <ac:spMkLst>
            <pc:docMk/>
            <pc:sldMk cId="2877845171" sldId="259"/>
            <ac:spMk id="6" creationId="{6F2CDDF1-57A5-8363-078B-B90270AA3140}"/>
          </ac:spMkLst>
        </pc:spChg>
        <pc:spChg chg="add mod">
          <ac:chgData name="Mohammad Salman" userId="cfd6754c-e613-4f6f-bb98-36aef69d8c31" providerId="ADAL" clId="{F7D05CC8-F057-4577-AF9C-9CBB77E0CE10}" dt="2023-09-03T14:18:06.143" v="3933" actId="1035"/>
          <ac:spMkLst>
            <pc:docMk/>
            <pc:sldMk cId="2877845171" sldId="259"/>
            <ac:spMk id="7" creationId="{F19D6D9B-61BF-21EE-1441-9D2DD8F6C5BA}"/>
          </ac:spMkLst>
        </pc:spChg>
        <pc:picChg chg="add mod">
          <ac:chgData name="Mohammad Salman" userId="cfd6754c-e613-4f6f-bb98-36aef69d8c31" providerId="ADAL" clId="{F7D05CC8-F057-4577-AF9C-9CBB77E0CE10}" dt="2023-09-03T14:15:49.940" v="3778" actId="1076"/>
          <ac:picMkLst>
            <pc:docMk/>
            <pc:sldMk cId="2877845171" sldId="259"/>
            <ac:picMk id="5" creationId="{CDFD9D91-9D2D-B17D-79B8-F4366CBD5FA9}"/>
          </ac:picMkLst>
        </pc:picChg>
      </pc:sldChg>
      <pc:sldChg chg="addSp delSp modSp add mod modAnim">
        <pc:chgData name="Mohammad Salman" userId="cfd6754c-e613-4f6f-bb98-36aef69d8c31" providerId="ADAL" clId="{F7D05CC8-F057-4577-AF9C-9CBB77E0CE10}" dt="2023-09-03T08:36:49.732" v="607" actId="1035"/>
        <pc:sldMkLst>
          <pc:docMk/>
          <pc:sldMk cId="3745772605" sldId="260"/>
        </pc:sldMkLst>
        <pc:spChg chg="del mod">
          <ac:chgData name="Mohammad Salman" userId="cfd6754c-e613-4f6f-bb98-36aef69d8c31" providerId="ADAL" clId="{F7D05CC8-F057-4577-AF9C-9CBB77E0CE10}" dt="2023-09-03T08:32:09.078" v="447" actId="478"/>
          <ac:spMkLst>
            <pc:docMk/>
            <pc:sldMk cId="3745772605" sldId="260"/>
            <ac:spMk id="3" creationId="{97C9A5E2-901B-993D-254E-4200B16A9231}"/>
          </ac:spMkLst>
        </pc:spChg>
        <pc:spChg chg="mod">
          <ac:chgData name="Mohammad Salman" userId="cfd6754c-e613-4f6f-bb98-36aef69d8c31" providerId="ADAL" clId="{F7D05CC8-F057-4577-AF9C-9CBB77E0CE10}" dt="2023-09-03T08:23:31.189" v="252" actId="692"/>
          <ac:spMkLst>
            <pc:docMk/>
            <pc:sldMk cId="3745772605" sldId="260"/>
            <ac:spMk id="4" creationId="{514C055D-800B-27A3-52BB-7E5865AFF8D4}"/>
          </ac:spMkLst>
        </pc:spChg>
        <pc:spChg chg="mod">
          <ac:chgData name="Mohammad Salman" userId="cfd6754c-e613-4f6f-bb98-36aef69d8c31" providerId="ADAL" clId="{F7D05CC8-F057-4577-AF9C-9CBB77E0CE10}" dt="2023-09-03T08:23:21.655" v="250" actId="207"/>
          <ac:spMkLst>
            <pc:docMk/>
            <pc:sldMk cId="3745772605" sldId="260"/>
            <ac:spMk id="9" creationId="{A363DBD5-0562-FA53-5BFF-68B697BAB627}"/>
          </ac:spMkLst>
        </pc:spChg>
        <pc:spChg chg="mod">
          <ac:chgData name="Mohammad Salman" userId="cfd6754c-e613-4f6f-bb98-36aef69d8c31" providerId="ADAL" clId="{F7D05CC8-F057-4577-AF9C-9CBB77E0CE10}" dt="2023-09-03T08:36:49.732" v="607" actId="1035"/>
          <ac:spMkLst>
            <pc:docMk/>
            <pc:sldMk cId="3745772605" sldId="260"/>
            <ac:spMk id="11" creationId="{4F3D211E-82F1-E19E-AF65-1BF673087874}"/>
          </ac:spMkLst>
        </pc:spChg>
        <pc:spChg chg="mod">
          <ac:chgData name="Mohammad Salman" userId="cfd6754c-e613-4f6f-bb98-36aef69d8c31" providerId="ADAL" clId="{F7D05CC8-F057-4577-AF9C-9CBB77E0CE10}" dt="2023-09-03T08:23:21.655" v="250" actId="207"/>
          <ac:spMkLst>
            <pc:docMk/>
            <pc:sldMk cId="3745772605" sldId="260"/>
            <ac:spMk id="12" creationId="{D7293BC2-33FE-380A-B2C5-C06E0171A937}"/>
          </ac:spMkLst>
        </pc:spChg>
        <pc:spChg chg="add del mod">
          <ac:chgData name="Mohammad Salman" userId="cfd6754c-e613-4f6f-bb98-36aef69d8c31" providerId="ADAL" clId="{F7D05CC8-F057-4577-AF9C-9CBB77E0CE10}" dt="2023-09-03T08:32:14.439" v="450" actId="478"/>
          <ac:spMkLst>
            <pc:docMk/>
            <pc:sldMk cId="3745772605" sldId="260"/>
            <ac:spMk id="17" creationId="{56B3CF70-0672-3929-6F23-582D7B514D12}"/>
          </ac:spMkLst>
        </pc:spChg>
        <pc:spChg chg="add mod ord">
          <ac:chgData name="Mohammad Salman" userId="cfd6754c-e613-4f6f-bb98-36aef69d8c31" providerId="ADAL" clId="{F7D05CC8-F057-4577-AF9C-9CBB77E0CE10}" dt="2023-09-03T08:35:52.435" v="549" actId="27636"/>
          <ac:spMkLst>
            <pc:docMk/>
            <pc:sldMk cId="3745772605" sldId="260"/>
            <ac:spMk id="18" creationId="{6BDDDF7A-DD6E-D8E7-53D9-BF429499A7E6}"/>
          </ac:spMkLst>
        </pc:spChg>
        <pc:grpChg chg="add mod">
          <ac:chgData name="Mohammad Salman" userId="cfd6754c-e613-4f6f-bb98-36aef69d8c31" providerId="ADAL" clId="{F7D05CC8-F057-4577-AF9C-9CBB77E0CE10}" dt="2023-09-03T08:21:49.571" v="229" actId="1076"/>
          <ac:grpSpMkLst>
            <pc:docMk/>
            <pc:sldMk cId="3745772605" sldId="260"/>
            <ac:grpSpMk id="2" creationId="{4E65C3D5-D043-C7E1-58BB-5A56D072069B}"/>
          </ac:grpSpMkLst>
        </pc:grpChg>
        <pc:cxnChg chg="add mod">
          <ac:chgData name="Mohammad Salman" userId="cfd6754c-e613-4f6f-bb98-36aef69d8c31" providerId="ADAL" clId="{F7D05CC8-F057-4577-AF9C-9CBB77E0CE10}" dt="2023-09-03T08:23:35.613" v="253" actId="692"/>
          <ac:cxnSpMkLst>
            <pc:docMk/>
            <pc:sldMk cId="3745772605" sldId="260"/>
            <ac:cxnSpMk id="13" creationId="{22702D25-19CF-3251-CDC3-C189B18DA8FF}"/>
          </ac:cxnSpMkLst>
        </pc:cxnChg>
      </pc:sldChg>
      <pc:sldChg chg="addSp delSp modSp add mod modAnim">
        <pc:chgData name="Mohammad Salman" userId="cfd6754c-e613-4f6f-bb98-36aef69d8c31" providerId="ADAL" clId="{F7D05CC8-F057-4577-AF9C-9CBB77E0CE10}" dt="2023-09-03T08:36:57.125" v="617" actId="1036"/>
        <pc:sldMkLst>
          <pc:docMk/>
          <pc:sldMk cId="694638144" sldId="261"/>
        </pc:sldMkLst>
        <pc:spChg chg="del mod">
          <ac:chgData name="Mohammad Salman" userId="cfd6754c-e613-4f6f-bb98-36aef69d8c31" providerId="ADAL" clId="{F7D05CC8-F057-4577-AF9C-9CBB77E0CE10}" dt="2023-09-03T08:32:21.016" v="451" actId="478"/>
          <ac:spMkLst>
            <pc:docMk/>
            <pc:sldMk cId="694638144" sldId="261"/>
            <ac:spMk id="3" creationId="{97C9A5E2-901B-993D-254E-4200B16A9231}"/>
          </ac:spMkLst>
        </pc:spChg>
        <pc:spChg chg="mod">
          <ac:chgData name="Mohammad Salman" userId="cfd6754c-e613-4f6f-bb98-36aef69d8c31" providerId="ADAL" clId="{F7D05CC8-F057-4577-AF9C-9CBB77E0CE10}" dt="2023-09-03T08:36:57.125" v="617" actId="1036"/>
          <ac:spMkLst>
            <pc:docMk/>
            <pc:sldMk cId="694638144" sldId="261"/>
            <ac:spMk id="11" creationId="{4F3D211E-82F1-E19E-AF65-1BF673087874}"/>
          </ac:spMkLst>
        </pc:spChg>
        <pc:spChg chg="mod">
          <ac:chgData name="Mohammad Salman" userId="cfd6754c-e613-4f6f-bb98-36aef69d8c31" providerId="ADAL" clId="{F7D05CC8-F057-4577-AF9C-9CBB77E0CE10}" dt="2023-09-03T08:24:46.893" v="314" actId="20577"/>
          <ac:spMkLst>
            <pc:docMk/>
            <pc:sldMk cId="694638144" sldId="261"/>
            <ac:spMk id="15" creationId="{68B6DC15-2A4F-2611-B304-577C28353B48}"/>
          </ac:spMkLst>
        </pc:spChg>
        <pc:spChg chg="mod">
          <ac:chgData name="Mohammad Salman" userId="cfd6754c-e613-4f6f-bb98-36aef69d8c31" providerId="ADAL" clId="{F7D05CC8-F057-4577-AF9C-9CBB77E0CE10}" dt="2023-09-03T08:24:45.080" v="312" actId="20577"/>
          <ac:spMkLst>
            <pc:docMk/>
            <pc:sldMk cId="694638144" sldId="261"/>
            <ac:spMk id="16" creationId="{5CB92155-FEC9-3797-D836-5C46E56C2583}"/>
          </ac:spMkLst>
        </pc:spChg>
        <pc:spChg chg="mod">
          <ac:chgData name="Mohammad Salman" userId="cfd6754c-e613-4f6f-bb98-36aef69d8c31" providerId="ADAL" clId="{F7D05CC8-F057-4577-AF9C-9CBB77E0CE10}" dt="2023-09-03T08:24:54.815" v="318" actId="6549"/>
          <ac:spMkLst>
            <pc:docMk/>
            <pc:sldMk cId="694638144" sldId="261"/>
            <ac:spMk id="17" creationId="{902B4FFE-0305-ABEC-72A9-D80DA58D3EDB}"/>
          </ac:spMkLst>
        </pc:spChg>
        <pc:spChg chg="add del mod">
          <ac:chgData name="Mohammad Salman" userId="cfd6754c-e613-4f6f-bb98-36aef69d8c31" providerId="ADAL" clId="{F7D05CC8-F057-4577-AF9C-9CBB77E0CE10}" dt="2023-09-03T08:32:23.605" v="452" actId="478"/>
          <ac:spMkLst>
            <pc:docMk/>
            <pc:sldMk cId="694638144" sldId="261"/>
            <ac:spMk id="19" creationId="{3E18F18E-4FD8-2EBB-E9D6-A2335A53B005}"/>
          </ac:spMkLst>
        </pc:spChg>
        <pc:spChg chg="add mod">
          <ac:chgData name="Mohammad Salman" userId="cfd6754c-e613-4f6f-bb98-36aef69d8c31" providerId="ADAL" clId="{F7D05CC8-F057-4577-AF9C-9CBB77E0CE10}" dt="2023-09-03T08:36:03.419" v="562" actId="27636"/>
          <ac:spMkLst>
            <pc:docMk/>
            <pc:sldMk cId="694638144" sldId="261"/>
            <ac:spMk id="20" creationId="{BB1F7027-C361-A98B-D14E-8C47580A37A0}"/>
          </ac:spMkLst>
        </pc:spChg>
        <pc:grpChg chg="add mod">
          <ac:chgData name="Mohammad Salman" userId="cfd6754c-e613-4f6f-bb98-36aef69d8c31" providerId="ADAL" clId="{F7D05CC8-F057-4577-AF9C-9CBB77E0CE10}" dt="2023-09-03T08:24:42.041" v="310" actId="1076"/>
          <ac:grpSpMkLst>
            <pc:docMk/>
            <pc:sldMk cId="694638144" sldId="261"/>
            <ac:grpSpMk id="14" creationId="{502A877C-5690-887E-EE50-B7973B45CAF0}"/>
          </ac:grpSpMkLst>
        </pc:grpChg>
      </pc:sldChg>
      <pc:sldChg chg="addSp delSp modSp add mod delAnim modAnim">
        <pc:chgData name="Mohammad Salman" userId="cfd6754c-e613-4f6f-bb98-36aef69d8c31" providerId="ADAL" clId="{F7D05CC8-F057-4577-AF9C-9CBB77E0CE10}" dt="2023-09-04T12:15:03.895" v="4391" actId="20577"/>
        <pc:sldMkLst>
          <pc:docMk/>
          <pc:sldMk cId="3669495614" sldId="262"/>
        </pc:sldMkLst>
        <pc:spChg chg="del mod">
          <ac:chgData name="Mohammad Salman" userId="cfd6754c-e613-4f6f-bb98-36aef69d8c31" providerId="ADAL" clId="{F7D05CC8-F057-4577-AF9C-9CBB77E0CE10}" dt="2023-09-03T08:32:27.300" v="454" actId="478"/>
          <ac:spMkLst>
            <pc:docMk/>
            <pc:sldMk cId="3669495614" sldId="262"/>
            <ac:spMk id="3" creationId="{97C9A5E2-901B-993D-254E-4200B16A9231}"/>
          </ac:spMkLst>
        </pc:spChg>
        <pc:spChg chg="mod">
          <ac:chgData name="Mohammad Salman" userId="cfd6754c-e613-4f6f-bb98-36aef69d8c31" providerId="ADAL" clId="{F7D05CC8-F057-4577-AF9C-9CBB77E0CE10}" dt="2023-09-04T12:15:03.895" v="4391" actId="20577"/>
          <ac:spMkLst>
            <pc:docMk/>
            <pc:sldMk cId="3669495614" sldId="262"/>
            <ac:spMk id="4" creationId="{514C055D-800B-27A3-52BB-7E5865AFF8D4}"/>
          </ac:spMkLst>
        </pc:spChg>
        <pc:spChg chg="mod">
          <ac:chgData name="Mohammad Salman" userId="cfd6754c-e613-4f6f-bb98-36aef69d8c31" providerId="ADAL" clId="{F7D05CC8-F057-4577-AF9C-9CBB77E0CE10}" dt="2023-09-03T08:37:05.151" v="632" actId="1036"/>
          <ac:spMkLst>
            <pc:docMk/>
            <pc:sldMk cId="3669495614" sldId="262"/>
            <ac:spMk id="11" creationId="{4F3D211E-82F1-E19E-AF65-1BF673087874}"/>
          </ac:spMkLst>
        </pc:spChg>
        <pc:spChg chg="add del mod">
          <ac:chgData name="Mohammad Salman" userId="cfd6754c-e613-4f6f-bb98-36aef69d8c31" providerId="ADAL" clId="{F7D05CC8-F057-4577-AF9C-9CBB77E0CE10}" dt="2023-09-03T08:32:31.178" v="455" actId="478"/>
          <ac:spMkLst>
            <pc:docMk/>
            <pc:sldMk cId="3669495614" sldId="262"/>
            <ac:spMk id="22" creationId="{C4B62A1D-0C87-6530-88FE-53FC50AFA90A}"/>
          </ac:spMkLst>
        </pc:spChg>
        <pc:spChg chg="add mod">
          <ac:chgData name="Mohammad Salman" userId="cfd6754c-e613-4f6f-bb98-36aef69d8c31" providerId="ADAL" clId="{F7D05CC8-F057-4577-AF9C-9CBB77E0CE10}" dt="2023-09-03T08:36:10.080" v="575" actId="27636"/>
          <ac:spMkLst>
            <pc:docMk/>
            <pc:sldMk cId="3669495614" sldId="262"/>
            <ac:spMk id="23" creationId="{469D3B7E-F679-13F8-157F-12FA6BD51990}"/>
          </ac:spMkLst>
        </pc:spChg>
        <pc:cxnChg chg="del mod">
          <ac:chgData name="Mohammad Salman" userId="cfd6754c-e613-4f6f-bb98-36aef69d8c31" providerId="ADAL" clId="{F7D05CC8-F057-4577-AF9C-9CBB77E0CE10}" dt="2023-09-03T08:27:27.322" v="356" actId="478"/>
          <ac:cxnSpMkLst>
            <pc:docMk/>
            <pc:sldMk cId="3669495614" sldId="262"/>
            <ac:cxnSpMk id="13" creationId="{22702D25-19CF-3251-CDC3-C189B18DA8FF}"/>
          </ac:cxnSpMkLst>
        </pc:cxnChg>
        <pc:cxnChg chg="add mod">
          <ac:chgData name="Mohammad Salman" userId="cfd6754c-e613-4f6f-bb98-36aef69d8c31" providerId="ADAL" clId="{F7D05CC8-F057-4577-AF9C-9CBB77E0CE10}" dt="2023-09-03T08:26:19.872" v="350" actId="14100"/>
          <ac:cxnSpMkLst>
            <pc:docMk/>
            <pc:sldMk cId="3669495614" sldId="262"/>
            <ac:cxnSpMk id="18" creationId="{6D8CE32F-C66D-879D-DECD-A0637C7EA5F3}"/>
          </ac:cxnSpMkLst>
        </pc:cxnChg>
      </pc:sldChg>
      <pc:sldChg chg="addSp delSp modSp add mod">
        <pc:chgData name="Mohammad Salman" userId="cfd6754c-e613-4f6f-bb98-36aef69d8c31" providerId="ADAL" clId="{F7D05CC8-F057-4577-AF9C-9CBB77E0CE10}" dt="2023-09-04T12:15:14.626" v="4395" actId="20577"/>
        <pc:sldMkLst>
          <pc:docMk/>
          <pc:sldMk cId="3870598429" sldId="263"/>
        </pc:sldMkLst>
        <pc:spChg chg="del mod">
          <ac:chgData name="Mohammad Salman" userId="cfd6754c-e613-4f6f-bb98-36aef69d8c31" providerId="ADAL" clId="{F7D05CC8-F057-4577-AF9C-9CBB77E0CE10}" dt="2023-09-03T08:32:35.986" v="457" actId="478"/>
          <ac:spMkLst>
            <pc:docMk/>
            <pc:sldMk cId="3870598429" sldId="263"/>
            <ac:spMk id="3" creationId="{97C9A5E2-901B-993D-254E-4200B16A9231}"/>
          </ac:spMkLst>
        </pc:spChg>
        <pc:spChg chg="mod">
          <ac:chgData name="Mohammad Salman" userId="cfd6754c-e613-4f6f-bb98-36aef69d8c31" providerId="ADAL" clId="{F7D05CC8-F057-4577-AF9C-9CBB77E0CE10}" dt="2023-09-04T12:15:14.626" v="4395" actId="20577"/>
          <ac:spMkLst>
            <pc:docMk/>
            <pc:sldMk cId="3870598429" sldId="263"/>
            <ac:spMk id="4" creationId="{514C055D-800B-27A3-52BB-7E5865AFF8D4}"/>
          </ac:spMkLst>
        </pc:spChg>
        <pc:spChg chg="mod">
          <ac:chgData name="Mohammad Salman" userId="cfd6754c-e613-4f6f-bb98-36aef69d8c31" providerId="ADAL" clId="{F7D05CC8-F057-4577-AF9C-9CBB77E0CE10}" dt="2023-09-03T08:37:16.120" v="637" actId="1035"/>
          <ac:spMkLst>
            <pc:docMk/>
            <pc:sldMk cId="3870598429" sldId="263"/>
            <ac:spMk id="11" creationId="{4F3D211E-82F1-E19E-AF65-1BF673087874}"/>
          </ac:spMkLst>
        </pc:spChg>
        <pc:spChg chg="add del mod">
          <ac:chgData name="Mohammad Salman" userId="cfd6754c-e613-4f6f-bb98-36aef69d8c31" providerId="ADAL" clId="{F7D05CC8-F057-4577-AF9C-9CBB77E0CE10}" dt="2023-09-03T08:32:37.851" v="458" actId="478"/>
          <ac:spMkLst>
            <pc:docMk/>
            <pc:sldMk cId="3870598429" sldId="263"/>
            <ac:spMk id="19" creationId="{2EBB8437-6368-19A6-DC4F-9286B385D617}"/>
          </ac:spMkLst>
        </pc:spChg>
        <pc:spChg chg="add mod ord">
          <ac:chgData name="Mohammad Salman" userId="cfd6754c-e613-4f6f-bb98-36aef69d8c31" providerId="ADAL" clId="{F7D05CC8-F057-4577-AF9C-9CBB77E0CE10}" dt="2023-09-03T08:36:17.178" v="588" actId="27636"/>
          <ac:spMkLst>
            <pc:docMk/>
            <pc:sldMk cId="3870598429" sldId="263"/>
            <ac:spMk id="20" creationId="{828C84BC-1097-FE48-203F-364A71A510AD}"/>
          </ac:spMkLst>
        </pc:spChg>
        <pc:spChg chg="add mod">
          <ac:chgData name="Mohammad Salman" userId="cfd6754c-e613-4f6f-bb98-36aef69d8c31" providerId="ADAL" clId="{F7D05CC8-F057-4577-AF9C-9CBB77E0CE10}" dt="2023-09-03T08:39:59.263" v="666" actId="207"/>
          <ac:spMkLst>
            <pc:docMk/>
            <pc:sldMk cId="3870598429" sldId="263"/>
            <ac:spMk id="21" creationId="{98152A80-2E27-80F0-D401-785ADDB47362}"/>
          </ac:spMkLst>
        </pc:spChg>
        <pc:spChg chg="add mod">
          <ac:chgData name="Mohammad Salman" userId="cfd6754c-e613-4f6f-bb98-36aef69d8c31" providerId="ADAL" clId="{F7D05CC8-F057-4577-AF9C-9CBB77E0CE10}" dt="2023-09-03T09:00:19.793" v="1111" actId="20577"/>
          <ac:spMkLst>
            <pc:docMk/>
            <pc:sldMk cId="3870598429" sldId="263"/>
            <ac:spMk id="25" creationId="{2B1C8C45-29A7-1D97-D7A6-0F070EB535DC}"/>
          </ac:spMkLst>
        </pc:spChg>
        <pc:cxnChg chg="mod">
          <ac:chgData name="Mohammad Salman" userId="cfd6754c-e613-4f6f-bb98-36aef69d8c31" providerId="ADAL" clId="{F7D05CC8-F057-4577-AF9C-9CBB77E0CE10}" dt="2023-09-03T08:39:24.307" v="660" actId="692"/>
          <ac:cxnSpMkLst>
            <pc:docMk/>
            <pc:sldMk cId="3870598429" sldId="263"/>
            <ac:cxnSpMk id="5" creationId="{E516B004-6D94-C578-B639-1024B9D084CE}"/>
          </ac:cxnSpMkLst>
        </pc:cxnChg>
        <pc:cxnChg chg="mod">
          <ac:chgData name="Mohammad Salman" userId="cfd6754c-e613-4f6f-bb98-36aef69d8c31" providerId="ADAL" clId="{F7D05CC8-F057-4577-AF9C-9CBB77E0CE10}" dt="2023-09-04T12:15:14.626" v="4395" actId="20577"/>
          <ac:cxnSpMkLst>
            <pc:docMk/>
            <pc:sldMk cId="3870598429" sldId="263"/>
            <ac:cxnSpMk id="18" creationId="{6D8CE32F-C66D-879D-DECD-A0637C7EA5F3}"/>
          </ac:cxnSpMkLst>
        </pc:cxnChg>
        <pc:cxnChg chg="add mod">
          <ac:chgData name="Mohammad Salman" userId="cfd6754c-e613-4f6f-bb98-36aef69d8c31" providerId="ADAL" clId="{F7D05CC8-F057-4577-AF9C-9CBB77E0CE10}" dt="2023-09-03T08:39:05.922" v="659" actId="692"/>
          <ac:cxnSpMkLst>
            <pc:docMk/>
            <pc:sldMk cId="3870598429" sldId="263"/>
            <ac:cxnSpMk id="22" creationId="{8033CE98-D21C-FD8F-C794-7C0F83BCC318}"/>
          </ac:cxnSpMkLst>
        </pc:cxnChg>
      </pc:sldChg>
      <pc:sldChg chg="addSp delSp modSp add mod addAnim delAnim modAnim">
        <pc:chgData name="Mohammad Salman" userId="cfd6754c-e613-4f6f-bb98-36aef69d8c31" providerId="ADAL" clId="{F7D05CC8-F057-4577-AF9C-9CBB77E0CE10}" dt="2023-09-04T12:15:18.971" v="4397" actId="20577"/>
        <pc:sldMkLst>
          <pc:docMk/>
          <pc:sldMk cId="3649634526" sldId="264"/>
        </pc:sldMkLst>
        <pc:spChg chg="add mod ord">
          <ac:chgData name="Mohammad Salman" userId="cfd6754c-e613-4f6f-bb98-36aef69d8c31" providerId="ADAL" clId="{F7D05CC8-F057-4577-AF9C-9CBB77E0CE10}" dt="2023-09-03T08:44:13.485" v="746" actId="1076"/>
          <ac:spMkLst>
            <pc:docMk/>
            <pc:sldMk cId="3649634526" sldId="264"/>
            <ac:spMk id="3" creationId="{A4E27335-9653-955C-8369-2840C973AA7F}"/>
          </ac:spMkLst>
        </pc:spChg>
        <pc:spChg chg="mod">
          <ac:chgData name="Mohammad Salman" userId="cfd6754c-e613-4f6f-bb98-36aef69d8c31" providerId="ADAL" clId="{F7D05CC8-F057-4577-AF9C-9CBB77E0CE10}" dt="2023-09-04T12:15:18.971" v="4397" actId="20577"/>
          <ac:spMkLst>
            <pc:docMk/>
            <pc:sldMk cId="3649634526" sldId="264"/>
            <ac:spMk id="4" creationId="{514C055D-800B-27A3-52BB-7E5865AFF8D4}"/>
          </ac:spMkLst>
        </pc:spChg>
        <pc:spChg chg="add del mod">
          <ac:chgData name="Mohammad Salman" userId="cfd6754c-e613-4f6f-bb98-36aef69d8c31" providerId="ADAL" clId="{F7D05CC8-F057-4577-AF9C-9CBB77E0CE10}" dt="2023-09-03T08:47:43.871" v="799" actId="478"/>
          <ac:spMkLst>
            <pc:docMk/>
            <pc:sldMk cId="3649634526" sldId="264"/>
            <ac:spMk id="25" creationId="{95A0E802-FB63-68A4-654E-FFC272210C37}"/>
          </ac:spMkLst>
        </pc:spChg>
        <pc:cxnChg chg="add mod">
          <ac:chgData name="Mohammad Salman" userId="cfd6754c-e613-4f6f-bb98-36aef69d8c31" providerId="ADAL" clId="{F7D05CC8-F057-4577-AF9C-9CBB77E0CE10}" dt="2023-09-03T08:45:21.923" v="751" actId="1076"/>
          <ac:cxnSpMkLst>
            <pc:docMk/>
            <pc:sldMk cId="3649634526" sldId="264"/>
            <ac:cxnSpMk id="13" creationId="{D7A4975F-F120-80C9-B1CC-3673EB347190}"/>
          </ac:cxnSpMkLst>
        </pc:cxnChg>
      </pc:sldChg>
      <pc:sldChg chg="addSp modSp add mod modAnim modNotesTx">
        <pc:chgData name="Mohammad Salman" userId="cfd6754c-e613-4f6f-bb98-36aef69d8c31" providerId="ADAL" clId="{F7D05CC8-F057-4577-AF9C-9CBB77E0CE10}" dt="2023-09-04T12:15:21.517" v="4399" actId="20577"/>
        <pc:sldMkLst>
          <pc:docMk/>
          <pc:sldMk cId="2447737310" sldId="265"/>
        </pc:sldMkLst>
        <pc:spChg chg="mod">
          <ac:chgData name="Mohammad Salman" userId="cfd6754c-e613-4f6f-bb98-36aef69d8c31" providerId="ADAL" clId="{F7D05CC8-F057-4577-AF9C-9CBB77E0CE10}" dt="2023-09-03T09:00:43.635" v="1113" actId="115"/>
          <ac:spMkLst>
            <pc:docMk/>
            <pc:sldMk cId="2447737310" sldId="265"/>
            <ac:spMk id="3" creationId="{A4E27335-9653-955C-8369-2840C973AA7F}"/>
          </ac:spMkLst>
        </pc:spChg>
        <pc:spChg chg="mod">
          <ac:chgData name="Mohammad Salman" userId="cfd6754c-e613-4f6f-bb98-36aef69d8c31" providerId="ADAL" clId="{F7D05CC8-F057-4577-AF9C-9CBB77E0CE10}" dt="2023-09-04T12:15:21.517" v="4399" actId="20577"/>
          <ac:spMkLst>
            <pc:docMk/>
            <pc:sldMk cId="2447737310" sldId="265"/>
            <ac:spMk id="4" creationId="{514C055D-800B-27A3-52BB-7E5865AFF8D4}"/>
          </ac:spMkLst>
        </pc:spChg>
        <pc:spChg chg="mod">
          <ac:chgData name="Mohammad Salman" userId="cfd6754c-e613-4f6f-bb98-36aef69d8c31" providerId="ADAL" clId="{F7D05CC8-F057-4577-AF9C-9CBB77E0CE10}" dt="2023-09-03T08:47:58.024" v="805" actId="20577"/>
          <ac:spMkLst>
            <pc:docMk/>
            <pc:sldMk cId="2447737310" sldId="265"/>
            <ac:spMk id="15" creationId="{68B6DC15-2A4F-2611-B304-577C28353B48}"/>
          </ac:spMkLst>
        </pc:spChg>
        <pc:spChg chg="mod">
          <ac:chgData name="Mohammad Salman" userId="cfd6754c-e613-4f6f-bb98-36aef69d8c31" providerId="ADAL" clId="{F7D05CC8-F057-4577-AF9C-9CBB77E0CE10}" dt="2023-09-03T08:47:55.333" v="803" actId="20577"/>
          <ac:spMkLst>
            <pc:docMk/>
            <pc:sldMk cId="2447737310" sldId="265"/>
            <ac:spMk id="16" creationId="{5CB92155-FEC9-3797-D836-5C46E56C2583}"/>
          </ac:spMkLst>
        </pc:spChg>
        <pc:spChg chg="mod ord">
          <ac:chgData name="Mohammad Salman" userId="cfd6754c-e613-4f6f-bb98-36aef69d8c31" providerId="ADAL" clId="{F7D05CC8-F057-4577-AF9C-9CBB77E0CE10}" dt="2023-09-03T08:53:02.175" v="928" actId="1076"/>
          <ac:spMkLst>
            <pc:docMk/>
            <pc:sldMk cId="2447737310" sldId="265"/>
            <ac:spMk id="25" creationId="{95A0E802-FB63-68A4-654E-FFC272210C37}"/>
          </ac:spMkLst>
        </pc:spChg>
        <pc:grpChg chg="mod ord">
          <ac:chgData name="Mohammad Salman" userId="cfd6754c-e613-4f6f-bb98-36aef69d8c31" providerId="ADAL" clId="{F7D05CC8-F057-4577-AF9C-9CBB77E0CE10}" dt="2023-09-03T08:47:38.823" v="792" actId="1076"/>
          <ac:grpSpMkLst>
            <pc:docMk/>
            <pc:sldMk cId="2447737310" sldId="265"/>
            <ac:grpSpMk id="14" creationId="{502A877C-5690-887E-EE50-B7973B45CAF0}"/>
          </ac:grpSpMkLst>
        </pc:grpChg>
        <pc:cxnChg chg="mod">
          <ac:chgData name="Mohammad Salman" userId="cfd6754c-e613-4f6f-bb98-36aef69d8c31" providerId="ADAL" clId="{F7D05CC8-F057-4577-AF9C-9CBB77E0CE10}" dt="2023-09-03T08:50:51.349" v="924" actId="14100"/>
          <ac:cxnSpMkLst>
            <pc:docMk/>
            <pc:sldMk cId="2447737310" sldId="265"/>
            <ac:cxnSpMk id="13" creationId="{D7A4975F-F120-80C9-B1CC-3673EB347190}"/>
          </ac:cxnSpMkLst>
        </pc:cxnChg>
        <pc:cxnChg chg="mod">
          <ac:chgData name="Mohammad Salman" userId="cfd6754c-e613-4f6f-bb98-36aef69d8c31" providerId="ADAL" clId="{F7D05CC8-F057-4577-AF9C-9CBB77E0CE10}" dt="2023-09-03T08:47:58.024" v="805" actId="20577"/>
          <ac:cxnSpMkLst>
            <pc:docMk/>
            <pc:sldMk cId="2447737310" sldId="265"/>
            <ac:cxnSpMk id="18" creationId="{6D8CE32F-C66D-879D-DECD-A0637C7EA5F3}"/>
          </ac:cxnSpMkLst>
        </pc:cxnChg>
        <pc:cxnChg chg="add mod">
          <ac:chgData name="Mohammad Salman" userId="cfd6754c-e613-4f6f-bb98-36aef69d8c31" providerId="ADAL" clId="{F7D05CC8-F057-4577-AF9C-9CBB77E0CE10}" dt="2023-09-03T08:50:56.639" v="925" actId="14100"/>
          <ac:cxnSpMkLst>
            <pc:docMk/>
            <pc:sldMk cId="2447737310" sldId="265"/>
            <ac:cxnSpMk id="19" creationId="{48F5B6A5-9096-8FFE-2A05-0F9BBA8014E3}"/>
          </ac:cxnSpMkLst>
        </pc:cxnChg>
      </pc:sldChg>
      <pc:sldChg chg="addSp delSp modSp add mod modAnim">
        <pc:chgData name="Mohammad Salman" userId="cfd6754c-e613-4f6f-bb98-36aef69d8c31" providerId="ADAL" clId="{F7D05CC8-F057-4577-AF9C-9CBB77E0CE10}" dt="2023-09-04T12:15:24.613" v="4401" actId="20577"/>
        <pc:sldMkLst>
          <pc:docMk/>
          <pc:sldMk cId="67353524" sldId="266"/>
        </pc:sldMkLst>
        <pc:spChg chg="mod">
          <ac:chgData name="Mohammad Salman" userId="cfd6754c-e613-4f6f-bb98-36aef69d8c31" providerId="ADAL" clId="{F7D05CC8-F057-4577-AF9C-9CBB77E0CE10}" dt="2023-09-03T09:02:10.432" v="1171" actId="113"/>
          <ac:spMkLst>
            <pc:docMk/>
            <pc:sldMk cId="67353524" sldId="266"/>
            <ac:spMk id="3" creationId="{A4E27335-9653-955C-8369-2840C973AA7F}"/>
          </ac:spMkLst>
        </pc:spChg>
        <pc:spChg chg="mod">
          <ac:chgData name="Mohammad Salman" userId="cfd6754c-e613-4f6f-bb98-36aef69d8c31" providerId="ADAL" clId="{F7D05CC8-F057-4577-AF9C-9CBB77E0CE10}" dt="2023-09-04T12:15:24.613" v="4401" actId="20577"/>
          <ac:spMkLst>
            <pc:docMk/>
            <pc:sldMk cId="67353524" sldId="266"/>
            <ac:spMk id="4" creationId="{514C055D-800B-27A3-52BB-7E5865AFF8D4}"/>
          </ac:spMkLst>
        </pc:spChg>
        <pc:cxnChg chg="mod">
          <ac:chgData name="Mohammad Salman" userId="cfd6754c-e613-4f6f-bb98-36aef69d8c31" providerId="ADAL" clId="{F7D05CC8-F057-4577-AF9C-9CBB77E0CE10}" dt="2023-09-03T09:02:02.352" v="1170" actId="14100"/>
          <ac:cxnSpMkLst>
            <pc:docMk/>
            <pc:sldMk cId="67353524" sldId="266"/>
            <ac:cxnSpMk id="13" creationId="{D7A4975F-F120-80C9-B1CC-3673EB347190}"/>
          </ac:cxnSpMkLst>
        </pc:cxnChg>
        <pc:cxnChg chg="mod">
          <ac:chgData name="Mohammad Salman" userId="cfd6754c-e613-4f6f-bb98-36aef69d8c31" providerId="ADAL" clId="{F7D05CC8-F057-4577-AF9C-9CBB77E0CE10}" dt="2023-09-03T08:54:52.401" v="978" actId="692"/>
          <ac:cxnSpMkLst>
            <pc:docMk/>
            <pc:sldMk cId="67353524" sldId="266"/>
            <ac:cxnSpMk id="18" creationId="{6D8CE32F-C66D-879D-DECD-A0637C7EA5F3}"/>
          </ac:cxnSpMkLst>
        </pc:cxnChg>
        <pc:cxnChg chg="del mod">
          <ac:chgData name="Mohammad Salman" userId="cfd6754c-e613-4f6f-bb98-36aef69d8c31" providerId="ADAL" clId="{F7D05CC8-F057-4577-AF9C-9CBB77E0CE10}" dt="2023-09-03T08:54:15.706" v="975" actId="478"/>
          <ac:cxnSpMkLst>
            <pc:docMk/>
            <pc:sldMk cId="67353524" sldId="266"/>
            <ac:cxnSpMk id="19" creationId="{48F5B6A5-9096-8FFE-2A05-0F9BBA8014E3}"/>
          </ac:cxnSpMkLst>
        </pc:cxnChg>
        <pc:cxnChg chg="add mod">
          <ac:chgData name="Mohammad Salman" userId="cfd6754c-e613-4f6f-bb98-36aef69d8c31" providerId="ADAL" clId="{F7D05CC8-F057-4577-AF9C-9CBB77E0CE10}" dt="2023-09-03T09:01:58.623" v="1169" actId="1076"/>
          <ac:cxnSpMkLst>
            <pc:docMk/>
            <pc:sldMk cId="67353524" sldId="266"/>
            <ac:cxnSpMk id="27" creationId="{587357F3-446C-B81D-0940-42408E4205D1}"/>
          </ac:cxnSpMkLst>
        </pc:cxnChg>
      </pc:sldChg>
      <pc:sldChg chg="modSp add mod modAnim modNotesTx">
        <pc:chgData name="Mohammad Salman" userId="cfd6754c-e613-4f6f-bb98-36aef69d8c31" providerId="ADAL" clId="{F7D05CC8-F057-4577-AF9C-9CBB77E0CE10}" dt="2023-09-04T12:15:29.081" v="4403" actId="20577"/>
        <pc:sldMkLst>
          <pc:docMk/>
          <pc:sldMk cId="2129054384" sldId="267"/>
        </pc:sldMkLst>
        <pc:spChg chg="mod">
          <ac:chgData name="Mohammad Salman" userId="cfd6754c-e613-4f6f-bb98-36aef69d8c31" providerId="ADAL" clId="{F7D05CC8-F057-4577-AF9C-9CBB77E0CE10}" dt="2023-09-03T08:56:29.808" v="1045" actId="115"/>
          <ac:spMkLst>
            <pc:docMk/>
            <pc:sldMk cId="2129054384" sldId="267"/>
            <ac:spMk id="3" creationId="{A4E27335-9653-955C-8369-2840C973AA7F}"/>
          </ac:spMkLst>
        </pc:spChg>
        <pc:spChg chg="mod">
          <ac:chgData name="Mohammad Salman" userId="cfd6754c-e613-4f6f-bb98-36aef69d8c31" providerId="ADAL" clId="{F7D05CC8-F057-4577-AF9C-9CBB77E0CE10}" dt="2023-09-04T12:15:29.081" v="4403" actId="20577"/>
          <ac:spMkLst>
            <pc:docMk/>
            <pc:sldMk cId="2129054384" sldId="267"/>
            <ac:spMk id="4" creationId="{514C055D-800B-27A3-52BB-7E5865AFF8D4}"/>
          </ac:spMkLst>
        </pc:spChg>
        <pc:spChg chg="mod">
          <ac:chgData name="Mohammad Salman" userId="cfd6754c-e613-4f6f-bb98-36aef69d8c31" providerId="ADAL" clId="{F7D05CC8-F057-4577-AF9C-9CBB77E0CE10}" dt="2023-09-03T09:22:16.186" v="1807" actId="1036"/>
          <ac:spMkLst>
            <pc:docMk/>
            <pc:sldMk cId="2129054384" sldId="267"/>
            <ac:spMk id="21" creationId="{98152A80-2E27-80F0-D401-785ADDB47362}"/>
          </ac:spMkLst>
        </pc:spChg>
        <pc:cxnChg chg="mod">
          <ac:chgData name="Mohammad Salman" userId="cfd6754c-e613-4f6f-bb98-36aef69d8c31" providerId="ADAL" clId="{F7D05CC8-F057-4577-AF9C-9CBB77E0CE10}" dt="2023-09-03T08:56:21.204" v="1027" actId="20577"/>
          <ac:cxnSpMkLst>
            <pc:docMk/>
            <pc:sldMk cId="2129054384" sldId="267"/>
            <ac:cxnSpMk id="13" creationId="{D7A4975F-F120-80C9-B1CC-3673EB347190}"/>
          </ac:cxnSpMkLst>
        </pc:cxnChg>
        <pc:cxnChg chg="mod">
          <ac:chgData name="Mohammad Salman" userId="cfd6754c-e613-4f6f-bb98-36aef69d8c31" providerId="ADAL" clId="{F7D05CC8-F057-4577-AF9C-9CBB77E0CE10}" dt="2023-09-03T08:56:21.204" v="1027" actId="20577"/>
          <ac:cxnSpMkLst>
            <pc:docMk/>
            <pc:sldMk cId="2129054384" sldId="267"/>
            <ac:cxnSpMk id="27" creationId="{587357F3-446C-B81D-0940-42408E4205D1}"/>
          </ac:cxnSpMkLst>
        </pc:cxnChg>
      </pc:sldChg>
      <pc:sldChg chg="add del">
        <pc:chgData name="Mohammad Salman" userId="cfd6754c-e613-4f6f-bb98-36aef69d8c31" providerId="ADAL" clId="{F7D05CC8-F057-4577-AF9C-9CBB77E0CE10}" dt="2023-09-03T09:21:28.513" v="1801" actId="47"/>
        <pc:sldMkLst>
          <pc:docMk/>
          <pc:sldMk cId="3780200691" sldId="268"/>
        </pc:sldMkLst>
      </pc:sldChg>
      <pc:sldChg chg="addSp delSp modSp add mod">
        <pc:chgData name="Mohammad Salman" userId="cfd6754c-e613-4f6f-bb98-36aef69d8c31" providerId="ADAL" clId="{F7D05CC8-F057-4577-AF9C-9CBB77E0CE10}" dt="2023-09-03T09:23:02.399" v="1822" actId="207"/>
        <pc:sldMkLst>
          <pc:docMk/>
          <pc:sldMk cId="1012863896" sldId="269"/>
        </pc:sldMkLst>
        <pc:spChg chg="mod">
          <ac:chgData name="Mohammad Salman" userId="cfd6754c-e613-4f6f-bb98-36aef69d8c31" providerId="ADAL" clId="{F7D05CC8-F057-4577-AF9C-9CBB77E0CE10}" dt="2023-09-03T09:18:30.390" v="1783" actId="1076"/>
          <ac:spMkLst>
            <pc:docMk/>
            <pc:sldMk cId="1012863896" sldId="269"/>
            <ac:spMk id="3" creationId="{A4E27335-9653-955C-8369-2840C973AA7F}"/>
          </ac:spMkLst>
        </pc:spChg>
        <pc:spChg chg="mod">
          <ac:chgData name="Mohammad Salman" userId="cfd6754c-e613-4f6f-bb98-36aef69d8c31" providerId="ADAL" clId="{F7D05CC8-F057-4577-AF9C-9CBB77E0CE10}" dt="2023-09-03T09:18:21.704" v="1782" actId="20577"/>
          <ac:spMkLst>
            <pc:docMk/>
            <pc:sldMk cId="1012863896" sldId="269"/>
            <ac:spMk id="4" creationId="{514C055D-800B-27A3-52BB-7E5865AFF8D4}"/>
          </ac:spMkLst>
        </pc:spChg>
        <pc:spChg chg="add del">
          <ac:chgData name="Mohammad Salman" userId="cfd6754c-e613-4f6f-bb98-36aef69d8c31" providerId="ADAL" clId="{F7D05CC8-F057-4577-AF9C-9CBB77E0CE10}" dt="2023-09-03T09:16:26.196" v="1671" actId="478"/>
          <ac:spMkLst>
            <pc:docMk/>
            <pc:sldMk cId="1012863896" sldId="269"/>
            <ac:spMk id="11" creationId="{4F3D211E-82F1-E19E-AF65-1BF673087874}"/>
          </ac:spMkLst>
        </pc:spChg>
        <pc:spChg chg="add mod">
          <ac:chgData name="Mohammad Salman" userId="cfd6754c-e613-4f6f-bb98-36aef69d8c31" providerId="ADAL" clId="{F7D05CC8-F057-4577-AF9C-9CBB77E0CE10}" dt="2023-09-03T09:19:40.962" v="1797" actId="207"/>
          <ac:spMkLst>
            <pc:docMk/>
            <pc:sldMk cId="1012863896" sldId="269"/>
            <ac:spMk id="19" creationId="{DBFC1F1B-D389-F052-1D36-F694D6EF1868}"/>
          </ac:spMkLst>
        </pc:spChg>
        <pc:spChg chg="mod">
          <ac:chgData name="Mohammad Salman" userId="cfd6754c-e613-4f6f-bb98-36aef69d8c31" providerId="ADAL" clId="{F7D05CC8-F057-4577-AF9C-9CBB77E0CE10}" dt="2023-09-03T09:17:15.137" v="1684" actId="113"/>
          <ac:spMkLst>
            <pc:docMk/>
            <pc:sldMk cId="1012863896" sldId="269"/>
            <ac:spMk id="20" creationId="{828C84BC-1097-FE48-203F-364A71A510AD}"/>
          </ac:spMkLst>
        </pc:spChg>
        <pc:spChg chg="mod">
          <ac:chgData name="Mohammad Salman" userId="cfd6754c-e613-4f6f-bb98-36aef69d8c31" providerId="ADAL" clId="{F7D05CC8-F057-4577-AF9C-9CBB77E0CE10}" dt="2023-09-03T09:23:02.399" v="1822" actId="207"/>
          <ac:spMkLst>
            <pc:docMk/>
            <pc:sldMk cId="1012863896" sldId="269"/>
            <ac:spMk id="21" creationId="{98152A80-2E27-80F0-D401-785ADDB47362}"/>
          </ac:spMkLst>
        </pc:spChg>
        <pc:spChg chg="add mod">
          <ac:chgData name="Mohammad Salman" userId="cfd6754c-e613-4f6f-bb98-36aef69d8c31" providerId="ADAL" clId="{F7D05CC8-F057-4577-AF9C-9CBB77E0CE10}" dt="2023-09-03T09:20:20.192" v="1799" actId="1076"/>
          <ac:spMkLst>
            <pc:docMk/>
            <pc:sldMk cId="1012863896" sldId="269"/>
            <ac:spMk id="26" creationId="{120233A7-0A59-ECAE-5E92-6F74ABEBAEAD}"/>
          </ac:spMkLst>
        </pc:spChg>
        <pc:cxnChg chg="add del mod">
          <ac:chgData name="Mohammad Salman" userId="cfd6754c-e613-4f6f-bb98-36aef69d8c31" providerId="ADAL" clId="{F7D05CC8-F057-4577-AF9C-9CBB77E0CE10}" dt="2023-09-03T09:18:30.390" v="1783" actId="1076"/>
          <ac:cxnSpMkLst>
            <pc:docMk/>
            <pc:sldMk cId="1012863896" sldId="269"/>
            <ac:cxnSpMk id="13" creationId="{D7A4975F-F120-80C9-B1CC-3673EB347190}"/>
          </ac:cxnSpMkLst>
        </pc:cxnChg>
        <pc:cxnChg chg="del mod">
          <ac:chgData name="Mohammad Salman" userId="cfd6754c-e613-4f6f-bb98-36aef69d8c31" providerId="ADAL" clId="{F7D05CC8-F057-4577-AF9C-9CBB77E0CE10}" dt="2023-09-03T09:18:20.077" v="1781" actId="478"/>
          <ac:cxnSpMkLst>
            <pc:docMk/>
            <pc:sldMk cId="1012863896" sldId="269"/>
            <ac:cxnSpMk id="18" creationId="{6D8CE32F-C66D-879D-DECD-A0637C7EA5F3}"/>
          </ac:cxnSpMkLst>
        </pc:cxnChg>
        <pc:cxnChg chg="add del mod">
          <ac:chgData name="Mohammad Salman" userId="cfd6754c-e613-4f6f-bb98-36aef69d8c31" providerId="ADAL" clId="{F7D05CC8-F057-4577-AF9C-9CBB77E0CE10}" dt="2023-09-03T09:18:14.306" v="1780" actId="478"/>
          <ac:cxnSpMkLst>
            <pc:docMk/>
            <pc:sldMk cId="1012863896" sldId="269"/>
            <ac:cxnSpMk id="27" creationId="{587357F3-446C-B81D-0940-42408E4205D1}"/>
          </ac:cxnSpMkLst>
        </pc:cxnChg>
        <pc:cxnChg chg="add mod">
          <ac:chgData name="Mohammad Salman" userId="cfd6754c-e613-4f6f-bb98-36aef69d8c31" providerId="ADAL" clId="{F7D05CC8-F057-4577-AF9C-9CBB77E0CE10}" dt="2023-09-03T09:20:20.192" v="1799" actId="1076"/>
          <ac:cxnSpMkLst>
            <pc:docMk/>
            <pc:sldMk cId="1012863896" sldId="269"/>
            <ac:cxnSpMk id="28" creationId="{2B321C95-10EF-4DBB-37B3-B1508BEE207B}"/>
          </ac:cxnSpMkLst>
        </pc:cxnChg>
      </pc:sldChg>
      <pc:sldChg chg="add del ord">
        <pc:chgData name="Mohammad Salman" userId="cfd6754c-e613-4f6f-bb98-36aef69d8c31" providerId="ADAL" clId="{F7D05CC8-F057-4577-AF9C-9CBB77E0CE10}" dt="2023-09-03T09:23:16.973" v="1823" actId="47"/>
        <pc:sldMkLst>
          <pc:docMk/>
          <pc:sldMk cId="407034646" sldId="270"/>
        </pc:sldMkLst>
      </pc:sldChg>
      <pc:sldChg chg="addSp delSp modSp add mod modAnim">
        <pc:chgData name="Mohammad Salman" userId="cfd6754c-e613-4f6f-bb98-36aef69d8c31" providerId="ADAL" clId="{F7D05CC8-F057-4577-AF9C-9CBB77E0CE10}" dt="2023-09-03T14:54:00.197" v="4359" actId="1076"/>
        <pc:sldMkLst>
          <pc:docMk/>
          <pc:sldMk cId="4096135216" sldId="270"/>
        </pc:sldMkLst>
        <pc:spChg chg="add del mod">
          <ac:chgData name="Mohammad Salman" userId="cfd6754c-e613-4f6f-bb98-36aef69d8c31" providerId="ADAL" clId="{F7D05CC8-F057-4577-AF9C-9CBB77E0CE10}" dt="2023-09-03T09:26:04.525" v="1896" actId="478"/>
          <ac:spMkLst>
            <pc:docMk/>
            <pc:sldMk cId="4096135216" sldId="270"/>
            <ac:spMk id="11" creationId="{D491BF02-CD09-7398-3836-C991D4F0CA85}"/>
          </ac:spMkLst>
        </pc:spChg>
        <pc:spChg chg="add mod ord">
          <ac:chgData name="Mohammad Salman" userId="cfd6754c-e613-4f6f-bb98-36aef69d8c31" providerId="ADAL" clId="{F7D05CC8-F057-4577-AF9C-9CBB77E0CE10}" dt="2023-09-03T09:32:12.297" v="2121" actId="692"/>
          <ac:spMkLst>
            <pc:docMk/>
            <pc:sldMk cId="4096135216" sldId="270"/>
            <ac:spMk id="18" creationId="{3109CCAA-9C02-53CD-F59E-BDAEC9BBAF66}"/>
          </ac:spMkLst>
        </pc:spChg>
        <pc:spChg chg="mod">
          <ac:chgData name="Mohammad Salman" userId="cfd6754c-e613-4f6f-bb98-36aef69d8c31" providerId="ADAL" clId="{F7D05CC8-F057-4577-AF9C-9CBB77E0CE10}" dt="2023-09-03T09:26:11.511" v="1899" actId="1076"/>
          <ac:spMkLst>
            <pc:docMk/>
            <pc:sldMk cId="4096135216" sldId="270"/>
            <ac:spMk id="19" creationId="{DBFC1F1B-D389-F052-1D36-F694D6EF1868}"/>
          </ac:spMkLst>
        </pc:spChg>
        <pc:spChg chg="add mod">
          <ac:chgData name="Mohammad Salman" userId="cfd6754c-e613-4f6f-bb98-36aef69d8c31" providerId="ADAL" clId="{F7D05CC8-F057-4577-AF9C-9CBB77E0CE10}" dt="2023-09-03T09:30:49.718" v="2011" actId="1076"/>
          <ac:spMkLst>
            <pc:docMk/>
            <pc:sldMk cId="4096135216" sldId="270"/>
            <ac:spMk id="24" creationId="{6D5CBBA8-BDE5-3F74-7317-34FA78C22F2A}"/>
          </ac:spMkLst>
        </pc:spChg>
        <pc:spChg chg="add mod">
          <ac:chgData name="Mohammad Salman" userId="cfd6754c-e613-4f6f-bb98-36aef69d8c31" providerId="ADAL" clId="{F7D05CC8-F057-4577-AF9C-9CBB77E0CE10}" dt="2023-09-03T14:54:00.197" v="4359" actId="1076"/>
          <ac:spMkLst>
            <pc:docMk/>
            <pc:sldMk cId="4096135216" sldId="270"/>
            <ac:spMk id="29" creationId="{78EC6CA9-CE2F-1F50-8C51-88C35B67918D}"/>
          </ac:spMkLst>
        </pc:spChg>
        <pc:cxnChg chg="mod">
          <ac:chgData name="Mohammad Salman" userId="cfd6754c-e613-4f6f-bb98-36aef69d8c31" providerId="ADAL" clId="{F7D05CC8-F057-4577-AF9C-9CBB77E0CE10}" dt="2023-09-03T09:26:11.511" v="1899" actId="1076"/>
          <ac:cxnSpMkLst>
            <pc:docMk/>
            <pc:sldMk cId="4096135216" sldId="270"/>
            <ac:cxnSpMk id="13" creationId="{D7A4975F-F120-80C9-B1CC-3673EB347190}"/>
          </ac:cxnSpMkLst>
        </pc:cxnChg>
      </pc:sldChg>
      <pc:sldChg chg="addSp delSp modSp add mod ord modAnim">
        <pc:chgData name="Mohammad Salman" userId="cfd6754c-e613-4f6f-bb98-36aef69d8c31" providerId="ADAL" clId="{F7D05CC8-F057-4577-AF9C-9CBB77E0CE10}" dt="2023-09-03T09:39:48.035" v="2314" actId="14100"/>
        <pc:sldMkLst>
          <pc:docMk/>
          <pc:sldMk cId="2401436515" sldId="271"/>
        </pc:sldMkLst>
        <pc:spChg chg="mod">
          <ac:chgData name="Mohammad Salman" userId="cfd6754c-e613-4f6f-bb98-36aef69d8c31" providerId="ADAL" clId="{F7D05CC8-F057-4577-AF9C-9CBB77E0CE10}" dt="2023-09-03T09:39:03.384" v="2309" actId="113"/>
          <ac:spMkLst>
            <pc:docMk/>
            <pc:sldMk cId="2401436515" sldId="271"/>
            <ac:spMk id="3" creationId="{A4E27335-9653-955C-8369-2840C973AA7F}"/>
          </ac:spMkLst>
        </pc:spChg>
        <pc:spChg chg="add mod">
          <ac:chgData name="Mohammad Salman" userId="cfd6754c-e613-4f6f-bb98-36aef69d8c31" providerId="ADAL" clId="{F7D05CC8-F057-4577-AF9C-9CBB77E0CE10}" dt="2023-09-03T09:36:41.658" v="2302" actId="1076"/>
          <ac:spMkLst>
            <pc:docMk/>
            <pc:sldMk cId="2401436515" sldId="271"/>
            <ac:spMk id="18" creationId="{27CBF4FF-3A7F-FCDA-D627-D094841D00DD}"/>
          </ac:spMkLst>
        </pc:spChg>
        <pc:spChg chg="del">
          <ac:chgData name="Mohammad Salman" userId="cfd6754c-e613-4f6f-bb98-36aef69d8c31" providerId="ADAL" clId="{F7D05CC8-F057-4577-AF9C-9CBB77E0CE10}" dt="2023-09-03T09:33:11.362" v="2136" actId="478"/>
          <ac:spMkLst>
            <pc:docMk/>
            <pc:sldMk cId="2401436515" sldId="271"/>
            <ac:spMk id="19" creationId="{DBFC1F1B-D389-F052-1D36-F694D6EF1868}"/>
          </ac:spMkLst>
        </pc:spChg>
        <pc:spChg chg="mod">
          <ac:chgData name="Mohammad Salman" userId="cfd6754c-e613-4f6f-bb98-36aef69d8c31" providerId="ADAL" clId="{F7D05CC8-F057-4577-AF9C-9CBB77E0CE10}" dt="2023-09-03T09:33:51.595" v="2165" actId="1035"/>
          <ac:spMkLst>
            <pc:docMk/>
            <pc:sldMk cId="2401436515" sldId="271"/>
            <ac:spMk id="20" creationId="{828C84BC-1097-FE48-203F-364A71A510AD}"/>
          </ac:spMkLst>
        </pc:spChg>
        <pc:spChg chg="mod">
          <ac:chgData name="Mohammad Salman" userId="cfd6754c-e613-4f6f-bb98-36aef69d8c31" providerId="ADAL" clId="{F7D05CC8-F057-4577-AF9C-9CBB77E0CE10}" dt="2023-09-03T09:39:40.160" v="2313"/>
          <ac:spMkLst>
            <pc:docMk/>
            <pc:sldMk cId="2401436515" sldId="271"/>
            <ac:spMk id="21" creationId="{98152A80-2E27-80F0-D401-785ADDB47362}"/>
          </ac:spMkLst>
        </pc:spChg>
        <pc:spChg chg="add del">
          <ac:chgData name="Mohammad Salman" userId="cfd6754c-e613-4f6f-bb98-36aef69d8c31" providerId="ADAL" clId="{F7D05CC8-F057-4577-AF9C-9CBB77E0CE10}" dt="2023-09-03T09:34:41.038" v="2172" actId="478"/>
          <ac:spMkLst>
            <pc:docMk/>
            <pc:sldMk cId="2401436515" sldId="271"/>
            <ac:spMk id="26" creationId="{120233A7-0A59-ECAE-5E92-6F74ABEBAEAD}"/>
          </ac:spMkLst>
        </pc:spChg>
        <pc:cxnChg chg="del mod">
          <ac:chgData name="Mohammad Salman" userId="cfd6754c-e613-4f6f-bb98-36aef69d8c31" providerId="ADAL" clId="{F7D05CC8-F057-4577-AF9C-9CBB77E0CE10}" dt="2023-09-03T09:33:12.357" v="2137" actId="478"/>
          <ac:cxnSpMkLst>
            <pc:docMk/>
            <pc:sldMk cId="2401436515" sldId="271"/>
            <ac:cxnSpMk id="13" creationId="{D7A4975F-F120-80C9-B1CC-3673EB347190}"/>
          </ac:cxnSpMkLst>
        </pc:cxnChg>
        <pc:cxnChg chg="add mod">
          <ac:chgData name="Mohammad Salman" userId="cfd6754c-e613-4f6f-bb98-36aef69d8c31" providerId="ADAL" clId="{F7D05CC8-F057-4577-AF9C-9CBB77E0CE10}" dt="2023-09-03T09:36:41.658" v="2302" actId="1076"/>
          <ac:cxnSpMkLst>
            <pc:docMk/>
            <pc:sldMk cId="2401436515" sldId="271"/>
            <ac:cxnSpMk id="23" creationId="{FA3B55DC-90C7-C467-1189-78AFE42C216D}"/>
          </ac:cxnSpMkLst>
        </pc:cxnChg>
        <pc:cxnChg chg="add del mod">
          <ac:chgData name="Mohammad Salman" userId="cfd6754c-e613-4f6f-bb98-36aef69d8c31" providerId="ADAL" clId="{F7D05CC8-F057-4577-AF9C-9CBB77E0CE10}" dt="2023-09-03T09:35:14.259" v="2227" actId="478"/>
          <ac:cxnSpMkLst>
            <pc:docMk/>
            <pc:sldMk cId="2401436515" sldId="271"/>
            <ac:cxnSpMk id="28" creationId="{2B321C95-10EF-4DBB-37B3-B1508BEE207B}"/>
          </ac:cxnSpMkLst>
        </pc:cxnChg>
        <pc:cxnChg chg="add mod">
          <ac:chgData name="Mohammad Salman" userId="cfd6754c-e613-4f6f-bb98-36aef69d8c31" providerId="ADAL" clId="{F7D05CC8-F057-4577-AF9C-9CBB77E0CE10}" dt="2023-09-03T09:39:48.035" v="2314" actId="14100"/>
          <ac:cxnSpMkLst>
            <pc:docMk/>
            <pc:sldMk cId="2401436515" sldId="271"/>
            <ac:cxnSpMk id="31" creationId="{0C773E4A-87A9-02D9-0F26-F2D924086DE1}"/>
          </ac:cxnSpMkLst>
        </pc:cxnChg>
      </pc:sldChg>
      <pc:sldChg chg="modSp add modAnim modNotesTx">
        <pc:chgData name="Mohammad Salman" userId="cfd6754c-e613-4f6f-bb98-36aef69d8c31" providerId="ADAL" clId="{F7D05CC8-F057-4577-AF9C-9CBB77E0CE10}" dt="2023-09-03T09:54:18.653" v="2596" actId="20577"/>
        <pc:sldMkLst>
          <pc:docMk/>
          <pc:sldMk cId="3820982736" sldId="272"/>
        </pc:sldMkLst>
        <pc:spChg chg="mod">
          <ac:chgData name="Mohammad Salman" userId="cfd6754c-e613-4f6f-bb98-36aef69d8c31" providerId="ADAL" clId="{F7D05CC8-F057-4577-AF9C-9CBB77E0CE10}" dt="2023-09-03T09:43:38.321" v="2353" actId="20577"/>
          <ac:spMkLst>
            <pc:docMk/>
            <pc:sldMk cId="3820982736" sldId="272"/>
            <ac:spMk id="3" creationId="{A4E27335-9653-955C-8369-2840C973AA7F}"/>
          </ac:spMkLst>
        </pc:spChg>
        <pc:spChg chg="mod">
          <ac:chgData name="Mohammad Salman" userId="cfd6754c-e613-4f6f-bb98-36aef69d8c31" providerId="ADAL" clId="{F7D05CC8-F057-4577-AF9C-9CBB77E0CE10}" dt="2023-09-03T09:45:39.819" v="2417" actId="115"/>
          <ac:spMkLst>
            <pc:docMk/>
            <pc:sldMk cId="3820982736" sldId="272"/>
            <ac:spMk id="21" creationId="{98152A80-2E27-80F0-D401-785ADDB47362}"/>
          </ac:spMkLst>
        </pc:spChg>
        <pc:cxnChg chg="mod">
          <ac:chgData name="Mohammad Salman" userId="cfd6754c-e613-4f6f-bb98-36aef69d8c31" providerId="ADAL" clId="{F7D05CC8-F057-4577-AF9C-9CBB77E0CE10}" dt="2023-09-03T09:43:34.008" v="2341" actId="20577"/>
          <ac:cxnSpMkLst>
            <pc:docMk/>
            <pc:sldMk cId="3820982736" sldId="272"/>
            <ac:cxnSpMk id="23" creationId="{FA3B55DC-90C7-C467-1189-78AFE42C216D}"/>
          </ac:cxnSpMkLst>
        </pc:cxnChg>
        <pc:cxnChg chg="mod">
          <ac:chgData name="Mohammad Salman" userId="cfd6754c-e613-4f6f-bb98-36aef69d8c31" providerId="ADAL" clId="{F7D05CC8-F057-4577-AF9C-9CBB77E0CE10}" dt="2023-09-03T09:43:34.008" v="2341" actId="20577"/>
          <ac:cxnSpMkLst>
            <pc:docMk/>
            <pc:sldMk cId="3820982736" sldId="272"/>
            <ac:cxnSpMk id="31" creationId="{0C773E4A-87A9-02D9-0F26-F2D924086DE1}"/>
          </ac:cxnSpMkLst>
        </pc:cxnChg>
      </pc:sldChg>
      <pc:sldChg chg="addSp modSp add mod modAnim">
        <pc:chgData name="Mohammad Salman" userId="cfd6754c-e613-4f6f-bb98-36aef69d8c31" providerId="ADAL" clId="{F7D05CC8-F057-4577-AF9C-9CBB77E0CE10}" dt="2023-09-03T09:51:00.407" v="2501"/>
        <pc:sldMkLst>
          <pc:docMk/>
          <pc:sldMk cId="43046437" sldId="273"/>
        </pc:sldMkLst>
        <pc:spChg chg="add mod">
          <ac:chgData name="Mohammad Salman" userId="cfd6754c-e613-4f6f-bb98-36aef69d8c31" providerId="ADAL" clId="{F7D05CC8-F057-4577-AF9C-9CBB77E0CE10}" dt="2023-09-03T09:49:55.630" v="2478"/>
          <ac:spMkLst>
            <pc:docMk/>
            <pc:sldMk cId="43046437" sldId="273"/>
            <ac:spMk id="11" creationId="{3EA118E5-5716-3413-6D4C-0AEF58D168F5}"/>
          </ac:spMkLst>
        </pc:spChg>
        <pc:spChg chg="add mod">
          <ac:chgData name="Mohammad Salman" userId="cfd6754c-e613-4f6f-bb98-36aef69d8c31" providerId="ADAL" clId="{F7D05CC8-F057-4577-AF9C-9CBB77E0CE10}" dt="2023-09-03T09:50:18.015" v="2500" actId="1076"/>
          <ac:spMkLst>
            <pc:docMk/>
            <pc:sldMk cId="43046437" sldId="273"/>
            <ac:spMk id="13" creationId="{829F4622-E054-7A27-A7CB-BF3BE105C956}"/>
          </ac:spMkLst>
        </pc:spChg>
      </pc:sldChg>
      <pc:sldChg chg="delSp modSp add del mod ord delAnim">
        <pc:chgData name="Mohammad Salman" userId="cfd6754c-e613-4f6f-bb98-36aef69d8c31" providerId="ADAL" clId="{F7D05CC8-F057-4577-AF9C-9CBB77E0CE10}" dt="2023-09-03T09:49:32.719" v="2475" actId="47"/>
        <pc:sldMkLst>
          <pc:docMk/>
          <pc:sldMk cId="330949083" sldId="273"/>
        </pc:sldMkLst>
        <pc:spChg chg="mod">
          <ac:chgData name="Mohammad Salman" userId="cfd6754c-e613-4f6f-bb98-36aef69d8c31" providerId="ADAL" clId="{F7D05CC8-F057-4577-AF9C-9CBB77E0CE10}" dt="2023-09-03T09:48:52.060" v="2474" actId="1036"/>
          <ac:spMkLst>
            <pc:docMk/>
            <pc:sldMk cId="330949083" sldId="273"/>
            <ac:spMk id="18" creationId="{3109CCAA-9C02-53CD-F59E-BDAEC9BBAF66}"/>
          </ac:spMkLst>
        </pc:spChg>
        <pc:spChg chg="del">
          <ac:chgData name="Mohammad Salman" userId="cfd6754c-e613-4f6f-bb98-36aef69d8c31" providerId="ADAL" clId="{F7D05CC8-F057-4577-AF9C-9CBB77E0CE10}" dt="2023-09-03T09:48:03.973" v="2434" actId="478"/>
          <ac:spMkLst>
            <pc:docMk/>
            <pc:sldMk cId="330949083" sldId="273"/>
            <ac:spMk id="29" creationId="{78EC6CA9-CE2F-1F50-8C51-88C35B67918D}"/>
          </ac:spMkLst>
        </pc:spChg>
      </pc:sldChg>
      <pc:sldChg chg="addSp delSp modSp add mod ord delAnim modAnim modNotesTx">
        <pc:chgData name="Mohammad Salman" userId="cfd6754c-e613-4f6f-bb98-36aef69d8c31" providerId="ADAL" clId="{F7D05CC8-F057-4577-AF9C-9CBB77E0CE10}" dt="2023-09-03T14:50:30.944" v="4337" actId="20577"/>
        <pc:sldMkLst>
          <pc:docMk/>
          <pc:sldMk cId="3625730409" sldId="274"/>
        </pc:sldMkLst>
        <pc:spChg chg="mod">
          <ac:chgData name="Mohammad Salman" userId="cfd6754c-e613-4f6f-bb98-36aef69d8c31" providerId="ADAL" clId="{F7D05CC8-F057-4577-AF9C-9CBB77E0CE10}" dt="2023-09-03T10:24:50.775" v="2784" actId="1076"/>
          <ac:spMkLst>
            <pc:docMk/>
            <pc:sldMk cId="3625730409" sldId="274"/>
            <ac:spMk id="3" creationId="{A4E27335-9653-955C-8369-2840C973AA7F}"/>
          </ac:spMkLst>
        </pc:spChg>
        <pc:spChg chg="add del mod">
          <ac:chgData name="Mohammad Salman" userId="cfd6754c-e613-4f6f-bb98-36aef69d8c31" providerId="ADAL" clId="{F7D05CC8-F057-4577-AF9C-9CBB77E0CE10}" dt="2023-09-03T10:23:44.320" v="2691" actId="478"/>
          <ac:spMkLst>
            <pc:docMk/>
            <pc:sldMk cId="3625730409" sldId="274"/>
            <ac:spMk id="11" creationId="{A51F2F19-12B5-3BE6-52C3-2AD076053F68}"/>
          </ac:spMkLst>
        </pc:spChg>
        <pc:spChg chg="add mod">
          <ac:chgData name="Mohammad Salman" userId="cfd6754c-e613-4f6f-bb98-36aef69d8c31" providerId="ADAL" clId="{F7D05CC8-F057-4577-AF9C-9CBB77E0CE10}" dt="2023-09-03T14:49:51.886" v="4321" actId="1036"/>
          <ac:spMkLst>
            <pc:docMk/>
            <pc:sldMk cId="3625730409" sldId="274"/>
            <ac:spMk id="13" creationId="{750BEB3D-96D9-4CC6-9FD2-F212F884CB0D}"/>
          </ac:spMkLst>
        </pc:spChg>
        <pc:spChg chg="add del">
          <ac:chgData name="Mohammad Salman" userId="cfd6754c-e613-4f6f-bb98-36aef69d8c31" providerId="ADAL" clId="{F7D05CC8-F057-4577-AF9C-9CBB77E0CE10}" dt="2023-09-03T10:21:05.551" v="2616" actId="478"/>
          <ac:spMkLst>
            <pc:docMk/>
            <pc:sldMk cId="3625730409" sldId="274"/>
            <ac:spMk id="18" creationId="{27CBF4FF-3A7F-FCDA-D627-D094841D00DD}"/>
          </ac:spMkLst>
        </pc:spChg>
        <pc:spChg chg="mod">
          <ac:chgData name="Mohammad Salman" userId="cfd6754c-e613-4f6f-bb98-36aef69d8c31" providerId="ADAL" clId="{F7D05CC8-F057-4577-AF9C-9CBB77E0CE10}" dt="2023-09-03T14:50:30.944" v="4337" actId="20577"/>
          <ac:spMkLst>
            <pc:docMk/>
            <pc:sldMk cId="3625730409" sldId="274"/>
            <ac:spMk id="20" creationId="{828C84BC-1097-FE48-203F-364A71A510AD}"/>
          </ac:spMkLst>
        </pc:spChg>
        <pc:spChg chg="mod">
          <ac:chgData name="Mohammad Salman" userId="cfd6754c-e613-4f6f-bb98-36aef69d8c31" providerId="ADAL" clId="{F7D05CC8-F057-4577-AF9C-9CBB77E0CE10}" dt="2023-09-03T11:47:26.777" v="2835" actId="20577"/>
          <ac:spMkLst>
            <pc:docMk/>
            <pc:sldMk cId="3625730409" sldId="274"/>
            <ac:spMk id="21" creationId="{98152A80-2E27-80F0-D401-785ADDB47362}"/>
          </ac:spMkLst>
        </pc:spChg>
        <pc:cxnChg chg="add del mod">
          <ac:chgData name="Mohammad Salman" userId="cfd6754c-e613-4f6f-bb98-36aef69d8c31" providerId="ADAL" clId="{F7D05CC8-F057-4577-AF9C-9CBB77E0CE10}" dt="2023-09-03T10:21:06.354" v="2617" actId="478"/>
          <ac:cxnSpMkLst>
            <pc:docMk/>
            <pc:sldMk cId="3625730409" sldId="274"/>
            <ac:cxnSpMk id="23" creationId="{FA3B55DC-90C7-C467-1189-78AFE42C216D}"/>
          </ac:cxnSpMkLst>
        </pc:cxnChg>
        <pc:cxnChg chg="mod">
          <ac:chgData name="Mohammad Salman" userId="cfd6754c-e613-4f6f-bb98-36aef69d8c31" providerId="ADAL" clId="{F7D05CC8-F057-4577-AF9C-9CBB77E0CE10}" dt="2023-09-03T14:49:51.886" v="4321" actId="1036"/>
          <ac:cxnSpMkLst>
            <pc:docMk/>
            <pc:sldMk cId="3625730409" sldId="274"/>
            <ac:cxnSpMk id="31" creationId="{0C773E4A-87A9-02D9-0F26-F2D924086DE1}"/>
          </ac:cxnSpMkLst>
        </pc:cxnChg>
        <pc:cxnChg chg="add mod">
          <ac:chgData name="Mohammad Salman" userId="cfd6754c-e613-4f6f-bb98-36aef69d8c31" providerId="ADAL" clId="{F7D05CC8-F057-4577-AF9C-9CBB77E0CE10}" dt="2023-09-03T11:47:08.502" v="2805" actId="14100"/>
          <ac:cxnSpMkLst>
            <pc:docMk/>
            <pc:sldMk cId="3625730409" sldId="274"/>
            <ac:cxnSpMk id="32" creationId="{A63402E2-B6C1-4CAB-0EBD-D794A9F82E97}"/>
          </ac:cxnSpMkLst>
        </pc:cxnChg>
      </pc:sldChg>
      <pc:sldChg chg="modSp add mod">
        <pc:chgData name="Mohammad Salman" userId="cfd6754c-e613-4f6f-bb98-36aef69d8c31" providerId="ADAL" clId="{F7D05CC8-F057-4577-AF9C-9CBB77E0CE10}" dt="2023-09-04T12:17:31.366" v="4408" actId="113"/>
        <pc:sldMkLst>
          <pc:docMk/>
          <pc:sldMk cId="4164773093" sldId="275"/>
        </pc:sldMkLst>
        <pc:spChg chg="mod">
          <ac:chgData name="Mohammad Salman" userId="cfd6754c-e613-4f6f-bb98-36aef69d8c31" providerId="ADAL" clId="{F7D05CC8-F057-4577-AF9C-9CBB77E0CE10}" dt="2023-09-04T12:17:31.366" v="4408" actId="113"/>
          <ac:spMkLst>
            <pc:docMk/>
            <pc:sldMk cId="4164773093" sldId="275"/>
            <ac:spMk id="3" creationId="{E137A0EB-EF97-4D3B-F320-F33367949295}"/>
          </ac:spMkLst>
        </pc:spChg>
      </pc:sldChg>
      <pc:sldChg chg="modSp add mod modAnim">
        <pc:chgData name="Mohammad Salman" userId="cfd6754c-e613-4f6f-bb98-36aef69d8c31" providerId="ADAL" clId="{F7D05CC8-F057-4577-AF9C-9CBB77E0CE10}" dt="2023-09-03T14:28:01.080" v="3948" actId="20577"/>
        <pc:sldMkLst>
          <pc:docMk/>
          <pc:sldMk cId="2684013579" sldId="276"/>
        </pc:sldMkLst>
        <pc:spChg chg="mod">
          <ac:chgData name="Mohammad Salman" userId="cfd6754c-e613-4f6f-bb98-36aef69d8c31" providerId="ADAL" clId="{F7D05CC8-F057-4577-AF9C-9CBB77E0CE10}" dt="2023-09-03T11:57:54.960" v="3256" actId="5793"/>
          <ac:spMkLst>
            <pc:docMk/>
            <pc:sldMk cId="2684013579" sldId="276"/>
            <ac:spMk id="2" creationId="{7EDA5925-5EE0-01C0-E87C-2BD932F868ED}"/>
          </ac:spMkLst>
        </pc:spChg>
        <pc:spChg chg="mod">
          <ac:chgData name="Mohammad Salman" userId="cfd6754c-e613-4f6f-bb98-36aef69d8c31" providerId="ADAL" clId="{F7D05CC8-F057-4577-AF9C-9CBB77E0CE10}" dt="2023-09-03T14:28:01.080" v="3948" actId="20577"/>
          <ac:spMkLst>
            <pc:docMk/>
            <pc:sldMk cId="2684013579" sldId="276"/>
            <ac:spMk id="3" creationId="{E137A0EB-EF97-4D3B-F320-F33367949295}"/>
          </ac:spMkLst>
        </pc:spChg>
      </pc:sldChg>
      <pc:sldChg chg="addSp delSp modSp add mod">
        <pc:chgData name="Mohammad Salman" userId="cfd6754c-e613-4f6f-bb98-36aef69d8c31" providerId="ADAL" clId="{F7D05CC8-F057-4577-AF9C-9CBB77E0CE10}" dt="2023-09-03T14:30:50.628" v="4233" actId="1076"/>
        <pc:sldMkLst>
          <pc:docMk/>
          <pc:sldMk cId="2388386865" sldId="277"/>
        </pc:sldMkLst>
        <pc:spChg chg="del mod">
          <ac:chgData name="Mohammad Salman" userId="cfd6754c-e613-4f6f-bb98-36aef69d8c31" providerId="ADAL" clId="{F7D05CC8-F057-4577-AF9C-9CBB77E0CE10}" dt="2023-09-03T14:30:44.124" v="4231" actId="478"/>
          <ac:spMkLst>
            <pc:docMk/>
            <pc:sldMk cId="2388386865" sldId="277"/>
            <ac:spMk id="6" creationId="{6F2CDDF1-57A5-8363-078B-B90270AA3140}"/>
          </ac:spMkLst>
        </pc:spChg>
        <pc:spChg chg="del">
          <ac:chgData name="Mohammad Salman" userId="cfd6754c-e613-4f6f-bb98-36aef69d8c31" providerId="ADAL" clId="{F7D05CC8-F057-4577-AF9C-9CBB77E0CE10}" dt="2023-09-03T14:20:22.863" v="3936" actId="478"/>
          <ac:spMkLst>
            <pc:docMk/>
            <pc:sldMk cId="2388386865" sldId="277"/>
            <ac:spMk id="7" creationId="{F19D6D9B-61BF-21EE-1441-9D2DD8F6C5BA}"/>
          </ac:spMkLst>
        </pc:spChg>
        <pc:picChg chg="add mod">
          <ac:chgData name="Mohammad Salman" userId="cfd6754c-e613-4f6f-bb98-36aef69d8c31" providerId="ADAL" clId="{F7D05CC8-F057-4577-AF9C-9CBB77E0CE10}" dt="2023-09-03T14:30:50.628" v="4233" actId="1076"/>
          <ac:picMkLst>
            <pc:docMk/>
            <pc:sldMk cId="2388386865" sldId="277"/>
            <ac:picMk id="3" creationId="{42A4F414-37D1-989F-A232-04CBFCF9825C}"/>
          </ac:picMkLst>
        </pc:picChg>
        <pc:picChg chg="del">
          <ac:chgData name="Mohammad Salman" userId="cfd6754c-e613-4f6f-bb98-36aef69d8c31" providerId="ADAL" clId="{F7D05CC8-F057-4577-AF9C-9CBB77E0CE10}" dt="2023-09-03T14:20:21.622" v="3935" actId="478"/>
          <ac:picMkLst>
            <pc:docMk/>
            <pc:sldMk cId="2388386865" sldId="277"/>
            <ac:picMk id="5" creationId="{CDFD9D91-9D2D-B17D-79B8-F4366CBD5FA9}"/>
          </ac:picMkLst>
        </pc:picChg>
      </pc:sldChg>
      <pc:sldChg chg="modSp new mod setBg">
        <pc:chgData name="Mohammad Salman" userId="cfd6754c-e613-4f6f-bb98-36aef69d8c31" providerId="ADAL" clId="{F7D05CC8-F057-4577-AF9C-9CBB77E0CE10}" dt="2023-09-03T14:30:25.356" v="4226" actId="20577"/>
        <pc:sldMkLst>
          <pc:docMk/>
          <pc:sldMk cId="2857965975" sldId="278"/>
        </pc:sldMkLst>
        <pc:spChg chg="mod">
          <ac:chgData name="Mohammad Salman" userId="cfd6754c-e613-4f6f-bb98-36aef69d8c31" providerId="ADAL" clId="{F7D05CC8-F057-4577-AF9C-9CBB77E0CE10}" dt="2023-09-03T14:29:37.602" v="4188" actId="20577"/>
          <ac:spMkLst>
            <pc:docMk/>
            <pc:sldMk cId="2857965975" sldId="278"/>
            <ac:spMk id="2" creationId="{EA1E4484-FC30-FBCA-2777-BCD4C7FA74B7}"/>
          </ac:spMkLst>
        </pc:spChg>
        <pc:spChg chg="mod">
          <ac:chgData name="Mohammad Salman" userId="cfd6754c-e613-4f6f-bb98-36aef69d8c31" providerId="ADAL" clId="{F7D05CC8-F057-4577-AF9C-9CBB77E0CE10}" dt="2023-09-03T14:30:25.356" v="4226" actId="20577"/>
          <ac:spMkLst>
            <pc:docMk/>
            <pc:sldMk cId="2857965975" sldId="278"/>
            <ac:spMk id="3" creationId="{26A1CFEE-A66B-6B56-F59C-91BB628D9EEA}"/>
          </ac:spMkLst>
        </pc:spChg>
      </pc:sldChg>
      <pc:sldChg chg="addSp delSp modSp add mod">
        <pc:chgData name="Mohammad Salman" userId="cfd6754c-e613-4f6f-bb98-36aef69d8c31" providerId="ADAL" clId="{F7D05CC8-F057-4577-AF9C-9CBB77E0CE10}" dt="2023-09-03T14:39:29.462" v="4253" actId="1037"/>
        <pc:sldMkLst>
          <pc:docMk/>
          <pc:sldMk cId="3035845599" sldId="279"/>
        </pc:sldMkLst>
        <pc:spChg chg="add mod">
          <ac:chgData name="Mohammad Salman" userId="cfd6754c-e613-4f6f-bb98-36aef69d8c31" providerId="ADAL" clId="{F7D05CC8-F057-4577-AF9C-9CBB77E0CE10}" dt="2023-09-03T14:39:29.462" v="4253" actId="1037"/>
          <ac:spMkLst>
            <pc:docMk/>
            <pc:sldMk cId="3035845599" sldId="279"/>
            <ac:spMk id="5" creationId="{4C39948D-FE1D-8E16-79A9-F5233E6BC0BA}"/>
          </ac:spMkLst>
        </pc:spChg>
        <pc:picChg chg="del">
          <ac:chgData name="Mohammad Salman" userId="cfd6754c-e613-4f6f-bb98-36aef69d8c31" providerId="ADAL" clId="{F7D05CC8-F057-4577-AF9C-9CBB77E0CE10}" dt="2023-09-03T14:31:45.470" v="4235" actId="478"/>
          <ac:picMkLst>
            <pc:docMk/>
            <pc:sldMk cId="3035845599" sldId="279"/>
            <ac:picMk id="3" creationId="{42A4F414-37D1-989F-A232-04CBFCF9825C}"/>
          </ac:picMkLst>
        </pc:picChg>
        <pc:picChg chg="add mod">
          <ac:chgData name="Mohammad Salman" userId="cfd6754c-e613-4f6f-bb98-36aef69d8c31" providerId="ADAL" clId="{F7D05CC8-F057-4577-AF9C-9CBB77E0CE10}" dt="2023-09-03T14:31:57.561" v="4238" actId="1076"/>
          <ac:picMkLst>
            <pc:docMk/>
            <pc:sldMk cId="3035845599" sldId="279"/>
            <ac:picMk id="4" creationId="{45D3CDD0-C19E-979D-7E93-9D0D0D6EDE86}"/>
          </ac:picMkLst>
        </pc:picChg>
      </pc:sldChg>
      <pc:sldChg chg="addSp delSp modSp add mod delAnim modAnim">
        <pc:chgData name="Mohammad Salman" userId="cfd6754c-e613-4f6f-bb98-36aef69d8c31" providerId="ADAL" clId="{F7D05CC8-F057-4577-AF9C-9CBB77E0CE10}" dt="2023-09-04T12:17:08.586" v="4405" actId="478"/>
        <pc:sldMkLst>
          <pc:docMk/>
          <pc:sldMk cId="1550980309" sldId="280"/>
        </pc:sldMkLst>
        <pc:spChg chg="add mod">
          <ac:chgData name="Mohammad Salman" userId="cfd6754c-e613-4f6f-bb98-36aef69d8c31" providerId="ADAL" clId="{F7D05CC8-F057-4577-AF9C-9CBB77E0CE10}" dt="2023-09-03T14:53:19.470" v="4356" actId="1076"/>
          <ac:spMkLst>
            <pc:docMk/>
            <pc:sldMk cId="1550980309" sldId="280"/>
            <ac:spMk id="11" creationId="{B218B406-19D9-A53C-D511-9A220626285C}"/>
          </ac:spMkLst>
        </pc:spChg>
        <pc:spChg chg="add mod">
          <ac:chgData name="Mohammad Salman" userId="cfd6754c-e613-4f6f-bb98-36aef69d8c31" providerId="ADAL" clId="{F7D05CC8-F057-4577-AF9C-9CBB77E0CE10}" dt="2023-09-03T14:53:35.544" v="4357" actId="1076"/>
          <ac:spMkLst>
            <pc:docMk/>
            <pc:sldMk cId="1550980309" sldId="280"/>
            <ac:spMk id="18" creationId="{BFF2ABA0-7534-4809-2713-0A9E4ED661EB}"/>
          </ac:spMkLst>
        </pc:spChg>
        <pc:spChg chg="add del mod">
          <ac:chgData name="Mohammad Salman" userId="cfd6754c-e613-4f6f-bb98-36aef69d8c31" providerId="ADAL" clId="{F7D05CC8-F057-4577-AF9C-9CBB77E0CE10}" dt="2023-09-04T12:17:08.586" v="4405" actId="478"/>
          <ac:spMkLst>
            <pc:docMk/>
            <pc:sldMk cId="1550980309" sldId="280"/>
            <ac:spMk id="19" creationId="{A4559E6B-B439-9CE0-9824-BE00143BC59A}"/>
          </ac:spMkLst>
        </pc:spChg>
      </pc:sldChg>
      <pc:sldChg chg="add del">
        <pc:chgData name="Mohammad Salman" userId="cfd6754c-e613-4f6f-bb98-36aef69d8c31" providerId="ADAL" clId="{F7D05CC8-F057-4577-AF9C-9CBB77E0CE10}" dt="2023-09-03T14:52:11.348" v="4340"/>
        <pc:sldMkLst>
          <pc:docMk/>
          <pc:sldMk cId="3463005557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DDCEB5-D36D-437C-8EA4-440D99AC902F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0FE462-708F-45C7-93A5-DF2493421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9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FE462-708F-45C7-93A5-DF249342120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795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FE462-708F-45C7-93A5-DF249342120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380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the memory address is still there, but the OS can now use it for anything else.</a:t>
            </a:r>
          </a:p>
          <a:p>
            <a:r>
              <a:rPr lang="en-US" dirty="0"/>
              <a:t>We have lost the rights to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FE462-708F-45C7-93A5-DF249342120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29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FE462-708F-45C7-93A5-DF249342120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752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some cases, it may actually print value of y, but may lead to an error as well.</a:t>
            </a:r>
          </a:p>
          <a:p>
            <a:endParaRPr lang="en-US" dirty="0"/>
          </a:p>
          <a:p>
            <a:r>
              <a:rPr lang="en-US" dirty="0"/>
              <a:t>Runtime error (not compile time).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FE462-708F-45C7-93A5-DF249342120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71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FE462-708F-45C7-93A5-DF249342120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851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FE462-708F-45C7-93A5-DF249342120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799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FE462-708F-45C7-93A5-DF249342120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5128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Again, this is a runtime error (not a compile time error).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FE462-708F-45C7-93A5-DF249342120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438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FE462-708F-45C7-93A5-DF249342120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295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Skipped the braces due to lack of space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FE462-708F-45C7-93A5-DF249342120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185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Skipped the braces due to lack of space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FE462-708F-45C7-93A5-DF249342120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88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B5A76-A1D0-E396-F3E0-B6B38834A0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21D43-AFB5-2014-1BB1-08F7B8178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AD317-95A5-927B-9E54-4DF6558C7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34169-520F-43D3-94D9-2029DC2A275C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BEC04-8268-9927-A6D3-ABC5F6218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ED2FA-FBE8-3815-3C6D-31DDAB1D5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60A9-445D-48A8-BCA2-E6E499FE7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258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57E54-ADE7-034D-0402-FDDCCACBF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B6C9E-D419-50E9-A88A-6BC512EF0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C3F61-4746-94A1-7BFD-11CE4BCEC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34169-520F-43D3-94D9-2029DC2A275C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37D3F-192B-FCB7-DAE7-E7963105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2DB3D-1BD5-7BB4-EE0A-A9142D101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60A9-445D-48A8-BCA2-E6E499FE7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025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17EBE-7BE3-DA47-30B1-2FF12C3CD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B2200-02C2-77B5-6F84-8750E191A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6FB08-DFF8-4BFE-2B21-9406CC94F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34169-520F-43D3-94D9-2029DC2A275C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AA47A-54C8-F1C6-0147-3906C5784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25429-87A6-3C01-466D-673CE5A4F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60A9-445D-48A8-BCA2-E6E499FE7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973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EF12-7AFB-34E9-F45E-759B71466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56D22-408A-7E7B-F763-2E85FC0D5D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A4A66-3162-38F2-3430-D361AE898F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E749D-529A-982B-1713-DC7CE3951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34169-520F-43D3-94D9-2029DC2A275C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0CEAE-1898-2070-6AF5-B348998F3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4FC27-5892-30C2-2640-1265BF48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60A9-445D-48A8-BCA2-E6E499FE7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16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4EE29-A609-1FE6-5EBA-A9971B2BC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6BB6C-C230-D71B-B785-2A6380E82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2572FE-EFBD-A77B-E1D4-7E0291C0C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367B7C-DDE5-F564-245E-005D221326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9F5146-838A-E9E0-AF73-8472FE4A4C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62112E-8232-48FD-6DD9-3A6C5C98F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34169-520F-43D3-94D9-2029DC2A275C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8E2817-19BD-3C82-637C-F6E5270E2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C44020-A63A-728B-4478-9CFD4E446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60A9-445D-48A8-BCA2-E6E499FE7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97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9A9BB-5452-CE79-6419-3009E732B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173B3C-9353-D3AB-D173-4F62AEF75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34169-520F-43D3-94D9-2029DC2A275C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671645-2DF2-6F77-FCF9-E1C211589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8DD98B-F66D-C72E-5381-CB67CA751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60A9-445D-48A8-BCA2-E6E499FE7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C55DA5-E0B6-3FD2-E897-3EA75600E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34169-520F-43D3-94D9-2029DC2A275C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01DB53-37D8-EF9F-CDD4-52BDE43A5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5A006-9269-722C-BFD5-6BFDC4224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60A9-445D-48A8-BCA2-E6E499FE7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45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489D4-80FF-41B2-0D6D-7ED2F93BA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94E73-CFD0-5285-C12E-460090933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C39A2-ADD7-BE9D-DD77-5DB943591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7BBAA-FEA6-B64A-8948-57964ED0A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34169-520F-43D3-94D9-2029DC2A275C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DCE62-845F-BEEE-AAC5-13F953405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9F4A2C-FA32-CB65-FD7A-B64B1CC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60A9-445D-48A8-BCA2-E6E499FE7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3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0301-F618-C7A4-23F9-D6C664F7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492A93-DCDF-FB33-B74F-97204E50F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74B2D4-5F4D-C69E-8881-D372B206F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87A64-FF7D-FCD6-CF03-E661675B5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34169-520F-43D3-94D9-2029DC2A275C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9EF29-B3BB-1C9D-FD1E-0B952D45B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C38A0-A97B-4949-1149-A375B613F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60A9-445D-48A8-BCA2-E6E499FE7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575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DEF03-B27C-90FB-D4ED-39AC5B47B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BEF802-889D-E8B5-9E39-A30B91F2A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AA701-CC3A-26D6-A091-B50F0CA24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34169-520F-43D3-94D9-2029DC2A275C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EDD90-07A5-07C6-7D27-2CB9D7D97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D5139-204A-672C-0369-FFA73157B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60A9-445D-48A8-BCA2-E6E499FE7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67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808D69-882D-8F45-20FA-B59FA17267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D347F8-1FDB-6CDA-FFBC-24553434A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7F908-76A6-BCAE-3FFA-BFCFE5E91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34169-520F-43D3-94D9-2029DC2A275C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5D99F-EDD4-2DA5-498B-D930C9248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87BDB-A655-F912-3710-17E0F0745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60A9-445D-48A8-BCA2-E6E499FE7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08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0FCD0F-DDBF-FCBD-2938-A3D255DF0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D51B0-3250-C57E-17E5-65D528625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24861-5BF8-0D5E-EB97-36619D2966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34169-520F-43D3-94D9-2029DC2A275C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65895-BC2F-E28F-FE37-D0648344AE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BD343-E9FC-D48A-A999-5BD5A558C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160A9-445D-48A8-BCA2-E6E499FE7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65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arncpp.com/cpp-tutorial/null-pointers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3026E-692C-43E5-039F-BFB4DB4388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Pointers </a:t>
            </a:r>
            <a:r>
              <a:rPr lang="en-US" sz="4400" dirty="0"/>
              <a:t>– </a:t>
            </a:r>
            <a:r>
              <a:rPr lang="en-US" sz="4400" i="1" dirty="0"/>
              <a:t>continued</a:t>
            </a: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7A8F4-66CE-0063-BDDC-1991D20A38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Mohammad Salman</a:t>
            </a:r>
          </a:p>
        </p:txBody>
      </p:sp>
    </p:spTree>
    <p:extLst>
      <p:ext uri="{BB962C8B-B14F-4D97-AF65-F5344CB8AC3E}">
        <p14:creationId xmlns:p14="http://schemas.microsoft.com/office/powerpoint/2010/main" val="2409340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A5E2-901B-993D-254E-4200B16A9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81" y="289932"/>
            <a:ext cx="5384178" cy="554215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#include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&gt;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*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endParaRPr lang="en-US" b="0" dirty="0">
              <a:solidFill>
                <a:srgbClr val="008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} 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*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0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’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16B004-6D94-C578-B639-1024B9D084CE}"/>
              </a:ext>
            </a:extLst>
          </p:cNvPr>
          <p:cNvCxnSpPr/>
          <p:nvPr/>
        </p:nvCxnSpPr>
        <p:spPr>
          <a:xfrm>
            <a:off x="5742878" y="289931"/>
            <a:ext cx="0" cy="62781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974822-7848-C7D3-5719-D204DDD8A7F8}"/>
              </a:ext>
            </a:extLst>
          </p:cNvPr>
          <p:cNvGrpSpPr/>
          <p:nvPr/>
        </p:nvGrpSpPr>
        <p:grpSpPr>
          <a:xfrm>
            <a:off x="10165177" y="657158"/>
            <a:ext cx="1071991" cy="1569524"/>
            <a:chOff x="9039042" y="2564017"/>
            <a:chExt cx="1071991" cy="15695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57FA953-BAA3-CC60-1150-129EE4E53E87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5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352D1D-1B80-6D93-614E-6FDD7989DC4F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int x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DAD25F-4037-C685-DC21-FF537ADCE0F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0x10</a:t>
              </a:r>
            </a:p>
          </p:txBody>
        </p:sp>
      </p:grp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F3D211E-82F1-E19E-AF65-1BF673087874}"/>
              </a:ext>
            </a:extLst>
          </p:cNvPr>
          <p:cNvSpPr/>
          <p:nvPr/>
        </p:nvSpPr>
        <p:spPr>
          <a:xfrm>
            <a:off x="180250" y="1437189"/>
            <a:ext cx="564980" cy="3456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840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DDDF7A-DD6E-D8E7-53D9-BF429499A7E6}"/>
              </a:ext>
            </a:extLst>
          </p:cNvPr>
          <p:cNvSpPr txBox="1">
            <a:spLocks/>
          </p:cNvSpPr>
          <p:nvPr/>
        </p:nvSpPr>
        <p:spPr>
          <a:xfrm>
            <a:off x="202581" y="289932"/>
            <a:ext cx="5384178" cy="554215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808080"/>
                </a:solidFill>
                <a:latin typeface="Roboto Mono" panose="00000009000000000000" pitchFamily="49" charset="0"/>
              </a:rPr>
              <a:t>#include</a:t>
            </a:r>
            <a:r>
              <a:rPr lang="en-US" dirty="0">
                <a:solidFill>
                  <a:srgbClr val="E21F1F"/>
                </a:solidFill>
                <a:latin typeface="Roboto Mono" panose="00000009000000000000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Roboto Mono" panose="00000009000000000000" pitchFamily="49" charset="0"/>
              </a:rPr>
              <a:t>iostream</a:t>
            </a:r>
            <a:r>
              <a:rPr lang="en-US" dirty="0">
                <a:solidFill>
                  <a:srgbClr val="E21F1F"/>
                </a:solidFill>
                <a:latin typeface="Roboto Mono" panose="00000009000000000000" pitchFamily="49" charset="0"/>
              </a:rPr>
              <a:t>&gt;</a:t>
            </a:r>
          </a:p>
          <a:p>
            <a:pPr marL="0" indent="0">
              <a:buFont typeface="Arial" panose="020B0604020202020204" pitchFamily="34" charset="0"/>
              <a:buNone/>
            </a:pPr>
            <a:b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</a:br>
            <a:r>
              <a:rPr lang="en-US" dirty="0">
                <a:solidFill>
                  <a:srgbClr val="0000FF"/>
                </a:solidFill>
                <a:latin typeface="Roboto Mono" panose="00000009000000000000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 </a:t>
            </a:r>
            <a:r>
              <a:rPr lang="en-US" dirty="0">
                <a:solidFill>
                  <a:srgbClr val="74531F"/>
                </a:solidFill>
                <a:latin typeface="Roboto Mono" panose="00000009000000000000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{</a:t>
            </a:r>
            <a:b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</a:b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Roboto Mono" panose="00000009000000000000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 </a:t>
            </a:r>
            <a:r>
              <a:rPr lang="en-US" dirty="0">
                <a:solidFill>
                  <a:srgbClr val="1F377F"/>
                </a:solidFill>
                <a:latin typeface="Roboto Mono" panose="00000009000000000000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{ </a:t>
            </a:r>
            <a:r>
              <a:rPr lang="en-US" dirty="0">
                <a:solidFill>
                  <a:srgbClr val="098658"/>
                </a:solidFill>
                <a:latin typeface="Roboto Mono" panose="00000009000000000000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 };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Roboto Mono" panose="00000009000000000000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* </a:t>
            </a:r>
            <a:r>
              <a:rPr lang="en-US" dirty="0" err="1">
                <a:solidFill>
                  <a:srgbClr val="1F377F"/>
                </a:solidFill>
                <a:latin typeface="Roboto Mono" panose="00000009000000000000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{ &amp;</a:t>
            </a:r>
            <a:r>
              <a:rPr lang="en-US" dirty="0">
                <a:solidFill>
                  <a:srgbClr val="1F377F"/>
                </a:solidFill>
                <a:latin typeface="Roboto Mono" panose="00000009000000000000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 };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008000"/>
              </a:solidFill>
              <a:latin typeface="Roboto Mono" panose="00000009000000000000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    </a:t>
            </a:r>
            <a:r>
              <a:rPr lang="en-US" dirty="0">
                <a:solidFill>
                  <a:srgbClr val="8F08C4"/>
                </a:solidFill>
                <a:latin typeface="Roboto Mono" panose="00000009000000000000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Roboto Mono" panose="00000009000000000000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    {</a:t>
            </a:r>
            <a:b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</a:b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Roboto Mono" panose="00000009000000000000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 </a:t>
            </a:r>
            <a:r>
              <a:rPr lang="en-US" dirty="0">
                <a:solidFill>
                  <a:srgbClr val="1F377F"/>
                </a:solidFill>
                <a:latin typeface="Roboto Mono" panose="00000009000000000000" pitchFamily="49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{ </a:t>
            </a:r>
            <a:r>
              <a:rPr lang="en-US" dirty="0">
                <a:solidFill>
                  <a:srgbClr val="098658"/>
                </a:solidFill>
                <a:latin typeface="Roboto Mono" panose="00000009000000000000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 };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        </a:t>
            </a:r>
            <a:r>
              <a:rPr lang="en-US" dirty="0" err="1">
                <a:solidFill>
                  <a:srgbClr val="1F377F"/>
                </a:solidFill>
                <a:latin typeface="Roboto Mono" panose="00000009000000000000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 = &amp;</a:t>
            </a:r>
            <a:r>
              <a:rPr lang="en-US" dirty="0">
                <a:solidFill>
                  <a:srgbClr val="1F377F"/>
                </a:solidFill>
                <a:latin typeface="Roboto Mono" panose="00000009000000000000" pitchFamily="49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    } </a:t>
            </a:r>
          </a:p>
          <a:p>
            <a:pPr marL="0" indent="0">
              <a:buFont typeface="Arial" panose="020B0604020202020204" pitchFamily="34" charset="0"/>
              <a:buNone/>
            </a:pPr>
            <a:b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</a:b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    std::</a:t>
            </a:r>
            <a:r>
              <a:rPr lang="en-US" dirty="0" err="1">
                <a:solidFill>
                  <a:srgbClr val="000000"/>
                </a:solidFill>
                <a:latin typeface="Roboto Mono" panose="00000009000000000000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 &lt;&lt; *</a:t>
            </a:r>
            <a:r>
              <a:rPr lang="en-US" dirty="0" err="1">
                <a:solidFill>
                  <a:srgbClr val="1F377F"/>
                </a:solidFill>
                <a:latin typeface="Roboto Mono" panose="00000009000000000000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 &lt;&lt; </a:t>
            </a:r>
            <a:r>
              <a:rPr lang="en-US" dirty="0">
                <a:solidFill>
                  <a:srgbClr val="E21F1F"/>
                </a:solidFill>
                <a:latin typeface="Roboto Mono" panose="00000009000000000000" pitchFamily="49" charset="0"/>
              </a:rPr>
              <a:t>'</a:t>
            </a:r>
            <a:r>
              <a:rPr lang="en-US" dirty="0">
                <a:solidFill>
                  <a:srgbClr val="B776FB"/>
                </a:solidFill>
                <a:latin typeface="Roboto Mono" panose="00000009000000000000" pitchFamily="49" charset="0"/>
              </a:rPr>
              <a:t>\n</a:t>
            </a:r>
            <a:r>
              <a:rPr lang="en-US" dirty="0">
                <a:solidFill>
                  <a:srgbClr val="E21F1F"/>
                </a:solidFill>
                <a:latin typeface="Roboto Mono" panose="00000009000000000000" pitchFamily="49" charset="0"/>
              </a:rPr>
              <a:t>’</a:t>
            </a: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b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</a:b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    </a:t>
            </a:r>
            <a:r>
              <a:rPr lang="en-US" dirty="0">
                <a:solidFill>
                  <a:srgbClr val="8F08C4"/>
                </a:solidFill>
                <a:latin typeface="Roboto Mono" panose="00000009000000000000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Roboto Mono" panose="00000009000000000000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</a:br>
            <a:r>
              <a:rPr 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}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16B004-6D94-C578-B639-1024B9D084CE}"/>
              </a:ext>
            </a:extLst>
          </p:cNvPr>
          <p:cNvCxnSpPr/>
          <p:nvPr/>
        </p:nvCxnSpPr>
        <p:spPr>
          <a:xfrm>
            <a:off x="5742878" y="289931"/>
            <a:ext cx="0" cy="62781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974822-7848-C7D3-5719-D204DDD8A7F8}"/>
              </a:ext>
            </a:extLst>
          </p:cNvPr>
          <p:cNvGrpSpPr/>
          <p:nvPr/>
        </p:nvGrpSpPr>
        <p:grpSpPr>
          <a:xfrm>
            <a:off x="10165177" y="657158"/>
            <a:ext cx="1071991" cy="1569524"/>
            <a:chOff x="9039042" y="2564017"/>
            <a:chExt cx="1071991" cy="15695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57FA953-BAA3-CC60-1150-129EE4E53E87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5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352D1D-1B80-6D93-614E-6FDD7989DC4F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int x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DAD25F-4037-C685-DC21-FF537ADCE0F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0x10</a:t>
              </a:r>
            </a:p>
          </p:txBody>
        </p:sp>
      </p:grp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F3D211E-82F1-E19E-AF65-1BF673087874}"/>
              </a:ext>
            </a:extLst>
          </p:cNvPr>
          <p:cNvSpPr/>
          <p:nvPr/>
        </p:nvSpPr>
        <p:spPr>
          <a:xfrm>
            <a:off x="180250" y="1794027"/>
            <a:ext cx="564980" cy="3456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E65C3D5-D043-C7E1-58BB-5A56D072069B}"/>
              </a:ext>
            </a:extLst>
          </p:cNvPr>
          <p:cNvGrpSpPr/>
          <p:nvPr/>
        </p:nvGrpSpPr>
        <p:grpSpPr>
          <a:xfrm>
            <a:off x="6622542" y="657158"/>
            <a:ext cx="1573595" cy="1569524"/>
            <a:chOff x="9039041" y="2564017"/>
            <a:chExt cx="1573595" cy="156952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4C055D-800B-27A3-52BB-7E5865AFF8D4}"/>
                </a:ext>
              </a:extLst>
            </p:cNvPr>
            <p:cNvSpPr txBox="1"/>
            <p:nvPr/>
          </p:nvSpPr>
          <p:spPr>
            <a:xfrm>
              <a:off x="9305522" y="3087169"/>
              <a:ext cx="1040631" cy="5232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0x10</a:t>
              </a:r>
              <a:endParaRPr lang="en-US" sz="20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63DBD5-0562-FA53-5BFF-68B697BAB627}"/>
                </a:ext>
              </a:extLst>
            </p:cNvPr>
            <p:cNvSpPr txBox="1"/>
            <p:nvPr/>
          </p:nvSpPr>
          <p:spPr>
            <a:xfrm>
              <a:off x="9039041" y="2564017"/>
              <a:ext cx="157359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int* </a:t>
              </a:r>
              <a:r>
                <a:rPr lang="en-US" sz="2400" b="1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ptr</a:t>
              </a:r>
              <a:endParaRPr lang="en-US" sz="24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293BC2-33FE-380A-B2C5-C06E0171A937}"/>
                </a:ext>
              </a:extLst>
            </p:cNvPr>
            <p:cNvSpPr txBox="1"/>
            <p:nvPr/>
          </p:nvSpPr>
          <p:spPr>
            <a:xfrm>
              <a:off x="9305522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0x40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702D25-19CF-3251-CDC3-C189B18DA8FF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7929654" y="1441920"/>
            <a:ext cx="2375753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5772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16B004-6D94-C578-B639-1024B9D084CE}"/>
              </a:ext>
            </a:extLst>
          </p:cNvPr>
          <p:cNvCxnSpPr/>
          <p:nvPr/>
        </p:nvCxnSpPr>
        <p:spPr>
          <a:xfrm>
            <a:off x="5742878" y="289931"/>
            <a:ext cx="0" cy="62781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974822-7848-C7D3-5719-D204DDD8A7F8}"/>
              </a:ext>
            </a:extLst>
          </p:cNvPr>
          <p:cNvGrpSpPr/>
          <p:nvPr/>
        </p:nvGrpSpPr>
        <p:grpSpPr>
          <a:xfrm>
            <a:off x="10165177" y="657158"/>
            <a:ext cx="1071991" cy="1569524"/>
            <a:chOff x="9039042" y="2564017"/>
            <a:chExt cx="1071991" cy="15695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57FA953-BAA3-CC60-1150-129EE4E53E87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5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352D1D-1B80-6D93-614E-6FDD7989DC4F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int x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DAD25F-4037-C685-DC21-FF537ADCE0F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0x10</a:t>
              </a:r>
            </a:p>
          </p:txBody>
        </p:sp>
      </p:grp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F3D211E-82F1-E19E-AF65-1BF673087874}"/>
              </a:ext>
            </a:extLst>
          </p:cNvPr>
          <p:cNvSpPr/>
          <p:nvPr/>
        </p:nvSpPr>
        <p:spPr>
          <a:xfrm>
            <a:off x="180250" y="3132172"/>
            <a:ext cx="564980" cy="3456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E65C3D5-D043-C7E1-58BB-5A56D072069B}"/>
              </a:ext>
            </a:extLst>
          </p:cNvPr>
          <p:cNvGrpSpPr/>
          <p:nvPr/>
        </p:nvGrpSpPr>
        <p:grpSpPr>
          <a:xfrm>
            <a:off x="6622542" y="657158"/>
            <a:ext cx="1573595" cy="1569524"/>
            <a:chOff x="9039041" y="2564017"/>
            <a:chExt cx="1573595" cy="156952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4C055D-800B-27A3-52BB-7E5865AFF8D4}"/>
                </a:ext>
              </a:extLst>
            </p:cNvPr>
            <p:cNvSpPr txBox="1"/>
            <p:nvPr/>
          </p:nvSpPr>
          <p:spPr>
            <a:xfrm>
              <a:off x="9305522" y="3087169"/>
              <a:ext cx="1040631" cy="5232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0x10</a:t>
              </a:r>
              <a:endParaRPr lang="en-US" sz="20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63DBD5-0562-FA53-5BFF-68B697BAB627}"/>
                </a:ext>
              </a:extLst>
            </p:cNvPr>
            <p:cNvSpPr txBox="1"/>
            <p:nvPr/>
          </p:nvSpPr>
          <p:spPr>
            <a:xfrm>
              <a:off x="9039041" y="2564017"/>
              <a:ext cx="157359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int* </a:t>
              </a:r>
              <a:r>
                <a:rPr lang="en-US" sz="2400" b="1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ptr</a:t>
              </a:r>
              <a:endParaRPr lang="en-US" sz="24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293BC2-33FE-380A-B2C5-C06E0171A937}"/>
                </a:ext>
              </a:extLst>
            </p:cNvPr>
            <p:cNvSpPr txBox="1"/>
            <p:nvPr/>
          </p:nvSpPr>
          <p:spPr>
            <a:xfrm>
              <a:off x="9305522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0x40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702D25-19CF-3251-CDC3-C189B18DA8FF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7929654" y="1441920"/>
            <a:ext cx="2375753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2A877C-5690-887E-EE50-B7973B45CAF0}"/>
              </a:ext>
            </a:extLst>
          </p:cNvPr>
          <p:cNvGrpSpPr/>
          <p:nvPr/>
        </p:nvGrpSpPr>
        <p:grpSpPr>
          <a:xfrm>
            <a:off x="10180853" y="3009509"/>
            <a:ext cx="1071991" cy="1569524"/>
            <a:chOff x="9039042" y="2564017"/>
            <a:chExt cx="1071991" cy="156952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8B6DC15-2A4F-2611-B304-577C28353B48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6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B92155-FEC9-3797-D836-5C46E56C2583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int y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2B4FFE-0305-ABEC-72A9-D80DA58D3ED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0x18</a:t>
              </a:r>
            </a:p>
          </p:txBody>
        </p:sp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B1F7027-C361-A98B-D14E-8C47580A3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81" y="289932"/>
            <a:ext cx="5384178" cy="554215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#include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&gt;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*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endParaRPr lang="en-US" b="0" dirty="0">
              <a:solidFill>
                <a:srgbClr val="008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} 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*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0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’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94638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16B004-6D94-C578-B639-1024B9D084CE}"/>
              </a:ext>
            </a:extLst>
          </p:cNvPr>
          <p:cNvCxnSpPr/>
          <p:nvPr/>
        </p:nvCxnSpPr>
        <p:spPr>
          <a:xfrm>
            <a:off x="5742878" y="289931"/>
            <a:ext cx="0" cy="62781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974822-7848-C7D3-5719-D204DDD8A7F8}"/>
              </a:ext>
            </a:extLst>
          </p:cNvPr>
          <p:cNvGrpSpPr/>
          <p:nvPr/>
        </p:nvGrpSpPr>
        <p:grpSpPr>
          <a:xfrm>
            <a:off x="10165177" y="657158"/>
            <a:ext cx="1071991" cy="1569524"/>
            <a:chOff x="9039042" y="2564017"/>
            <a:chExt cx="1071991" cy="15695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57FA953-BAA3-CC60-1150-129EE4E53E87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5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352D1D-1B80-6D93-614E-6FDD7989DC4F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int x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DAD25F-4037-C685-DC21-FF537ADCE0F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0x10</a:t>
              </a:r>
            </a:p>
          </p:txBody>
        </p:sp>
      </p:grp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F3D211E-82F1-E19E-AF65-1BF673087874}"/>
              </a:ext>
            </a:extLst>
          </p:cNvPr>
          <p:cNvSpPr/>
          <p:nvPr/>
        </p:nvSpPr>
        <p:spPr>
          <a:xfrm>
            <a:off x="180250" y="3489006"/>
            <a:ext cx="564980" cy="3456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E65C3D5-D043-C7E1-58BB-5A56D072069B}"/>
              </a:ext>
            </a:extLst>
          </p:cNvPr>
          <p:cNvGrpSpPr/>
          <p:nvPr/>
        </p:nvGrpSpPr>
        <p:grpSpPr>
          <a:xfrm>
            <a:off x="6622542" y="657158"/>
            <a:ext cx="1573595" cy="1569524"/>
            <a:chOff x="9039041" y="2564017"/>
            <a:chExt cx="1573595" cy="156952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4C055D-800B-27A3-52BB-7E5865AFF8D4}"/>
                </a:ext>
              </a:extLst>
            </p:cNvPr>
            <p:cNvSpPr txBox="1"/>
            <p:nvPr/>
          </p:nvSpPr>
          <p:spPr>
            <a:xfrm>
              <a:off x="9305522" y="3087169"/>
              <a:ext cx="1040631" cy="5232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0x18</a:t>
              </a:r>
              <a:endParaRPr lang="en-US" sz="20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63DBD5-0562-FA53-5BFF-68B697BAB627}"/>
                </a:ext>
              </a:extLst>
            </p:cNvPr>
            <p:cNvSpPr txBox="1"/>
            <p:nvPr/>
          </p:nvSpPr>
          <p:spPr>
            <a:xfrm>
              <a:off x="9039041" y="2564017"/>
              <a:ext cx="157359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int* </a:t>
              </a:r>
              <a:r>
                <a:rPr lang="en-US" sz="2400" b="1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ptr</a:t>
              </a:r>
              <a:endParaRPr lang="en-US" sz="24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293BC2-33FE-380A-B2C5-C06E0171A937}"/>
                </a:ext>
              </a:extLst>
            </p:cNvPr>
            <p:cNvSpPr txBox="1"/>
            <p:nvPr/>
          </p:nvSpPr>
          <p:spPr>
            <a:xfrm>
              <a:off x="9305522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0x40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2A877C-5690-887E-EE50-B7973B45CAF0}"/>
              </a:ext>
            </a:extLst>
          </p:cNvPr>
          <p:cNvGrpSpPr/>
          <p:nvPr/>
        </p:nvGrpSpPr>
        <p:grpSpPr>
          <a:xfrm>
            <a:off x="10180853" y="3009509"/>
            <a:ext cx="1071991" cy="1569524"/>
            <a:chOff x="9039042" y="2564017"/>
            <a:chExt cx="1071991" cy="156952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8B6DC15-2A4F-2611-B304-577C28353B48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6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B92155-FEC9-3797-D836-5C46E56C2583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int y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2B4FFE-0305-ABEC-72A9-D80DA58D3ED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0x18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8CE32F-C66D-879D-DECD-A0637C7EA5F3}"/>
              </a:ext>
            </a:extLst>
          </p:cNvPr>
          <p:cNvCxnSpPr>
            <a:cxnSpLocks/>
            <a:stCxn id="4" idx="3"/>
            <a:endCxn id="15" idx="1"/>
          </p:cNvCxnSpPr>
          <p:nvPr/>
        </p:nvCxnSpPr>
        <p:spPr>
          <a:xfrm>
            <a:off x="7929654" y="1441920"/>
            <a:ext cx="2391429" cy="2352351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69D3B7E-F679-13F8-157F-12FA6BD51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81" y="289932"/>
            <a:ext cx="5384178" cy="554215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#include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&gt;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*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endParaRPr lang="en-US" b="0" dirty="0">
              <a:solidFill>
                <a:srgbClr val="008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} 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*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0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’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9495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28C84BC-1097-FE48-203F-364A71A51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81" y="289932"/>
            <a:ext cx="5384178" cy="554215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#include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&gt;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*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endParaRPr lang="en-US" b="0" dirty="0">
              <a:solidFill>
                <a:srgbClr val="008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} 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*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0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’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16B004-6D94-C578-B639-1024B9D084CE}"/>
              </a:ext>
            </a:extLst>
          </p:cNvPr>
          <p:cNvCxnSpPr/>
          <p:nvPr/>
        </p:nvCxnSpPr>
        <p:spPr>
          <a:xfrm>
            <a:off x="5742878" y="289931"/>
            <a:ext cx="0" cy="6278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974822-7848-C7D3-5719-D204DDD8A7F8}"/>
              </a:ext>
            </a:extLst>
          </p:cNvPr>
          <p:cNvGrpSpPr/>
          <p:nvPr/>
        </p:nvGrpSpPr>
        <p:grpSpPr>
          <a:xfrm>
            <a:off x="10165177" y="657158"/>
            <a:ext cx="1071991" cy="1569524"/>
            <a:chOff x="9039042" y="2564017"/>
            <a:chExt cx="1071991" cy="15695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57FA953-BAA3-CC60-1150-129EE4E53E87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5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352D1D-1B80-6D93-614E-6FDD7989DC4F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int x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DAD25F-4037-C685-DC21-FF537ADCE0F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0x10</a:t>
              </a:r>
            </a:p>
          </p:txBody>
        </p:sp>
      </p:grp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F3D211E-82F1-E19E-AF65-1BF673087874}"/>
              </a:ext>
            </a:extLst>
          </p:cNvPr>
          <p:cNvSpPr/>
          <p:nvPr/>
        </p:nvSpPr>
        <p:spPr>
          <a:xfrm>
            <a:off x="180250" y="4448017"/>
            <a:ext cx="564980" cy="3456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E65C3D5-D043-C7E1-58BB-5A56D072069B}"/>
              </a:ext>
            </a:extLst>
          </p:cNvPr>
          <p:cNvGrpSpPr/>
          <p:nvPr/>
        </p:nvGrpSpPr>
        <p:grpSpPr>
          <a:xfrm>
            <a:off x="6622542" y="657158"/>
            <a:ext cx="1573595" cy="1569524"/>
            <a:chOff x="9039041" y="2564017"/>
            <a:chExt cx="1573595" cy="156952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4C055D-800B-27A3-52BB-7E5865AFF8D4}"/>
                </a:ext>
              </a:extLst>
            </p:cNvPr>
            <p:cNvSpPr txBox="1"/>
            <p:nvPr/>
          </p:nvSpPr>
          <p:spPr>
            <a:xfrm>
              <a:off x="9305522" y="3087169"/>
              <a:ext cx="1040631" cy="5232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0x18</a:t>
              </a:r>
              <a:endParaRPr lang="en-US" sz="20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63DBD5-0562-FA53-5BFF-68B697BAB627}"/>
                </a:ext>
              </a:extLst>
            </p:cNvPr>
            <p:cNvSpPr txBox="1"/>
            <p:nvPr/>
          </p:nvSpPr>
          <p:spPr>
            <a:xfrm>
              <a:off x="9039041" y="2564017"/>
              <a:ext cx="157359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int* </a:t>
              </a:r>
              <a:r>
                <a:rPr lang="en-US" sz="2400" b="1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ptr</a:t>
              </a:r>
              <a:endParaRPr lang="en-US" sz="24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293BC2-33FE-380A-B2C5-C06E0171A937}"/>
                </a:ext>
              </a:extLst>
            </p:cNvPr>
            <p:cNvSpPr txBox="1"/>
            <p:nvPr/>
          </p:nvSpPr>
          <p:spPr>
            <a:xfrm>
              <a:off x="9305522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0x40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2A877C-5690-887E-EE50-B7973B45CAF0}"/>
              </a:ext>
            </a:extLst>
          </p:cNvPr>
          <p:cNvGrpSpPr/>
          <p:nvPr/>
        </p:nvGrpSpPr>
        <p:grpSpPr>
          <a:xfrm>
            <a:off x="10180853" y="3009509"/>
            <a:ext cx="1071991" cy="1569524"/>
            <a:chOff x="9039042" y="2564017"/>
            <a:chExt cx="1071991" cy="156952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8B6DC15-2A4F-2611-B304-577C28353B48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6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B92155-FEC9-3797-D836-5C46E56C2583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int y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2B4FFE-0305-ABEC-72A9-D80DA58D3ED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0x18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8CE32F-C66D-879D-DECD-A0637C7EA5F3}"/>
              </a:ext>
            </a:extLst>
          </p:cNvPr>
          <p:cNvCxnSpPr>
            <a:cxnSpLocks/>
            <a:stCxn id="4" idx="3"/>
            <a:endCxn id="15" idx="1"/>
          </p:cNvCxnSpPr>
          <p:nvPr/>
        </p:nvCxnSpPr>
        <p:spPr>
          <a:xfrm>
            <a:off x="7929654" y="1441920"/>
            <a:ext cx="2391429" cy="2352351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8152A80-2E27-80F0-D401-785ADDB47362}"/>
              </a:ext>
            </a:extLst>
          </p:cNvPr>
          <p:cNvSpPr txBox="1"/>
          <p:nvPr/>
        </p:nvSpPr>
        <p:spPr>
          <a:xfrm>
            <a:off x="5895279" y="5052752"/>
            <a:ext cx="552654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Terminal&gt; 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???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33CE98-D21C-FD8F-C794-7C0F83BCC318}"/>
              </a:ext>
            </a:extLst>
          </p:cNvPr>
          <p:cNvCxnSpPr>
            <a:cxnSpLocks/>
          </p:cNvCxnSpPr>
          <p:nvPr/>
        </p:nvCxnSpPr>
        <p:spPr>
          <a:xfrm>
            <a:off x="5895279" y="4991265"/>
            <a:ext cx="60811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B1C8C45-29A7-1D97-D7A6-0F070EB535DC}"/>
              </a:ext>
            </a:extLst>
          </p:cNvPr>
          <p:cNvSpPr txBox="1"/>
          <p:nvPr/>
        </p:nvSpPr>
        <p:spPr>
          <a:xfrm>
            <a:off x="5895279" y="3498617"/>
            <a:ext cx="2231070" cy="707886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What will be the output of this line?</a:t>
            </a:r>
          </a:p>
        </p:txBody>
      </p:sp>
    </p:spTree>
    <p:extLst>
      <p:ext uri="{BB962C8B-B14F-4D97-AF65-F5344CB8AC3E}">
        <p14:creationId xmlns:p14="http://schemas.microsoft.com/office/powerpoint/2010/main" val="3870598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28C84BC-1097-FE48-203F-364A71A51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81" y="289932"/>
            <a:ext cx="5384178" cy="554215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#include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&gt;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*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endParaRPr lang="en-US" b="0" dirty="0">
              <a:solidFill>
                <a:srgbClr val="008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} 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*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0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’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16B004-6D94-C578-B639-1024B9D084CE}"/>
              </a:ext>
            </a:extLst>
          </p:cNvPr>
          <p:cNvCxnSpPr/>
          <p:nvPr/>
        </p:nvCxnSpPr>
        <p:spPr>
          <a:xfrm>
            <a:off x="5742878" y="289931"/>
            <a:ext cx="0" cy="6278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974822-7848-C7D3-5719-D204DDD8A7F8}"/>
              </a:ext>
            </a:extLst>
          </p:cNvPr>
          <p:cNvGrpSpPr/>
          <p:nvPr/>
        </p:nvGrpSpPr>
        <p:grpSpPr>
          <a:xfrm>
            <a:off x="10165177" y="657158"/>
            <a:ext cx="1071991" cy="1569524"/>
            <a:chOff x="9039042" y="2564017"/>
            <a:chExt cx="1071991" cy="15695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57FA953-BAA3-CC60-1150-129EE4E53E87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5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352D1D-1B80-6D93-614E-6FDD7989DC4F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int x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DAD25F-4037-C685-DC21-FF537ADCE0F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0x10</a:t>
              </a:r>
            </a:p>
          </p:txBody>
        </p:sp>
      </p:grp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F3D211E-82F1-E19E-AF65-1BF673087874}"/>
              </a:ext>
            </a:extLst>
          </p:cNvPr>
          <p:cNvSpPr/>
          <p:nvPr/>
        </p:nvSpPr>
        <p:spPr>
          <a:xfrm>
            <a:off x="180250" y="4448017"/>
            <a:ext cx="564980" cy="3456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E65C3D5-D043-C7E1-58BB-5A56D072069B}"/>
              </a:ext>
            </a:extLst>
          </p:cNvPr>
          <p:cNvGrpSpPr/>
          <p:nvPr/>
        </p:nvGrpSpPr>
        <p:grpSpPr>
          <a:xfrm>
            <a:off x="6622542" y="657158"/>
            <a:ext cx="1573595" cy="1569524"/>
            <a:chOff x="9039041" y="2564017"/>
            <a:chExt cx="1573595" cy="156952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4C055D-800B-27A3-52BB-7E5865AFF8D4}"/>
                </a:ext>
              </a:extLst>
            </p:cNvPr>
            <p:cNvSpPr txBox="1"/>
            <p:nvPr/>
          </p:nvSpPr>
          <p:spPr>
            <a:xfrm>
              <a:off x="9305522" y="3087169"/>
              <a:ext cx="1040631" cy="5232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0x18</a:t>
              </a:r>
              <a:endParaRPr lang="en-US" sz="20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63DBD5-0562-FA53-5BFF-68B697BAB627}"/>
                </a:ext>
              </a:extLst>
            </p:cNvPr>
            <p:cNvSpPr txBox="1"/>
            <p:nvPr/>
          </p:nvSpPr>
          <p:spPr>
            <a:xfrm>
              <a:off x="9039041" y="2564017"/>
              <a:ext cx="157359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int* </a:t>
              </a:r>
              <a:r>
                <a:rPr lang="en-US" sz="2400" b="1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ptr</a:t>
              </a:r>
              <a:endParaRPr lang="en-US" sz="24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293BC2-33FE-380A-B2C5-C06E0171A937}"/>
                </a:ext>
              </a:extLst>
            </p:cNvPr>
            <p:cNvSpPr txBox="1"/>
            <p:nvPr/>
          </p:nvSpPr>
          <p:spPr>
            <a:xfrm>
              <a:off x="9305522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0x40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2A877C-5690-887E-EE50-B7973B45CAF0}"/>
              </a:ext>
            </a:extLst>
          </p:cNvPr>
          <p:cNvGrpSpPr/>
          <p:nvPr/>
        </p:nvGrpSpPr>
        <p:grpSpPr>
          <a:xfrm>
            <a:off x="10180853" y="3009509"/>
            <a:ext cx="1071991" cy="1569524"/>
            <a:chOff x="9039042" y="2564017"/>
            <a:chExt cx="1071991" cy="156952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8B6DC15-2A4F-2611-B304-577C28353B48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6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B92155-FEC9-3797-D836-5C46E56C2583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int y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2B4FFE-0305-ABEC-72A9-D80DA58D3ED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0x18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8CE32F-C66D-879D-DECD-A0637C7EA5F3}"/>
              </a:ext>
            </a:extLst>
          </p:cNvPr>
          <p:cNvCxnSpPr>
            <a:cxnSpLocks/>
            <a:stCxn id="4" idx="3"/>
            <a:endCxn id="15" idx="1"/>
          </p:cNvCxnSpPr>
          <p:nvPr/>
        </p:nvCxnSpPr>
        <p:spPr>
          <a:xfrm>
            <a:off x="7929654" y="1441920"/>
            <a:ext cx="2391429" cy="2352351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8152A80-2E27-80F0-D401-785ADDB47362}"/>
              </a:ext>
            </a:extLst>
          </p:cNvPr>
          <p:cNvSpPr txBox="1"/>
          <p:nvPr/>
        </p:nvSpPr>
        <p:spPr>
          <a:xfrm>
            <a:off x="5895279" y="5052752"/>
            <a:ext cx="552654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Terminal&gt; 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???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33CE98-D21C-FD8F-C794-7C0F83BCC318}"/>
              </a:ext>
            </a:extLst>
          </p:cNvPr>
          <p:cNvCxnSpPr>
            <a:cxnSpLocks/>
          </p:cNvCxnSpPr>
          <p:nvPr/>
        </p:nvCxnSpPr>
        <p:spPr>
          <a:xfrm>
            <a:off x="5895279" y="4991265"/>
            <a:ext cx="60811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E27335-9653-955C-8369-2840C973AA7F}"/>
              </a:ext>
            </a:extLst>
          </p:cNvPr>
          <p:cNvSpPr txBox="1"/>
          <p:nvPr/>
        </p:nvSpPr>
        <p:spPr>
          <a:xfrm>
            <a:off x="5895279" y="3498617"/>
            <a:ext cx="2231070" cy="707886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Variable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y</a:t>
            </a:r>
            <a:r>
              <a:rPr lang="en-US" sz="2000" dirty="0">
                <a:solidFill>
                  <a:srgbClr val="FF0000"/>
                </a:solidFill>
              </a:rPr>
              <a:t> goes out of scope here…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A4975F-F120-80C9-B1CC-3673EB347190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1237785" y="3852560"/>
            <a:ext cx="4657494" cy="253881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634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28C84BC-1097-FE48-203F-364A71A51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81" y="289932"/>
            <a:ext cx="5384178" cy="554215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#include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&gt;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*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endParaRPr lang="en-US" b="0" dirty="0">
              <a:solidFill>
                <a:srgbClr val="008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} 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*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0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’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16B004-6D94-C578-B639-1024B9D084CE}"/>
              </a:ext>
            </a:extLst>
          </p:cNvPr>
          <p:cNvCxnSpPr/>
          <p:nvPr/>
        </p:nvCxnSpPr>
        <p:spPr>
          <a:xfrm>
            <a:off x="5742878" y="289931"/>
            <a:ext cx="0" cy="6278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974822-7848-C7D3-5719-D204DDD8A7F8}"/>
              </a:ext>
            </a:extLst>
          </p:cNvPr>
          <p:cNvGrpSpPr/>
          <p:nvPr/>
        </p:nvGrpSpPr>
        <p:grpSpPr>
          <a:xfrm>
            <a:off x="10165177" y="657158"/>
            <a:ext cx="1071991" cy="1569524"/>
            <a:chOff x="9039042" y="2564017"/>
            <a:chExt cx="1071991" cy="15695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57FA953-BAA3-CC60-1150-129EE4E53E87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5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352D1D-1B80-6D93-614E-6FDD7989DC4F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int x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DAD25F-4037-C685-DC21-FF537ADCE0F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0x10</a:t>
              </a:r>
            </a:p>
          </p:txBody>
        </p:sp>
      </p:grp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F3D211E-82F1-E19E-AF65-1BF673087874}"/>
              </a:ext>
            </a:extLst>
          </p:cNvPr>
          <p:cNvSpPr/>
          <p:nvPr/>
        </p:nvSpPr>
        <p:spPr>
          <a:xfrm>
            <a:off x="180250" y="4448017"/>
            <a:ext cx="564980" cy="3456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E65C3D5-D043-C7E1-58BB-5A56D072069B}"/>
              </a:ext>
            </a:extLst>
          </p:cNvPr>
          <p:cNvGrpSpPr/>
          <p:nvPr/>
        </p:nvGrpSpPr>
        <p:grpSpPr>
          <a:xfrm>
            <a:off x="6622542" y="657158"/>
            <a:ext cx="1573595" cy="1569524"/>
            <a:chOff x="9039041" y="2564017"/>
            <a:chExt cx="1573595" cy="156952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4C055D-800B-27A3-52BB-7E5865AFF8D4}"/>
                </a:ext>
              </a:extLst>
            </p:cNvPr>
            <p:cNvSpPr txBox="1"/>
            <p:nvPr/>
          </p:nvSpPr>
          <p:spPr>
            <a:xfrm>
              <a:off x="9305522" y="3087169"/>
              <a:ext cx="1040631" cy="5232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>
                  <a:solidFill>
                    <a:srgbClr val="00B050"/>
                  </a:solidFill>
                  <a:latin typeface="Consolas" panose="020B0609020204030204" pitchFamily="49" charset="0"/>
                </a:rPr>
                <a:t>0x18</a:t>
              </a:r>
              <a:endParaRPr lang="en-US" sz="20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63DBD5-0562-FA53-5BFF-68B697BAB627}"/>
                </a:ext>
              </a:extLst>
            </p:cNvPr>
            <p:cNvSpPr txBox="1"/>
            <p:nvPr/>
          </p:nvSpPr>
          <p:spPr>
            <a:xfrm>
              <a:off x="9039041" y="2564017"/>
              <a:ext cx="157359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int* </a:t>
              </a:r>
              <a:r>
                <a:rPr lang="en-US" sz="2400" b="1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ptr</a:t>
              </a:r>
              <a:endParaRPr lang="en-US" sz="24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293BC2-33FE-380A-B2C5-C06E0171A937}"/>
                </a:ext>
              </a:extLst>
            </p:cNvPr>
            <p:cNvSpPr txBox="1"/>
            <p:nvPr/>
          </p:nvSpPr>
          <p:spPr>
            <a:xfrm>
              <a:off x="9305522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0x40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2A877C-5690-887E-EE50-B7973B45CAF0}"/>
              </a:ext>
            </a:extLst>
          </p:cNvPr>
          <p:cNvGrpSpPr/>
          <p:nvPr/>
        </p:nvGrpSpPr>
        <p:grpSpPr>
          <a:xfrm>
            <a:off x="10180853" y="3009509"/>
            <a:ext cx="1071991" cy="1569524"/>
            <a:chOff x="9039042" y="2564017"/>
            <a:chExt cx="1071991" cy="156952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8B6DC15-2A4F-2611-B304-577C28353B48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?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B92155-FEC9-3797-D836-5C46E56C2583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?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2B4FFE-0305-ABEC-72A9-D80DA58D3ED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0x18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8CE32F-C66D-879D-DECD-A0637C7EA5F3}"/>
              </a:ext>
            </a:extLst>
          </p:cNvPr>
          <p:cNvCxnSpPr>
            <a:cxnSpLocks/>
            <a:stCxn id="4" idx="3"/>
            <a:endCxn id="15" idx="1"/>
          </p:cNvCxnSpPr>
          <p:nvPr/>
        </p:nvCxnSpPr>
        <p:spPr>
          <a:xfrm>
            <a:off x="7929654" y="1441920"/>
            <a:ext cx="2391429" cy="2352351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8152A80-2E27-80F0-D401-785ADDB47362}"/>
              </a:ext>
            </a:extLst>
          </p:cNvPr>
          <p:cNvSpPr txBox="1"/>
          <p:nvPr/>
        </p:nvSpPr>
        <p:spPr>
          <a:xfrm>
            <a:off x="5895279" y="5052752"/>
            <a:ext cx="552654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Terminal&gt; 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???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33CE98-D21C-FD8F-C794-7C0F83BCC318}"/>
              </a:ext>
            </a:extLst>
          </p:cNvPr>
          <p:cNvCxnSpPr>
            <a:cxnSpLocks/>
          </p:cNvCxnSpPr>
          <p:nvPr/>
        </p:nvCxnSpPr>
        <p:spPr>
          <a:xfrm>
            <a:off x="5895279" y="4991265"/>
            <a:ext cx="60811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E27335-9653-955C-8369-2840C973AA7F}"/>
              </a:ext>
            </a:extLst>
          </p:cNvPr>
          <p:cNvSpPr txBox="1"/>
          <p:nvPr/>
        </p:nvSpPr>
        <p:spPr>
          <a:xfrm>
            <a:off x="5883670" y="3416008"/>
            <a:ext cx="2936943" cy="1323439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We don’t know what is in this memory address now.</a:t>
            </a:r>
          </a:p>
          <a:p>
            <a:pPr algn="ctr"/>
            <a:r>
              <a:rPr lang="en-US" sz="2000" b="1" u="sng" dirty="0">
                <a:solidFill>
                  <a:srgbClr val="FF0000"/>
                </a:solidFill>
              </a:rPr>
              <a:t>It’s no longer in our possession.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A4975F-F120-80C9-B1CC-3673EB347190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1226177" y="4023832"/>
            <a:ext cx="4657493" cy="538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95A0E802-FB63-68A4-654E-FFC272210C37}"/>
              </a:ext>
            </a:extLst>
          </p:cNvPr>
          <p:cNvSpPr/>
          <p:nvPr/>
        </p:nvSpPr>
        <p:spPr>
          <a:xfrm>
            <a:off x="10200983" y="2992782"/>
            <a:ext cx="1051861" cy="1224661"/>
          </a:xfrm>
          <a:prstGeom prst="mathMultiply">
            <a:avLst>
              <a:gd name="adj1" fmla="val 12019"/>
            </a:avLst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8F5B6A5-9096-8FFE-2A05-0F9BBA8014E3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8820613" y="3972805"/>
            <a:ext cx="1237787" cy="104923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737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28C84BC-1097-FE48-203F-364A71A51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81" y="289932"/>
            <a:ext cx="5384178" cy="554215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#include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&gt;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*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endParaRPr lang="en-US" b="0" dirty="0">
              <a:solidFill>
                <a:srgbClr val="008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} 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*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0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’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16B004-6D94-C578-B639-1024B9D084CE}"/>
              </a:ext>
            </a:extLst>
          </p:cNvPr>
          <p:cNvCxnSpPr/>
          <p:nvPr/>
        </p:nvCxnSpPr>
        <p:spPr>
          <a:xfrm>
            <a:off x="5742878" y="289931"/>
            <a:ext cx="0" cy="6278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974822-7848-C7D3-5719-D204DDD8A7F8}"/>
              </a:ext>
            </a:extLst>
          </p:cNvPr>
          <p:cNvGrpSpPr/>
          <p:nvPr/>
        </p:nvGrpSpPr>
        <p:grpSpPr>
          <a:xfrm>
            <a:off x="10165177" y="657158"/>
            <a:ext cx="1071991" cy="1569524"/>
            <a:chOff x="9039042" y="2564017"/>
            <a:chExt cx="1071991" cy="15695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57FA953-BAA3-CC60-1150-129EE4E53E87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5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352D1D-1B80-6D93-614E-6FDD7989DC4F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int x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DAD25F-4037-C685-DC21-FF537ADCE0F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0x10</a:t>
              </a:r>
            </a:p>
          </p:txBody>
        </p:sp>
      </p:grp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F3D211E-82F1-E19E-AF65-1BF673087874}"/>
              </a:ext>
            </a:extLst>
          </p:cNvPr>
          <p:cNvSpPr/>
          <p:nvPr/>
        </p:nvSpPr>
        <p:spPr>
          <a:xfrm>
            <a:off x="180250" y="4448017"/>
            <a:ext cx="564980" cy="3456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E65C3D5-D043-C7E1-58BB-5A56D072069B}"/>
              </a:ext>
            </a:extLst>
          </p:cNvPr>
          <p:cNvGrpSpPr/>
          <p:nvPr/>
        </p:nvGrpSpPr>
        <p:grpSpPr>
          <a:xfrm>
            <a:off x="6622542" y="657158"/>
            <a:ext cx="1573595" cy="1569524"/>
            <a:chOff x="9039041" y="2564017"/>
            <a:chExt cx="1573595" cy="156952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4C055D-800B-27A3-52BB-7E5865AFF8D4}"/>
                </a:ext>
              </a:extLst>
            </p:cNvPr>
            <p:cNvSpPr txBox="1"/>
            <p:nvPr/>
          </p:nvSpPr>
          <p:spPr>
            <a:xfrm>
              <a:off x="9305522" y="3087169"/>
              <a:ext cx="1040631" cy="5232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>
                  <a:solidFill>
                    <a:srgbClr val="00B050"/>
                  </a:solidFill>
                  <a:latin typeface="Consolas" panose="020B0609020204030204" pitchFamily="49" charset="0"/>
                </a:rPr>
                <a:t>0x18</a:t>
              </a:r>
              <a:endParaRPr lang="en-US" sz="20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63DBD5-0562-FA53-5BFF-68B697BAB627}"/>
                </a:ext>
              </a:extLst>
            </p:cNvPr>
            <p:cNvSpPr txBox="1"/>
            <p:nvPr/>
          </p:nvSpPr>
          <p:spPr>
            <a:xfrm>
              <a:off x="9039041" y="2564017"/>
              <a:ext cx="157359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int* </a:t>
              </a:r>
              <a:r>
                <a:rPr lang="en-US" sz="2400" b="1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ptr</a:t>
              </a:r>
              <a:endParaRPr lang="en-US" sz="24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293BC2-33FE-380A-B2C5-C06E0171A937}"/>
                </a:ext>
              </a:extLst>
            </p:cNvPr>
            <p:cNvSpPr txBox="1"/>
            <p:nvPr/>
          </p:nvSpPr>
          <p:spPr>
            <a:xfrm>
              <a:off x="9305522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0x40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2A877C-5690-887E-EE50-B7973B45CAF0}"/>
              </a:ext>
            </a:extLst>
          </p:cNvPr>
          <p:cNvGrpSpPr/>
          <p:nvPr/>
        </p:nvGrpSpPr>
        <p:grpSpPr>
          <a:xfrm>
            <a:off x="10180853" y="3009509"/>
            <a:ext cx="1071991" cy="1569524"/>
            <a:chOff x="9039042" y="2564017"/>
            <a:chExt cx="1071991" cy="156952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8B6DC15-2A4F-2611-B304-577C28353B48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?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B92155-FEC9-3797-D836-5C46E56C2583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?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2B4FFE-0305-ABEC-72A9-D80DA58D3ED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0x18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8CE32F-C66D-879D-DECD-A0637C7EA5F3}"/>
              </a:ext>
            </a:extLst>
          </p:cNvPr>
          <p:cNvCxnSpPr>
            <a:cxnSpLocks/>
            <a:stCxn id="4" idx="3"/>
            <a:endCxn id="15" idx="1"/>
          </p:cNvCxnSpPr>
          <p:nvPr/>
        </p:nvCxnSpPr>
        <p:spPr>
          <a:xfrm>
            <a:off x="7929654" y="1441920"/>
            <a:ext cx="2391429" cy="2352351"/>
          </a:xfrm>
          <a:prstGeom prst="straightConnector1">
            <a:avLst/>
          </a:prstGeom>
          <a:ln w="19050">
            <a:solidFill>
              <a:srgbClr val="00B050"/>
            </a:solidFill>
            <a:prstDash val="lg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8152A80-2E27-80F0-D401-785ADDB47362}"/>
              </a:ext>
            </a:extLst>
          </p:cNvPr>
          <p:cNvSpPr txBox="1"/>
          <p:nvPr/>
        </p:nvSpPr>
        <p:spPr>
          <a:xfrm>
            <a:off x="5895279" y="5052752"/>
            <a:ext cx="552654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Terminal&gt; 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???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33CE98-D21C-FD8F-C794-7C0F83BCC318}"/>
              </a:ext>
            </a:extLst>
          </p:cNvPr>
          <p:cNvCxnSpPr>
            <a:cxnSpLocks/>
          </p:cNvCxnSpPr>
          <p:nvPr/>
        </p:nvCxnSpPr>
        <p:spPr>
          <a:xfrm>
            <a:off x="5895279" y="4991265"/>
            <a:ext cx="60811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E27335-9653-955C-8369-2840C973AA7F}"/>
              </a:ext>
            </a:extLst>
          </p:cNvPr>
          <p:cNvSpPr txBox="1"/>
          <p:nvPr/>
        </p:nvSpPr>
        <p:spPr>
          <a:xfrm>
            <a:off x="5895279" y="3586780"/>
            <a:ext cx="2471577" cy="1323439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Pointer, 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ptr</a:t>
            </a:r>
            <a:r>
              <a:rPr lang="en-US" sz="2000" dirty="0">
                <a:solidFill>
                  <a:srgbClr val="FF0000"/>
                </a:solidFill>
              </a:rPr>
              <a:t>, is left </a:t>
            </a:r>
            <a:r>
              <a:rPr lang="en-US" sz="2000" b="1" dirty="0">
                <a:solidFill>
                  <a:srgbClr val="FF0000"/>
                </a:solidFill>
              </a:rPr>
              <a:t>DANGLING</a:t>
            </a:r>
            <a:r>
              <a:rPr lang="en-US" sz="2000" dirty="0">
                <a:solidFill>
                  <a:srgbClr val="FF0000"/>
                </a:solidFill>
              </a:rPr>
              <a:t>, i.e. it’s not pointing to a </a:t>
            </a:r>
            <a:r>
              <a:rPr lang="en-US" sz="2000" b="1" dirty="0">
                <a:solidFill>
                  <a:srgbClr val="FF0000"/>
                </a:solidFill>
              </a:rPr>
              <a:t>valid memory address</a:t>
            </a:r>
            <a:r>
              <a:rPr lang="en-US" sz="2000" dirty="0">
                <a:solidFill>
                  <a:srgbClr val="FF0000"/>
                </a:solidFill>
              </a:rPr>
              <a:t>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A4975F-F120-80C9-B1CC-3673EB347190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1215483" y="4117368"/>
            <a:ext cx="4679796" cy="131132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95A0E802-FB63-68A4-654E-FFC272210C37}"/>
              </a:ext>
            </a:extLst>
          </p:cNvPr>
          <p:cNvSpPr/>
          <p:nvPr/>
        </p:nvSpPr>
        <p:spPr>
          <a:xfrm>
            <a:off x="10200983" y="2992782"/>
            <a:ext cx="1051861" cy="1224661"/>
          </a:xfrm>
          <a:prstGeom prst="mathMultiply">
            <a:avLst>
              <a:gd name="adj1" fmla="val 12019"/>
            </a:avLst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87357F3-446C-B81D-0940-42408E4205D1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8366856" y="2927648"/>
            <a:ext cx="669075" cy="1320852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53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28C84BC-1097-FE48-203F-364A71A51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81" y="289932"/>
            <a:ext cx="5384178" cy="554215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#include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&gt;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*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endParaRPr lang="en-US" b="0" dirty="0">
              <a:solidFill>
                <a:srgbClr val="008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} 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*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0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’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16B004-6D94-C578-B639-1024B9D084CE}"/>
              </a:ext>
            </a:extLst>
          </p:cNvPr>
          <p:cNvCxnSpPr/>
          <p:nvPr/>
        </p:nvCxnSpPr>
        <p:spPr>
          <a:xfrm>
            <a:off x="5742878" y="289931"/>
            <a:ext cx="0" cy="6278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974822-7848-C7D3-5719-D204DDD8A7F8}"/>
              </a:ext>
            </a:extLst>
          </p:cNvPr>
          <p:cNvGrpSpPr/>
          <p:nvPr/>
        </p:nvGrpSpPr>
        <p:grpSpPr>
          <a:xfrm>
            <a:off x="10165177" y="657158"/>
            <a:ext cx="1071991" cy="1569524"/>
            <a:chOff x="9039042" y="2564017"/>
            <a:chExt cx="1071991" cy="15695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57FA953-BAA3-CC60-1150-129EE4E53E87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5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352D1D-1B80-6D93-614E-6FDD7989DC4F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int x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DAD25F-4037-C685-DC21-FF537ADCE0F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0x10</a:t>
              </a:r>
            </a:p>
          </p:txBody>
        </p:sp>
      </p:grp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F3D211E-82F1-E19E-AF65-1BF673087874}"/>
              </a:ext>
            </a:extLst>
          </p:cNvPr>
          <p:cNvSpPr/>
          <p:nvPr/>
        </p:nvSpPr>
        <p:spPr>
          <a:xfrm>
            <a:off x="180250" y="4448017"/>
            <a:ext cx="564980" cy="3456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E65C3D5-D043-C7E1-58BB-5A56D072069B}"/>
              </a:ext>
            </a:extLst>
          </p:cNvPr>
          <p:cNvGrpSpPr/>
          <p:nvPr/>
        </p:nvGrpSpPr>
        <p:grpSpPr>
          <a:xfrm>
            <a:off x="6622542" y="657158"/>
            <a:ext cx="1573595" cy="1569524"/>
            <a:chOff x="9039041" y="2564017"/>
            <a:chExt cx="1573595" cy="156952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4C055D-800B-27A3-52BB-7E5865AFF8D4}"/>
                </a:ext>
              </a:extLst>
            </p:cNvPr>
            <p:cNvSpPr txBox="1"/>
            <p:nvPr/>
          </p:nvSpPr>
          <p:spPr>
            <a:xfrm>
              <a:off x="9305522" y="3087169"/>
              <a:ext cx="1040631" cy="5232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>
                  <a:solidFill>
                    <a:srgbClr val="00B050"/>
                  </a:solidFill>
                  <a:latin typeface="Consolas" panose="020B0609020204030204" pitchFamily="49" charset="0"/>
                </a:rPr>
                <a:t>0x18</a:t>
              </a:r>
              <a:endParaRPr lang="en-US" sz="20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63DBD5-0562-FA53-5BFF-68B697BAB627}"/>
                </a:ext>
              </a:extLst>
            </p:cNvPr>
            <p:cNvSpPr txBox="1"/>
            <p:nvPr/>
          </p:nvSpPr>
          <p:spPr>
            <a:xfrm>
              <a:off x="9039041" y="2564017"/>
              <a:ext cx="157359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int* </a:t>
              </a:r>
              <a:r>
                <a:rPr lang="en-US" sz="2400" b="1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ptr</a:t>
              </a:r>
              <a:endParaRPr lang="en-US" sz="24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293BC2-33FE-380A-B2C5-C06E0171A937}"/>
                </a:ext>
              </a:extLst>
            </p:cNvPr>
            <p:cNvSpPr txBox="1"/>
            <p:nvPr/>
          </p:nvSpPr>
          <p:spPr>
            <a:xfrm>
              <a:off x="9305522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0x40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2A877C-5690-887E-EE50-B7973B45CAF0}"/>
              </a:ext>
            </a:extLst>
          </p:cNvPr>
          <p:cNvGrpSpPr/>
          <p:nvPr/>
        </p:nvGrpSpPr>
        <p:grpSpPr>
          <a:xfrm>
            <a:off x="10180853" y="3009509"/>
            <a:ext cx="1071991" cy="1569524"/>
            <a:chOff x="9039042" y="2564017"/>
            <a:chExt cx="1071991" cy="156952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8B6DC15-2A4F-2611-B304-577C28353B48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?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B92155-FEC9-3797-D836-5C46E56C2583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?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2B4FFE-0305-ABEC-72A9-D80DA58D3ED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0x18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8CE32F-C66D-879D-DECD-A0637C7EA5F3}"/>
              </a:ext>
            </a:extLst>
          </p:cNvPr>
          <p:cNvCxnSpPr>
            <a:cxnSpLocks/>
            <a:stCxn id="4" idx="3"/>
            <a:endCxn id="15" idx="1"/>
          </p:cNvCxnSpPr>
          <p:nvPr/>
        </p:nvCxnSpPr>
        <p:spPr>
          <a:xfrm>
            <a:off x="7929654" y="1441920"/>
            <a:ext cx="2391429" cy="2352351"/>
          </a:xfrm>
          <a:prstGeom prst="straightConnector1">
            <a:avLst/>
          </a:prstGeom>
          <a:ln w="19050">
            <a:solidFill>
              <a:srgbClr val="00B050"/>
            </a:solidFill>
            <a:prstDash val="lg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8152A80-2E27-80F0-D401-785ADDB47362}"/>
              </a:ext>
            </a:extLst>
          </p:cNvPr>
          <p:cNvSpPr txBox="1"/>
          <p:nvPr/>
        </p:nvSpPr>
        <p:spPr>
          <a:xfrm>
            <a:off x="5895279" y="5052752"/>
            <a:ext cx="552654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Terminal&gt;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UNDEFINED BEHAVIOR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33CE98-D21C-FD8F-C794-7C0F83BCC318}"/>
              </a:ext>
            </a:extLst>
          </p:cNvPr>
          <p:cNvCxnSpPr>
            <a:cxnSpLocks/>
          </p:cNvCxnSpPr>
          <p:nvPr/>
        </p:nvCxnSpPr>
        <p:spPr>
          <a:xfrm>
            <a:off x="5895279" y="4991265"/>
            <a:ext cx="60811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E27335-9653-955C-8369-2840C973AA7F}"/>
              </a:ext>
            </a:extLst>
          </p:cNvPr>
          <p:cNvSpPr txBox="1"/>
          <p:nvPr/>
        </p:nvSpPr>
        <p:spPr>
          <a:xfrm>
            <a:off x="5891836" y="3651914"/>
            <a:ext cx="2212114" cy="1015663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You get </a:t>
            </a:r>
            <a:r>
              <a:rPr lang="en-US" sz="2000" b="1" u="sng" dirty="0">
                <a:solidFill>
                  <a:srgbClr val="FF0000"/>
                </a:solidFill>
              </a:rPr>
              <a:t>undefined behavior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</a:rPr>
              <a:t>if you try to dereference it.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A4975F-F120-80C9-B1CC-3673EB347190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1215483" y="4055881"/>
            <a:ext cx="4676353" cy="103865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95A0E802-FB63-68A4-654E-FFC272210C37}"/>
              </a:ext>
            </a:extLst>
          </p:cNvPr>
          <p:cNvSpPr/>
          <p:nvPr/>
        </p:nvSpPr>
        <p:spPr>
          <a:xfrm>
            <a:off x="10200983" y="2992782"/>
            <a:ext cx="1051861" cy="1224661"/>
          </a:xfrm>
          <a:prstGeom prst="mathMultiply">
            <a:avLst>
              <a:gd name="adj1" fmla="val 12019"/>
            </a:avLst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87357F3-446C-B81D-0940-42408E4205D1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8103950" y="2992782"/>
            <a:ext cx="928538" cy="1166964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054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28C84BC-1097-FE48-203F-364A71A51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81" y="289932"/>
            <a:ext cx="5384178" cy="554215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#include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&gt;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*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endParaRPr lang="en-US" b="0" dirty="0">
              <a:solidFill>
                <a:srgbClr val="008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} 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en-US" b="1" dirty="0" err="1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nullptr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16B004-6D94-C578-B639-1024B9D084CE}"/>
              </a:ext>
            </a:extLst>
          </p:cNvPr>
          <p:cNvCxnSpPr/>
          <p:nvPr/>
        </p:nvCxnSpPr>
        <p:spPr>
          <a:xfrm>
            <a:off x="5742878" y="289931"/>
            <a:ext cx="0" cy="6278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974822-7848-C7D3-5719-D204DDD8A7F8}"/>
              </a:ext>
            </a:extLst>
          </p:cNvPr>
          <p:cNvGrpSpPr/>
          <p:nvPr/>
        </p:nvGrpSpPr>
        <p:grpSpPr>
          <a:xfrm>
            <a:off x="10165177" y="657158"/>
            <a:ext cx="1071991" cy="1569524"/>
            <a:chOff x="9039042" y="2564017"/>
            <a:chExt cx="1071991" cy="15695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57FA953-BAA3-CC60-1150-129EE4E53E87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5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352D1D-1B80-6D93-614E-6FDD7989DC4F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int x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DAD25F-4037-C685-DC21-FF537ADCE0F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E65C3D5-D043-C7E1-58BB-5A56D072069B}"/>
              </a:ext>
            </a:extLst>
          </p:cNvPr>
          <p:cNvGrpSpPr/>
          <p:nvPr/>
        </p:nvGrpSpPr>
        <p:grpSpPr>
          <a:xfrm>
            <a:off x="6622542" y="657158"/>
            <a:ext cx="1573595" cy="1569524"/>
            <a:chOff x="9039041" y="2564017"/>
            <a:chExt cx="1573595" cy="156952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4C055D-800B-27A3-52BB-7E5865AFF8D4}"/>
                </a:ext>
              </a:extLst>
            </p:cNvPr>
            <p:cNvSpPr txBox="1"/>
            <p:nvPr/>
          </p:nvSpPr>
          <p:spPr>
            <a:xfrm>
              <a:off x="9305522" y="3087169"/>
              <a:ext cx="1040631" cy="5232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0x0</a:t>
              </a:r>
              <a:endParaRPr lang="en-US" sz="20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63DBD5-0562-FA53-5BFF-68B697BAB627}"/>
                </a:ext>
              </a:extLst>
            </p:cNvPr>
            <p:cNvSpPr txBox="1"/>
            <p:nvPr/>
          </p:nvSpPr>
          <p:spPr>
            <a:xfrm>
              <a:off x="9039041" y="2564017"/>
              <a:ext cx="157359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int* </a:t>
              </a:r>
              <a:r>
                <a:rPr lang="en-US" sz="2400" b="1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ptr</a:t>
              </a:r>
              <a:endParaRPr lang="en-US" sz="24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293BC2-33FE-380A-B2C5-C06E0171A937}"/>
                </a:ext>
              </a:extLst>
            </p:cNvPr>
            <p:cNvSpPr txBox="1"/>
            <p:nvPr/>
          </p:nvSpPr>
          <p:spPr>
            <a:xfrm>
              <a:off x="9305522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0x40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2A877C-5690-887E-EE50-B7973B45CAF0}"/>
              </a:ext>
            </a:extLst>
          </p:cNvPr>
          <p:cNvGrpSpPr/>
          <p:nvPr/>
        </p:nvGrpSpPr>
        <p:grpSpPr>
          <a:xfrm>
            <a:off x="10180853" y="3009509"/>
            <a:ext cx="1071991" cy="1569524"/>
            <a:chOff x="9039042" y="2564017"/>
            <a:chExt cx="1071991" cy="156952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8B6DC15-2A4F-2611-B304-577C28353B48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?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B92155-FEC9-3797-D836-5C46E56C2583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?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2B4FFE-0305-ABEC-72A9-D80DA58D3ED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0x18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8152A80-2E27-80F0-D401-785ADDB47362}"/>
              </a:ext>
            </a:extLst>
          </p:cNvPr>
          <p:cNvSpPr txBox="1"/>
          <p:nvPr/>
        </p:nvSpPr>
        <p:spPr>
          <a:xfrm>
            <a:off x="5895279" y="5052752"/>
            <a:ext cx="552654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Terminal&gt; </a:t>
            </a:r>
            <a:r>
              <a:rPr lang="en-US" sz="2400" i="1" dirty="0">
                <a:solidFill>
                  <a:schemeClr val="accent1"/>
                </a:solidFill>
                <a:latin typeface="Consolas" panose="020B0609020204030204" pitchFamily="49" charset="0"/>
              </a:rPr>
              <a:t>Nice!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33CE98-D21C-FD8F-C794-7C0F83BCC318}"/>
              </a:ext>
            </a:extLst>
          </p:cNvPr>
          <p:cNvCxnSpPr>
            <a:cxnSpLocks/>
          </p:cNvCxnSpPr>
          <p:nvPr/>
        </p:nvCxnSpPr>
        <p:spPr>
          <a:xfrm>
            <a:off x="5895279" y="4991265"/>
            <a:ext cx="60811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E27335-9653-955C-8369-2840C973AA7F}"/>
              </a:ext>
            </a:extLst>
          </p:cNvPr>
          <p:cNvSpPr txBox="1"/>
          <p:nvPr/>
        </p:nvSpPr>
        <p:spPr>
          <a:xfrm>
            <a:off x="5891836" y="3394161"/>
            <a:ext cx="2212114" cy="1323439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Set dangling pointers to </a:t>
            </a:r>
            <a:r>
              <a:rPr lang="en-US" sz="2000" b="1" u="sng" dirty="0">
                <a:solidFill>
                  <a:srgbClr val="FF0000"/>
                </a:solidFill>
              </a:rPr>
              <a:t>null</a:t>
            </a:r>
            <a:r>
              <a:rPr lang="en-US" sz="2000" dirty="0">
                <a:solidFill>
                  <a:srgbClr val="FF0000"/>
                </a:solidFill>
              </a:rPr>
              <a:t>, i.e. they are pointing </a:t>
            </a:r>
            <a:r>
              <a:rPr lang="en-US" sz="2000" b="1" u="sng" dirty="0">
                <a:solidFill>
                  <a:srgbClr val="FF0000"/>
                </a:solidFill>
              </a:rPr>
              <a:t>nowhere</a:t>
            </a:r>
            <a:r>
              <a:rPr lang="en-US" sz="2000" dirty="0">
                <a:solidFill>
                  <a:srgbClr val="FF0000"/>
                </a:solidFill>
              </a:rPr>
              <a:t>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A4975F-F120-80C9-B1CC-3673EB347190}"/>
              </a:ext>
            </a:extLst>
          </p:cNvPr>
          <p:cNvCxnSpPr>
            <a:cxnSpLocks/>
            <a:stCxn id="19" idx="3"/>
            <a:endCxn id="3" idx="1"/>
          </p:cNvCxnSpPr>
          <p:nvPr/>
        </p:nvCxnSpPr>
        <p:spPr>
          <a:xfrm flipV="1">
            <a:off x="3556103" y="4055881"/>
            <a:ext cx="2335733" cy="557038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95A0E802-FB63-68A4-654E-FFC272210C37}"/>
              </a:ext>
            </a:extLst>
          </p:cNvPr>
          <p:cNvSpPr/>
          <p:nvPr/>
        </p:nvSpPr>
        <p:spPr>
          <a:xfrm>
            <a:off x="10200983" y="2992782"/>
            <a:ext cx="1051861" cy="1224661"/>
          </a:xfrm>
          <a:prstGeom prst="mathMultiply">
            <a:avLst>
              <a:gd name="adj1" fmla="val 12019"/>
            </a:avLst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FC1F1B-D389-F052-1D36-F694D6EF1868}"/>
              </a:ext>
            </a:extLst>
          </p:cNvPr>
          <p:cNvSpPr/>
          <p:nvPr/>
        </p:nvSpPr>
        <p:spPr>
          <a:xfrm>
            <a:off x="791737" y="4291386"/>
            <a:ext cx="2764366" cy="643065"/>
          </a:xfrm>
          <a:prstGeom prst="rect">
            <a:avLst/>
          </a:prstGeom>
          <a:solidFill>
            <a:schemeClr val="accent1">
              <a:alpha val="1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0233A7-0A59-ECAE-5E92-6F74ABEBAEAD}"/>
              </a:ext>
            </a:extLst>
          </p:cNvPr>
          <p:cNvSpPr/>
          <p:nvPr/>
        </p:nvSpPr>
        <p:spPr>
          <a:xfrm>
            <a:off x="6501372" y="586538"/>
            <a:ext cx="1815932" cy="171076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B321C95-10EF-4DBB-37B3-B1508BEE207B}"/>
              </a:ext>
            </a:extLst>
          </p:cNvPr>
          <p:cNvCxnSpPr>
            <a:cxnSpLocks/>
            <a:stCxn id="3" idx="0"/>
            <a:endCxn id="26" idx="2"/>
          </p:cNvCxnSpPr>
          <p:nvPr/>
        </p:nvCxnSpPr>
        <p:spPr>
          <a:xfrm flipV="1">
            <a:off x="6997893" y="2297301"/>
            <a:ext cx="411445" cy="1096860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863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28C84BC-1097-FE48-203F-364A71A51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81" y="289932"/>
            <a:ext cx="5384178" cy="554215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#include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&gt;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*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endParaRPr lang="en-US" b="0" dirty="0">
              <a:solidFill>
                <a:srgbClr val="008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} 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en-US" b="1" dirty="0" err="1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nullptr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16B004-6D94-C578-B639-1024B9D084CE}"/>
              </a:ext>
            </a:extLst>
          </p:cNvPr>
          <p:cNvCxnSpPr/>
          <p:nvPr/>
        </p:nvCxnSpPr>
        <p:spPr>
          <a:xfrm>
            <a:off x="5742878" y="289931"/>
            <a:ext cx="0" cy="6278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974822-7848-C7D3-5719-D204DDD8A7F8}"/>
              </a:ext>
            </a:extLst>
          </p:cNvPr>
          <p:cNvGrpSpPr/>
          <p:nvPr/>
        </p:nvGrpSpPr>
        <p:grpSpPr>
          <a:xfrm>
            <a:off x="10165177" y="657158"/>
            <a:ext cx="1071991" cy="1569524"/>
            <a:chOff x="9039042" y="2564017"/>
            <a:chExt cx="1071991" cy="15695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57FA953-BAA3-CC60-1150-129EE4E53E87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5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352D1D-1B80-6D93-614E-6FDD7989DC4F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int x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DAD25F-4037-C685-DC21-FF537ADCE0F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E65C3D5-D043-C7E1-58BB-5A56D072069B}"/>
              </a:ext>
            </a:extLst>
          </p:cNvPr>
          <p:cNvGrpSpPr/>
          <p:nvPr/>
        </p:nvGrpSpPr>
        <p:grpSpPr>
          <a:xfrm>
            <a:off x="6622542" y="657158"/>
            <a:ext cx="1573595" cy="1569524"/>
            <a:chOff x="9039041" y="2564017"/>
            <a:chExt cx="1573595" cy="156952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4C055D-800B-27A3-52BB-7E5865AFF8D4}"/>
                </a:ext>
              </a:extLst>
            </p:cNvPr>
            <p:cNvSpPr txBox="1"/>
            <p:nvPr/>
          </p:nvSpPr>
          <p:spPr>
            <a:xfrm>
              <a:off x="9305522" y="3087169"/>
              <a:ext cx="1040631" cy="5232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0x0</a:t>
              </a:r>
              <a:endParaRPr lang="en-US" sz="20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63DBD5-0562-FA53-5BFF-68B697BAB627}"/>
                </a:ext>
              </a:extLst>
            </p:cNvPr>
            <p:cNvSpPr txBox="1"/>
            <p:nvPr/>
          </p:nvSpPr>
          <p:spPr>
            <a:xfrm>
              <a:off x="9039041" y="2564017"/>
              <a:ext cx="157359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int* </a:t>
              </a:r>
              <a:r>
                <a:rPr lang="en-US" sz="2400" b="1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ptr</a:t>
              </a:r>
              <a:endParaRPr lang="en-US" sz="24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293BC2-33FE-380A-B2C5-C06E0171A937}"/>
                </a:ext>
              </a:extLst>
            </p:cNvPr>
            <p:cNvSpPr txBox="1"/>
            <p:nvPr/>
          </p:nvSpPr>
          <p:spPr>
            <a:xfrm>
              <a:off x="9305522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0x40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2A877C-5690-887E-EE50-B7973B45CAF0}"/>
              </a:ext>
            </a:extLst>
          </p:cNvPr>
          <p:cNvGrpSpPr/>
          <p:nvPr/>
        </p:nvGrpSpPr>
        <p:grpSpPr>
          <a:xfrm>
            <a:off x="10180853" y="3009509"/>
            <a:ext cx="1071991" cy="1569524"/>
            <a:chOff x="9039042" y="2564017"/>
            <a:chExt cx="1071991" cy="156952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8B6DC15-2A4F-2611-B304-577C28353B48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?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B92155-FEC9-3797-D836-5C46E56C2583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?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2B4FFE-0305-ABEC-72A9-D80DA58D3ED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0x18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8152A80-2E27-80F0-D401-785ADDB47362}"/>
              </a:ext>
            </a:extLst>
          </p:cNvPr>
          <p:cNvSpPr txBox="1"/>
          <p:nvPr/>
        </p:nvSpPr>
        <p:spPr>
          <a:xfrm>
            <a:off x="5895279" y="5052752"/>
            <a:ext cx="552654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Terminal&gt; </a:t>
            </a:r>
            <a:r>
              <a:rPr lang="en-US" sz="2400" i="1" dirty="0">
                <a:solidFill>
                  <a:schemeClr val="accent1"/>
                </a:solidFill>
                <a:latin typeface="Consolas" panose="020B0609020204030204" pitchFamily="49" charset="0"/>
              </a:rPr>
              <a:t>Nice!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33CE98-D21C-FD8F-C794-7C0F83BCC318}"/>
              </a:ext>
            </a:extLst>
          </p:cNvPr>
          <p:cNvCxnSpPr>
            <a:cxnSpLocks/>
          </p:cNvCxnSpPr>
          <p:nvPr/>
        </p:nvCxnSpPr>
        <p:spPr>
          <a:xfrm>
            <a:off x="5895279" y="4991265"/>
            <a:ext cx="60811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E27335-9653-955C-8369-2840C973AA7F}"/>
              </a:ext>
            </a:extLst>
          </p:cNvPr>
          <p:cNvSpPr txBox="1"/>
          <p:nvPr/>
        </p:nvSpPr>
        <p:spPr>
          <a:xfrm>
            <a:off x="5891836" y="3394161"/>
            <a:ext cx="2212114" cy="1323439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Set dangling pointers to </a:t>
            </a:r>
            <a:r>
              <a:rPr lang="en-US" sz="2000" b="1" u="sng" dirty="0">
                <a:solidFill>
                  <a:srgbClr val="FF0000"/>
                </a:solidFill>
              </a:rPr>
              <a:t>null</a:t>
            </a:r>
            <a:r>
              <a:rPr lang="en-US" sz="2000" dirty="0">
                <a:solidFill>
                  <a:srgbClr val="FF0000"/>
                </a:solidFill>
              </a:rPr>
              <a:t>, i.e. they are pointing </a:t>
            </a:r>
            <a:r>
              <a:rPr lang="en-US" sz="2000" b="1" u="sng" dirty="0">
                <a:solidFill>
                  <a:srgbClr val="FF0000"/>
                </a:solidFill>
              </a:rPr>
              <a:t>nowhere</a:t>
            </a:r>
            <a:r>
              <a:rPr lang="en-US" sz="2000" dirty="0">
                <a:solidFill>
                  <a:srgbClr val="FF0000"/>
                </a:solidFill>
              </a:rPr>
              <a:t>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A4975F-F120-80C9-B1CC-3673EB347190}"/>
              </a:ext>
            </a:extLst>
          </p:cNvPr>
          <p:cNvCxnSpPr>
            <a:cxnSpLocks/>
            <a:stCxn id="19" idx="3"/>
            <a:endCxn id="3" idx="1"/>
          </p:cNvCxnSpPr>
          <p:nvPr/>
        </p:nvCxnSpPr>
        <p:spPr>
          <a:xfrm flipV="1">
            <a:off x="3556103" y="4055881"/>
            <a:ext cx="2335733" cy="557038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95A0E802-FB63-68A4-654E-FFC272210C37}"/>
              </a:ext>
            </a:extLst>
          </p:cNvPr>
          <p:cNvSpPr/>
          <p:nvPr/>
        </p:nvSpPr>
        <p:spPr>
          <a:xfrm>
            <a:off x="10200983" y="2992782"/>
            <a:ext cx="1051861" cy="1224661"/>
          </a:xfrm>
          <a:prstGeom prst="mathMultiply">
            <a:avLst>
              <a:gd name="adj1" fmla="val 12019"/>
            </a:avLst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FC1F1B-D389-F052-1D36-F694D6EF1868}"/>
              </a:ext>
            </a:extLst>
          </p:cNvPr>
          <p:cNvSpPr/>
          <p:nvPr/>
        </p:nvSpPr>
        <p:spPr>
          <a:xfrm>
            <a:off x="791737" y="4291386"/>
            <a:ext cx="2764366" cy="643065"/>
          </a:xfrm>
          <a:prstGeom prst="rect">
            <a:avLst/>
          </a:prstGeom>
          <a:solidFill>
            <a:schemeClr val="accent1">
              <a:alpha val="1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0233A7-0A59-ECAE-5E92-6F74ABEBAEAD}"/>
              </a:ext>
            </a:extLst>
          </p:cNvPr>
          <p:cNvSpPr/>
          <p:nvPr/>
        </p:nvSpPr>
        <p:spPr>
          <a:xfrm>
            <a:off x="6501372" y="586538"/>
            <a:ext cx="1815932" cy="171076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B321C95-10EF-4DBB-37B3-B1508BEE207B}"/>
              </a:ext>
            </a:extLst>
          </p:cNvPr>
          <p:cNvCxnSpPr>
            <a:cxnSpLocks/>
            <a:stCxn id="3" idx="0"/>
            <a:endCxn id="26" idx="2"/>
          </p:cNvCxnSpPr>
          <p:nvPr/>
        </p:nvCxnSpPr>
        <p:spPr>
          <a:xfrm flipV="1">
            <a:off x="6997893" y="2297301"/>
            <a:ext cx="411445" cy="1096860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D5CBBA8-BDE5-3F74-7317-34FA78C22F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09CCAA-9C02-53CD-F59E-BDAEC9BBAF66}"/>
              </a:ext>
            </a:extLst>
          </p:cNvPr>
          <p:cNvSpPr txBox="1"/>
          <p:nvPr/>
        </p:nvSpPr>
        <p:spPr>
          <a:xfrm>
            <a:off x="2597674" y="1540258"/>
            <a:ext cx="6996651" cy="3785652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0" i="1" dirty="0">
                <a:solidFill>
                  <a:srgbClr val="FF0000"/>
                </a:solidFill>
              </a:rPr>
              <a:t>The story actually hasn’t ended yet…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EC6CA9-CE2F-1F50-8C51-88C35B67918D}"/>
              </a:ext>
            </a:extLst>
          </p:cNvPr>
          <p:cNvSpPr txBox="1"/>
          <p:nvPr/>
        </p:nvSpPr>
        <p:spPr>
          <a:xfrm>
            <a:off x="5984652" y="120943"/>
            <a:ext cx="6081131" cy="1323439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i="1" dirty="0">
                <a:solidFill>
                  <a:schemeClr val="accent1"/>
                </a:solidFill>
              </a:rPr>
              <a:t>Can you think of a possible sequel to this story?</a:t>
            </a:r>
          </a:p>
        </p:txBody>
      </p:sp>
    </p:spTree>
    <p:extLst>
      <p:ext uri="{BB962C8B-B14F-4D97-AF65-F5344CB8AC3E}">
        <p14:creationId xmlns:p14="http://schemas.microsoft.com/office/powerpoint/2010/main" val="4096135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28C84BC-1097-FE48-203F-364A71A51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81" y="289932"/>
            <a:ext cx="5384178" cy="554215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#include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&gt;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*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endParaRPr lang="en-US" b="0" dirty="0">
              <a:solidFill>
                <a:srgbClr val="008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} 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en-US" dirty="0" err="1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nullptr</a:t>
            </a:r>
            <a:r>
              <a:rPr lang="en-US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  <a:b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endParaRPr lang="en-US" b="1" dirty="0">
              <a:solidFill>
                <a:srgbClr val="000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std::</a:t>
            </a:r>
            <a:r>
              <a:rPr lang="en-US" b="1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*</a:t>
            </a:r>
            <a:r>
              <a:rPr lang="en-US" b="1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b="1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1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b="1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16B004-6D94-C578-B639-1024B9D084CE}"/>
              </a:ext>
            </a:extLst>
          </p:cNvPr>
          <p:cNvCxnSpPr/>
          <p:nvPr/>
        </p:nvCxnSpPr>
        <p:spPr>
          <a:xfrm>
            <a:off x="5742878" y="289931"/>
            <a:ext cx="0" cy="6278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974822-7848-C7D3-5719-D204DDD8A7F8}"/>
              </a:ext>
            </a:extLst>
          </p:cNvPr>
          <p:cNvGrpSpPr/>
          <p:nvPr/>
        </p:nvGrpSpPr>
        <p:grpSpPr>
          <a:xfrm>
            <a:off x="10165177" y="657158"/>
            <a:ext cx="1071991" cy="1569524"/>
            <a:chOff x="9039042" y="2564017"/>
            <a:chExt cx="1071991" cy="15695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57FA953-BAA3-CC60-1150-129EE4E53E87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5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352D1D-1B80-6D93-614E-6FDD7989DC4F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int x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DAD25F-4037-C685-DC21-FF537ADCE0F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E65C3D5-D043-C7E1-58BB-5A56D072069B}"/>
              </a:ext>
            </a:extLst>
          </p:cNvPr>
          <p:cNvGrpSpPr/>
          <p:nvPr/>
        </p:nvGrpSpPr>
        <p:grpSpPr>
          <a:xfrm>
            <a:off x="6622542" y="657158"/>
            <a:ext cx="1573595" cy="1569524"/>
            <a:chOff x="9039041" y="2564017"/>
            <a:chExt cx="1573595" cy="156952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4C055D-800B-27A3-52BB-7E5865AFF8D4}"/>
                </a:ext>
              </a:extLst>
            </p:cNvPr>
            <p:cNvSpPr txBox="1"/>
            <p:nvPr/>
          </p:nvSpPr>
          <p:spPr>
            <a:xfrm>
              <a:off x="9305522" y="3087169"/>
              <a:ext cx="1040631" cy="5232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0x0</a:t>
              </a:r>
              <a:endParaRPr lang="en-US" sz="20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63DBD5-0562-FA53-5BFF-68B697BAB627}"/>
                </a:ext>
              </a:extLst>
            </p:cNvPr>
            <p:cNvSpPr txBox="1"/>
            <p:nvPr/>
          </p:nvSpPr>
          <p:spPr>
            <a:xfrm>
              <a:off x="9039041" y="2564017"/>
              <a:ext cx="157359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int* </a:t>
              </a:r>
              <a:r>
                <a:rPr lang="en-US" sz="2400" b="1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ptr</a:t>
              </a:r>
              <a:endParaRPr lang="en-US" sz="24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293BC2-33FE-380A-B2C5-C06E0171A937}"/>
                </a:ext>
              </a:extLst>
            </p:cNvPr>
            <p:cNvSpPr txBox="1"/>
            <p:nvPr/>
          </p:nvSpPr>
          <p:spPr>
            <a:xfrm>
              <a:off x="9305522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0x40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2A877C-5690-887E-EE50-B7973B45CAF0}"/>
              </a:ext>
            </a:extLst>
          </p:cNvPr>
          <p:cNvGrpSpPr/>
          <p:nvPr/>
        </p:nvGrpSpPr>
        <p:grpSpPr>
          <a:xfrm>
            <a:off x="10180853" y="3009509"/>
            <a:ext cx="1071991" cy="1569524"/>
            <a:chOff x="9039042" y="2564017"/>
            <a:chExt cx="1071991" cy="156952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8B6DC15-2A4F-2611-B304-577C28353B48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?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B92155-FEC9-3797-D836-5C46E56C2583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?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2B4FFE-0305-ABEC-72A9-D80DA58D3ED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0x18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8152A80-2E27-80F0-D401-785ADDB47362}"/>
              </a:ext>
            </a:extLst>
          </p:cNvPr>
          <p:cNvSpPr txBox="1"/>
          <p:nvPr/>
        </p:nvSpPr>
        <p:spPr>
          <a:xfrm>
            <a:off x="5895279" y="5052752"/>
            <a:ext cx="552654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Terminal&gt;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???</a:t>
            </a:r>
            <a:endParaRPr lang="en-US" sz="2400" i="1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33CE98-D21C-FD8F-C794-7C0F83BCC318}"/>
              </a:ext>
            </a:extLst>
          </p:cNvPr>
          <p:cNvCxnSpPr>
            <a:cxnSpLocks/>
          </p:cNvCxnSpPr>
          <p:nvPr/>
        </p:nvCxnSpPr>
        <p:spPr>
          <a:xfrm>
            <a:off x="5895279" y="4991265"/>
            <a:ext cx="60811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E27335-9653-955C-8369-2840C973AA7F}"/>
              </a:ext>
            </a:extLst>
          </p:cNvPr>
          <p:cNvSpPr txBox="1"/>
          <p:nvPr/>
        </p:nvSpPr>
        <p:spPr>
          <a:xfrm>
            <a:off x="5891835" y="3394161"/>
            <a:ext cx="2794963" cy="1015663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What will happen on dereferencing 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ptr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</a:rPr>
              <a:t>while it’s pointing </a:t>
            </a:r>
            <a:r>
              <a:rPr lang="en-US" sz="2000" b="1" u="sng" dirty="0">
                <a:solidFill>
                  <a:srgbClr val="FF0000"/>
                </a:solidFill>
              </a:rPr>
              <a:t>nowhere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95A0E802-FB63-68A4-654E-FFC272210C37}"/>
              </a:ext>
            </a:extLst>
          </p:cNvPr>
          <p:cNvSpPr/>
          <p:nvPr/>
        </p:nvSpPr>
        <p:spPr>
          <a:xfrm>
            <a:off x="10200983" y="2992782"/>
            <a:ext cx="1051861" cy="1224661"/>
          </a:xfrm>
          <a:prstGeom prst="mathMultiply">
            <a:avLst>
              <a:gd name="adj1" fmla="val 12019"/>
            </a:avLst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0233A7-0A59-ECAE-5E92-6F74ABEBAEAD}"/>
              </a:ext>
            </a:extLst>
          </p:cNvPr>
          <p:cNvSpPr/>
          <p:nvPr/>
        </p:nvSpPr>
        <p:spPr>
          <a:xfrm>
            <a:off x="6501372" y="586538"/>
            <a:ext cx="1815932" cy="171076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CBF4FF-3A7F-FCDA-D627-D094841D00DD}"/>
              </a:ext>
            </a:extLst>
          </p:cNvPr>
          <p:cNvSpPr/>
          <p:nvPr/>
        </p:nvSpPr>
        <p:spPr>
          <a:xfrm>
            <a:off x="735980" y="4283575"/>
            <a:ext cx="3751884" cy="548676"/>
          </a:xfrm>
          <a:prstGeom prst="rect">
            <a:avLst/>
          </a:prstGeom>
          <a:solidFill>
            <a:schemeClr val="accent1">
              <a:alpha val="1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A3B55DC-90C7-C467-1189-78AFE42C216D}"/>
              </a:ext>
            </a:extLst>
          </p:cNvPr>
          <p:cNvCxnSpPr>
            <a:cxnSpLocks/>
            <a:stCxn id="18" idx="3"/>
            <a:endCxn id="3" idx="1"/>
          </p:cNvCxnSpPr>
          <p:nvPr/>
        </p:nvCxnSpPr>
        <p:spPr>
          <a:xfrm flipV="1">
            <a:off x="4487864" y="3901993"/>
            <a:ext cx="1403971" cy="655920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C773E4A-87A9-02D9-0F26-F2D924086DE1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7289317" y="4409824"/>
            <a:ext cx="438478" cy="642928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436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28C84BC-1097-FE48-203F-364A71A51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81" y="289932"/>
            <a:ext cx="5384178" cy="554215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#include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&gt;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*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endParaRPr lang="en-US" b="0" dirty="0">
              <a:solidFill>
                <a:srgbClr val="008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} 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en-US" dirty="0" err="1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nullptr</a:t>
            </a:r>
            <a:r>
              <a:rPr lang="en-US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  <a:b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endParaRPr lang="en-US" b="1" dirty="0">
              <a:solidFill>
                <a:srgbClr val="000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std::</a:t>
            </a:r>
            <a:r>
              <a:rPr lang="en-US" b="1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*</a:t>
            </a:r>
            <a:r>
              <a:rPr lang="en-US" b="1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b="1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1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b="1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16B004-6D94-C578-B639-1024B9D084CE}"/>
              </a:ext>
            </a:extLst>
          </p:cNvPr>
          <p:cNvCxnSpPr/>
          <p:nvPr/>
        </p:nvCxnSpPr>
        <p:spPr>
          <a:xfrm>
            <a:off x="5742878" y="289931"/>
            <a:ext cx="0" cy="6278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974822-7848-C7D3-5719-D204DDD8A7F8}"/>
              </a:ext>
            </a:extLst>
          </p:cNvPr>
          <p:cNvGrpSpPr/>
          <p:nvPr/>
        </p:nvGrpSpPr>
        <p:grpSpPr>
          <a:xfrm>
            <a:off x="10165177" y="657158"/>
            <a:ext cx="1071991" cy="1569524"/>
            <a:chOff x="9039042" y="2564017"/>
            <a:chExt cx="1071991" cy="15695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57FA953-BAA3-CC60-1150-129EE4E53E87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5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352D1D-1B80-6D93-614E-6FDD7989DC4F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int x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DAD25F-4037-C685-DC21-FF537ADCE0F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E65C3D5-D043-C7E1-58BB-5A56D072069B}"/>
              </a:ext>
            </a:extLst>
          </p:cNvPr>
          <p:cNvGrpSpPr/>
          <p:nvPr/>
        </p:nvGrpSpPr>
        <p:grpSpPr>
          <a:xfrm>
            <a:off x="6622542" y="657158"/>
            <a:ext cx="1573595" cy="1569524"/>
            <a:chOff x="9039041" y="2564017"/>
            <a:chExt cx="1573595" cy="156952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4C055D-800B-27A3-52BB-7E5865AFF8D4}"/>
                </a:ext>
              </a:extLst>
            </p:cNvPr>
            <p:cNvSpPr txBox="1"/>
            <p:nvPr/>
          </p:nvSpPr>
          <p:spPr>
            <a:xfrm>
              <a:off x="9305522" y="3087169"/>
              <a:ext cx="1040631" cy="5232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0x0</a:t>
              </a:r>
              <a:endParaRPr lang="en-US" sz="20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63DBD5-0562-FA53-5BFF-68B697BAB627}"/>
                </a:ext>
              </a:extLst>
            </p:cNvPr>
            <p:cNvSpPr txBox="1"/>
            <p:nvPr/>
          </p:nvSpPr>
          <p:spPr>
            <a:xfrm>
              <a:off x="9039041" y="2564017"/>
              <a:ext cx="157359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int* </a:t>
              </a:r>
              <a:r>
                <a:rPr lang="en-US" sz="2400" b="1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ptr</a:t>
              </a:r>
              <a:endParaRPr lang="en-US" sz="24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293BC2-33FE-380A-B2C5-C06E0171A937}"/>
                </a:ext>
              </a:extLst>
            </p:cNvPr>
            <p:cNvSpPr txBox="1"/>
            <p:nvPr/>
          </p:nvSpPr>
          <p:spPr>
            <a:xfrm>
              <a:off x="9305522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0x40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2A877C-5690-887E-EE50-B7973B45CAF0}"/>
              </a:ext>
            </a:extLst>
          </p:cNvPr>
          <p:cNvGrpSpPr/>
          <p:nvPr/>
        </p:nvGrpSpPr>
        <p:grpSpPr>
          <a:xfrm>
            <a:off x="10180853" y="3009509"/>
            <a:ext cx="1071991" cy="1569524"/>
            <a:chOff x="9039042" y="2564017"/>
            <a:chExt cx="1071991" cy="156952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8B6DC15-2A4F-2611-B304-577C28353B48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?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B92155-FEC9-3797-D836-5C46E56C2583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?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2B4FFE-0305-ABEC-72A9-D80DA58D3ED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0x18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8152A80-2E27-80F0-D401-785ADDB47362}"/>
              </a:ext>
            </a:extLst>
          </p:cNvPr>
          <p:cNvSpPr txBox="1"/>
          <p:nvPr/>
        </p:nvSpPr>
        <p:spPr>
          <a:xfrm>
            <a:off x="5895279" y="5052752"/>
            <a:ext cx="5526547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Terminal&gt;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UNDEFINED BEHAVIOR </a:t>
            </a:r>
            <a:r>
              <a:rPr lang="en-US" sz="2400" i="1" dirty="0">
                <a:solidFill>
                  <a:srgbClr val="FF0000"/>
                </a:solidFill>
                <a:latin typeface="Consolas" panose="020B0609020204030204" pitchFamily="49" charset="0"/>
              </a:rPr>
              <a:t>(Mostly likely a program crash).</a:t>
            </a:r>
            <a:endParaRPr lang="en-US" sz="2400" i="1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33CE98-D21C-FD8F-C794-7C0F83BCC318}"/>
              </a:ext>
            </a:extLst>
          </p:cNvPr>
          <p:cNvCxnSpPr>
            <a:cxnSpLocks/>
          </p:cNvCxnSpPr>
          <p:nvPr/>
        </p:nvCxnSpPr>
        <p:spPr>
          <a:xfrm>
            <a:off x="5895279" y="4991265"/>
            <a:ext cx="60811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E27335-9653-955C-8369-2840C973AA7F}"/>
              </a:ext>
            </a:extLst>
          </p:cNvPr>
          <p:cNvSpPr txBox="1"/>
          <p:nvPr/>
        </p:nvSpPr>
        <p:spPr>
          <a:xfrm>
            <a:off x="5891835" y="3394161"/>
            <a:ext cx="2794963" cy="707886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This will also be </a:t>
            </a:r>
            <a:r>
              <a:rPr lang="en-US" sz="2000" b="1" u="sng" dirty="0">
                <a:solidFill>
                  <a:srgbClr val="FF0000"/>
                </a:solidFill>
              </a:rPr>
              <a:t>UNDEFINED BEHAVIOR</a:t>
            </a:r>
            <a:r>
              <a:rPr lang="en-US" sz="20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95A0E802-FB63-68A4-654E-FFC272210C37}"/>
              </a:ext>
            </a:extLst>
          </p:cNvPr>
          <p:cNvSpPr/>
          <p:nvPr/>
        </p:nvSpPr>
        <p:spPr>
          <a:xfrm>
            <a:off x="10200983" y="2992782"/>
            <a:ext cx="1051861" cy="1224661"/>
          </a:xfrm>
          <a:prstGeom prst="mathMultiply">
            <a:avLst>
              <a:gd name="adj1" fmla="val 12019"/>
            </a:avLst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0233A7-0A59-ECAE-5E92-6F74ABEBAEAD}"/>
              </a:ext>
            </a:extLst>
          </p:cNvPr>
          <p:cNvSpPr/>
          <p:nvPr/>
        </p:nvSpPr>
        <p:spPr>
          <a:xfrm>
            <a:off x="6501372" y="586538"/>
            <a:ext cx="1815932" cy="171076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CBF4FF-3A7F-FCDA-D627-D094841D00DD}"/>
              </a:ext>
            </a:extLst>
          </p:cNvPr>
          <p:cNvSpPr/>
          <p:nvPr/>
        </p:nvSpPr>
        <p:spPr>
          <a:xfrm>
            <a:off x="735980" y="4283575"/>
            <a:ext cx="3751884" cy="548676"/>
          </a:xfrm>
          <a:prstGeom prst="rect">
            <a:avLst/>
          </a:prstGeom>
          <a:solidFill>
            <a:schemeClr val="accent1">
              <a:alpha val="1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A3B55DC-90C7-C467-1189-78AFE42C216D}"/>
              </a:ext>
            </a:extLst>
          </p:cNvPr>
          <p:cNvCxnSpPr>
            <a:cxnSpLocks/>
            <a:stCxn id="18" idx="3"/>
            <a:endCxn id="3" idx="1"/>
          </p:cNvCxnSpPr>
          <p:nvPr/>
        </p:nvCxnSpPr>
        <p:spPr>
          <a:xfrm flipV="1">
            <a:off x="4487864" y="3748104"/>
            <a:ext cx="1403971" cy="809809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C773E4A-87A9-02D9-0F26-F2D924086DE1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7289317" y="4102047"/>
            <a:ext cx="438478" cy="950705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982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28C84BC-1097-FE48-203F-364A71A51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81" y="289932"/>
            <a:ext cx="5384178" cy="554215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#include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&gt;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*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endParaRPr lang="en-US" b="0" dirty="0">
              <a:solidFill>
                <a:srgbClr val="008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} 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en-US" dirty="0" err="1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nullptr</a:t>
            </a:r>
            <a:r>
              <a:rPr lang="en-US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  <a:b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endParaRPr lang="en-US" b="1" dirty="0">
              <a:solidFill>
                <a:srgbClr val="000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std::</a:t>
            </a:r>
            <a:r>
              <a:rPr lang="en-US" b="1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*</a:t>
            </a:r>
            <a:r>
              <a:rPr lang="en-US" b="1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b="1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1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b="1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16B004-6D94-C578-B639-1024B9D084CE}"/>
              </a:ext>
            </a:extLst>
          </p:cNvPr>
          <p:cNvCxnSpPr/>
          <p:nvPr/>
        </p:nvCxnSpPr>
        <p:spPr>
          <a:xfrm>
            <a:off x="5742878" y="289931"/>
            <a:ext cx="0" cy="6278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974822-7848-C7D3-5719-D204DDD8A7F8}"/>
              </a:ext>
            </a:extLst>
          </p:cNvPr>
          <p:cNvGrpSpPr/>
          <p:nvPr/>
        </p:nvGrpSpPr>
        <p:grpSpPr>
          <a:xfrm>
            <a:off x="10165177" y="657158"/>
            <a:ext cx="1071991" cy="1569524"/>
            <a:chOff x="9039042" y="2564017"/>
            <a:chExt cx="1071991" cy="15695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57FA953-BAA3-CC60-1150-129EE4E53E87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5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352D1D-1B80-6D93-614E-6FDD7989DC4F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int x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DAD25F-4037-C685-DC21-FF537ADCE0F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E65C3D5-D043-C7E1-58BB-5A56D072069B}"/>
              </a:ext>
            </a:extLst>
          </p:cNvPr>
          <p:cNvGrpSpPr/>
          <p:nvPr/>
        </p:nvGrpSpPr>
        <p:grpSpPr>
          <a:xfrm>
            <a:off x="6622542" y="657158"/>
            <a:ext cx="1573595" cy="1569524"/>
            <a:chOff x="9039041" y="2564017"/>
            <a:chExt cx="1573595" cy="156952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4C055D-800B-27A3-52BB-7E5865AFF8D4}"/>
                </a:ext>
              </a:extLst>
            </p:cNvPr>
            <p:cNvSpPr txBox="1"/>
            <p:nvPr/>
          </p:nvSpPr>
          <p:spPr>
            <a:xfrm>
              <a:off x="9305522" y="3087169"/>
              <a:ext cx="1040631" cy="5232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0x0</a:t>
              </a:r>
              <a:endParaRPr lang="en-US" sz="20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63DBD5-0562-FA53-5BFF-68B697BAB627}"/>
                </a:ext>
              </a:extLst>
            </p:cNvPr>
            <p:cNvSpPr txBox="1"/>
            <p:nvPr/>
          </p:nvSpPr>
          <p:spPr>
            <a:xfrm>
              <a:off x="9039041" y="2564017"/>
              <a:ext cx="157359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int* </a:t>
              </a:r>
              <a:r>
                <a:rPr lang="en-US" sz="2400" b="1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ptr</a:t>
              </a:r>
              <a:endParaRPr lang="en-US" sz="24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293BC2-33FE-380A-B2C5-C06E0171A937}"/>
                </a:ext>
              </a:extLst>
            </p:cNvPr>
            <p:cNvSpPr txBox="1"/>
            <p:nvPr/>
          </p:nvSpPr>
          <p:spPr>
            <a:xfrm>
              <a:off x="9305522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0x40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2A877C-5690-887E-EE50-B7973B45CAF0}"/>
              </a:ext>
            </a:extLst>
          </p:cNvPr>
          <p:cNvGrpSpPr/>
          <p:nvPr/>
        </p:nvGrpSpPr>
        <p:grpSpPr>
          <a:xfrm>
            <a:off x="10180853" y="3009509"/>
            <a:ext cx="1071991" cy="1569524"/>
            <a:chOff x="9039042" y="2564017"/>
            <a:chExt cx="1071991" cy="156952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8B6DC15-2A4F-2611-B304-577C28353B48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?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B92155-FEC9-3797-D836-5C46E56C2583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?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2B4FFE-0305-ABEC-72A9-D80DA58D3ED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0x18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8152A80-2E27-80F0-D401-785ADDB47362}"/>
              </a:ext>
            </a:extLst>
          </p:cNvPr>
          <p:cNvSpPr txBox="1"/>
          <p:nvPr/>
        </p:nvSpPr>
        <p:spPr>
          <a:xfrm>
            <a:off x="5895279" y="5052752"/>
            <a:ext cx="5526547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Terminal&gt;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UNDEFINED BEHAVIOR </a:t>
            </a:r>
            <a:r>
              <a:rPr lang="en-US" sz="2400" i="1" dirty="0">
                <a:solidFill>
                  <a:srgbClr val="FF0000"/>
                </a:solidFill>
                <a:latin typeface="Consolas" panose="020B0609020204030204" pitchFamily="49" charset="0"/>
              </a:rPr>
              <a:t>(Mostly likely a program crash).</a:t>
            </a:r>
            <a:endParaRPr lang="en-US" sz="2400" i="1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33CE98-D21C-FD8F-C794-7C0F83BCC318}"/>
              </a:ext>
            </a:extLst>
          </p:cNvPr>
          <p:cNvCxnSpPr>
            <a:cxnSpLocks/>
          </p:cNvCxnSpPr>
          <p:nvPr/>
        </p:nvCxnSpPr>
        <p:spPr>
          <a:xfrm>
            <a:off x="5895279" y="4991265"/>
            <a:ext cx="60811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E27335-9653-955C-8369-2840C973AA7F}"/>
              </a:ext>
            </a:extLst>
          </p:cNvPr>
          <p:cNvSpPr txBox="1"/>
          <p:nvPr/>
        </p:nvSpPr>
        <p:spPr>
          <a:xfrm>
            <a:off x="5891835" y="3394161"/>
            <a:ext cx="2794963" cy="707886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This will also be </a:t>
            </a:r>
            <a:r>
              <a:rPr lang="en-US" sz="2000" b="1" u="sng" dirty="0">
                <a:solidFill>
                  <a:srgbClr val="FF0000"/>
                </a:solidFill>
              </a:rPr>
              <a:t>UNDEFINED BEHAVIOR</a:t>
            </a:r>
            <a:r>
              <a:rPr lang="en-US" sz="20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95A0E802-FB63-68A4-654E-FFC272210C37}"/>
              </a:ext>
            </a:extLst>
          </p:cNvPr>
          <p:cNvSpPr/>
          <p:nvPr/>
        </p:nvSpPr>
        <p:spPr>
          <a:xfrm>
            <a:off x="10200983" y="2992782"/>
            <a:ext cx="1051861" cy="1224661"/>
          </a:xfrm>
          <a:prstGeom prst="mathMultiply">
            <a:avLst>
              <a:gd name="adj1" fmla="val 12019"/>
            </a:avLst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0233A7-0A59-ECAE-5E92-6F74ABEBAEAD}"/>
              </a:ext>
            </a:extLst>
          </p:cNvPr>
          <p:cNvSpPr/>
          <p:nvPr/>
        </p:nvSpPr>
        <p:spPr>
          <a:xfrm>
            <a:off x="6501372" y="586538"/>
            <a:ext cx="1815932" cy="171076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CBF4FF-3A7F-FCDA-D627-D094841D00DD}"/>
              </a:ext>
            </a:extLst>
          </p:cNvPr>
          <p:cNvSpPr/>
          <p:nvPr/>
        </p:nvSpPr>
        <p:spPr>
          <a:xfrm>
            <a:off x="735980" y="4283575"/>
            <a:ext cx="3751884" cy="548676"/>
          </a:xfrm>
          <a:prstGeom prst="rect">
            <a:avLst/>
          </a:prstGeom>
          <a:solidFill>
            <a:schemeClr val="accent1">
              <a:alpha val="1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A3B55DC-90C7-C467-1189-78AFE42C216D}"/>
              </a:ext>
            </a:extLst>
          </p:cNvPr>
          <p:cNvCxnSpPr>
            <a:cxnSpLocks/>
            <a:stCxn id="18" idx="3"/>
            <a:endCxn id="3" idx="1"/>
          </p:cNvCxnSpPr>
          <p:nvPr/>
        </p:nvCxnSpPr>
        <p:spPr>
          <a:xfrm flipV="1">
            <a:off x="4487864" y="3748104"/>
            <a:ext cx="1403971" cy="809809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C773E4A-87A9-02D9-0F26-F2D924086DE1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7289317" y="4102047"/>
            <a:ext cx="438478" cy="950705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EA118E5-5716-3413-6D4C-0AEF58D168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9F4622-E054-7A27-A7CB-BF3BE105C956}"/>
              </a:ext>
            </a:extLst>
          </p:cNvPr>
          <p:cNvSpPr txBox="1"/>
          <p:nvPr/>
        </p:nvSpPr>
        <p:spPr>
          <a:xfrm>
            <a:off x="2090578" y="2767279"/>
            <a:ext cx="8010844" cy="1323439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0" i="1" dirty="0">
                <a:solidFill>
                  <a:srgbClr val="FF0000"/>
                </a:solidFill>
              </a:rPr>
              <a:t>Any workarounds?</a:t>
            </a:r>
          </a:p>
        </p:txBody>
      </p:sp>
    </p:spTree>
    <p:extLst>
      <p:ext uri="{BB962C8B-B14F-4D97-AF65-F5344CB8AC3E}">
        <p14:creationId xmlns:p14="http://schemas.microsoft.com/office/powerpoint/2010/main" val="4304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28C84BC-1097-FE48-203F-364A71A51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81" y="289932"/>
            <a:ext cx="5384178" cy="627813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#include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&gt;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*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endParaRPr lang="en-US" b="0" dirty="0">
              <a:solidFill>
                <a:srgbClr val="008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} 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en-US" dirty="0" err="1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nullptr</a:t>
            </a:r>
            <a:r>
              <a:rPr lang="en-US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  <a:b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endParaRPr lang="en-US" b="1" dirty="0">
              <a:solidFill>
                <a:srgbClr val="000000"/>
              </a:solidFill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sz="2900" b="1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sz="2900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(</a:t>
            </a:r>
            <a:r>
              <a:rPr lang="en-US" sz="2900" b="1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sz="2900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== </a:t>
            </a:r>
            <a:r>
              <a:rPr lang="en-US" sz="2900" b="1" dirty="0" err="1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nullptr</a:t>
            </a:r>
            <a:r>
              <a:rPr lang="en-US" sz="2900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std::</a:t>
            </a:r>
            <a:r>
              <a:rPr lang="en-US" sz="2900" b="1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sz="2900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sz="2900" b="1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en-US" sz="2900" b="1" dirty="0" err="1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sz="2900" b="1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 is null</a:t>
            </a:r>
            <a:r>
              <a:rPr lang="en-US" sz="2900" b="1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sz="2900" b="1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en-US" sz="2900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900" b="1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else</a:t>
            </a:r>
            <a:endParaRPr lang="en-US" sz="2900" b="1" dirty="0">
              <a:solidFill>
                <a:srgbClr val="000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2900" b="1" dirty="0">
                <a:solidFill>
                  <a:srgbClr val="000000"/>
                </a:solidFill>
                <a:latin typeface="Roboto Mono" panose="00000009000000000000" pitchFamily="49" charset="0"/>
              </a:rPr>
              <a:t>std::</a:t>
            </a:r>
            <a:r>
              <a:rPr lang="en-US" sz="2900" b="1" dirty="0" err="1">
                <a:solidFill>
                  <a:srgbClr val="000000"/>
                </a:solidFill>
                <a:latin typeface="Roboto Mono" panose="00000009000000000000" pitchFamily="49" charset="0"/>
              </a:rPr>
              <a:t>cout</a:t>
            </a:r>
            <a:r>
              <a:rPr lang="en-US" sz="2900" b="1" dirty="0">
                <a:solidFill>
                  <a:srgbClr val="000000"/>
                </a:solidFill>
                <a:latin typeface="Roboto Mono" panose="00000009000000000000" pitchFamily="49" charset="0"/>
              </a:rPr>
              <a:t> &lt;&lt; *</a:t>
            </a:r>
            <a:r>
              <a:rPr lang="en-US" sz="2900" b="1" dirty="0" err="1">
                <a:solidFill>
                  <a:srgbClr val="1F377F"/>
                </a:solidFill>
                <a:latin typeface="Roboto Mono" panose="00000009000000000000" pitchFamily="49" charset="0"/>
              </a:rPr>
              <a:t>ptr</a:t>
            </a:r>
            <a:r>
              <a:rPr lang="en-US" sz="2900" b="1" dirty="0">
                <a:solidFill>
                  <a:srgbClr val="000000"/>
                </a:solidFill>
                <a:latin typeface="Roboto Mono" panose="00000009000000000000" pitchFamily="49" charset="0"/>
              </a:rPr>
              <a:t> &lt;&lt; </a:t>
            </a:r>
            <a:r>
              <a:rPr lang="en-US" sz="2900" b="1" dirty="0">
                <a:solidFill>
                  <a:srgbClr val="E21F1F"/>
                </a:solidFill>
                <a:latin typeface="Roboto Mono" panose="00000009000000000000" pitchFamily="49" charset="0"/>
              </a:rPr>
              <a:t>'</a:t>
            </a:r>
            <a:r>
              <a:rPr lang="en-US" sz="2900" b="1" dirty="0">
                <a:solidFill>
                  <a:srgbClr val="B776FB"/>
                </a:solidFill>
                <a:latin typeface="Roboto Mono" panose="00000009000000000000" pitchFamily="49" charset="0"/>
              </a:rPr>
              <a:t>\n</a:t>
            </a:r>
            <a:r>
              <a:rPr lang="en-US" sz="2900" b="1" dirty="0">
                <a:solidFill>
                  <a:srgbClr val="E21F1F"/>
                </a:solidFill>
                <a:latin typeface="Roboto Mono" panose="00000009000000000000" pitchFamily="49" charset="0"/>
              </a:rPr>
              <a:t>’</a:t>
            </a:r>
            <a:r>
              <a:rPr lang="en-US" sz="2900" b="1" dirty="0">
                <a:solidFill>
                  <a:srgbClr val="000000"/>
                </a:solidFill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endParaRPr lang="en-US" b="1" dirty="0">
              <a:solidFill>
                <a:srgbClr val="000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16B004-6D94-C578-B639-1024B9D084CE}"/>
              </a:ext>
            </a:extLst>
          </p:cNvPr>
          <p:cNvCxnSpPr/>
          <p:nvPr/>
        </p:nvCxnSpPr>
        <p:spPr>
          <a:xfrm>
            <a:off x="5742878" y="289931"/>
            <a:ext cx="0" cy="6278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974822-7848-C7D3-5719-D204DDD8A7F8}"/>
              </a:ext>
            </a:extLst>
          </p:cNvPr>
          <p:cNvGrpSpPr/>
          <p:nvPr/>
        </p:nvGrpSpPr>
        <p:grpSpPr>
          <a:xfrm>
            <a:off x="10165177" y="657158"/>
            <a:ext cx="1071991" cy="1569524"/>
            <a:chOff x="9039042" y="2564017"/>
            <a:chExt cx="1071991" cy="15695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57FA953-BAA3-CC60-1150-129EE4E53E87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5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352D1D-1B80-6D93-614E-6FDD7989DC4F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int x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DAD25F-4037-C685-DC21-FF537ADCE0F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E65C3D5-D043-C7E1-58BB-5A56D072069B}"/>
              </a:ext>
            </a:extLst>
          </p:cNvPr>
          <p:cNvGrpSpPr/>
          <p:nvPr/>
        </p:nvGrpSpPr>
        <p:grpSpPr>
          <a:xfrm>
            <a:off x="6622542" y="657158"/>
            <a:ext cx="1573595" cy="1569524"/>
            <a:chOff x="9039041" y="2564017"/>
            <a:chExt cx="1573595" cy="156952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4C055D-800B-27A3-52BB-7E5865AFF8D4}"/>
                </a:ext>
              </a:extLst>
            </p:cNvPr>
            <p:cNvSpPr txBox="1"/>
            <p:nvPr/>
          </p:nvSpPr>
          <p:spPr>
            <a:xfrm>
              <a:off x="9305522" y="3087169"/>
              <a:ext cx="1040631" cy="5232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0x0</a:t>
              </a:r>
              <a:endParaRPr lang="en-US" sz="20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63DBD5-0562-FA53-5BFF-68B697BAB627}"/>
                </a:ext>
              </a:extLst>
            </p:cNvPr>
            <p:cNvSpPr txBox="1"/>
            <p:nvPr/>
          </p:nvSpPr>
          <p:spPr>
            <a:xfrm>
              <a:off x="9039041" y="2564017"/>
              <a:ext cx="157359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int* </a:t>
              </a:r>
              <a:r>
                <a:rPr lang="en-US" sz="2400" b="1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ptr</a:t>
              </a:r>
              <a:endParaRPr lang="en-US" sz="24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293BC2-33FE-380A-B2C5-C06E0171A937}"/>
                </a:ext>
              </a:extLst>
            </p:cNvPr>
            <p:cNvSpPr txBox="1"/>
            <p:nvPr/>
          </p:nvSpPr>
          <p:spPr>
            <a:xfrm>
              <a:off x="9305522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0x40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2A877C-5690-887E-EE50-B7973B45CAF0}"/>
              </a:ext>
            </a:extLst>
          </p:cNvPr>
          <p:cNvGrpSpPr/>
          <p:nvPr/>
        </p:nvGrpSpPr>
        <p:grpSpPr>
          <a:xfrm>
            <a:off x="10180853" y="3009509"/>
            <a:ext cx="1071991" cy="1569524"/>
            <a:chOff x="9039042" y="2564017"/>
            <a:chExt cx="1071991" cy="156952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8B6DC15-2A4F-2611-B304-577C28353B48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?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B92155-FEC9-3797-D836-5C46E56C2583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?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2B4FFE-0305-ABEC-72A9-D80DA58D3ED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0x18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8152A80-2E27-80F0-D401-785ADDB47362}"/>
              </a:ext>
            </a:extLst>
          </p:cNvPr>
          <p:cNvSpPr txBox="1"/>
          <p:nvPr/>
        </p:nvSpPr>
        <p:spPr>
          <a:xfrm>
            <a:off x="5895279" y="5052752"/>
            <a:ext cx="5526547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Terminal&gt;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ptr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 is null</a:t>
            </a:r>
          </a:p>
          <a:p>
            <a:endParaRPr lang="en-US" sz="24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Program didn’t crash…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33CE98-D21C-FD8F-C794-7C0F83BCC318}"/>
              </a:ext>
            </a:extLst>
          </p:cNvPr>
          <p:cNvCxnSpPr>
            <a:cxnSpLocks/>
          </p:cNvCxnSpPr>
          <p:nvPr/>
        </p:nvCxnSpPr>
        <p:spPr>
          <a:xfrm>
            <a:off x="5895279" y="4991265"/>
            <a:ext cx="60811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E27335-9653-955C-8369-2840C973AA7F}"/>
              </a:ext>
            </a:extLst>
          </p:cNvPr>
          <p:cNvSpPr txBox="1"/>
          <p:nvPr/>
        </p:nvSpPr>
        <p:spPr>
          <a:xfrm>
            <a:off x="6140881" y="3546718"/>
            <a:ext cx="2794963" cy="400110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Check for null pointers…</a:t>
            </a:r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95A0E802-FB63-68A4-654E-FFC272210C37}"/>
              </a:ext>
            </a:extLst>
          </p:cNvPr>
          <p:cNvSpPr/>
          <p:nvPr/>
        </p:nvSpPr>
        <p:spPr>
          <a:xfrm>
            <a:off x="10200983" y="2992782"/>
            <a:ext cx="1051861" cy="1224661"/>
          </a:xfrm>
          <a:prstGeom prst="mathMultiply">
            <a:avLst>
              <a:gd name="adj1" fmla="val 12019"/>
            </a:avLst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0233A7-0A59-ECAE-5E92-6F74ABEBAEAD}"/>
              </a:ext>
            </a:extLst>
          </p:cNvPr>
          <p:cNvSpPr/>
          <p:nvPr/>
        </p:nvSpPr>
        <p:spPr>
          <a:xfrm>
            <a:off x="6501372" y="586538"/>
            <a:ext cx="1815932" cy="171076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C773E4A-87A9-02D9-0F26-F2D924086DE1}"/>
              </a:ext>
            </a:extLst>
          </p:cNvPr>
          <p:cNvCxnSpPr>
            <a:cxnSpLocks/>
            <a:stCxn id="13" idx="3"/>
            <a:endCxn id="3" idx="1"/>
          </p:cNvCxnSpPr>
          <p:nvPr/>
        </p:nvCxnSpPr>
        <p:spPr>
          <a:xfrm flipV="1">
            <a:off x="5412234" y="3746773"/>
            <a:ext cx="728647" cy="824577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50BEB3D-96D9-4CC6-9FD2-F212F884CB0D}"/>
              </a:ext>
            </a:extLst>
          </p:cNvPr>
          <p:cNvSpPr/>
          <p:nvPr/>
        </p:nvSpPr>
        <p:spPr>
          <a:xfrm>
            <a:off x="509238" y="3850026"/>
            <a:ext cx="4902996" cy="1442648"/>
          </a:xfrm>
          <a:prstGeom prst="rect">
            <a:avLst/>
          </a:prstGeom>
          <a:solidFill>
            <a:schemeClr val="accent1">
              <a:alpha val="1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63402E2-B6C1-4CAB-0EBD-D794A9F82E97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7538363" y="3946828"/>
            <a:ext cx="245188" cy="1105924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73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28C84BC-1097-FE48-203F-364A71A51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81" y="289932"/>
            <a:ext cx="5384178" cy="627813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#include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&gt;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*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endParaRPr lang="en-US" b="0" dirty="0">
              <a:solidFill>
                <a:srgbClr val="008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{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 &amp;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} 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en-US" dirty="0" err="1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nullptr</a:t>
            </a:r>
            <a:r>
              <a:rPr lang="en-US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  <a:b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endParaRPr lang="en-US" b="1" dirty="0">
              <a:solidFill>
                <a:srgbClr val="000000"/>
              </a:solidFill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sz="2900" b="1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sz="2900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(</a:t>
            </a:r>
            <a:r>
              <a:rPr lang="en-US" sz="2900" b="1" dirty="0" err="1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sz="2900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== </a:t>
            </a:r>
            <a:r>
              <a:rPr lang="en-US" sz="2900" b="1" dirty="0" err="1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nullptr</a:t>
            </a:r>
            <a:r>
              <a:rPr lang="en-US" sz="2900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std::</a:t>
            </a:r>
            <a:r>
              <a:rPr lang="en-US" sz="2900" b="1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sz="2900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sz="2900" b="1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en-US" sz="2900" b="1" dirty="0" err="1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ptr</a:t>
            </a:r>
            <a:r>
              <a:rPr lang="en-US" sz="2900" b="1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 is null</a:t>
            </a:r>
            <a:r>
              <a:rPr lang="en-US" sz="2900" b="1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sz="2900" b="1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en-US" sz="2900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900" b="1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else</a:t>
            </a:r>
            <a:endParaRPr lang="en-US" sz="2900" b="1" dirty="0">
              <a:solidFill>
                <a:srgbClr val="000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2900" b="1" dirty="0">
                <a:solidFill>
                  <a:srgbClr val="000000"/>
                </a:solidFill>
                <a:latin typeface="Roboto Mono" panose="00000009000000000000" pitchFamily="49" charset="0"/>
              </a:rPr>
              <a:t>std::</a:t>
            </a:r>
            <a:r>
              <a:rPr lang="en-US" sz="2900" b="1" dirty="0" err="1">
                <a:solidFill>
                  <a:srgbClr val="000000"/>
                </a:solidFill>
                <a:latin typeface="Roboto Mono" panose="00000009000000000000" pitchFamily="49" charset="0"/>
              </a:rPr>
              <a:t>cout</a:t>
            </a:r>
            <a:r>
              <a:rPr lang="en-US" sz="2900" b="1" dirty="0">
                <a:solidFill>
                  <a:srgbClr val="000000"/>
                </a:solidFill>
                <a:latin typeface="Roboto Mono" panose="00000009000000000000" pitchFamily="49" charset="0"/>
              </a:rPr>
              <a:t> &lt;&lt; *</a:t>
            </a:r>
            <a:r>
              <a:rPr lang="en-US" sz="2900" b="1" dirty="0" err="1">
                <a:solidFill>
                  <a:srgbClr val="1F377F"/>
                </a:solidFill>
                <a:latin typeface="Roboto Mono" panose="00000009000000000000" pitchFamily="49" charset="0"/>
              </a:rPr>
              <a:t>ptr</a:t>
            </a:r>
            <a:r>
              <a:rPr lang="en-US" sz="2900" b="1" dirty="0">
                <a:solidFill>
                  <a:srgbClr val="000000"/>
                </a:solidFill>
                <a:latin typeface="Roboto Mono" panose="00000009000000000000" pitchFamily="49" charset="0"/>
              </a:rPr>
              <a:t> &lt;&lt; </a:t>
            </a:r>
            <a:r>
              <a:rPr lang="en-US" sz="2900" b="1" dirty="0">
                <a:solidFill>
                  <a:srgbClr val="E21F1F"/>
                </a:solidFill>
                <a:latin typeface="Roboto Mono" panose="00000009000000000000" pitchFamily="49" charset="0"/>
              </a:rPr>
              <a:t>'</a:t>
            </a:r>
            <a:r>
              <a:rPr lang="en-US" sz="2900" b="1" dirty="0">
                <a:solidFill>
                  <a:srgbClr val="B776FB"/>
                </a:solidFill>
                <a:latin typeface="Roboto Mono" panose="00000009000000000000" pitchFamily="49" charset="0"/>
              </a:rPr>
              <a:t>\n</a:t>
            </a:r>
            <a:r>
              <a:rPr lang="en-US" sz="2900" b="1" dirty="0">
                <a:solidFill>
                  <a:srgbClr val="E21F1F"/>
                </a:solidFill>
                <a:latin typeface="Roboto Mono" panose="00000009000000000000" pitchFamily="49" charset="0"/>
              </a:rPr>
              <a:t>’</a:t>
            </a:r>
            <a:r>
              <a:rPr lang="en-US" sz="2900" b="1" dirty="0">
                <a:solidFill>
                  <a:srgbClr val="000000"/>
                </a:solidFill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endParaRPr lang="en-US" b="1" dirty="0">
              <a:solidFill>
                <a:srgbClr val="000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16B004-6D94-C578-B639-1024B9D084CE}"/>
              </a:ext>
            </a:extLst>
          </p:cNvPr>
          <p:cNvCxnSpPr/>
          <p:nvPr/>
        </p:nvCxnSpPr>
        <p:spPr>
          <a:xfrm>
            <a:off x="5742878" y="289931"/>
            <a:ext cx="0" cy="6278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974822-7848-C7D3-5719-D204DDD8A7F8}"/>
              </a:ext>
            </a:extLst>
          </p:cNvPr>
          <p:cNvGrpSpPr/>
          <p:nvPr/>
        </p:nvGrpSpPr>
        <p:grpSpPr>
          <a:xfrm>
            <a:off x="10165177" y="657158"/>
            <a:ext cx="1071991" cy="1569524"/>
            <a:chOff x="9039042" y="2564017"/>
            <a:chExt cx="1071991" cy="15695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57FA953-BAA3-CC60-1150-129EE4E53E87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5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352D1D-1B80-6D93-614E-6FDD7989DC4F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int x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DAD25F-4037-C685-DC21-FF537ADCE0F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E65C3D5-D043-C7E1-58BB-5A56D072069B}"/>
              </a:ext>
            </a:extLst>
          </p:cNvPr>
          <p:cNvGrpSpPr/>
          <p:nvPr/>
        </p:nvGrpSpPr>
        <p:grpSpPr>
          <a:xfrm>
            <a:off x="6622542" y="657158"/>
            <a:ext cx="1573595" cy="1569524"/>
            <a:chOff x="9039041" y="2564017"/>
            <a:chExt cx="1573595" cy="156952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4C055D-800B-27A3-52BB-7E5865AFF8D4}"/>
                </a:ext>
              </a:extLst>
            </p:cNvPr>
            <p:cNvSpPr txBox="1"/>
            <p:nvPr/>
          </p:nvSpPr>
          <p:spPr>
            <a:xfrm>
              <a:off x="9305522" y="3087169"/>
              <a:ext cx="1040631" cy="5232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0x0</a:t>
              </a:r>
              <a:endParaRPr lang="en-US" sz="20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63DBD5-0562-FA53-5BFF-68B697BAB627}"/>
                </a:ext>
              </a:extLst>
            </p:cNvPr>
            <p:cNvSpPr txBox="1"/>
            <p:nvPr/>
          </p:nvSpPr>
          <p:spPr>
            <a:xfrm>
              <a:off x="9039041" y="2564017"/>
              <a:ext cx="157359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int* </a:t>
              </a:r>
              <a:r>
                <a:rPr lang="en-US" sz="2400" b="1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ptr</a:t>
              </a:r>
              <a:endParaRPr lang="en-US" sz="2400" b="1" dirty="0">
                <a:solidFill>
                  <a:srgbClr val="00B05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293BC2-33FE-380A-B2C5-C06E0171A937}"/>
                </a:ext>
              </a:extLst>
            </p:cNvPr>
            <p:cNvSpPr txBox="1"/>
            <p:nvPr/>
          </p:nvSpPr>
          <p:spPr>
            <a:xfrm>
              <a:off x="9305522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0x40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2A877C-5690-887E-EE50-B7973B45CAF0}"/>
              </a:ext>
            </a:extLst>
          </p:cNvPr>
          <p:cNvGrpSpPr/>
          <p:nvPr/>
        </p:nvGrpSpPr>
        <p:grpSpPr>
          <a:xfrm>
            <a:off x="10180853" y="3009509"/>
            <a:ext cx="1071991" cy="1569524"/>
            <a:chOff x="9039042" y="2564017"/>
            <a:chExt cx="1071991" cy="156952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8B6DC15-2A4F-2611-B304-577C28353B48}"/>
                </a:ext>
              </a:extLst>
            </p:cNvPr>
            <p:cNvSpPr txBox="1"/>
            <p:nvPr/>
          </p:nvSpPr>
          <p:spPr>
            <a:xfrm>
              <a:off x="9179272" y="3087169"/>
              <a:ext cx="77140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?</a:t>
              </a:r>
              <a:endParaRPr lang="en-US" sz="20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B92155-FEC9-3797-D836-5C46E56C2583}"/>
                </a:ext>
              </a:extLst>
            </p:cNvPr>
            <p:cNvSpPr txBox="1"/>
            <p:nvPr/>
          </p:nvSpPr>
          <p:spPr>
            <a:xfrm>
              <a:off x="9039042" y="2564017"/>
              <a:ext cx="10518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?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2B4FFE-0305-ABEC-72A9-D80DA58D3EDB}"/>
                </a:ext>
              </a:extLst>
            </p:cNvPr>
            <p:cNvSpPr txBox="1"/>
            <p:nvPr/>
          </p:nvSpPr>
          <p:spPr>
            <a:xfrm>
              <a:off x="9070395" y="3671876"/>
              <a:ext cx="10406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0x18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8152A80-2E27-80F0-D401-785ADDB47362}"/>
              </a:ext>
            </a:extLst>
          </p:cNvPr>
          <p:cNvSpPr txBox="1"/>
          <p:nvPr/>
        </p:nvSpPr>
        <p:spPr>
          <a:xfrm>
            <a:off x="5895279" y="5052752"/>
            <a:ext cx="5526547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Terminal&gt;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ptr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 is null</a:t>
            </a:r>
          </a:p>
          <a:p>
            <a:endParaRPr lang="en-US" sz="24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Program didn’t crash…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33CE98-D21C-FD8F-C794-7C0F83BCC318}"/>
              </a:ext>
            </a:extLst>
          </p:cNvPr>
          <p:cNvCxnSpPr>
            <a:cxnSpLocks/>
          </p:cNvCxnSpPr>
          <p:nvPr/>
        </p:nvCxnSpPr>
        <p:spPr>
          <a:xfrm>
            <a:off x="5895279" y="4991265"/>
            <a:ext cx="60811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E27335-9653-955C-8369-2840C973AA7F}"/>
              </a:ext>
            </a:extLst>
          </p:cNvPr>
          <p:cNvSpPr txBox="1"/>
          <p:nvPr/>
        </p:nvSpPr>
        <p:spPr>
          <a:xfrm>
            <a:off x="6140881" y="3546718"/>
            <a:ext cx="2794963" cy="400110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Check for null pointers…</a:t>
            </a:r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95A0E802-FB63-68A4-654E-FFC272210C37}"/>
              </a:ext>
            </a:extLst>
          </p:cNvPr>
          <p:cNvSpPr/>
          <p:nvPr/>
        </p:nvSpPr>
        <p:spPr>
          <a:xfrm>
            <a:off x="10200983" y="2992782"/>
            <a:ext cx="1051861" cy="1224661"/>
          </a:xfrm>
          <a:prstGeom prst="mathMultiply">
            <a:avLst>
              <a:gd name="adj1" fmla="val 12019"/>
            </a:avLst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0233A7-0A59-ECAE-5E92-6F74ABEBAEAD}"/>
              </a:ext>
            </a:extLst>
          </p:cNvPr>
          <p:cNvSpPr/>
          <p:nvPr/>
        </p:nvSpPr>
        <p:spPr>
          <a:xfrm>
            <a:off x="6501372" y="586538"/>
            <a:ext cx="1815932" cy="171076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C773E4A-87A9-02D9-0F26-F2D924086DE1}"/>
              </a:ext>
            </a:extLst>
          </p:cNvPr>
          <p:cNvCxnSpPr>
            <a:cxnSpLocks/>
            <a:stCxn id="13" idx="3"/>
            <a:endCxn id="3" idx="1"/>
          </p:cNvCxnSpPr>
          <p:nvPr/>
        </p:nvCxnSpPr>
        <p:spPr>
          <a:xfrm flipV="1">
            <a:off x="5412234" y="3746773"/>
            <a:ext cx="728647" cy="824577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50BEB3D-96D9-4CC6-9FD2-F212F884CB0D}"/>
              </a:ext>
            </a:extLst>
          </p:cNvPr>
          <p:cNvSpPr/>
          <p:nvPr/>
        </p:nvSpPr>
        <p:spPr>
          <a:xfrm>
            <a:off x="509238" y="3850026"/>
            <a:ext cx="4902996" cy="1442648"/>
          </a:xfrm>
          <a:prstGeom prst="rect">
            <a:avLst/>
          </a:prstGeom>
          <a:solidFill>
            <a:schemeClr val="accent1">
              <a:alpha val="1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63402E2-B6C1-4CAB-0EBD-D794A9F82E97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7538363" y="3946828"/>
            <a:ext cx="245188" cy="1105924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218B406-19D9-A53C-D511-9A22062628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F2ABA0-7534-4809-2713-0A9E4ED661EB}"/>
              </a:ext>
            </a:extLst>
          </p:cNvPr>
          <p:cNvSpPr txBox="1"/>
          <p:nvPr/>
        </p:nvSpPr>
        <p:spPr>
          <a:xfrm>
            <a:off x="3644501" y="2746499"/>
            <a:ext cx="4902997" cy="1323439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0" i="1" dirty="0">
                <a:solidFill>
                  <a:srgbClr val="FF0000"/>
                </a:solidFill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550980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A5925-5EE0-01C0-E87C-2BD932F86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Dangling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7A0EB-EF97-4D3B-F320-F33367949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pointers should point to valid entities.</a:t>
            </a:r>
          </a:p>
          <a:p>
            <a:endParaRPr lang="en-US" dirty="0"/>
          </a:p>
          <a:p>
            <a:r>
              <a:rPr lang="en-US" dirty="0"/>
              <a:t>Or they should be set to null.</a:t>
            </a:r>
          </a:p>
          <a:p>
            <a:endParaRPr lang="en-US" dirty="0"/>
          </a:p>
          <a:p>
            <a:r>
              <a:rPr lang="en-US" dirty="0"/>
              <a:t>So now, only </a:t>
            </a:r>
            <a:r>
              <a:rPr lang="en-US" b="1" dirty="0"/>
              <a:t>check for null pointers</a:t>
            </a:r>
            <a:r>
              <a:rPr lang="en-US" dirty="0"/>
              <a:t> before working with them…</a:t>
            </a:r>
          </a:p>
          <a:p>
            <a:endParaRPr lang="en-US" dirty="0"/>
          </a:p>
          <a:p>
            <a:r>
              <a:rPr lang="en-US" dirty="0"/>
              <a:t>… And any </a:t>
            </a:r>
            <a:r>
              <a:rPr lang="en-US" b="1" dirty="0"/>
              <a:t>non-null pointers </a:t>
            </a:r>
            <a:r>
              <a:rPr lang="en-US" dirty="0"/>
              <a:t>can be assume to be </a:t>
            </a:r>
            <a:r>
              <a:rPr lang="en-US" b="1" dirty="0"/>
              <a:t>valid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773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A5925-5EE0-01C0-E87C-2BD932F86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Situations to be Mindful of…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7A0EB-EF97-4D3B-F320-F33367949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situations where pointers may be left dangling.</a:t>
            </a:r>
          </a:p>
          <a:p>
            <a:endParaRPr lang="en-US" dirty="0"/>
          </a:p>
          <a:p>
            <a:r>
              <a:rPr lang="en-US" i="1" dirty="0">
                <a:solidFill>
                  <a:schemeClr val="accent1"/>
                </a:solidFill>
              </a:rPr>
              <a:t>Returning pointers from functions.</a:t>
            </a:r>
          </a:p>
          <a:p>
            <a:pPr lvl="1"/>
            <a:r>
              <a:rPr lang="en-US" i="1" dirty="0">
                <a:solidFill>
                  <a:schemeClr val="accent1"/>
                </a:solidFill>
              </a:rPr>
              <a:t>If they’re pointing to local variables, those local variables have gone out of scope.</a:t>
            </a:r>
          </a:p>
          <a:p>
            <a:pPr lvl="1"/>
            <a:endParaRPr lang="en-US" i="1" dirty="0">
              <a:solidFill>
                <a:schemeClr val="accent1"/>
              </a:solidFill>
            </a:endParaRPr>
          </a:p>
          <a:p>
            <a:r>
              <a:rPr lang="en-US" i="1" dirty="0">
                <a:solidFill>
                  <a:schemeClr val="accent1"/>
                </a:solidFill>
              </a:rPr>
              <a:t>Something similar to the example discussed in this lecture.</a:t>
            </a:r>
          </a:p>
          <a:p>
            <a:endParaRPr lang="en-US" i="1" dirty="0">
              <a:solidFill>
                <a:schemeClr val="accent1"/>
              </a:solidFill>
            </a:endParaRPr>
          </a:p>
          <a:p>
            <a:r>
              <a:rPr lang="en-US" i="1" dirty="0">
                <a:solidFill>
                  <a:schemeClr val="accent1"/>
                </a:solidFill>
              </a:rPr>
              <a:t>When working with dynamic memory (coming soon…).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013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A5925-5EE0-01C0-E87C-2BD932F86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Dangling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7A0EB-EF97-4D3B-F320-F33367949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code used in this example is also available in the relevant code file.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6-pointers_dangling.cpp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 have used an </a:t>
            </a:r>
            <a:r>
              <a:rPr lang="en-US" b="1" dirty="0">
                <a:latin typeface="Consolas" panose="020B0609020204030204" pitchFamily="49" charset="0"/>
              </a:rPr>
              <a:t>if </a:t>
            </a:r>
            <a:r>
              <a:rPr lang="en-US" dirty="0"/>
              <a:t>block, but you can just create a regular code block as well.</a:t>
            </a:r>
          </a:p>
        </p:txBody>
      </p:sp>
    </p:spTree>
    <p:extLst>
      <p:ext uri="{BB962C8B-B14F-4D97-AF65-F5344CB8AC3E}">
        <p14:creationId xmlns:p14="http://schemas.microsoft.com/office/powerpoint/2010/main" val="1820598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E4484-FC30-FBCA-2777-BCD4C7FA7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1CFEE-A66B-6B56-F59C-91BB628D9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Following slides contain some useful screenshots relevant to the topic of </a:t>
            </a:r>
            <a:r>
              <a:rPr lang="en-US" b="1" dirty="0"/>
              <a:t>null pointers </a:t>
            </a:r>
            <a:r>
              <a:rPr lang="en-US" dirty="0"/>
              <a:t>and </a:t>
            </a:r>
            <a:r>
              <a:rPr lang="en-US" b="1" dirty="0"/>
              <a:t>dangling pointers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These screenshots have been taken from the following link.</a:t>
            </a:r>
          </a:p>
          <a:p>
            <a:pPr lvl="1"/>
            <a:r>
              <a:rPr lang="en-US" dirty="0">
                <a:hlinkClick r:id="rId2"/>
              </a:rPr>
              <a:t>https://www.learncpp.com/cpp-tutorial/null-pointers/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965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FD9D91-9D2D-B17D-79B8-F4366CBD5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597" y="445511"/>
            <a:ext cx="8969517" cy="59669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2CDDF1-57A5-8363-078B-B90270AA3140}"/>
              </a:ext>
            </a:extLst>
          </p:cNvPr>
          <p:cNvSpPr txBox="1"/>
          <p:nvPr/>
        </p:nvSpPr>
        <p:spPr>
          <a:xfrm>
            <a:off x="135346" y="2403748"/>
            <a:ext cx="2715431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Another explanation about why dereferencing null pointers doesn’t make any sense.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9D6D9B-61BF-21EE-1441-9D2DD8F6C5BA}"/>
              </a:ext>
            </a:extLst>
          </p:cNvPr>
          <p:cNvSpPr/>
          <p:nvPr/>
        </p:nvSpPr>
        <p:spPr>
          <a:xfrm>
            <a:off x="3005144" y="3373244"/>
            <a:ext cx="8848603" cy="797333"/>
          </a:xfrm>
          <a:prstGeom prst="rect">
            <a:avLst/>
          </a:prstGeom>
          <a:solidFill>
            <a:srgbClr val="FFFF00">
              <a:alpha val="1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845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A4F414-37D1-989F-A232-04CBFCF98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38" y="2349192"/>
            <a:ext cx="11640124" cy="215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3868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D3CDD0-C19E-979D-7E93-9D0D0D6ED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75" y="398957"/>
            <a:ext cx="10066049" cy="60600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C39948D-FE1D-8E16-79A9-F5233E6BC0BA}"/>
              </a:ext>
            </a:extLst>
          </p:cNvPr>
          <p:cNvSpPr/>
          <p:nvPr/>
        </p:nvSpPr>
        <p:spPr>
          <a:xfrm>
            <a:off x="951465" y="3030333"/>
            <a:ext cx="10288966" cy="1764691"/>
          </a:xfrm>
          <a:prstGeom prst="rect">
            <a:avLst/>
          </a:prstGeom>
          <a:solidFill>
            <a:srgbClr val="FFFF00">
              <a:alpha val="1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45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</TotalTime>
  <Words>1829</Words>
  <Application>Microsoft Office PowerPoint</Application>
  <PresentationFormat>Widescreen</PresentationFormat>
  <Paragraphs>408</Paragraphs>
  <Slides>24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Consolas</vt:lpstr>
      <vt:lpstr>Roboto Mono</vt:lpstr>
      <vt:lpstr>Office Theme</vt:lpstr>
      <vt:lpstr>Pointers – continued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Dangling Pointers</vt:lpstr>
      <vt:lpstr>Some Situations to be Mindful of…</vt:lpstr>
      <vt:lpstr>Dangling Pointers</vt:lpstr>
      <vt:lpstr>Self-Reading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Pointers – continued </dc:title>
  <dc:creator>Mohammad Salman</dc:creator>
  <cp:lastModifiedBy>Mohammad Salman</cp:lastModifiedBy>
  <cp:revision>1</cp:revision>
  <dcterms:created xsi:type="dcterms:W3CDTF">2023-09-03T08:08:14Z</dcterms:created>
  <dcterms:modified xsi:type="dcterms:W3CDTF">2023-09-04T12:17:32Z</dcterms:modified>
</cp:coreProperties>
</file>