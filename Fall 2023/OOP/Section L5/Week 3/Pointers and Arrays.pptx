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60" r:id="rId5"/>
    <p:sldId id="272" r:id="rId6"/>
    <p:sldId id="263" r:id="rId7"/>
    <p:sldId id="264" r:id="rId8"/>
    <p:sldId id="273" r:id="rId9"/>
    <p:sldId id="266" r:id="rId10"/>
    <p:sldId id="274" r:id="rId11"/>
    <p:sldId id="275" r:id="rId12"/>
    <p:sldId id="294" r:id="rId13"/>
    <p:sldId id="301" r:id="rId14"/>
    <p:sldId id="295" r:id="rId15"/>
    <p:sldId id="302" r:id="rId16"/>
    <p:sldId id="297" r:id="rId17"/>
    <p:sldId id="299" r:id="rId18"/>
    <p:sldId id="300" r:id="rId19"/>
    <p:sldId id="296" r:id="rId20"/>
    <p:sldId id="270" r:id="rId21"/>
    <p:sldId id="277" r:id="rId22"/>
    <p:sldId id="278" r:id="rId23"/>
    <p:sldId id="279" r:id="rId24"/>
    <p:sldId id="276" r:id="rId25"/>
    <p:sldId id="280" r:id="rId26"/>
    <p:sldId id="261" r:id="rId27"/>
    <p:sldId id="262" r:id="rId28"/>
    <p:sldId id="281" r:id="rId29"/>
    <p:sldId id="282" r:id="rId30"/>
    <p:sldId id="283" r:id="rId31"/>
    <p:sldId id="286" r:id="rId32"/>
    <p:sldId id="285" r:id="rId33"/>
    <p:sldId id="287" r:id="rId34"/>
    <p:sldId id="303" r:id="rId35"/>
    <p:sldId id="304" r:id="rId36"/>
    <p:sldId id="305" r:id="rId37"/>
    <p:sldId id="306" r:id="rId38"/>
    <p:sldId id="307" r:id="rId39"/>
    <p:sldId id="309" r:id="rId40"/>
    <p:sldId id="310" r:id="rId41"/>
    <p:sldId id="288" r:id="rId42"/>
    <p:sldId id="290" r:id="rId43"/>
    <p:sldId id="289" r:id="rId44"/>
    <p:sldId id="291" r:id="rId45"/>
    <p:sldId id="292" r:id="rId46"/>
    <p:sldId id="29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ad Salman" initials="MS" lastIdx="1" clrIdx="0">
    <p:extLst>
      <p:ext uri="{19B8F6BF-5375-455C-9EA6-DF929625EA0E}">
        <p15:presenceInfo xmlns:p15="http://schemas.microsoft.com/office/powerpoint/2012/main" userId="S::mohammad.salman@sse.habib.edu.pk::cfd6754c-e613-4f6f-bb98-36aef69d8c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64" autoAdjust="0"/>
  </p:normalViewPr>
  <p:slideViewPr>
    <p:cSldViewPr snapToGrid="0" showGuides="1">
      <p:cViewPr varScale="1">
        <p:scale>
          <a:sx n="71" d="100"/>
          <a:sy n="71" d="100"/>
        </p:scale>
        <p:origin x="110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73BDACDF-B3B6-411D-83BB-32D92C9BA53A}"/>
    <pc:docChg chg="undo redo custSel addSld delSld modSld sldOrd">
      <pc:chgData name="Mohammad Salman" userId="cfd6754c-e613-4f6f-bb98-36aef69d8c31" providerId="ADAL" clId="{73BDACDF-B3B6-411D-83BB-32D92C9BA53A}" dt="2023-09-09T06:59:05.966" v="15871" actId="47"/>
      <pc:docMkLst>
        <pc:docMk/>
      </pc:docMkLst>
      <pc:sldChg chg="modSp new mod">
        <pc:chgData name="Mohammad Salman" userId="cfd6754c-e613-4f6f-bb98-36aef69d8c31" providerId="ADAL" clId="{73BDACDF-B3B6-411D-83BB-32D92C9BA53A}" dt="2023-09-03T15:51:50.210" v="68" actId="20577"/>
        <pc:sldMkLst>
          <pc:docMk/>
          <pc:sldMk cId="1843646258" sldId="256"/>
        </pc:sldMkLst>
        <pc:spChg chg="mod">
          <ac:chgData name="Mohammad Salman" userId="cfd6754c-e613-4f6f-bb98-36aef69d8c31" providerId="ADAL" clId="{73BDACDF-B3B6-411D-83BB-32D92C9BA53A}" dt="2023-09-03T15:51:42.098" v="50" actId="20577"/>
          <ac:spMkLst>
            <pc:docMk/>
            <pc:sldMk cId="1843646258" sldId="256"/>
            <ac:spMk id="2" creationId="{1779DB25-F266-2992-DC4A-05B0BBF85568}"/>
          </ac:spMkLst>
        </pc:spChg>
        <pc:spChg chg="mod">
          <ac:chgData name="Mohammad Salman" userId="cfd6754c-e613-4f6f-bb98-36aef69d8c31" providerId="ADAL" clId="{73BDACDF-B3B6-411D-83BB-32D92C9BA53A}" dt="2023-09-03T15:51:50.210" v="68" actId="20577"/>
          <ac:spMkLst>
            <pc:docMk/>
            <pc:sldMk cId="1843646258" sldId="256"/>
            <ac:spMk id="3" creationId="{7A9CD4BC-CCCF-99D9-831C-B1E080AF1436}"/>
          </ac:spMkLst>
        </pc:spChg>
      </pc:sldChg>
      <pc:sldChg chg="modSp new mod modAnim modNotesTx">
        <pc:chgData name="Mohammad Salman" userId="cfd6754c-e613-4f6f-bb98-36aef69d8c31" providerId="ADAL" clId="{73BDACDF-B3B6-411D-83BB-32D92C9BA53A}" dt="2023-09-04T07:50:46.466" v="3519" actId="113"/>
        <pc:sldMkLst>
          <pc:docMk/>
          <pc:sldMk cId="948181548" sldId="257"/>
        </pc:sldMkLst>
        <pc:spChg chg="mod">
          <ac:chgData name="Mohammad Salman" userId="cfd6754c-e613-4f6f-bb98-36aef69d8c31" providerId="ADAL" clId="{73BDACDF-B3B6-411D-83BB-32D92C9BA53A}" dt="2023-09-03T15:52:50.347" v="143" actId="5793"/>
          <ac:spMkLst>
            <pc:docMk/>
            <pc:sldMk cId="948181548" sldId="257"/>
            <ac:spMk id="2" creationId="{7DC7B082-2521-3C2F-D091-9DB6079CFACA}"/>
          </ac:spMkLst>
        </pc:spChg>
        <pc:spChg chg="mod">
          <ac:chgData name="Mohammad Salman" userId="cfd6754c-e613-4f6f-bb98-36aef69d8c31" providerId="ADAL" clId="{73BDACDF-B3B6-411D-83BB-32D92C9BA53A}" dt="2023-09-04T07:50:46.466" v="3519" actId="113"/>
          <ac:spMkLst>
            <pc:docMk/>
            <pc:sldMk cId="948181548" sldId="257"/>
            <ac:spMk id="3" creationId="{38179E05-9966-8D78-29F7-E137F3FDCF30}"/>
          </ac:spMkLst>
        </pc:spChg>
      </pc:sldChg>
      <pc:sldChg chg="addSp delSp modSp add mod modAnim modNotesTx">
        <pc:chgData name="Mohammad Salman" userId="cfd6754c-e613-4f6f-bb98-36aef69d8c31" providerId="ADAL" clId="{73BDACDF-B3B6-411D-83BB-32D92C9BA53A}" dt="2023-09-04T07:52:00.114" v="3527" actId="20577"/>
        <pc:sldMkLst>
          <pc:docMk/>
          <pc:sldMk cId="4020927982" sldId="258"/>
        </pc:sldMkLst>
        <pc:spChg chg="mod">
          <ac:chgData name="Mohammad Salman" userId="cfd6754c-e613-4f6f-bb98-36aef69d8c31" providerId="ADAL" clId="{73BDACDF-B3B6-411D-83BB-32D92C9BA53A}" dt="2023-09-04T07:52:00.114" v="3527" actId="20577"/>
          <ac:spMkLst>
            <pc:docMk/>
            <pc:sldMk cId="4020927982" sldId="258"/>
            <ac:spMk id="3" creationId="{38179E05-9966-8D78-29F7-E137F3FDCF30}"/>
          </ac:spMkLst>
        </pc:spChg>
        <pc:spChg chg="add mod">
          <ac:chgData name="Mohammad Salman" userId="cfd6754c-e613-4f6f-bb98-36aef69d8c31" providerId="ADAL" clId="{73BDACDF-B3B6-411D-83BB-32D92C9BA53A}" dt="2023-09-04T04:15:57.444" v="869" actId="692"/>
          <ac:spMkLst>
            <pc:docMk/>
            <pc:sldMk cId="4020927982" sldId="258"/>
            <ac:spMk id="4" creationId="{87ED819F-2BD9-77F7-5756-5D4254D08C95}"/>
          </ac:spMkLst>
        </pc:spChg>
        <pc:spChg chg="add mod">
          <ac:chgData name="Mohammad Salman" userId="cfd6754c-e613-4f6f-bb98-36aef69d8c31" providerId="ADAL" clId="{73BDACDF-B3B6-411D-83BB-32D92C9BA53A}" dt="2023-09-04T04:16:49.226" v="882" actId="14100"/>
          <ac:spMkLst>
            <pc:docMk/>
            <pc:sldMk cId="4020927982" sldId="258"/>
            <ac:spMk id="5" creationId="{7F1533EA-84AA-36B5-88CC-BCF532DA08E0}"/>
          </ac:spMkLst>
        </pc:spChg>
        <pc:spChg chg="add mod">
          <ac:chgData name="Mohammad Salman" userId="cfd6754c-e613-4f6f-bb98-36aef69d8c31" providerId="ADAL" clId="{73BDACDF-B3B6-411D-83BB-32D92C9BA53A}" dt="2023-09-04T04:16:59.233" v="883" actId="1076"/>
          <ac:spMkLst>
            <pc:docMk/>
            <pc:sldMk cId="4020927982" sldId="258"/>
            <ac:spMk id="6" creationId="{300019B2-8401-1EC9-6B71-F56776BCCBE4}"/>
          </ac:spMkLst>
        </pc:spChg>
        <pc:spChg chg="add del mod">
          <ac:chgData name="Mohammad Salman" userId="cfd6754c-e613-4f6f-bb98-36aef69d8c31" providerId="ADAL" clId="{73BDACDF-B3B6-411D-83BB-32D92C9BA53A}" dt="2023-09-04T04:16:18.055" v="875"/>
          <ac:spMkLst>
            <pc:docMk/>
            <pc:sldMk cId="4020927982" sldId="258"/>
            <ac:spMk id="7" creationId="{A1314206-555A-7952-5D47-40D8BFF548D8}"/>
          </ac:spMkLst>
        </pc:spChg>
        <pc:spChg chg="add mod">
          <ac:chgData name="Mohammad Salman" userId="cfd6754c-e613-4f6f-bb98-36aef69d8c31" providerId="ADAL" clId="{73BDACDF-B3B6-411D-83BB-32D92C9BA53A}" dt="2023-09-04T04:16:41.801" v="881" actId="14100"/>
          <ac:spMkLst>
            <pc:docMk/>
            <pc:sldMk cId="4020927982" sldId="258"/>
            <ac:spMk id="8" creationId="{82250AE0-C8A3-9BBA-E0F7-97146C5825ED}"/>
          </ac:spMkLst>
        </pc:spChg>
      </pc:sldChg>
      <pc:sldChg chg="modSp new del mod setBg">
        <pc:chgData name="Mohammad Salman" userId="cfd6754c-e613-4f6f-bb98-36aef69d8c31" providerId="ADAL" clId="{73BDACDF-B3B6-411D-83BB-32D92C9BA53A}" dt="2023-09-04T13:57:35.036" v="5826" actId="47"/>
        <pc:sldMkLst>
          <pc:docMk/>
          <pc:sldMk cId="3660584767" sldId="259"/>
        </pc:sldMkLst>
        <pc:spChg chg="mod">
          <ac:chgData name="Mohammad Salman" userId="cfd6754c-e613-4f6f-bb98-36aef69d8c31" providerId="ADAL" clId="{73BDACDF-B3B6-411D-83BB-32D92C9BA53A}" dt="2023-09-03T15:58:20.183" v="740" actId="20577"/>
          <ac:spMkLst>
            <pc:docMk/>
            <pc:sldMk cId="3660584767" sldId="259"/>
            <ac:spMk id="3" creationId="{99505116-EAA8-DEC0-7439-4D30093F8B14}"/>
          </ac:spMkLst>
        </pc:spChg>
      </pc:sldChg>
      <pc:sldChg chg="addSp modSp new mod modClrScheme modAnim chgLayout">
        <pc:chgData name="Mohammad Salman" userId="cfd6754c-e613-4f6f-bb98-36aef69d8c31" providerId="ADAL" clId="{73BDACDF-B3B6-411D-83BB-32D92C9BA53A}" dt="2023-09-04T08:36:12.597" v="4581" actId="20577"/>
        <pc:sldMkLst>
          <pc:docMk/>
          <pc:sldMk cId="1909180125" sldId="260"/>
        </pc:sldMkLst>
        <pc:spChg chg="mod ord">
          <ac:chgData name="Mohammad Salman" userId="cfd6754c-e613-4f6f-bb98-36aef69d8c31" providerId="ADAL" clId="{73BDACDF-B3B6-411D-83BB-32D92C9BA53A}" dt="2023-09-04T08:36:12.597" v="4581" actId="20577"/>
          <ac:spMkLst>
            <pc:docMk/>
            <pc:sldMk cId="1909180125" sldId="260"/>
            <ac:spMk id="2" creationId="{840A470A-4D82-0310-4054-98C6C94211B6}"/>
          </ac:spMkLst>
        </pc:spChg>
        <pc:spChg chg="mod ord">
          <ac:chgData name="Mohammad Salman" userId="cfd6754c-e613-4f6f-bb98-36aef69d8c31" providerId="ADAL" clId="{73BDACDF-B3B6-411D-83BB-32D92C9BA53A}" dt="2023-09-04T08:34:44.053" v="4536" actId="27636"/>
          <ac:spMkLst>
            <pc:docMk/>
            <pc:sldMk cId="1909180125" sldId="260"/>
            <ac:spMk id="3" creationId="{71C3B79E-2D88-AE07-2B7A-1F69504666F2}"/>
          </ac:spMkLst>
        </pc:spChg>
        <pc:spChg chg="add mod ord">
          <ac:chgData name="Mohammad Salman" userId="cfd6754c-e613-4f6f-bb98-36aef69d8c31" providerId="ADAL" clId="{73BDACDF-B3B6-411D-83BB-32D92C9BA53A}" dt="2023-09-04T08:35:21.865" v="4546" actId="207"/>
          <ac:spMkLst>
            <pc:docMk/>
            <pc:sldMk cId="1909180125" sldId="260"/>
            <ac:spMk id="4" creationId="{BE5DA220-A723-6EBF-72AA-61A915E49025}"/>
          </ac:spMkLst>
        </pc:spChg>
        <pc:spChg chg="add mod">
          <ac:chgData name="Mohammad Salman" userId="cfd6754c-e613-4f6f-bb98-36aef69d8c31" providerId="ADAL" clId="{73BDACDF-B3B6-411D-83BB-32D92C9BA53A}" dt="2023-09-04T08:29:55.736" v="4472" actId="692"/>
          <ac:spMkLst>
            <pc:docMk/>
            <pc:sldMk cId="1909180125" sldId="260"/>
            <ac:spMk id="5" creationId="{6E2E1883-0D05-72D1-1A9F-500278D145C1}"/>
          </ac:spMkLst>
        </pc:spChg>
      </pc:sldChg>
      <pc:sldChg chg="addSp delSp modSp new mod ord modAnim">
        <pc:chgData name="Mohammad Salman" userId="cfd6754c-e613-4f6f-bb98-36aef69d8c31" providerId="ADAL" clId="{73BDACDF-B3B6-411D-83BB-32D92C9BA53A}" dt="2023-09-08T13:42:48.978" v="14621" actId="1036"/>
        <pc:sldMkLst>
          <pc:docMk/>
          <pc:sldMk cId="276799572" sldId="261"/>
        </pc:sldMkLst>
        <pc:spChg chg="del">
          <ac:chgData name="Mohammad Salman" userId="cfd6754c-e613-4f6f-bb98-36aef69d8c31" providerId="ADAL" clId="{73BDACDF-B3B6-411D-83BB-32D92C9BA53A}" dt="2023-09-04T04:24:40.676" v="1175" actId="478"/>
          <ac:spMkLst>
            <pc:docMk/>
            <pc:sldMk cId="276799572" sldId="261"/>
            <ac:spMk id="2" creationId="{EF01F916-EC03-9184-C965-76C878D8DEC1}"/>
          </ac:spMkLst>
        </pc:spChg>
        <pc:spChg chg="del">
          <ac:chgData name="Mohammad Salman" userId="cfd6754c-e613-4f6f-bb98-36aef69d8c31" providerId="ADAL" clId="{73BDACDF-B3B6-411D-83BB-32D92C9BA53A}" dt="2023-09-04T04:24:40.676" v="1175" actId="478"/>
          <ac:spMkLst>
            <pc:docMk/>
            <pc:sldMk cId="276799572" sldId="261"/>
            <ac:spMk id="3" creationId="{84EEC5B9-707F-D88E-B512-52A60ECB77CF}"/>
          </ac:spMkLst>
        </pc:spChg>
        <pc:spChg chg="add mod">
          <ac:chgData name="Mohammad Salman" userId="cfd6754c-e613-4f6f-bb98-36aef69d8c31" providerId="ADAL" clId="{73BDACDF-B3B6-411D-83BB-32D92C9BA53A}" dt="2023-09-05T09:26:52.151" v="8339" actId="20577"/>
          <ac:spMkLst>
            <pc:docMk/>
            <pc:sldMk cId="276799572" sldId="261"/>
            <ac:spMk id="5" creationId="{440E5365-A61D-AA3B-7E16-5F6A8267A30F}"/>
          </ac:spMkLst>
        </pc:spChg>
        <pc:spChg chg="add del mod">
          <ac:chgData name="Mohammad Salman" userId="cfd6754c-e613-4f6f-bb98-36aef69d8c31" providerId="ADAL" clId="{73BDACDF-B3B6-411D-83BB-32D92C9BA53A}" dt="2023-09-04T04:29:35.713" v="1576" actId="478"/>
          <ac:spMkLst>
            <pc:docMk/>
            <pc:sldMk cId="276799572" sldId="261"/>
            <ac:spMk id="7" creationId="{9167E9AE-2419-018E-2E01-6DA65B818D6A}"/>
          </ac:spMkLst>
        </pc:spChg>
        <pc:spChg chg="add mod">
          <ac:chgData name="Mohammad Salman" userId="cfd6754c-e613-4f6f-bb98-36aef69d8c31" providerId="ADAL" clId="{73BDACDF-B3B6-411D-83BB-32D92C9BA53A}" dt="2023-09-05T09:31:21.937" v="8440" actId="5793"/>
          <ac:spMkLst>
            <pc:docMk/>
            <pc:sldMk cId="276799572" sldId="261"/>
            <ac:spMk id="8" creationId="{E9CD2237-0B6C-B738-5089-FE06D108DC05}"/>
          </ac:spMkLst>
        </pc:spChg>
        <pc:spChg chg="add mod">
          <ac:chgData name="Mohammad Salman" userId="cfd6754c-e613-4f6f-bb98-36aef69d8c31" providerId="ADAL" clId="{73BDACDF-B3B6-411D-83BB-32D92C9BA53A}" dt="2023-09-04T04:30:19.060" v="1583" actId="571"/>
          <ac:spMkLst>
            <pc:docMk/>
            <pc:sldMk cId="276799572" sldId="261"/>
            <ac:spMk id="9" creationId="{D01C60E0-C0B2-48D1-F832-2DF88947BE33}"/>
          </ac:spMkLst>
        </pc:spChg>
        <pc:spChg chg="add mod">
          <ac:chgData name="Mohammad Salman" userId="cfd6754c-e613-4f6f-bb98-36aef69d8c31" providerId="ADAL" clId="{73BDACDF-B3B6-411D-83BB-32D92C9BA53A}" dt="2023-09-04T04:30:19.060" v="1583" actId="571"/>
          <ac:spMkLst>
            <pc:docMk/>
            <pc:sldMk cId="276799572" sldId="261"/>
            <ac:spMk id="10" creationId="{46A98DBD-C1CB-0D5E-7C7B-6982C8F6FCDB}"/>
          </ac:spMkLst>
        </pc:spChg>
        <pc:graphicFrameChg chg="add mod modGraphic">
          <ac:chgData name="Mohammad Salman" userId="cfd6754c-e613-4f6f-bb98-36aef69d8c31" providerId="ADAL" clId="{73BDACDF-B3B6-411D-83BB-32D92C9BA53A}" dt="2023-09-08T13:42:48.978" v="14621" actId="1036"/>
          <ac:graphicFrameMkLst>
            <pc:docMk/>
            <pc:sldMk cId="276799572" sldId="261"/>
            <ac:graphicFrameMk id="4" creationId="{E66DF7B7-1D9A-BAE0-686E-BBE773154F45}"/>
          </ac:graphicFrameMkLst>
        </pc:graphicFrameChg>
        <pc:graphicFrameChg chg="add mod modGraphic">
          <ac:chgData name="Mohammad Salman" userId="cfd6754c-e613-4f6f-bb98-36aef69d8c31" providerId="ADAL" clId="{73BDACDF-B3B6-411D-83BB-32D92C9BA53A}" dt="2023-09-04T04:33:01.321" v="1630" actId="20577"/>
          <ac:graphicFrameMkLst>
            <pc:docMk/>
            <pc:sldMk cId="276799572" sldId="261"/>
            <ac:graphicFrameMk id="11" creationId="{AEDFC639-6F53-22E5-E37F-5A17DDEC9F11}"/>
          </ac:graphicFrameMkLst>
        </pc:graphicFrameChg>
      </pc:sldChg>
      <pc:sldChg chg="addSp delSp modSp add mod ord addAnim delAnim modAnim">
        <pc:chgData name="Mohammad Salman" userId="cfd6754c-e613-4f6f-bb98-36aef69d8c31" providerId="ADAL" clId="{73BDACDF-B3B6-411D-83BB-32D92C9BA53A}" dt="2023-09-05T09:33:13.327" v="8444" actId="114"/>
        <pc:sldMkLst>
          <pc:docMk/>
          <pc:sldMk cId="2135015540" sldId="262"/>
        </pc:sldMkLst>
        <pc:spChg chg="mod">
          <ac:chgData name="Mohammad Salman" userId="cfd6754c-e613-4f6f-bb98-36aef69d8c31" providerId="ADAL" clId="{73BDACDF-B3B6-411D-83BB-32D92C9BA53A}" dt="2023-09-05T08:07:03.895" v="5865" actId="20577"/>
          <ac:spMkLst>
            <pc:docMk/>
            <pc:sldMk cId="2135015540" sldId="262"/>
            <ac:spMk id="2" creationId="{840A470A-4D82-0310-4054-98C6C94211B6}"/>
          </ac:spMkLst>
        </pc:spChg>
        <pc:spChg chg="mod">
          <ac:chgData name="Mohammad Salman" userId="cfd6754c-e613-4f6f-bb98-36aef69d8c31" providerId="ADAL" clId="{73BDACDF-B3B6-411D-83BB-32D92C9BA53A}" dt="2023-09-05T09:33:13.327" v="8444" actId="114"/>
          <ac:spMkLst>
            <pc:docMk/>
            <pc:sldMk cId="2135015540" sldId="262"/>
            <ac:spMk id="3" creationId="{71C3B79E-2D88-AE07-2B7A-1F69504666F2}"/>
          </ac:spMkLst>
        </pc:spChg>
        <pc:spChg chg="add del mod">
          <ac:chgData name="Mohammad Salman" userId="cfd6754c-e613-4f6f-bb98-36aef69d8c31" providerId="ADAL" clId="{73BDACDF-B3B6-411D-83BB-32D92C9BA53A}" dt="2023-09-05T08:11:45.348" v="5955" actId="21"/>
          <ac:spMkLst>
            <pc:docMk/>
            <pc:sldMk cId="2135015540" sldId="262"/>
            <ac:spMk id="4" creationId="{5862AD95-0FE9-FFCA-0C2F-53F3CFBDE9F9}"/>
          </ac:spMkLst>
        </pc:spChg>
        <pc:spChg chg="add mod">
          <ac:chgData name="Mohammad Salman" userId="cfd6754c-e613-4f6f-bb98-36aef69d8c31" providerId="ADAL" clId="{73BDACDF-B3B6-411D-83BB-32D92C9BA53A}" dt="2023-09-05T08:11:54.667" v="6007" actId="1076"/>
          <ac:spMkLst>
            <pc:docMk/>
            <pc:sldMk cId="2135015540" sldId="262"/>
            <ac:spMk id="5" creationId="{3F4177E9-CEA6-5F91-17BA-FE3772ADD3C0}"/>
          </ac:spMkLst>
        </pc:spChg>
      </pc:sldChg>
      <pc:sldChg chg="modSp add mod">
        <pc:chgData name="Mohammad Salman" userId="cfd6754c-e613-4f6f-bb98-36aef69d8c31" providerId="ADAL" clId="{73BDACDF-B3B6-411D-83BB-32D92C9BA53A}" dt="2023-09-04T08:44:50.284" v="4873" actId="6549"/>
        <pc:sldMkLst>
          <pc:docMk/>
          <pc:sldMk cId="553198562" sldId="263"/>
        </pc:sldMkLst>
        <pc:spChg chg="mod">
          <ac:chgData name="Mohammad Salman" userId="cfd6754c-e613-4f6f-bb98-36aef69d8c31" providerId="ADAL" clId="{73BDACDF-B3B6-411D-83BB-32D92C9BA53A}" dt="2023-09-04T08:42:41.047" v="4871"/>
          <ac:spMkLst>
            <pc:docMk/>
            <pc:sldMk cId="553198562" sldId="263"/>
            <ac:spMk id="2" creationId="{840A470A-4D82-0310-4054-98C6C94211B6}"/>
          </ac:spMkLst>
        </pc:spChg>
        <pc:spChg chg="mod">
          <ac:chgData name="Mohammad Salman" userId="cfd6754c-e613-4f6f-bb98-36aef69d8c31" providerId="ADAL" clId="{73BDACDF-B3B6-411D-83BB-32D92C9BA53A}" dt="2023-09-04T08:44:50.284" v="4873" actId="6549"/>
          <ac:spMkLst>
            <pc:docMk/>
            <pc:sldMk cId="553198562" sldId="263"/>
            <ac:spMk id="3" creationId="{71C3B79E-2D88-AE07-2B7A-1F69504666F2}"/>
          </ac:spMkLst>
        </pc:spChg>
      </pc:sldChg>
      <pc:sldChg chg="addSp delSp modSp add mod modAnim">
        <pc:chgData name="Mohammad Salman" userId="cfd6754c-e613-4f6f-bb98-36aef69d8c31" providerId="ADAL" clId="{73BDACDF-B3B6-411D-83BB-32D92C9BA53A}" dt="2023-09-09T06:33:07.796" v="15081" actId="113"/>
        <pc:sldMkLst>
          <pc:docMk/>
          <pc:sldMk cId="553844840" sldId="264"/>
        </pc:sldMkLst>
        <pc:spChg chg="del">
          <ac:chgData name="Mohammad Salman" userId="cfd6754c-e613-4f6f-bb98-36aef69d8c31" providerId="ADAL" clId="{73BDACDF-B3B6-411D-83BB-32D92C9BA53A}" dt="2023-09-04T06:41:57.021" v="2142" actId="478"/>
          <ac:spMkLst>
            <pc:docMk/>
            <pc:sldMk cId="553844840" sldId="264"/>
            <ac:spMk id="2" creationId="{840A470A-4D82-0310-4054-98C6C94211B6}"/>
          </ac:spMkLst>
        </pc:spChg>
        <pc:spChg chg="del">
          <ac:chgData name="Mohammad Salman" userId="cfd6754c-e613-4f6f-bb98-36aef69d8c31" providerId="ADAL" clId="{73BDACDF-B3B6-411D-83BB-32D92C9BA53A}" dt="2023-09-04T06:41:57.021" v="2142" actId="478"/>
          <ac:spMkLst>
            <pc:docMk/>
            <pc:sldMk cId="553844840" sldId="264"/>
            <ac:spMk id="3" creationId="{71C3B79E-2D88-AE07-2B7A-1F69504666F2}"/>
          </ac:spMkLst>
        </pc:spChg>
        <pc:spChg chg="add del mod">
          <ac:chgData name="Mohammad Salman" userId="cfd6754c-e613-4f6f-bb98-36aef69d8c31" providerId="ADAL" clId="{73BDACDF-B3B6-411D-83BB-32D92C9BA53A}" dt="2023-09-04T06:42:04.864" v="2145" actId="478"/>
          <ac:spMkLst>
            <pc:docMk/>
            <pc:sldMk cId="553844840" sldId="264"/>
            <ac:spMk id="5" creationId="{9839555A-4101-83C8-6F34-1B4FB0033F07}"/>
          </ac:spMkLst>
        </pc:spChg>
        <pc:spChg chg="add del mod">
          <ac:chgData name="Mohammad Salman" userId="cfd6754c-e613-4f6f-bb98-36aef69d8c31" providerId="ADAL" clId="{73BDACDF-B3B6-411D-83BB-32D92C9BA53A}" dt="2023-09-04T06:48:54.063" v="2182" actId="113"/>
          <ac:spMkLst>
            <pc:docMk/>
            <pc:sldMk cId="553844840" sldId="264"/>
            <ac:spMk id="7" creationId="{077DAB41-FFEB-9938-85C6-5E0D7D8CFE69}"/>
          </ac:spMkLst>
        </pc:spChg>
        <pc:spChg chg="add mod">
          <ac:chgData name="Mohammad Salman" userId="cfd6754c-e613-4f6f-bb98-36aef69d8c31" providerId="ADAL" clId="{73BDACDF-B3B6-411D-83BB-32D92C9BA53A}" dt="2023-09-04T06:49:19.852" v="2194" actId="692"/>
          <ac:spMkLst>
            <pc:docMk/>
            <pc:sldMk cId="553844840" sldId="264"/>
            <ac:spMk id="8" creationId="{DAD3F91A-5103-29B5-F979-9DB28073A7A6}"/>
          </ac:spMkLst>
        </pc:spChg>
        <pc:spChg chg="add mod">
          <ac:chgData name="Mohammad Salman" userId="cfd6754c-e613-4f6f-bb98-36aef69d8c31" providerId="ADAL" clId="{73BDACDF-B3B6-411D-83BB-32D92C9BA53A}" dt="2023-09-04T06:49:45.439" v="2199" actId="14100"/>
          <ac:spMkLst>
            <pc:docMk/>
            <pc:sldMk cId="553844840" sldId="264"/>
            <ac:spMk id="9" creationId="{C512820A-086E-79A8-1C6F-213741C7010D}"/>
          </ac:spMkLst>
        </pc:spChg>
        <pc:spChg chg="add mod">
          <ac:chgData name="Mohammad Salman" userId="cfd6754c-e613-4f6f-bb98-36aef69d8c31" providerId="ADAL" clId="{73BDACDF-B3B6-411D-83BB-32D92C9BA53A}" dt="2023-09-09T06:33:07.796" v="15081" actId="113"/>
          <ac:spMkLst>
            <pc:docMk/>
            <pc:sldMk cId="553844840" sldId="264"/>
            <ac:spMk id="10" creationId="{CA21D1BD-72BB-03CD-32E5-A814CD68B204}"/>
          </ac:spMkLst>
        </pc:spChg>
        <pc:spChg chg="add del mod">
          <ac:chgData name="Mohammad Salman" userId="cfd6754c-e613-4f6f-bb98-36aef69d8c31" providerId="ADAL" clId="{73BDACDF-B3B6-411D-83BB-32D92C9BA53A}" dt="2023-09-04T06:51:26.198" v="2401" actId="478"/>
          <ac:spMkLst>
            <pc:docMk/>
            <pc:sldMk cId="553844840" sldId="264"/>
            <ac:spMk id="11" creationId="{197D876D-D70B-2BF9-F184-F0A0971D9499}"/>
          </ac:spMkLst>
        </pc:spChg>
        <pc:spChg chg="add mod">
          <ac:chgData name="Mohammad Salman" userId="cfd6754c-e613-4f6f-bb98-36aef69d8c31" providerId="ADAL" clId="{73BDACDF-B3B6-411D-83BB-32D92C9BA53A}" dt="2023-09-09T06:33:02.373" v="15080" actId="113"/>
          <ac:spMkLst>
            <pc:docMk/>
            <pc:sldMk cId="553844840" sldId="264"/>
            <ac:spMk id="12" creationId="{0B12C82E-E1BE-122C-869D-223ABAF8CDE4}"/>
          </ac:spMkLst>
        </pc:spChg>
        <pc:cxnChg chg="add mod">
          <ac:chgData name="Mohammad Salman" userId="cfd6754c-e613-4f6f-bb98-36aef69d8c31" providerId="ADAL" clId="{73BDACDF-B3B6-411D-83BB-32D92C9BA53A}" dt="2023-09-04T08:45:53.501" v="4874" actId="6549"/>
          <ac:cxnSpMkLst>
            <pc:docMk/>
            <pc:sldMk cId="553844840" sldId="264"/>
            <ac:cxnSpMk id="14" creationId="{3EDE7FC3-15DD-04A3-04B8-89CB9E2C7D03}"/>
          </ac:cxnSpMkLst>
        </pc:cxnChg>
        <pc:cxnChg chg="add mod">
          <ac:chgData name="Mohammad Salman" userId="cfd6754c-e613-4f6f-bb98-36aef69d8c31" providerId="ADAL" clId="{73BDACDF-B3B6-411D-83BB-32D92C9BA53A}" dt="2023-09-04T08:11:43.808" v="4100" actId="6549"/>
          <ac:cxnSpMkLst>
            <pc:docMk/>
            <pc:sldMk cId="553844840" sldId="264"/>
            <ac:cxnSpMk id="16" creationId="{1D95B33E-23ED-964A-F6A4-B67F8B16EC1E}"/>
          </ac:cxnSpMkLst>
        </pc:cxnChg>
      </pc:sldChg>
      <pc:sldChg chg="addSp modSp add del mod modAnim">
        <pc:chgData name="Mohammad Salman" userId="cfd6754c-e613-4f6f-bb98-36aef69d8c31" providerId="ADAL" clId="{73BDACDF-B3B6-411D-83BB-32D92C9BA53A}" dt="2023-09-04T08:46:43.628" v="4912" actId="47"/>
        <pc:sldMkLst>
          <pc:docMk/>
          <pc:sldMk cId="3861934714" sldId="265"/>
        </pc:sldMkLst>
        <pc:spChg chg="add mod">
          <ac:chgData name="Mohammad Salman" userId="cfd6754c-e613-4f6f-bb98-36aef69d8c31" providerId="ADAL" clId="{73BDACDF-B3B6-411D-83BB-32D92C9BA53A}" dt="2023-09-04T06:56:12.907" v="2568"/>
          <ac:spMkLst>
            <pc:docMk/>
            <pc:sldMk cId="3861934714" sldId="265"/>
            <ac:spMk id="2" creationId="{AEF4B3A4-9AC4-7D18-28E0-E812ADD5CBD0}"/>
          </ac:spMkLst>
        </pc:spChg>
        <pc:spChg chg="add mod">
          <ac:chgData name="Mohammad Salman" userId="cfd6754c-e613-4f6f-bb98-36aef69d8c31" providerId="ADAL" clId="{73BDACDF-B3B6-411D-83BB-32D92C9BA53A}" dt="2023-09-04T08:03:07.377" v="4020" actId="20577"/>
          <ac:spMkLst>
            <pc:docMk/>
            <pc:sldMk cId="3861934714" sldId="265"/>
            <ac:spMk id="3" creationId="{66C1B480-6B75-35CC-2B22-8A04374D0B75}"/>
          </ac:spMkLst>
        </pc:spChg>
      </pc:sldChg>
      <pc:sldChg chg="addSp delSp modSp add mod ord modAnim modNotesTx">
        <pc:chgData name="Mohammad Salman" userId="cfd6754c-e613-4f6f-bb98-36aef69d8c31" providerId="ADAL" clId="{73BDACDF-B3B6-411D-83BB-32D92C9BA53A}" dt="2023-09-04T08:55:03.182" v="4995" actId="207"/>
        <pc:sldMkLst>
          <pc:docMk/>
          <pc:sldMk cId="3959310609" sldId="266"/>
        </pc:sldMkLst>
        <pc:spChg chg="add mod">
          <ac:chgData name="Mohammad Salman" userId="cfd6754c-e613-4f6f-bb98-36aef69d8c31" providerId="ADAL" clId="{73BDACDF-B3B6-411D-83BB-32D92C9BA53A}" dt="2023-09-04T07:03:13.088" v="2774" actId="1035"/>
          <ac:spMkLst>
            <pc:docMk/>
            <pc:sldMk cId="3959310609" sldId="266"/>
            <ac:spMk id="2" creationId="{F81EC9D9-C515-0251-1A59-1E80C309BA26}"/>
          </ac:spMkLst>
        </pc:spChg>
        <pc:spChg chg="add mod">
          <ac:chgData name="Mohammad Salman" userId="cfd6754c-e613-4f6f-bb98-36aef69d8c31" providerId="ADAL" clId="{73BDACDF-B3B6-411D-83BB-32D92C9BA53A}" dt="2023-09-04T07:03:13.088" v="2774" actId="1035"/>
          <ac:spMkLst>
            <pc:docMk/>
            <pc:sldMk cId="3959310609" sldId="266"/>
            <ac:spMk id="3" creationId="{C1CB18E1-D3D0-BB2E-9BB7-A1AF8C845915}"/>
          </ac:spMkLst>
        </pc:spChg>
        <pc:spChg chg="add mod">
          <ac:chgData name="Mohammad Salman" userId="cfd6754c-e613-4f6f-bb98-36aef69d8c31" providerId="ADAL" clId="{73BDACDF-B3B6-411D-83BB-32D92C9BA53A}" dt="2023-09-04T07:11:14.663" v="3050" actId="1037"/>
          <ac:spMkLst>
            <pc:docMk/>
            <pc:sldMk cId="3959310609" sldId="266"/>
            <ac:spMk id="5" creationId="{AB0A81C9-8051-4E7F-2416-AA4380B7084A}"/>
          </ac:spMkLst>
        </pc:spChg>
        <pc:spChg chg="add mod">
          <ac:chgData name="Mohammad Salman" userId="cfd6754c-e613-4f6f-bb98-36aef69d8c31" providerId="ADAL" clId="{73BDACDF-B3B6-411D-83BB-32D92C9BA53A}" dt="2023-09-04T07:11:14.663" v="3050" actId="1037"/>
          <ac:spMkLst>
            <pc:docMk/>
            <pc:sldMk cId="3959310609" sldId="266"/>
            <ac:spMk id="6" creationId="{165D919C-3019-578A-C20F-17CCD84BCA9E}"/>
          </ac:spMkLst>
        </pc:spChg>
        <pc:spChg chg="mod">
          <ac:chgData name="Mohammad Salman" userId="cfd6754c-e613-4f6f-bb98-36aef69d8c31" providerId="ADAL" clId="{73BDACDF-B3B6-411D-83BB-32D92C9BA53A}" dt="2023-09-04T07:03:13.088" v="2774" actId="1035"/>
          <ac:spMkLst>
            <pc:docMk/>
            <pc:sldMk cId="3959310609" sldId="266"/>
            <ac:spMk id="7" creationId="{077DAB41-FFEB-9938-85C6-5E0D7D8CFE69}"/>
          </ac:spMkLst>
        </pc:spChg>
        <pc:spChg chg="del">
          <ac:chgData name="Mohammad Salman" userId="cfd6754c-e613-4f6f-bb98-36aef69d8c31" providerId="ADAL" clId="{73BDACDF-B3B6-411D-83BB-32D92C9BA53A}" dt="2023-09-04T06:58:11.005" v="2654" actId="478"/>
          <ac:spMkLst>
            <pc:docMk/>
            <pc:sldMk cId="3959310609" sldId="266"/>
            <ac:spMk id="8" creationId="{DAD3F91A-5103-29B5-F979-9DB28073A7A6}"/>
          </ac:spMkLst>
        </pc:spChg>
        <pc:spChg chg="mod">
          <ac:chgData name="Mohammad Salman" userId="cfd6754c-e613-4f6f-bb98-36aef69d8c31" providerId="ADAL" clId="{73BDACDF-B3B6-411D-83BB-32D92C9BA53A}" dt="2023-09-04T07:03:13.088" v="2774" actId="1035"/>
          <ac:spMkLst>
            <pc:docMk/>
            <pc:sldMk cId="3959310609" sldId="266"/>
            <ac:spMk id="9" creationId="{C512820A-086E-79A8-1C6F-213741C7010D}"/>
          </ac:spMkLst>
        </pc:spChg>
        <pc:spChg chg="del">
          <ac:chgData name="Mohammad Salman" userId="cfd6754c-e613-4f6f-bb98-36aef69d8c31" providerId="ADAL" clId="{73BDACDF-B3B6-411D-83BB-32D92C9BA53A}" dt="2023-09-04T06:58:07.184" v="2652" actId="478"/>
          <ac:spMkLst>
            <pc:docMk/>
            <pc:sldMk cId="3959310609" sldId="266"/>
            <ac:spMk id="10" creationId="{CA21D1BD-72BB-03CD-32E5-A814CD68B204}"/>
          </ac:spMkLst>
        </pc:spChg>
        <pc:spChg chg="del">
          <ac:chgData name="Mohammad Salman" userId="cfd6754c-e613-4f6f-bb98-36aef69d8c31" providerId="ADAL" clId="{73BDACDF-B3B6-411D-83BB-32D92C9BA53A}" dt="2023-09-04T06:58:07.184" v="2652" actId="478"/>
          <ac:spMkLst>
            <pc:docMk/>
            <pc:sldMk cId="3959310609" sldId="266"/>
            <ac:spMk id="12" creationId="{0B12C82E-E1BE-122C-869D-223ABAF8CDE4}"/>
          </ac:spMkLst>
        </pc:spChg>
        <pc:spChg chg="add mod">
          <ac:chgData name="Mohammad Salman" userId="cfd6754c-e613-4f6f-bb98-36aef69d8c31" providerId="ADAL" clId="{73BDACDF-B3B6-411D-83BB-32D92C9BA53A}" dt="2023-09-04T08:55:03.182" v="4995" actId="207"/>
          <ac:spMkLst>
            <pc:docMk/>
            <pc:sldMk cId="3959310609" sldId="266"/>
            <ac:spMk id="42" creationId="{5EEF0E86-EC63-0150-CB14-1AD425A6AFD4}"/>
          </ac:spMkLst>
        </pc:spChg>
        <pc:spChg chg="add mod">
          <ac:chgData name="Mohammad Salman" userId="cfd6754c-e613-4f6f-bb98-36aef69d8c31" providerId="ADAL" clId="{73BDACDF-B3B6-411D-83BB-32D92C9BA53A}" dt="2023-09-04T08:55:00.091" v="4994" actId="207"/>
          <ac:spMkLst>
            <pc:docMk/>
            <pc:sldMk cId="3959310609" sldId="266"/>
            <ac:spMk id="43" creationId="{0819FD2D-CEAA-3820-3723-14E12C50FA02}"/>
          </ac:spMkLst>
        </pc:spChg>
        <pc:picChg chg="add mod">
          <ac:chgData name="Mohammad Salman" userId="cfd6754c-e613-4f6f-bb98-36aef69d8c31" providerId="ADAL" clId="{73BDACDF-B3B6-411D-83BB-32D92C9BA53A}" dt="2023-09-04T07:13:16.050" v="3137" actId="14100"/>
          <ac:picMkLst>
            <pc:docMk/>
            <pc:sldMk cId="3959310609" sldId="266"/>
            <ac:picMk id="37" creationId="{31C956E4-194A-7F1A-39DB-2233F32A57F4}"/>
          </ac:picMkLst>
        </pc:picChg>
        <pc:cxnChg chg="add mod">
          <ac:chgData name="Mohammad Salman" userId="cfd6754c-e613-4f6f-bb98-36aef69d8c31" providerId="ADAL" clId="{73BDACDF-B3B6-411D-83BB-32D92C9BA53A}" dt="2023-09-04T07:11:36.273" v="3053" actId="14100"/>
          <ac:cxnSpMkLst>
            <pc:docMk/>
            <pc:sldMk cId="3959310609" sldId="266"/>
            <ac:cxnSpMk id="13" creationId="{A3D89D4C-2539-2D20-08A1-C54B6968D9E5}"/>
          </ac:cxnSpMkLst>
        </pc:cxnChg>
        <pc:cxnChg chg="del mod">
          <ac:chgData name="Mohammad Salman" userId="cfd6754c-e613-4f6f-bb98-36aef69d8c31" providerId="ADAL" clId="{73BDACDF-B3B6-411D-83BB-32D92C9BA53A}" dt="2023-09-04T06:58:10.047" v="2653" actId="478"/>
          <ac:cxnSpMkLst>
            <pc:docMk/>
            <pc:sldMk cId="3959310609" sldId="266"/>
            <ac:cxnSpMk id="14" creationId="{3EDE7FC3-15DD-04A3-04B8-89CB9E2C7D03}"/>
          </ac:cxnSpMkLst>
        </pc:cxnChg>
        <pc:cxnChg chg="add mod">
          <ac:chgData name="Mohammad Salman" userId="cfd6754c-e613-4f6f-bb98-36aef69d8c31" providerId="ADAL" clId="{73BDACDF-B3B6-411D-83BB-32D92C9BA53A}" dt="2023-09-04T07:11:14.663" v="3050" actId="1037"/>
          <ac:cxnSpMkLst>
            <pc:docMk/>
            <pc:sldMk cId="3959310609" sldId="266"/>
            <ac:cxnSpMk id="15" creationId="{56769AF7-7893-AC96-BF1F-2CAD5E481E0D}"/>
          </ac:cxnSpMkLst>
        </pc:cxnChg>
        <pc:cxnChg chg="del mod">
          <ac:chgData name="Mohammad Salman" userId="cfd6754c-e613-4f6f-bb98-36aef69d8c31" providerId="ADAL" clId="{73BDACDF-B3B6-411D-83BB-32D92C9BA53A}" dt="2023-09-04T06:58:07.184" v="2652" actId="478"/>
          <ac:cxnSpMkLst>
            <pc:docMk/>
            <pc:sldMk cId="3959310609" sldId="266"/>
            <ac:cxnSpMk id="16" creationId="{1D95B33E-23ED-964A-F6A4-B67F8B16EC1E}"/>
          </ac:cxnSpMkLst>
        </pc:cxnChg>
        <pc:cxnChg chg="add mod">
          <ac:chgData name="Mohammad Salman" userId="cfd6754c-e613-4f6f-bb98-36aef69d8c31" providerId="ADAL" clId="{73BDACDF-B3B6-411D-83BB-32D92C9BA53A}" dt="2023-09-04T07:08:37.867" v="2887" actId="1036"/>
          <ac:cxnSpMkLst>
            <pc:docMk/>
            <pc:sldMk cId="3959310609" sldId="266"/>
            <ac:cxnSpMk id="30" creationId="{CF890D9A-C6A7-7993-2CC3-24FAAE066748}"/>
          </ac:cxnSpMkLst>
        </pc:cxnChg>
        <pc:cxnChg chg="add mod">
          <ac:chgData name="Mohammad Salman" userId="cfd6754c-e613-4f6f-bb98-36aef69d8c31" providerId="ADAL" clId="{73BDACDF-B3B6-411D-83BB-32D92C9BA53A}" dt="2023-09-04T07:08:43.354" v="2888" actId="14100"/>
          <ac:cxnSpMkLst>
            <pc:docMk/>
            <pc:sldMk cId="3959310609" sldId="266"/>
            <ac:cxnSpMk id="31" creationId="{5E5485B5-172D-018D-9F80-D98315ED2BB1}"/>
          </ac:cxnSpMkLst>
        </pc:cxnChg>
      </pc:sldChg>
      <pc:sldChg chg="modSp add del mod ord">
        <pc:chgData name="Mohammad Salman" userId="cfd6754c-e613-4f6f-bb98-36aef69d8c31" providerId="ADAL" clId="{73BDACDF-B3B6-411D-83BB-32D92C9BA53A}" dt="2023-09-09T06:59:04.256" v="15870" actId="47"/>
        <pc:sldMkLst>
          <pc:docMk/>
          <pc:sldMk cId="4163970685" sldId="267"/>
        </pc:sldMkLst>
        <pc:spChg chg="mod">
          <ac:chgData name="Mohammad Salman" userId="cfd6754c-e613-4f6f-bb98-36aef69d8c31" providerId="ADAL" clId="{73BDACDF-B3B6-411D-83BB-32D92C9BA53A}" dt="2023-09-04T07:16:02.651" v="3201" actId="20577"/>
          <ac:spMkLst>
            <pc:docMk/>
            <pc:sldMk cId="4163970685" sldId="267"/>
            <ac:spMk id="2" creationId="{840A470A-4D82-0310-4054-98C6C94211B6}"/>
          </ac:spMkLst>
        </pc:spChg>
        <pc:spChg chg="mod">
          <ac:chgData name="Mohammad Salman" userId="cfd6754c-e613-4f6f-bb98-36aef69d8c31" providerId="ADAL" clId="{73BDACDF-B3B6-411D-83BB-32D92C9BA53A}" dt="2023-09-04T07:49:54.114" v="3518" actId="20577"/>
          <ac:spMkLst>
            <pc:docMk/>
            <pc:sldMk cId="4163970685" sldId="267"/>
            <ac:spMk id="3" creationId="{71C3B79E-2D88-AE07-2B7A-1F69504666F2}"/>
          </ac:spMkLst>
        </pc:spChg>
      </pc:sldChg>
      <pc:sldChg chg="modSp new del mod ord">
        <pc:chgData name="Mohammad Salman" userId="cfd6754c-e613-4f6f-bb98-36aef69d8c31" providerId="ADAL" clId="{73BDACDF-B3B6-411D-83BB-32D92C9BA53A}" dt="2023-09-09T06:59:01.743" v="15869" actId="47"/>
        <pc:sldMkLst>
          <pc:docMk/>
          <pc:sldMk cId="2209578985" sldId="268"/>
        </pc:sldMkLst>
        <pc:spChg chg="mod">
          <ac:chgData name="Mohammad Salman" userId="cfd6754c-e613-4f6f-bb98-36aef69d8c31" providerId="ADAL" clId="{73BDACDF-B3B6-411D-83BB-32D92C9BA53A}" dt="2023-09-04T08:42:28.966" v="4870" actId="20577"/>
          <ac:spMkLst>
            <pc:docMk/>
            <pc:sldMk cId="2209578985" sldId="268"/>
            <ac:spMk id="2" creationId="{C4C00F9C-1C3F-5E79-D37A-7962D7CAE978}"/>
          </ac:spMkLst>
        </pc:spChg>
        <pc:spChg chg="mod">
          <ac:chgData name="Mohammad Salman" userId="cfd6754c-e613-4f6f-bb98-36aef69d8c31" providerId="ADAL" clId="{73BDACDF-B3B6-411D-83BB-32D92C9BA53A}" dt="2023-09-04T08:42:26.385" v="4868" actId="20577"/>
          <ac:spMkLst>
            <pc:docMk/>
            <pc:sldMk cId="2209578985" sldId="268"/>
            <ac:spMk id="3" creationId="{6CA0E0E6-89E2-E1E7-F4E8-8B51D47F408B}"/>
          </ac:spMkLst>
        </pc:spChg>
      </pc:sldChg>
      <pc:sldChg chg="new del">
        <pc:chgData name="Mohammad Salman" userId="cfd6754c-e613-4f6f-bb98-36aef69d8c31" providerId="ADAL" clId="{73BDACDF-B3B6-411D-83BB-32D92C9BA53A}" dt="2023-09-04T07:23:42.813" v="3360" actId="47"/>
        <pc:sldMkLst>
          <pc:docMk/>
          <pc:sldMk cId="2080337211" sldId="269"/>
        </pc:sldMkLst>
      </pc:sldChg>
      <pc:sldChg chg="delSp modSp new mod ord">
        <pc:chgData name="Mohammad Salman" userId="cfd6754c-e613-4f6f-bb98-36aef69d8c31" providerId="ADAL" clId="{73BDACDF-B3B6-411D-83BB-32D92C9BA53A}" dt="2023-09-08T10:30:14.335" v="14449" actId="6549"/>
        <pc:sldMkLst>
          <pc:docMk/>
          <pc:sldMk cId="2062634379" sldId="270"/>
        </pc:sldMkLst>
        <pc:spChg chg="mod">
          <ac:chgData name="Mohammad Salman" userId="cfd6754c-e613-4f6f-bb98-36aef69d8c31" providerId="ADAL" clId="{73BDACDF-B3B6-411D-83BB-32D92C9BA53A}" dt="2023-09-08T10:30:14.335" v="14449" actId="6549"/>
          <ac:spMkLst>
            <pc:docMk/>
            <pc:sldMk cId="2062634379" sldId="270"/>
            <ac:spMk id="2" creationId="{9DE25576-7C00-DDF9-4514-C375FB7DE220}"/>
          </ac:spMkLst>
        </pc:spChg>
        <pc:spChg chg="del">
          <ac:chgData name="Mohammad Salman" userId="cfd6754c-e613-4f6f-bb98-36aef69d8c31" providerId="ADAL" clId="{73BDACDF-B3B6-411D-83BB-32D92C9BA53A}" dt="2023-09-04T07:23:32.836" v="3341" actId="478"/>
          <ac:spMkLst>
            <pc:docMk/>
            <pc:sldMk cId="2062634379" sldId="270"/>
            <ac:spMk id="3" creationId="{8E29F732-C6E3-7C79-729B-17DD1CDAB900}"/>
          </ac:spMkLst>
        </pc:spChg>
      </pc:sldChg>
      <pc:sldChg chg="modSp new del mod ord">
        <pc:chgData name="Mohammad Salman" userId="cfd6754c-e613-4f6f-bb98-36aef69d8c31" providerId="ADAL" clId="{73BDACDF-B3B6-411D-83BB-32D92C9BA53A}" dt="2023-09-09T06:59:05.966" v="15871" actId="47"/>
        <pc:sldMkLst>
          <pc:docMk/>
          <pc:sldMk cId="3376489497" sldId="271"/>
        </pc:sldMkLst>
        <pc:spChg chg="mod">
          <ac:chgData name="Mohammad Salman" userId="cfd6754c-e613-4f6f-bb98-36aef69d8c31" providerId="ADAL" clId="{73BDACDF-B3B6-411D-83BB-32D92C9BA53A}" dt="2023-09-04T07:38:18.284" v="3377" actId="20577"/>
          <ac:spMkLst>
            <pc:docMk/>
            <pc:sldMk cId="3376489497" sldId="271"/>
            <ac:spMk id="2" creationId="{E7CC6325-8952-1DDB-618D-10553CEA65BC}"/>
          </ac:spMkLst>
        </pc:spChg>
      </pc:sldChg>
      <pc:sldChg chg="addSp delSp modSp new mod modClrScheme modAnim chgLayout">
        <pc:chgData name="Mohammad Salman" userId="cfd6754c-e613-4f6f-bb98-36aef69d8c31" providerId="ADAL" clId="{73BDACDF-B3B6-411D-83BB-32D92C9BA53A}" dt="2023-09-04T08:41:12.521" v="4844"/>
        <pc:sldMkLst>
          <pc:docMk/>
          <pc:sldMk cId="3892711221" sldId="272"/>
        </pc:sldMkLst>
        <pc:spChg chg="del mod ord">
          <ac:chgData name="Mohammad Salman" userId="cfd6754c-e613-4f6f-bb98-36aef69d8c31" providerId="ADAL" clId="{73BDACDF-B3B6-411D-83BB-32D92C9BA53A}" dt="2023-09-04T08:36:31.203" v="4583" actId="700"/>
          <ac:spMkLst>
            <pc:docMk/>
            <pc:sldMk cId="3892711221" sldId="272"/>
            <ac:spMk id="2" creationId="{343F0059-9992-EFD0-03B7-F70B14F852BB}"/>
          </ac:spMkLst>
        </pc:spChg>
        <pc:spChg chg="del mod ord">
          <ac:chgData name="Mohammad Salman" userId="cfd6754c-e613-4f6f-bb98-36aef69d8c31" providerId="ADAL" clId="{73BDACDF-B3B6-411D-83BB-32D92C9BA53A}" dt="2023-09-04T08:36:31.203" v="4583" actId="700"/>
          <ac:spMkLst>
            <pc:docMk/>
            <pc:sldMk cId="3892711221" sldId="272"/>
            <ac:spMk id="3" creationId="{FAA418DF-2C02-7CF7-CD7E-457B70BC8722}"/>
          </ac:spMkLst>
        </pc:spChg>
        <pc:spChg chg="del">
          <ac:chgData name="Mohammad Salman" userId="cfd6754c-e613-4f6f-bb98-36aef69d8c31" providerId="ADAL" clId="{73BDACDF-B3B6-411D-83BB-32D92C9BA53A}" dt="2023-09-04T08:36:31.203" v="4583" actId="700"/>
          <ac:spMkLst>
            <pc:docMk/>
            <pc:sldMk cId="3892711221" sldId="272"/>
            <ac:spMk id="4" creationId="{079EB746-BB75-60E5-E346-497276FFF7DA}"/>
          </ac:spMkLst>
        </pc:spChg>
        <pc:spChg chg="add del mod ord">
          <ac:chgData name="Mohammad Salman" userId="cfd6754c-e613-4f6f-bb98-36aef69d8c31" providerId="ADAL" clId="{73BDACDF-B3B6-411D-83BB-32D92C9BA53A}" dt="2023-09-04T08:36:33.960" v="4584" actId="700"/>
          <ac:spMkLst>
            <pc:docMk/>
            <pc:sldMk cId="3892711221" sldId="272"/>
            <ac:spMk id="5" creationId="{68743A78-CCBA-691F-40D4-B6BA37DFCDC4}"/>
          </ac:spMkLst>
        </pc:spChg>
        <pc:spChg chg="add del mod ord">
          <ac:chgData name="Mohammad Salman" userId="cfd6754c-e613-4f6f-bb98-36aef69d8c31" providerId="ADAL" clId="{73BDACDF-B3B6-411D-83BB-32D92C9BA53A}" dt="2023-09-04T08:36:33.960" v="4584" actId="700"/>
          <ac:spMkLst>
            <pc:docMk/>
            <pc:sldMk cId="3892711221" sldId="272"/>
            <ac:spMk id="6" creationId="{E8C93E2E-8667-8C5A-E72D-2442CD1216B8}"/>
          </ac:spMkLst>
        </pc:spChg>
        <pc:spChg chg="add mod ord">
          <ac:chgData name="Mohammad Salman" userId="cfd6754c-e613-4f6f-bb98-36aef69d8c31" providerId="ADAL" clId="{73BDACDF-B3B6-411D-83BB-32D92C9BA53A}" dt="2023-09-04T08:36:34.838" v="4585"/>
          <ac:spMkLst>
            <pc:docMk/>
            <pc:sldMk cId="3892711221" sldId="272"/>
            <ac:spMk id="7" creationId="{4D4AA7A2-7955-CA2F-A3D1-48E4AD5576A9}"/>
          </ac:spMkLst>
        </pc:spChg>
        <pc:spChg chg="add del mod ord">
          <ac:chgData name="Mohammad Salman" userId="cfd6754c-e613-4f6f-bb98-36aef69d8c31" providerId="ADAL" clId="{73BDACDF-B3B6-411D-83BB-32D92C9BA53A}" dt="2023-09-04T08:36:56.966" v="4586" actId="478"/>
          <ac:spMkLst>
            <pc:docMk/>
            <pc:sldMk cId="3892711221" sldId="272"/>
            <ac:spMk id="8" creationId="{EB01FE0E-8F3D-5138-2089-A17E1E44568A}"/>
          </ac:spMkLst>
        </pc:spChg>
        <pc:spChg chg="add mod">
          <ac:chgData name="Mohammad Salman" userId="cfd6754c-e613-4f6f-bb98-36aef69d8c31" providerId="ADAL" clId="{73BDACDF-B3B6-411D-83BB-32D92C9BA53A}" dt="2023-09-04T08:37:56.572" v="4601" actId="692"/>
          <ac:spMkLst>
            <pc:docMk/>
            <pc:sldMk cId="3892711221" sldId="272"/>
            <ac:spMk id="11" creationId="{B1933487-6498-03AA-B5E7-160E3485C785}"/>
          </ac:spMkLst>
        </pc:spChg>
        <pc:spChg chg="add mod">
          <ac:chgData name="Mohammad Salman" userId="cfd6754c-e613-4f6f-bb98-36aef69d8c31" providerId="ADAL" clId="{73BDACDF-B3B6-411D-83BB-32D92C9BA53A}" dt="2023-09-04T08:38:31.085" v="4684" actId="14100"/>
          <ac:spMkLst>
            <pc:docMk/>
            <pc:sldMk cId="3892711221" sldId="272"/>
            <ac:spMk id="12" creationId="{5648D578-08D5-1116-DE9A-8034C0173D5B}"/>
          </ac:spMkLst>
        </pc:spChg>
        <pc:spChg chg="add mod">
          <ac:chgData name="Mohammad Salman" userId="cfd6754c-e613-4f6f-bb98-36aef69d8c31" providerId="ADAL" clId="{73BDACDF-B3B6-411D-83BB-32D92C9BA53A}" dt="2023-09-04T08:40:10.722" v="4842" actId="2711"/>
          <ac:spMkLst>
            <pc:docMk/>
            <pc:sldMk cId="3892711221" sldId="272"/>
            <ac:spMk id="13" creationId="{4189EDFC-B2D9-FDDC-C7F7-397217907F8E}"/>
          </ac:spMkLst>
        </pc:spChg>
        <pc:picChg chg="add mod">
          <ac:chgData name="Mohammad Salman" userId="cfd6754c-e613-4f6f-bb98-36aef69d8c31" providerId="ADAL" clId="{73BDACDF-B3B6-411D-83BB-32D92C9BA53A}" dt="2023-09-04T08:37:17.690" v="4593" actId="1076"/>
          <ac:picMkLst>
            <pc:docMk/>
            <pc:sldMk cId="3892711221" sldId="272"/>
            <ac:picMk id="10" creationId="{0180FF8B-9664-248A-23A1-3CA73A2554E8}"/>
          </ac:picMkLst>
        </pc:picChg>
      </pc:sldChg>
      <pc:sldChg chg="addSp modSp add modAnim">
        <pc:chgData name="Mohammad Salman" userId="cfd6754c-e613-4f6f-bb98-36aef69d8c31" providerId="ADAL" clId="{73BDACDF-B3B6-411D-83BB-32D92C9BA53A}" dt="2023-09-04T08:47:08.886" v="4918"/>
        <pc:sldMkLst>
          <pc:docMk/>
          <pc:sldMk cId="1398385220" sldId="273"/>
        </pc:sldMkLst>
        <pc:spChg chg="add mod">
          <ac:chgData name="Mohammad Salman" userId="cfd6754c-e613-4f6f-bb98-36aef69d8c31" providerId="ADAL" clId="{73BDACDF-B3B6-411D-83BB-32D92C9BA53A}" dt="2023-09-04T08:46:41.872" v="4911"/>
          <ac:spMkLst>
            <pc:docMk/>
            <pc:sldMk cId="1398385220" sldId="273"/>
            <ac:spMk id="2" creationId="{DF0A9EAF-CCDC-C714-6D1B-2736DFB97B0A}"/>
          </ac:spMkLst>
        </pc:spChg>
        <pc:spChg chg="add mod">
          <ac:chgData name="Mohammad Salman" userId="cfd6754c-e613-4f6f-bb98-36aef69d8c31" providerId="ADAL" clId="{73BDACDF-B3B6-411D-83BB-32D92C9BA53A}" dt="2023-09-04T08:46:41.872" v="4911"/>
          <ac:spMkLst>
            <pc:docMk/>
            <pc:sldMk cId="1398385220" sldId="273"/>
            <ac:spMk id="3" creationId="{C4A522F7-8A37-9D10-47B5-47C6C23E1D37}"/>
          </ac:spMkLst>
        </pc:spChg>
      </pc:sldChg>
      <pc:sldChg chg="modSp add mod ord">
        <pc:chgData name="Mohammad Salman" userId="cfd6754c-e613-4f6f-bb98-36aef69d8c31" providerId="ADAL" clId="{73BDACDF-B3B6-411D-83BB-32D92C9BA53A}" dt="2023-09-09T06:34:09.398" v="15082" actId="115"/>
        <pc:sldMkLst>
          <pc:docMk/>
          <pc:sldMk cId="2174176072" sldId="274"/>
        </pc:sldMkLst>
        <pc:spChg chg="mod">
          <ac:chgData name="Mohammad Salman" userId="cfd6754c-e613-4f6f-bb98-36aef69d8c31" providerId="ADAL" clId="{73BDACDF-B3B6-411D-83BB-32D92C9BA53A}" dt="2023-09-04T09:15:32.775" v="5082" actId="20577"/>
          <ac:spMkLst>
            <pc:docMk/>
            <pc:sldMk cId="2174176072" sldId="274"/>
            <ac:spMk id="2" creationId="{840A470A-4D82-0310-4054-98C6C94211B6}"/>
          </ac:spMkLst>
        </pc:spChg>
        <pc:spChg chg="mod">
          <ac:chgData name="Mohammad Salman" userId="cfd6754c-e613-4f6f-bb98-36aef69d8c31" providerId="ADAL" clId="{73BDACDF-B3B6-411D-83BB-32D92C9BA53A}" dt="2023-09-09T06:34:09.398" v="15082" actId="115"/>
          <ac:spMkLst>
            <pc:docMk/>
            <pc:sldMk cId="2174176072" sldId="274"/>
            <ac:spMk id="3" creationId="{71C3B79E-2D88-AE07-2B7A-1F69504666F2}"/>
          </ac:spMkLst>
        </pc:spChg>
      </pc:sldChg>
      <pc:sldChg chg="addSp delSp modSp add mod modAnim">
        <pc:chgData name="Mohammad Salman" userId="cfd6754c-e613-4f6f-bb98-36aef69d8c31" providerId="ADAL" clId="{73BDACDF-B3B6-411D-83BB-32D92C9BA53A}" dt="2023-09-09T06:49:34.597" v="15501" actId="692"/>
        <pc:sldMkLst>
          <pc:docMk/>
          <pc:sldMk cId="4283492211" sldId="275"/>
        </pc:sldMkLst>
        <pc:spChg chg="mod">
          <ac:chgData name="Mohammad Salman" userId="cfd6754c-e613-4f6f-bb98-36aef69d8c31" providerId="ADAL" clId="{73BDACDF-B3B6-411D-83BB-32D92C9BA53A}" dt="2023-09-09T06:46:20.926" v="15411" actId="403"/>
          <ac:spMkLst>
            <pc:docMk/>
            <pc:sldMk cId="4283492211" sldId="275"/>
            <ac:spMk id="3" creationId="{71C3B79E-2D88-AE07-2B7A-1F69504666F2}"/>
          </ac:spMkLst>
        </pc:spChg>
        <pc:spChg chg="add mod">
          <ac:chgData name="Mohammad Salman" userId="cfd6754c-e613-4f6f-bb98-36aef69d8c31" providerId="ADAL" clId="{73BDACDF-B3B6-411D-83BB-32D92C9BA53A}" dt="2023-09-09T06:46:32.262" v="15412" actId="14100"/>
          <ac:spMkLst>
            <pc:docMk/>
            <pc:sldMk cId="4283492211" sldId="275"/>
            <ac:spMk id="4" creationId="{0DA12942-F8D0-AAA2-6AB6-4657AB45C27F}"/>
          </ac:spMkLst>
        </pc:spChg>
        <pc:spChg chg="add mod">
          <ac:chgData name="Mohammad Salman" userId="cfd6754c-e613-4f6f-bb98-36aef69d8c31" providerId="ADAL" clId="{73BDACDF-B3B6-411D-83BB-32D92C9BA53A}" dt="2023-09-09T06:49:34.597" v="15501" actId="692"/>
          <ac:spMkLst>
            <pc:docMk/>
            <pc:sldMk cId="4283492211" sldId="275"/>
            <ac:spMk id="20" creationId="{C498CB3A-A9BF-6080-DEC0-3A1116E567DF}"/>
          </ac:spMkLst>
        </pc:spChg>
        <pc:grpChg chg="add mod">
          <ac:chgData name="Mohammad Salman" userId="cfd6754c-e613-4f6f-bb98-36aef69d8c31" providerId="ADAL" clId="{73BDACDF-B3B6-411D-83BB-32D92C9BA53A}" dt="2023-09-09T06:44:48.514" v="15371" actId="14100"/>
          <ac:grpSpMkLst>
            <pc:docMk/>
            <pc:sldMk cId="4283492211" sldId="275"/>
            <ac:grpSpMk id="18" creationId="{E001CDF7-1783-CCF4-DD98-EBF17C78A3ED}"/>
          </ac:grpSpMkLst>
        </pc:grpChg>
        <pc:cxnChg chg="add del">
          <ac:chgData name="Mohammad Salman" userId="cfd6754c-e613-4f6f-bb98-36aef69d8c31" providerId="ADAL" clId="{73BDACDF-B3B6-411D-83BB-32D92C9BA53A}" dt="2023-09-09T06:42:33.793" v="15168" actId="478"/>
          <ac:cxnSpMkLst>
            <pc:docMk/>
            <pc:sldMk cId="4283492211" sldId="275"/>
            <ac:cxnSpMk id="6" creationId="{29DFED56-C155-2A76-5192-9CF86246D3B3}"/>
          </ac:cxnSpMkLst>
        </pc:cxnChg>
        <pc:cxnChg chg="add mod">
          <ac:chgData name="Mohammad Salman" userId="cfd6754c-e613-4f6f-bb98-36aef69d8c31" providerId="ADAL" clId="{73BDACDF-B3B6-411D-83BB-32D92C9BA53A}" dt="2023-09-09T06:44:38.467" v="15354" actId="164"/>
          <ac:cxnSpMkLst>
            <pc:docMk/>
            <pc:sldMk cId="4283492211" sldId="275"/>
            <ac:cxnSpMk id="8" creationId="{F8310DC4-EBBD-06B7-D178-A7425CB16023}"/>
          </ac:cxnSpMkLst>
        </pc:cxnChg>
        <pc:cxnChg chg="add mod">
          <ac:chgData name="Mohammad Salman" userId="cfd6754c-e613-4f6f-bb98-36aef69d8c31" providerId="ADAL" clId="{73BDACDF-B3B6-411D-83BB-32D92C9BA53A}" dt="2023-09-09T06:44:38.467" v="15354" actId="164"/>
          <ac:cxnSpMkLst>
            <pc:docMk/>
            <pc:sldMk cId="4283492211" sldId="275"/>
            <ac:cxnSpMk id="9" creationId="{0013403D-9916-7F44-61E5-1CDFF08B656C}"/>
          </ac:cxnSpMkLst>
        </pc:cxnChg>
        <pc:cxnChg chg="add mod">
          <ac:chgData name="Mohammad Salman" userId="cfd6754c-e613-4f6f-bb98-36aef69d8c31" providerId="ADAL" clId="{73BDACDF-B3B6-411D-83BB-32D92C9BA53A}" dt="2023-09-09T06:44:38.467" v="15354" actId="164"/>
          <ac:cxnSpMkLst>
            <pc:docMk/>
            <pc:sldMk cId="4283492211" sldId="275"/>
            <ac:cxnSpMk id="13" creationId="{FB28C41D-2987-FEEA-61BC-A381F70C5D0C}"/>
          </ac:cxnSpMkLst>
        </pc:cxnChg>
      </pc:sldChg>
      <pc:sldChg chg="addSp delSp modSp new mod ord modClrScheme delAnim modAnim chgLayout modNotesTx">
        <pc:chgData name="Mohammad Salman" userId="cfd6754c-e613-4f6f-bb98-36aef69d8c31" providerId="ADAL" clId="{73BDACDF-B3B6-411D-83BB-32D92C9BA53A}" dt="2023-09-09T06:51:50.715" v="15614" actId="20577"/>
        <pc:sldMkLst>
          <pc:docMk/>
          <pc:sldMk cId="1498523811" sldId="276"/>
        </pc:sldMkLst>
        <pc:spChg chg="mod ord">
          <ac:chgData name="Mohammad Salman" userId="cfd6754c-e613-4f6f-bb98-36aef69d8c31" providerId="ADAL" clId="{73BDACDF-B3B6-411D-83BB-32D92C9BA53A}" dt="2023-09-05T08:28:36.238" v="6083" actId="700"/>
          <ac:spMkLst>
            <pc:docMk/>
            <pc:sldMk cId="1498523811" sldId="276"/>
            <ac:spMk id="2" creationId="{0B5EB676-39D7-44E2-7A59-3DCA17F749BB}"/>
          </ac:spMkLst>
        </pc:spChg>
        <pc:spChg chg="del mod ord">
          <ac:chgData name="Mohammad Salman" userId="cfd6754c-e613-4f6f-bb98-36aef69d8c31" providerId="ADAL" clId="{73BDACDF-B3B6-411D-83BB-32D92C9BA53A}" dt="2023-09-05T09:25:48.236" v="8261" actId="478"/>
          <ac:spMkLst>
            <pc:docMk/>
            <pc:sldMk cId="1498523811" sldId="276"/>
            <ac:spMk id="3" creationId="{3FD155EE-9C49-6356-1803-F6E9DDFFF5F4}"/>
          </ac:spMkLst>
        </pc:spChg>
        <pc:spChg chg="add del mod ord">
          <ac:chgData name="Mohammad Salman" userId="cfd6754c-e613-4f6f-bb98-36aef69d8c31" providerId="ADAL" clId="{73BDACDF-B3B6-411D-83BB-32D92C9BA53A}" dt="2023-09-05T08:28:42.762" v="6084" actId="478"/>
          <ac:spMkLst>
            <pc:docMk/>
            <pc:sldMk cId="1498523811" sldId="276"/>
            <ac:spMk id="6" creationId="{7829871B-C85D-B64C-D0BF-E5D1E6AD909A}"/>
          </ac:spMkLst>
        </pc:spChg>
        <pc:spChg chg="add mod">
          <ac:chgData name="Mohammad Salman" userId="cfd6754c-e613-4f6f-bb98-36aef69d8c31" providerId="ADAL" clId="{73BDACDF-B3B6-411D-83BB-32D92C9BA53A}" dt="2023-09-05T08:36:23.885" v="6104" actId="1038"/>
          <ac:spMkLst>
            <pc:docMk/>
            <pc:sldMk cId="1498523811" sldId="276"/>
            <ac:spMk id="11" creationId="{E01DAA68-19D9-06AD-2FF5-CCD70FA3DF11}"/>
          </ac:spMkLst>
        </pc:spChg>
        <pc:spChg chg="add del mod">
          <ac:chgData name="Mohammad Salman" userId="cfd6754c-e613-4f6f-bb98-36aef69d8c31" providerId="ADAL" clId="{73BDACDF-B3B6-411D-83BB-32D92C9BA53A}" dt="2023-09-05T08:37:49.902" v="6180" actId="478"/>
          <ac:spMkLst>
            <pc:docMk/>
            <pc:sldMk cId="1498523811" sldId="276"/>
            <ac:spMk id="12" creationId="{4C0D9DA3-9406-3A4D-9E72-E305ECD8B898}"/>
          </ac:spMkLst>
        </pc:spChg>
        <pc:spChg chg="add del mod">
          <ac:chgData name="Mohammad Salman" userId="cfd6754c-e613-4f6f-bb98-36aef69d8c31" providerId="ADAL" clId="{73BDACDF-B3B6-411D-83BB-32D92C9BA53A}" dt="2023-09-05T08:47:29.685" v="6637" actId="478"/>
          <ac:spMkLst>
            <pc:docMk/>
            <pc:sldMk cId="1498523811" sldId="276"/>
            <ac:spMk id="13" creationId="{7955EAFE-507D-E608-CC0D-A767ADD794A0}"/>
          </ac:spMkLst>
        </pc:spChg>
        <pc:spChg chg="add mod">
          <ac:chgData name="Mohammad Salman" userId="cfd6754c-e613-4f6f-bb98-36aef69d8c31" providerId="ADAL" clId="{73BDACDF-B3B6-411D-83BB-32D92C9BA53A}" dt="2023-09-05T09:25:23.098" v="8255" actId="692"/>
          <ac:spMkLst>
            <pc:docMk/>
            <pc:sldMk cId="1498523811" sldId="276"/>
            <ac:spMk id="14" creationId="{BC4C64EC-E89C-0F4E-62A6-5D068718A97B}"/>
          </ac:spMkLst>
        </pc:spChg>
        <pc:spChg chg="add del mod">
          <ac:chgData name="Mohammad Salman" userId="cfd6754c-e613-4f6f-bb98-36aef69d8c31" providerId="ADAL" clId="{73BDACDF-B3B6-411D-83BB-32D92C9BA53A}" dt="2023-09-05T09:26:54.446" v="8341" actId="478"/>
          <ac:spMkLst>
            <pc:docMk/>
            <pc:sldMk cId="1498523811" sldId="276"/>
            <ac:spMk id="16" creationId="{77DD8ACF-B7C7-FC92-290E-FEB6744D2E34}"/>
          </ac:spMkLst>
        </pc:spChg>
        <pc:picChg chg="add mod">
          <ac:chgData name="Mohammad Salman" userId="cfd6754c-e613-4f6f-bb98-36aef69d8c31" providerId="ADAL" clId="{73BDACDF-B3B6-411D-83BB-32D92C9BA53A}" dt="2023-09-05T09:25:53.433" v="8264" actId="1076"/>
          <ac:picMkLst>
            <pc:docMk/>
            <pc:sldMk cId="1498523811" sldId="276"/>
            <ac:picMk id="5" creationId="{F4368A33-E2D7-F46A-3D45-00B0A4114E08}"/>
          </ac:picMkLst>
        </pc:picChg>
        <pc:picChg chg="add del mod">
          <ac:chgData name="Mohammad Salman" userId="cfd6754c-e613-4f6f-bb98-36aef69d8c31" providerId="ADAL" clId="{73BDACDF-B3B6-411D-83BB-32D92C9BA53A}" dt="2023-09-05T08:33:44.005" v="6088" actId="478"/>
          <ac:picMkLst>
            <pc:docMk/>
            <pc:sldMk cId="1498523811" sldId="276"/>
            <ac:picMk id="8" creationId="{EBB603C7-50F0-43DF-5AF7-7060A6A5B53B}"/>
          </ac:picMkLst>
        </pc:picChg>
        <pc:picChg chg="add mod">
          <ac:chgData name="Mohammad Salman" userId="cfd6754c-e613-4f6f-bb98-36aef69d8c31" providerId="ADAL" clId="{73BDACDF-B3B6-411D-83BB-32D92C9BA53A}" dt="2023-09-05T08:36:19.939" v="6102" actId="1038"/>
          <ac:picMkLst>
            <pc:docMk/>
            <pc:sldMk cId="1498523811" sldId="276"/>
            <ac:picMk id="10" creationId="{8F6BB25C-23B6-7023-EC91-27FA054F3E3B}"/>
          </ac:picMkLst>
        </pc:picChg>
      </pc:sldChg>
      <pc:sldChg chg="addSp delSp modSp new mod modClrScheme modAnim chgLayout">
        <pc:chgData name="Mohammad Salman" userId="cfd6754c-e613-4f6f-bb98-36aef69d8c31" providerId="ADAL" clId="{73BDACDF-B3B6-411D-83BB-32D92C9BA53A}" dt="2023-09-05T09:14:35.832" v="7848" actId="20577"/>
        <pc:sldMkLst>
          <pc:docMk/>
          <pc:sldMk cId="606501440" sldId="277"/>
        </pc:sldMkLst>
        <pc:spChg chg="del mod ord">
          <ac:chgData name="Mohammad Salman" userId="cfd6754c-e613-4f6f-bb98-36aef69d8c31" providerId="ADAL" clId="{73BDACDF-B3B6-411D-83BB-32D92C9BA53A}" dt="2023-09-05T08:37:57.110" v="6182" actId="700"/>
          <ac:spMkLst>
            <pc:docMk/>
            <pc:sldMk cId="606501440" sldId="277"/>
            <ac:spMk id="2" creationId="{AF63C79D-4CDE-3F3E-A826-7E4647878893}"/>
          </ac:spMkLst>
        </pc:spChg>
        <pc:spChg chg="del mod ord">
          <ac:chgData name="Mohammad Salman" userId="cfd6754c-e613-4f6f-bb98-36aef69d8c31" providerId="ADAL" clId="{73BDACDF-B3B6-411D-83BB-32D92C9BA53A}" dt="2023-09-05T08:37:57.110" v="6182" actId="700"/>
          <ac:spMkLst>
            <pc:docMk/>
            <pc:sldMk cId="606501440" sldId="277"/>
            <ac:spMk id="3" creationId="{C4A152AC-B115-C293-D752-5E2A4D27BCC4}"/>
          </ac:spMkLst>
        </pc:spChg>
        <pc:spChg chg="del">
          <ac:chgData name="Mohammad Salman" userId="cfd6754c-e613-4f6f-bb98-36aef69d8c31" providerId="ADAL" clId="{73BDACDF-B3B6-411D-83BB-32D92C9BA53A}" dt="2023-09-05T08:37:57.110" v="6182" actId="700"/>
          <ac:spMkLst>
            <pc:docMk/>
            <pc:sldMk cId="606501440" sldId="277"/>
            <ac:spMk id="4" creationId="{40C5799B-D050-297A-A74F-65F6E046CE1F}"/>
          </ac:spMkLst>
        </pc:spChg>
        <pc:spChg chg="add mod ord">
          <ac:chgData name="Mohammad Salman" userId="cfd6754c-e613-4f6f-bb98-36aef69d8c31" providerId="ADAL" clId="{73BDACDF-B3B6-411D-83BB-32D92C9BA53A}" dt="2023-09-05T08:52:27.105" v="7118" actId="20577"/>
          <ac:spMkLst>
            <pc:docMk/>
            <pc:sldMk cId="606501440" sldId="277"/>
            <ac:spMk id="5" creationId="{C9509B0A-6BD9-5B5A-37B3-D21E88AEBAB6}"/>
          </ac:spMkLst>
        </pc:spChg>
        <pc:spChg chg="add mod ord">
          <ac:chgData name="Mohammad Salman" userId="cfd6754c-e613-4f6f-bb98-36aef69d8c31" providerId="ADAL" clId="{73BDACDF-B3B6-411D-83BB-32D92C9BA53A}" dt="2023-09-05T09:14:35.832" v="7848" actId="20577"/>
          <ac:spMkLst>
            <pc:docMk/>
            <pc:sldMk cId="606501440" sldId="277"/>
            <ac:spMk id="6" creationId="{080FF442-7B64-4B0B-C606-87646A44312F}"/>
          </ac:spMkLst>
        </pc:spChg>
      </pc:sldChg>
      <pc:sldChg chg="addSp delSp modSp new mod addAnim delAnim modAnim">
        <pc:chgData name="Mohammad Salman" userId="cfd6754c-e613-4f6f-bb98-36aef69d8c31" providerId="ADAL" clId="{73BDACDF-B3B6-411D-83BB-32D92C9BA53A}" dt="2023-09-09T06:50:43.079" v="15509" actId="1038"/>
        <pc:sldMkLst>
          <pc:docMk/>
          <pc:sldMk cId="1533740468" sldId="278"/>
        </pc:sldMkLst>
        <pc:spChg chg="del">
          <ac:chgData name="Mohammad Salman" userId="cfd6754c-e613-4f6f-bb98-36aef69d8c31" providerId="ADAL" clId="{73BDACDF-B3B6-411D-83BB-32D92C9BA53A}" dt="2023-09-05T08:56:37.753" v="7132" actId="478"/>
          <ac:spMkLst>
            <pc:docMk/>
            <pc:sldMk cId="1533740468" sldId="278"/>
            <ac:spMk id="2" creationId="{44C2E2F8-058C-67DD-DBDF-FDB145362C28}"/>
          </ac:spMkLst>
        </pc:spChg>
        <pc:spChg chg="del">
          <ac:chgData name="Mohammad Salman" userId="cfd6754c-e613-4f6f-bb98-36aef69d8c31" providerId="ADAL" clId="{73BDACDF-B3B6-411D-83BB-32D92C9BA53A}" dt="2023-09-05T08:56:37.753" v="7132" actId="478"/>
          <ac:spMkLst>
            <pc:docMk/>
            <pc:sldMk cId="1533740468" sldId="278"/>
            <ac:spMk id="3" creationId="{3ACB6139-AA26-E2B7-9381-E55A0C211C10}"/>
          </ac:spMkLst>
        </pc:spChg>
        <pc:spChg chg="add mod">
          <ac:chgData name="Mohammad Salman" userId="cfd6754c-e613-4f6f-bb98-36aef69d8c31" providerId="ADAL" clId="{73BDACDF-B3B6-411D-83BB-32D92C9BA53A}" dt="2023-09-05T09:08:26.839" v="7608" actId="14100"/>
          <ac:spMkLst>
            <pc:docMk/>
            <pc:sldMk cId="1533740468" sldId="278"/>
            <ac:spMk id="6" creationId="{603F6813-CF3A-FC23-9BD0-52BDCC91C85A}"/>
          </ac:spMkLst>
        </pc:spChg>
        <pc:spChg chg="add mod">
          <ac:chgData name="Mohammad Salman" userId="cfd6754c-e613-4f6f-bb98-36aef69d8c31" providerId="ADAL" clId="{73BDACDF-B3B6-411D-83BB-32D92C9BA53A}" dt="2023-09-05T09:07:44.938" v="7530" actId="164"/>
          <ac:spMkLst>
            <pc:docMk/>
            <pc:sldMk cId="1533740468" sldId="278"/>
            <ac:spMk id="7" creationId="{4FB81FDE-BF6F-6F2B-D956-DF928E80A1A9}"/>
          </ac:spMkLst>
        </pc:spChg>
        <pc:spChg chg="add mod">
          <ac:chgData name="Mohammad Salman" userId="cfd6754c-e613-4f6f-bb98-36aef69d8c31" providerId="ADAL" clId="{73BDACDF-B3B6-411D-83BB-32D92C9BA53A}" dt="2023-09-05T09:07:44.938" v="7530" actId="164"/>
          <ac:spMkLst>
            <pc:docMk/>
            <pc:sldMk cId="1533740468" sldId="278"/>
            <ac:spMk id="8" creationId="{2ABF7A0D-7D60-4615-1067-A2B5A49C255A}"/>
          </ac:spMkLst>
        </pc:spChg>
        <pc:spChg chg="add mod">
          <ac:chgData name="Mohammad Salman" userId="cfd6754c-e613-4f6f-bb98-36aef69d8c31" providerId="ADAL" clId="{73BDACDF-B3B6-411D-83BB-32D92C9BA53A}" dt="2023-09-05T09:11:18.159" v="7775" actId="1076"/>
          <ac:spMkLst>
            <pc:docMk/>
            <pc:sldMk cId="1533740468" sldId="278"/>
            <ac:spMk id="12" creationId="{082E639B-DA3D-1965-6808-56704481A450}"/>
          </ac:spMkLst>
        </pc:spChg>
        <pc:spChg chg="mod">
          <ac:chgData name="Mohammad Salman" userId="cfd6754c-e613-4f6f-bb98-36aef69d8c31" providerId="ADAL" clId="{73BDACDF-B3B6-411D-83BB-32D92C9BA53A}" dt="2023-09-05T09:09:33.503" v="7737"/>
          <ac:spMkLst>
            <pc:docMk/>
            <pc:sldMk cId="1533740468" sldId="278"/>
            <ac:spMk id="14" creationId="{9F3271EC-A1AE-D8BA-DB93-FC3EC1DFE9EB}"/>
          </ac:spMkLst>
        </pc:spChg>
        <pc:spChg chg="mod">
          <ac:chgData name="Mohammad Salman" userId="cfd6754c-e613-4f6f-bb98-36aef69d8c31" providerId="ADAL" clId="{73BDACDF-B3B6-411D-83BB-32D92C9BA53A}" dt="2023-09-05T09:10:09.877" v="7758" actId="1076"/>
          <ac:spMkLst>
            <pc:docMk/>
            <pc:sldMk cId="1533740468" sldId="278"/>
            <ac:spMk id="15" creationId="{C0A57E90-EC79-22CD-53EF-CC508ED55C41}"/>
          </ac:spMkLst>
        </pc:spChg>
        <pc:spChg chg="mod">
          <ac:chgData name="Mohammad Salman" userId="cfd6754c-e613-4f6f-bb98-36aef69d8c31" providerId="ADAL" clId="{73BDACDF-B3B6-411D-83BB-32D92C9BA53A}" dt="2023-09-05T09:10:19.551" v="7759"/>
          <ac:spMkLst>
            <pc:docMk/>
            <pc:sldMk cId="1533740468" sldId="278"/>
            <ac:spMk id="17" creationId="{44A502D6-D164-D220-50C2-93B1386290F5}"/>
          </ac:spMkLst>
        </pc:spChg>
        <pc:spChg chg="mod">
          <ac:chgData name="Mohammad Salman" userId="cfd6754c-e613-4f6f-bb98-36aef69d8c31" providerId="ADAL" clId="{73BDACDF-B3B6-411D-83BB-32D92C9BA53A}" dt="2023-09-05T09:10:19.551" v="7759"/>
          <ac:spMkLst>
            <pc:docMk/>
            <pc:sldMk cId="1533740468" sldId="278"/>
            <ac:spMk id="18" creationId="{C33CAC90-7D72-18FA-492B-DD40685FCABA}"/>
          </ac:spMkLst>
        </pc:spChg>
        <pc:spChg chg="mod">
          <ac:chgData name="Mohammad Salman" userId="cfd6754c-e613-4f6f-bb98-36aef69d8c31" providerId="ADAL" clId="{73BDACDF-B3B6-411D-83BB-32D92C9BA53A}" dt="2023-09-05T09:10:22.548" v="7761"/>
          <ac:spMkLst>
            <pc:docMk/>
            <pc:sldMk cId="1533740468" sldId="278"/>
            <ac:spMk id="20" creationId="{671BF876-8684-DD87-9515-A4D0D15614CE}"/>
          </ac:spMkLst>
        </pc:spChg>
        <pc:spChg chg="mod">
          <ac:chgData name="Mohammad Salman" userId="cfd6754c-e613-4f6f-bb98-36aef69d8c31" providerId="ADAL" clId="{73BDACDF-B3B6-411D-83BB-32D92C9BA53A}" dt="2023-09-05T09:10:31.979" v="7764" actId="20577"/>
          <ac:spMkLst>
            <pc:docMk/>
            <pc:sldMk cId="1533740468" sldId="278"/>
            <ac:spMk id="21" creationId="{98AAD217-25F4-9D36-C09F-6628B0C69C09}"/>
          </ac:spMkLst>
        </pc:spChg>
        <pc:grpChg chg="add mod">
          <ac:chgData name="Mohammad Salman" userId="cfd6754c-e613-4f6f-bb98-36aef69d8c31" providerId="ADAL" clId="{73BDACDF-B3B6-411D-83BB-32D92C9BA53A}" dt="2023-09-05T09:09:05.255" v="7735" actId="1036"/>
          <ac:grpSpMkLst>
            <pc:docMk/>
            <pc:sldMk cId="1533740468" sldId="278"/>
            <ac:grpSpMk id="11" creationId="{63DAF19A-9D0C-CCD0-7849-529B5CBA71A9}"/>
          </ac:grpSpMkLst>
        </pc:grpChg>
        <pc:grpChg chg="add mod">
          <ac:chgData name="Mohammad Salman" userId="cfd6754c-e613-4f6f-bb98-36aef69d8c31" providerId="ADAL" clId="{73BDACDF-B3B6-411D-83BB-32D92C9BA53A}" dt="2023-09-09T06:50:43.079" v="15509" actId="1038"/>
          <ac:grpSpMkLst>
            <pc:docMk/>
            <pc:sldMk cId="1533740468" sldId="278"/>
            <ac:grpSpMk id="13" creationId="{56B575DF-602E-D5C7-5F62-15E4F5085FFA}"/>
          </ac:grpSpMkLst>
        </pc:grpChg>
        <pc:grpChg chg="add del mod">
          <ac:chgData name="Mohammad Salman" userId="cfd6754c-e613-4f6f-bb98-36aef69d8c31" providerId="ADAL" clId="{73BDACDF-B3B6-411D-83BB-32D92C9BA53A}" dt="2023-09-05T09:10:20.420" v="7760"/>
          <ac:grpSpMkLst>
            <pc:docMk/>
            <pc:sldMk cId="1533740468" sldId="278"/>
            <ac:grpSpMk id="16" creationId="{E3B8AE37-F2C9-232B-8A17-4E6099BA87CD}"/>
          </ac:grpSpMkLst>
        </pc:grpChg>
        <pc:grpChg chg="add mod">
          <ac:chgData name="Mohammad Salman" userId="cfd6754c-e613-4f6f-bb98-36aef69d8c31" providerId="ADAL" clId="{73BDACDF-B3B6-411D-83BB-32D92C9BA53A}" dt="2023-09-05T09:10:28.594" v="7762" actId="1076"/>
          <ac:grpSpMkLst>
            <pc:docMk/>
            <pc:sldMk cId="1533740468" sldId="278"/>
            <ac:grpSpMk id="19" creationId="{2B37D94C-9479-98C0-0390-F4CBC2251445}"/>
          </ac:grpSpMkLst>
        </pc:grpChg>
        <pc:graphicFrameChg chg="add del mod modGraphic">
          <ac:chgData name="Mohammad Salman" userId="cfd6754c-e613-4f6f-bb98-36aef69d8c31" providerId="ADAL" clId="{73BDACDF-B3B6-411D-83BB-32D92C9BA53A}" dt="2023-09-05T09:09:18.808" v="7736" actId="478"/>
          <ac:graphicFrameMkLst>
            <pc:docMk/>
            <pc:sldMk cId="1533740468" sldId="278"/>
            <ac:graphicFrameMk id="4" creationId="{2386CC73-9213-C956-2D99-2AED8BD66DCE}"/>
          </ac:graphicFrameMkLst>
        </pc:graphicFrameChg>
        <pc:graphicFrameChg chg="add del mod modGraphic">
          <ac:chgData name="Mohammad Salman" userId="cfd6754c-e613-4f6f-bb98-36aef69d8c31" providerId="ADAL" clId="{73BDACDF-B3B6-411D-83BB-32D92C9BA53A}" dt="2023-09-05T09:09:18.808" v="7736" actId="478"/>
          <ac:graphicFrameMkLst>
            <pc:docMk/>
            <pc:sldMk cId="1533740468" sldId="278"/>
            <ac:graphicFrameMk id="5" creationId="{2A5A3703-EA26-381B-85F1-B97AACB74062}"/>
          </ac:graphicFrameMkLst>
        </pc:graphicFrameChg>
        <pc:graphicFrameChg chg="add del">
          <ac:chgData name="Mohammad Salman" userId="cfd6754c-e613-4f6f-bb98-36aef69d8c31" providerId="ADAL" clId="{73BDACDF-B3B6-411D-83BB-32D92C9BA53A}" dt="2023-09-05T09:04:33.915" v="7415" actId="3680"/>
          <ac:graphicFrameMkLst>
            <pc:docMk/>
            <pc:sldMk cId="1533740468" sldId="278"/>
            <ac:graphicFrameMk id="9" creationId="{D02E58AE-95F7-6C68-59BC-4AF3CE3D80A0}"/>
          </ac:graphicFrameMkLst>
        </pc:graphicFrameChg>
        <pc:graphicFrameChg chg="add mod modGraphic">
          <ac:chgData name="Mohammad Salman" userId="cfd6754c-e613-4f6f-bb98-36aef69d8c31" providerId="ADAL" clId="{73BDACDF-B3B6-411D-83BB-32D92C9BA53A}" dt="2023-09-05T09:07:15.775" v="7526" actId="5793"/>
          <ac:graphicFrameMkLst>
            <pc:docMk/>
            <pc:sldMk cId="1533740468" sldId="278"/>
            <ac:graphicFrameMk id="10" creationId="{AEBADBB7-0E59-165C-3FB3-395C483EB8B4}"/>
          </ac:graphicFrameMkLst>
        </pc:graphicFrameChg>
        <pc:cxnChg chg="add mod">
          <ac:chgData name="Mohammad Salman" userId="cfd6754c-e613-4f6f-bb98-36aef69d8c31" providerId="ADAL" clId="{73BDACDF-B3B6-411D-83BB-32D92C9BA53A}" dt="2023-09-09T06:50:43.079" v="15509" actId="1038"/>
          <ac:cxnSpMkLst>
            <pc:docMk/>
            <pc:sldMk cId="1533740468" sldId="278"/>
            <ac:cxnSpMk id="23" creationId="{F3E7D401-BEE9-7CB0-42AD-2EF652C3907B}"/>
          </ac:cxnSpMkLst>
        </pc:cxnChg>
        <pc:cxnChg chg="add del mod">
          <ac:chgData name="Mohammad Salman" userId="cfd6754c-e613-4f6f-bb98-36aef69d8c31" providerId="ADAL" clId="{73BDACDF-B3B6-411D-83BB-32D92C9BA53A}" dt="2023-09-05T09:16:04.296" v="7854"/>
          <ac:cxnSpMkLst>
            <pc:docMk/>
            <pc:sldMk cId="1533740468" sldId="278"/>
            <ac:cxnSpMk id="24" creationId="{189EA292-44C1-2547-6EB7-3B2677A44992}"/>
          </ac:cxnSpMkLst>
        </pc:cxnChg>
        <pc:cxnChg chg="add mod">
          <ac:chgData name="Mohammad Salman" userId="cfd6754c-e613-4f6f-bb98-36aef69d8c31" providerId="ADAL" clId="{73BDACDF-B3B6-411D-83BB-32D92C9BA53A}" dt="2023-09-05T09:16:23.911" v="7864" actId="14100"/>
          <ac:cxnSpMkLst>
            <pc:docMk/>
            <pc:sldMk cId="1533740468" sldId="278"/>
            <ac:cxnSpMk id="25" creationId="{02B0B525-A216-38FC-265E-B2F11D62682E}"/>
          </ac:cxnSpMkLst>
        </pc:cxnChg>
      </pc:sldChg>
      <pc:sldChg chg="add del">
        <pc:chgData name="Mohammad Salman" userId="cfd6754c-e613-4f6f-bb98-36aef69d8c31" providerId="ADAL" clId="{73BDACDF-B3B6-411D-83BB-32D92C9BA53A}" dt="2023-09-05T09:18:40.652" v="7878" actId="47"/>
        <pc:sldMkLst>
          <pc:docMk/>
          <pc:sldMk cId="2159289129" sldId="279"/>
        </pc:sldMkLst>
      </pc:sldChg>
      <pc:sldChg chg="modSp add modAnim modNotesTx">
        <pc:chgData name="Mohammad Salman" userId="cfd6754c-e613-4f6f-bb98-36aef69d8c31" providerId="ADAL" clId="{73BDACDF-B3B6-411D-83BB-32D92C9BA53A}" dt="2023-09-09T06:51:31.116" v="15556" actId="20577"/>
        <pc:sldMkLst>
          <pc:docMk/>
          <pc:sldMk cId="3693436564" sldId="279"/>
        </pc:sldMkLst>
        <pc:spChg chg="mod">
          <ac:chgData name="Mohammad Salman" userId="cfd6754c-e613-4f6f-bb98-36aef69d8c31" providerId="ADAL" clId="{73BDACDF-B3B6-411D-83BB-32D92C9BA53A}" dt="2023-09-05T09:21:59.363" v="8087" actId="113"/>
          <ac:spMkLst>
            <pc:docMk/>
            <pc:sldMk cId="3693436564" sldId="279"/>
            <ac:spMk id="6" creationId="{080FF442-7B64-4B0B-C606-87646A44312F}"/>
          </ac:spMkLst>
        </pc:spChg>
      </pc:sldChg>
      <pc:sldChg chg="addSp delSp modSp new mod modClrScheme chgLayout">
        <pc:chgData name="Mohammad Salman" userId="cfd6754c-e613-4f6f-bb98-36aef69d8c31" providerId="ADAL" clId="{73BDACDF-B3B6-411D-83BB-32D92C9BA53A}" dt="2023-09-06T05:00:22.568" v="11155" actId="20577"/>
        <pc:sldMkLst>
          <pc:docMk/>
          <pc:sldMk cId="3399495790" sldId="280"/>
        </pc:sldMkLst>
        <pc:spChg chg="del mod ord">
          <ac:chgData name="Mohammad Salman" userId="cfd6754c-e613-4f6f-bb98-36aef69d8c31" providerId="ADAL" clId="{73BDACDF-B3B6-411D-83BB-32D92C9BA53A}" dt="2023-09-05T09:27:20.646" v="8343" actId="700"/>
          <ac:spMkLst>
            <pc:docMk/>
            <pc:sldMk cId="3399495790" sldId="280"/>
            <ac:spMk id="2" creationId="{E4106327-2597-805A-E3F9-BA4D08FFB350}"/>
          </ac:spMkLst>
        </pc:spChg>
        <pc:spChg chg="del mod ord">
          <ac:chgData name="Mohammad Salman" userId="cfd6754c-e613-4f6f-bb98-36aef69d8c31" providerId="ADAL" clId="{73BDACDF-B3B6-411D-83BB-32D92C9BA53A}" dt="2023-09-05T09:27:20.646" v="8343" actId="700"/>
          <ac:spMkLst>
            <pc:docMk/>
            <pc:sldMk cId="3399495790" sldId="280"/>
            <ac:spMk id="3" creationId="{5897B771-9AF3-49E2-85AE-1E70D2F0A280}"/>
          </ac:spMkLst>
        </pc:spChg>
        <pc:spChg chg="del">
          <ac:chgData name="Mohammad Salman" userId="cfd6754c-e613-4f6f-bb98-36aef69d8c31" providerId="ADAL" clId="{73BDACDF-B3B6-411D-83BB-32D92C9BA53A}" dt="2023-09-05T09:27:20.646" v="8343" actId="700"/>
          <ac:spMkLst>
            <pc:docMk/>
            <pc:sldMk cId="3399495790" sldId="280"/>
            <ac:spMk id="4" creationId="{CC580461-1115-D5C3-AF4B-C8365626FD7D}"/>
          </ac:spMkLst>
        </pc:spChg>
        <pc:spChg chg="add mod ord">
          <ac:chgData name="Mohammad Salman" userId="cfd6754c-e613-4f6f-bb98-36aef69d8c31" providerId="ADAL" clId="{73BDACDF-B3B6-411D-83BB-32D92C9BA53A}" dt="2023-09-06T05:00:22.568" v="11155" actId="20577"/>
          <ac:spMkLst>
            <pc:docMk/>
            <pc:sldMk cId="3399495790" sldId="280"/>
            <ac:spMk id="5" creationId="{CECFB78C-026E-0A1E-6BFB-06AC5FFED078}"/>
          </ac:spMkLst>
        </pc:spChg>
        <pc:spChg chg="add del mod ord">
          <ac:chgData name="Mohammad Salman" userId="cfd6754c-e613-4f6f-bb98-36aef69d8c31" providerId="ADAL" clId="{73BDACDF-B3B6-411D-83BB-32D92C9BA53A}" dt="2023-09-05T09:27:27.325" v="8359" actId="478"/>
          <ac:spMkLst>
            <pc:docMk/>
            <pc:sldMk cId="3399495790" sldId="280"/>
            <ac:spMk id="6" creationId="{0D2CD39B-DF67-6C8E-0651-91416D90CB87}"/>
          </ac:spMkLst>
        </pc:spChg>
      </pc:sldChg>
      <pc:sldChg chg="addSp delSp modSp new mod modClrScheme chgLayout">
        <pc:chgData name="Mohammad Salman" userId="cfd6754c-e613-4f6f-bb98-36aef69d8c31" providerId="ADAL" clId="{73BDACDF-B3B6-411D-83BB-32D92C9BA53A}" dt="2023-09-09T06:52:42.104" v="15693" actId="115"/>
        <pc:sldMkLst>
          <pc:docMk/>
          <pc:sldMk cId="3538202365" sldId="281"/>
        </pc:sldMkLst>
        <pc:spChg chg="add mod ord">
          <ac:chgData name="Mohammad Salman" userId="cfd6754c-e613-4f6f-bb98-36aef69d8c31" providerId="ADAL" clId="{73BDACDF-B3B6-411D-83BB-32D92C9BA53A}" dt="2023-09-09T06:52:42.104" v="15693" actId="115"/>
          <ac:spMkLst>
            <pc:docMk/>
            <pc:sldMk cId="3538202365" sldId="281"/>
            <ac:spMk id="2" creationId="{47D563E4-CEF7-615F-9D8D-B0F3B02AAEAF}"/>
          </ac:spMkLst>
        </pc:spChg>
        <pc:spChg chg="del mod ord">
          <ac:chgData name="Mohammad Salman" userId="cfd6754c-e613-4f6f-bb98-36aef69d8c31" providerId="ADAL" clId="{73BDACDF-B3B6-411D-83BB-32D92C9BA53A}" dt="2023-09-05T09:34:33.195" v="8446" actId="700"/>
          <ac:spMkLst>
            <pc:docMk/>
            <pc:sldMk cId="3538202365" sldId="281"/>
            <ac:spMk id="2" creationId="{B984E6A6-7D1A-3209-4EDC-A8A1747CFD2E}"/>
          </ac:spMkLst>
        </pc:spChg>
        <pc:spChg chg="del mod ord">
          <ac:chgData name="Mohammad Salman" userId="cfd6754c-e613-4f6f-bb98-36aef69d8c31" providerId="ADAL" clId="{73BDACDF-B3B6-411D-83BB-32D92C9BA53A}" dt="2023-09-05T09:34:33.195" v="8446" actId="700"/>
          <ac:spMkLst>
            <pc:docMk/>
            <pc:sldMk cId="3538202365" sldId="281"/>
            <ac:spMk id="3" creationId="{8F43558B-7BE1-8A78-5B20-6DA5E64CD4C7}"/>
          </ac:spMkLst>
        </pc:spChg>
        <pc:spChg chg="add mod ord">
          <ac:chgData name="Mohammad Salman" userId="cfd6754c-e613-4f6f-bb98-36aef69d8c31" providerId="ADAL" clId="{73BDACDF-B3B6-411D-83BB-32D92C9BA53A}" dt="2023-09-09T06:52:16.068" v="15615" actId="700"/>
          <ac:spMkLst>
            <pc:docMk/>
            <pc:sldMk cId="3538202365" sldId="281"/>
            <ac:spMk id="4" creationId="{8E34C3C6-BCF2-937C-6691-31A502EEFCF6}"/>
          </ac:spMkLst>
        </pc:spChg>
        <pc:spChg chg="add del mod ord">
          <ac:chgData name="Mohammad Salman" userId="cfd6754c-e613-4f6f-bb98-36aef69d8c31" providerId="ADAL" clId="{73BDACDF-B3B6-411D-83BB-32D92C9BA53A}" dt="2023-09-05T09:34:52.125" v="8501" actId="478"/>
          <ac:spMkLst>
            <pc:docMk/>
            <pc:sldMk cId="3538202365" sldId="281"/>
            <ac:spMk id="5" creationId="{07DCC0D8-EB31-A069-78B3-7406E9055F37}"/>
          </ac:spMkLst>
        </pc:spChg>
      </pc:sldChg>
      <pc:sldChg chg="addSp delSp modSp new mod delAnim modAnim">
        <pc:chgData name="Mohammad Salman" userId="cfd6754c-e613-4f6f-bb98-36aef69d8c31" providerId="ADAL" clId="{73BDACDF-B3B6-411D-83BB-32D92C9BA53A}" dt="2023-09-05T10:06:06.072" v="8824" actId="478"/>
        <pc:sldMkLst>
          <pc:docMk/>
          <pc:sldMk cId="3368055544" sldId="282"/>
        </pc:sldMkLst>
        <pc:spChg chg="del mod">
          <ac:chgData name="Mohammad Salman" userId="cfd6754c-e613-4f6f-bb98-36aef69d8c31" providerId="ADAL" clId="{73BDACDF-B3B6-411D-83BB-32D92C9BA53A}" dt="2023-09-05T09:35:52.592" v="8551" actId="478"/>
          <ac:spMkLst>
            <pc:docMk/>
            <pc:sldMk cId="3368055544" sldId="282"/>
            <ac:spMk id="2" creationId="{60DD5988-591C-0DC4-C942-713AA9496464}"/>
          </ac:spMkLst>
        </pc:spChg>
        <pc:spChg chg="del">
          <ac:chgData name="Mohammad Salman" userId="cfd6754c-e613-4f6f-bb98-36aef69d8c31" providerId="ADAL" clId="{73BDACDF-B3B6-411D-83BB-32D92C9BA53A}" dt="2023-09-05T09:35:52.592" v="8551" actId="478"/>
          <ac:spMkLst>
            <pc:docMk/>
            <pc:sldMk cId="3368055544" sldId="282"/>
            <ac:spMk id="3" creationId="{E11C95EC-FCF8-9EA2-0D85-90F1E40524C1}"/>
          </ac:spMkLst>
        </pc:spChg>
        <pc:spChg chg="add del mod">
          <ac:chgData name="Mohammad Salman" userId="cfd6754c-e613-4f6f-bb98-36aef69d8c31" providerId="ADAL" clId="{73BDACDF-B3B6-411D-83BB-32D92C9BA53A}" dt="2023-09-05T09:35:54.034" v="8552" actId="478"/>
          <ac:spMkLst>
            <pc:docMk/>
            <pc:sldMk cId="3368055544" sldId="282"/>
            <ac:spMk id="5" creationId="{8905DF41-DF92-2930-796D-EF96FE502D2A}"/>
          </ac:spMkLst>
        </pc:spChg>
        <pc:spChg chg="add del">
          <ac:chgData name="Mohammad Salman" userId="cfd6754c-e613-4f6f-bb98-36aef69d8c31" providerId="ADAL" clId="{73BDACDF-B3B6-411D-83BB-32D92C9BA53A}" dt="2023-09-05T09:35:56.609" v="8554" actId="22"/>
          <ac:spMkLst>
            <pc:docMk/>
            <pc:sldMk cId="3368055544" sldId="282"/>
            <ac:spMk id="7" creationId="{11DBE827-A58F-90CD-2449-7EB9E936154E}"/>
          </ac:spMkLst>
        </pc:spChg>
        <pc:spChg chg="add mod">
          <ac:chgData name="Mohammad Salman" userId="cfd6754c-e613-4f6f-bb98-36aef69d8c31" providerId="ADAL" clId="{73BDACDF-B3B6-411D-83BB-32D92C9BA53A}" dt="2023-09-05T09:37:17.894" v="8591" actId="14100"/>
          <ac:spMkLst>
            <pc:docMk/>
            <pc:sldMk cId="3368055544" sldId="282"/>
            <ac:spMk id="9" creationId="{D4CBBB4F-2F7B-6C77-DE13-31BBEA534176}"/>
          </ac:spMkLst>
        </pc:spChg>
        <pc:spChg chg="add del mod">
          <ac:chgData name="Mohammad Salman" userId="cfd6754c-e613-4f6f-bb98-36aef69d8c31" providerId="ADAL" clId="{73BDACDF-B3B6-411D-83BB-32D92C9BA53A}" dt="2023-09-05T10:06:06.072" v="8824" actId="478"/>
          <ac:spMkLst>
            <pc:docMk/>
            <pc:sldMk cId="3368055544" sldId="282"/>
            <ac:spMk id="22" creationId="{DC3C2BB8-120B-1AA4-4908-50442F047246}"/>
          </ac:spMkLst>
        </pc:spChg>
        <pc:picChg chg="add mod">
          <ac:chgData name="Mohammad Salman" userId="cfd6754c-e613-4f6f-bb98-36aef69d8c31" providerId="ADAL" clId="{73BDACDF-B3B6-411D-83BB-32D92C9BA53A}" dt="2023-09-05T09:38:33.083" v="8594" actId="1076"/>
          <ac:picMkLst>
            <pc:docMk/>
            <pc:sldMk cId="3368055544" sldId="282"/>
            <ac:picMk id="11" creationId="{0541B550-992F-1439-AC30-775FFD05B110}"/>
          </ac:picMkLst>
        </pc:picChg>
        <pc:cxnChg chg="add mod">
          <ac:chgData name="Mohammad Salman" userId="cfd6754c-e613-4f6f-bb98-36aef69d8c31" providerId="ADAL" clId="{73BDACDF-B3B6-411D-83BB-32D92C9BA53A}" dt="2023-09-05T09:39:13.923" v="8613" actId="692"/>
          <ac:cxnSpMkLst>
            <pc:docMk/>
            <pc:sldMk cId="3368055544" sldId="282"/>
            <ac:cxnSpMk id="13" creationId="{BE0BFF12-7FCB-EAF2-AA20-5564339BF627}"/>
          </ac:cxnSpMkLst>
        </pc:cxnChg>
        <pc:cxnChg chg="add del mod">
          <ac:chgData name="Mohammad Salman" userId="cfd6754c-e613-4f6f-bb98-36aef69d8c31" providerId="ADAL" clId="{73BDACDF-B3B6-411D-83BB-32D92C9BA53A}" dt="2023-09-05T09:39:58.773" v="8661" actId="21"/>
          <ac:cxnSpMkLst>
            <pc:docMk/>
            <pc:sldMk cId="3368055544" sldId="282"/>
            <ac:cxnSpMk id="15" creationId="{A20AD891-81BF-A2E8-F106-EB7D0A242B2A}"/>
          </ac:cxnSpMkLst>
        </pc:cxnChg>
        <pc:cxnChg chg="add mod">
          <ac:chgData name="Mohammad Salman" userId="cfd6754c-e613-4f6f-bb98-36aef69d8c31" providerId="ADAL" clId="{73BDACDF-B3B6-411D-83BB-32D92C9BA53A}" dt="2023-09-05T09:39:52.329" v="8657" actId="14100"/>
          <ac:cxnSpMkLst>
            <pc:docMk/>
            <pc:sldMk cId="3368055544" sldId="282"/>
            <ac:cxnSpMk id="17" creationId="{5007D9F9-01EF-D142-BB98-75A57B473F8E}"/>
          </ac:cxnSpMkLst>
        </pc:cxnChg>
        <pc:cxnChg chg="add del mod">
          <ac:chgData name="Mohammad Salman" userId="cfd6754c-e613-4f6f-bb98-36aef69d8c31" providerId="ADAL" clId="{73BDACDF-B3B6-411D-83BB-32D92C9BA53A}" dt="2023-09-05T09:39:55.424" v="8659"/>
          <ac:cxnSpMkLst>
            <pc:docMk/>
            <pc:sldMk cId="3368055544" sldId="282"/>
            <ac:cxnSpMk id="19" creationId="{715961ED-A487-35C3-7BF1-D217C5CF4E36}"/>
          </ac:cxnSpMkLst>
        </pc:cxnChg>
        <pc:cxnChg chg="add mod">
          <ac:chgData name="Mohammad Salman" userId="cfd6754c-e613-4f6f-bb98-36aef69d8c31" providerId="ADAL" clId="{73BDACDF-B3B6-411D-83BB-32D92C9BA53A}" dt="2023-09-05T09:40:10.360" v="8714" actId="14100"/>
          <ac:cxnSpMkLst>
            <pc:docMk/>
            <pc:sldMk cId="3368055544" sldId="282"/>
            <ac:cxnSpMk id="20" creationId="{79CCE527-E0B2-7102-28F8-9863E7550CBC}"/>
          </ac:cxnSpMkLst>
        </pc:cxnChg>
      </pc:sldChg>
      <pc:sldChg chg="addSp delSp modSp new mod setBg">
        <pc:chgData name="Mohammad Salman" userId="cfd6754c-e613-4f6f-bb98-36aef69d8c31" providerId="ADAL" clId="{73BDACDF-B3B6-411D-83BB-32D92C9BA53A}" dt="2023-09-09T06:53:01.408" v="15697"/>
        <pc:sldMkLst>
          <pc:docMk/>
          <pc:sldMk cId="3283076483" sldId="283"/>
        </pc:sldMkLst>
        <pc:spChg chg="del">
          <ac:chgData name="Mohammad Salman" userId="cfd6754c-e613-4f6f-bb98-36aef69d8c31" providerId="ADAL" clId="{73BDACDF-B3B6-411D-83BB-32D92C9BA53A}" dt="2023-09-05T10:06:09.970" v="8826" actId="478"/>
          <ac:spMkLst>
            <pc:docMk/>
            <pc:sldMk cId="3283076483" sldId="283"/>
            <ac:spMk id="2" creationId="{BC2AF928-77B2-BDB8-AF86-3C8ECE7ED174}"/>
          </ac:spMkLst>
        </pc:spChg>
        <pc:spChg chg="del">
          <ac:chgData name="Mohammad Salman" userId="cfd6754c-e613-4f6f-bb98-36aef69d8c31" providerId="ADAL" clId="{73BDACDF-B3B6-411D-83BB-32D92C9BA53A}" dt="2023-09-05T10:06:09.970" v="8826" actId="478"/>
          <ac:spMkLst>
            <pc:docMk/>
            <pc:sldMk cId="3283076483" sldId="283"/>
            <ac:spMk id="3" creationId="{ED8B1D61-884D-E941-2B0D-F41C5C7FE750}"/>
          </ac:spMkLst>
        </pc:spChg>
        <pc:spChg chg="add mod">
          <ac:chgData name="Mohammad Salman" userId="cfd6754c-e613-4f6f-bb98-36aef69d8c31" providerId="ADAL" clId="{73BDACDF-B3B6-411D-83BB-32D92C9BA53A}" dt="2023-09-09T06:52:57.052" v="15696" actId="6549"/>
          <ac:spMkLst>
            <pc:docMk/>
            <pc:sldMk cId="3283076483" sldId="283"/>
            <ac:spMk id="6" creationId="{21A72F84-25C7-E219-DD42-9B867CD4382F}"/>
          </ac:spMkLst>
        </pc:spChg>
        <pc:picChg chg="add mod">
          <ac:chgData name="Mohammad Salman" userId="cfd6754c-e613-4f6f-bb98-36aef69d8c31" providerId="ADAL" clId="{73BDACDF-B3B6-411D-83BB-32D92C9BA53A}" dt="2023-09-05T10:08:04.511" v="8938" actId="1076"/>
          <ac:picMkLst>
            <pc:docMk/>
            <pc:sldMk cId="3283076483" sldId="283"/>
            <ac:picMk id="5" creationId="{AA6544E2-EEC0-8E13-FDB3-EDD83FE61DB3}"/>
          </ac:picMkLst>
        </pc:picChg>
      </pc:sldChg>
      <pc:sldChg chg="modSp new del mod">
        <pc:chgData name="Mohammad Salman" userId="cfd6754c-e613-4f6f-bb98-36aef69d8c31" providerId="ADAL" clId="{73BDACDF-B3B6-411D-83BB-32D92C9BA53A}" dt="2023-09-09T06:58:56.006" v="15868" actId="47"/>
        <pc:sldMkLst>
          <pc:docMk/>
          <pc:sldMk cId="3739516487" sldId="284"/>
        </pc:sldMkLst>
        <pc:spChg chg="mod">
          <ac:chgData name="Mohammad Salman" userId="cfd6754c-e613-4f6f-bb98-36aef69d8c31" providerId="ADAL" clId="{73BDACDF-B3B6-411D-83BB-32D92C9BA53A}" dt="2023-09-08T05:04:54.543" v="13279" actId="21"/>
          <ac:spMkLst>
            <pc:docMk/>
            <pc:sldMk cId="3739516487" sldId="284"/>
            <ac:spMk id="2" creationId="{729DF2A0-6233-A10C-7335-FB9A3F5B39C5}"/>
          </ac:spMkLst>
        </pc:spChg>
        <pc:spChg chg="mod">
          <ac:chgData name="Mohammad Salman" userId="cfd6754c-e613-4f6f-bb98-36aef69d8c31" providerId="ADAL" clId="{73BDACDF-B3B6-411D-83BB-32D92C9BA53A}" dt="2023-09-08T05:04:57.302" v="13281"/>
          <ac:spMkLst>
            <pc:docMk/>
            <pc:sldMk cId="3739516487" sldId="284"/>
            <ac:spMk id="3" creationId="{09B91A55-D744-A9D9-932F-E9127BC99ECE}"/>
          </ac:spMkLst>
        </pc:spChg>
      </pc:sldChg>
      <pc:sldChg chg="modSp new mod">
        <pc:chgData name="Mohammad Salman" userId="cfd6754c-e613-4f6f-bb98-36aef69d8c31" providerId="ADAL" clId="{73BDACDF-B3B6-411D-83BB-32D92C9BA53A}" dt="2023-09-05T12:36:35.668" v="9427" actId="20577"/>
        <pc:sldMkLst>
          <pc:docMk/>
          <pc:sldMk cId="3082124580" sldId="285"/>
        </pc:sldMkLst>
        <pc:spChg chg="mod">
          <ac:chgData name="Mohammad Salman" userId="cfd6754c-e613-4f6f-bb98-36aef69d8c31" providerId="ADAL" clId="{73BDACDF-B3B6-411D-83BB-32D92C9BA53A}" dt="2023-09-05T12:33:25.553" v="9032" actId="20577"/>
          <ac:spMkLst>
            <pc:docMk/>
            <pc:sldMk cId="3082124580" sldId="285"/>
            <ac:spMk id="2" creationId="{76AA0023-56D1-E504-D29F-A73E42B457BF}"/>
          </ac:spMkLst>
        </pc:spChg>
        <pc:spChg chg="mod">
          <ac:chgData name="Mohammad Salman" userId="cfd6754c-e613-4f6f-bb98-36aef69d8c31" providerId="ADAL" clId="{73BDACDF-B3B6-411D-83BB-32D92C9BA53A}" dt="2023-09-05T12:36:35.668" v="9427" actId="20577"/>
          <ac:spMkLst>
            <pc:docMk/>
            <pc:sldMk cId="3082124580" sldId="285"/>
            <ac:spMk id="3" creationId="{62F68758-C0C8-E204-7251-719FA2C78D32}"/>
          </ac:spMkLst>
        </pc:spChg>
      </pc:sldChg>
      <pc:sldChg chg="addSp delSp modSp new mod modClrScheme chgLayout">
        <pc:chgData name="Mohammad Salman" userId="cfd6754c-e613-4f6f-bb98-36aef69d8c31" providerId="ADAL" clId="{73BDACDF-B3B6-411D-83BB-32D92C9BA53A}" dt="2023-09-06T05:00:50.628" v="11157" actId="1076"/>
        <pc:sldMkLst>
          <pc:docMk/>
          <pc:sldMk cId="2868628966" sldId="286"/>
        </pc:sldMkLst>
        <pc:spChg chg="del mod ord">
          <ac:chgData name="Mohammad Salman" userId="cfd6754c-e613-4f6f-bb98-36aef69d8c31" providerId="ADAL" clId="{73BDACDF-B3B6-411D-83BB-32D92C9BA53A}" dt="2023-09-05T12:36:58.418" v="9429" actId="700"/>
          <ac:spMkLst>
            <pc:docMk/>
            <pc:sldMk cId="2868628966" sldId="286"/>
            <ac:spMk id="2" creationId="{B3011284-35FB-5F6C-4C1D-79529C203B9B}"/>
          </ac:spMkLst>
        </pc:spChg>
        <pc:spChg chg="del mod ord">
          <ac:chgData name="Mohammad Salman" userId="cfd6754c-e613-4f6f-bb98-36aef69d8c31" providerId="ADAL" clId="{73BDACDF-B3B6-411D-83BB-32D92C9BA53A}" dt="2023-09-05T12:36:58.418" v="9429" actId="700"/>
          <ac:spMkLst>
            <pc:docMk/>
            <pc:sldMk cId="2868628966" sldId="286"/>
            <ac:spMk id="3" creationId="{048BDD03-7B8E-B88C-A9A3-A872D9D7E72D}"/>
          </ac:spMkLst>
        </pc:spChg>
        <pc:spChg chg="add mod ord">
          <ac:chgData name="Mohammad Salman" userId="cfd6754c-e613-4f6f-bb98-36aef69d8c31" providerId="ADAL" clId="{73BDACDF-B3B6-411D-83BB-32D92C9BA53A}" dt="2023-09-06T05:00:50.628" v="11157" actId="1076"/>
          <ac:spMkLst>
            <pc:docMk/>
            <pc:sldMk cId="2868628966" sldId="286"/>
            <ac:spMk id="4" creationId="{8F15E830-68E2-75C2-12DC-4043DEBD6C0A}"/>
          </ac:spMkLst>
        </pc:spChg>
        <pc:spChg chg="add del mod ord">
          <ac:chgData name="Mohammad Salman" userId="cfd6754c-e613-4f6f-bb98-36aef69d8c31" providerId="ADAL" clId="{73BDACDF-B3B6-411D-83BB-32D92C9BA53A}" dt="2023-09-05T12:37:11.420" v="9464" actId="478"/>
          <ac:spMkLst>
            <pc:docMk/>
            <pc:sldMk cId="2868628966" sldId="286"/>
            <ac:spMk id="5" creationId="{247DA2D1-D2D0-45B8-5413-5EB93A77B37F}"/>
          </ac:spMkLst>
        </pc:spChg>
      </pc:sldChg>
      <pc:sldChg chg="modSp add mod">
        <pc:chgData name="Mohammad Salman" userId="cfd6754c-e613-4f6f-bb98-36aef69d8c31" providerId="ADAL" clId="{73BDACDF-B3B6-411D-83BB-32D92C9BA53A}" dt="2023-09-06T05:01:30.952" v="11187" actId="20577"/>
        <pc:sldMkLst>
          <pc:docMk/>
          <pc:sldMk cId="136956366" sldId="287"/>
        </pc:sldMkLst>
        <pc:spChg chg="mod">
          <ac:chgData name="Mohammad Salman" userId="cfd6754c-e613-4f6f-bb98-36aef69d8c31" providerId="ADAL" clId="{73BDACDF-B3B6-411D-83BB-32D92C9BA53A}" dt="2023-09-06T05:01:30.952" v="11187" actId="20577"/>
          <ac:spMkLst>
            <pc:docMk/>
            <pc:sldMk cId="136956366" sldId="287"/>
            <ac:spMk id="3" creationId="{62F68758-C0C8-E204-7251-719FA2C78D32}"/>
          </ac:spMkLst>
        </pc:spChg>
      </pc:sldChg>
      <pc:sldChg chg="addSp delSp modSp add mod">
        <pc:chgData name="Mohammad Salman" userId="cfd6754c-e613-4f6f-bb98-36aef69d8c31" providerId="ADAL" clId="{73BDACDF-B3B6-411D-83BB-32D92C9BA53A}" dt="2023-09-05T14:13:36.430" v="9868" actId="21"/>
        <pc:sldMkLst>
          <pc:docMk/>
          <pc:sldMk cId="1902361333" sldId="288"/>
        </pc:sldMkLst>
        <pc:spChg chg="mod">
          <ac:chgData name="Mohammad Salman" userId="cfd6754c-e613-4f6f-bb98-36aef69d8c31" providerId="ADAL" clId="{73BDACDF-B3B6-411D-83BB-32D92C9BA53A}" dt="2023-09-05T14:10:32.211" v="9595" actId="20577"/>
          <ac:spMkLst>
            <pc:docMk/>
            <pc:sldMk cId="1902361333" sldId="288"/>
            <ac:spMk id="2" creationId="{76AA0023-56D1-E504-D29F-A73E42B457BF}"/>
          </ac:spMkLst>
        </pc:spChg>
        <pc:spChg chg="mod">
          <ac:chgData name="Mohammad Salman" userId="cfd6754c-e613-4f6f-bb98-36aef69d8c31" providerId="ADAL" clId="{73BDACDF-B3B6-411D-83BB-32D92C9BA53A}" dt="2023-09-05T14:13:33.194" v="9867" actId="20577"/>
          <ac:spMkLst>
            <pc:docMk/>
            <pc:sldMk cId="1902361333" sldId="288"/>
            <ac:spMk id="3" creationId="{62F68758-C0C8-E204-7251-719FA2C78D32}"/>
          </ac:spMkLst>
        </pc:spChg>
        <pc:picChg chg="add del mod">
          <ac:chgData name="Mohammad Salman" userId="cfd6754c-e613-4f6f-bb98-36aef69d8c31" providerId="ADAL" clId="{73BDACDF-B3B6-411D-83BB-32D92C9BA53A}" dt="2023-09-05T14:13:36.430" v="9868" actId="21"/>
          <ac:picMkLst>
            <pc:docMk/>
            <pc:sldMk cId="1902361333" sldId="288"/>
            <ac:picMk id="5" creationId="{6DDCA775-167E-81EC-F08C-95E6FD6BD084}"/>
          </ac:picMkLst>
        </pc:picChg>
      </pc:sldChg>
      <pc:sldChg chg="addSp modSp new mod setBg">
        <pc:chgData name="Mohammad Salman" userId="cfd6754c-e613-4f6f-bb98-36aef69d8c31" providerId="ADAL" clId="{73BDACDF-B3B6-411D-83BB-32D92C9BA53A}" dt="2023-09-08T05:03:01.343" v="13278"/>
        <pc:sldMkLst>
          <pc:docMk/>
          <pc:sldMk cId="2190769347" sldId="289"/>
        </pc:sldMkLst>
        <pc:spChg chg="mod">
          <ac:chgData name="Mohammad Salman" userId="cfd6754c-e613-4f6f-bb98-36aef69d8c31" providerId="ADAL" clId="{73BDACDF-B3B6-411D-83BB-32D92C9BA53A}" dt="2023-09-05T14:14:10.075" v="9893"/>
          <ac:spMkLst>
            <pc:docMk/>
            <pc:sldMk cId="2190769347" sldId="289"/>
            <ac:spMk id="2" creationId="{088F4042-BE9C-1EC3-A3D5-D1C051235028}"/>
          </ac:spMkLst>
        </pc:spChg>
        <pc:spChg chg="mod">
          <ac:chgData name="Mohammad Salman" userId="cfd6754c-e613-4f6f-bb98-36aef69d8c31" providerId="ADAL" clId="{73BDACDF-B3B6-411D-83BB-32D92C9BA53A}" dt="2023-09-05T14:13:08.937" v="9819" actId="20577"/>
          <ac:spMkLst>
            <pc:docMk/>
            <pc:sldMk cId="2190769347" sldId="289"/>
            <ac:spMk id="3" creationId="{C140CCA9-AF18-4E2F-DF10-B532CDBFA0D9}"/>
          </ac:spMkLst>
        </pc:spChg>
        <pc:picChg chg="add mod">
          <ac:chgData name="Mohammad Salman" userId="cfd6754c-e613-4f6f-bb98-36aef69d8c31" providerId="ADAL" clId="{73BDACDF-B3B6-411D-83BB-32D92C9BA53A}" dt="2023-09-05T14:13:15.406" v="9822" actId="1076"/>
          <ac:picMkLst>
            <pc:docMk/>
            <pc:sldMk cId="2190769347" sldId="289"/>
            <ac:picMk id="5" creationId="{1E049DCB-1820-E199-D2D6-C9E169A79C86}"/>
          </ac:picMkLst>
        </pc:picChg>
      </pc:sldChg>
      <pc:sldChg chg="addSp delSp modSp new mod setBg">
        <pc:chgData name="Mohammad Salman" userId="cfd6754c-e613-4f6f-bb98-36aef69d8c31" providerId="ADAL" clId="{73BDACDF-B3B6-411D-83BB-32D92C9BA53A}" dt="2023-09-08T05:03:01.343" v="13278"/>
        <pc:sldMkLst>
          <pc:docMk/>
          <pc:sldMk cId="518219049" sldId="290"/>
        </pc:sldMkLst>
        <pc:spChg chg="mod">
          <ac:chgData name="Mohammad Salman" userId="cfd6754c-e613-4f6f-bb98-36aef69d8c31" providerId="ADAL" clId="{73BDACDF-B3B6-411D-83BB-32D92C9BA53A}" dt="2023-09-05T14:13:58.367" v="9891" actId="20577"/>
          <ac:spMkLst>
            <pc:docMk/>
            <pc:sldMk cId="518219049" sldId="290"/>
            <ac:spMk id="2" creationId="{A9FAED87-7199-14DF-44F7-6ABF0A4AB379}"/>
          </ac:spMkLst>
        </pc:spChg>
        <pc:spChg chg="add del">
          <ac:chgData name="Mohammad Salman" userId="cfd6754c-e613-4f6f-bb98-36aef69d8c31" providerId="ADAL" clId="{73BDACDF-B3B6-411D-83BB-32D92C9BA53A}" dt="2023-09-05T14:13:44.413" v="9872" actId="478"/>
          <ac:spMkLst>
            <pc:docMk/>
            <pc:sldMk cId="518219049" sldId="290"/>
            <ac:spMk id="3" creationId="{7A793ECB-6740-E307-7827-9CB2AA1AA4F3}"/>
          </ac:spMkLst>
        </pc:spChg>
        <pc:picChg chg="add del mod">
          <ac:chgData name="Mohammad Salman" userId="cfd6754c-e613-4f6f-bb98-36aef69d8c31" providerId="ADAL" clId="{73BDACDF-B3B6-411D-83BB-32D92C9BA53A}" dt="2023-09-05T14:13:42.725" v="9871"/>
          <ac:picMkLst>
            <pc:docMk/>
            <pc:sldMk cId="518219049" sldId="290"/>
            <ac:picMk id="4" creationId="{84355CF5-3B7D-9866-3538-10CF229B5544}"/>
          </ac:picMkLst>
        </pc:picChg>
        <pc:picChg chg="add mod">
          <ac:chgData name="Mohammad Salman" userId="cfd6754c-e613-4f6f-bb98-36aef69d8c31" providerId="ADAL" clId="{73BDACDF-B3B6-411D-83BB-32D92C9BA53A}" dt="2023-09-05T14:14:04.717" v="9892" actId="1076"/>
          <ac:picMkLst>
            <pc:docMk/>
            <pc:sldMk cId="518219049" sldId="290"/>
            <ac:picMk id="5" creationId="{5291F333-CD72-9BA5-3F90-48F10A6FDE0B}"/>
          </ac:picMkLst>
        </pc:picChg>
      </pc:sldChg>
      <pc:sldChg chg="addSp modSp new mod setBg">
        <pc:chgData name="Mohammad Salman" userId="cfd6754c-e613-4f6f-bb98-36aef69d8c31" providerId="ADAL" clId="{73BDACDF-B3B6-411D-83BB-32D92C9BA53A}" dt="2023-09-08T05:03:01.343" v="13278"/>
        <pc:sldMkLst>
          <pc:docMk/>
          <pc:sldMk cId="252285010" sldId="291"/>
        </pc:sldMkLst>
        <pc:spChg chg="mod">
          <ac:chgData name="Mohammad Salman" userId="cfd6754c-e613-4f6f-bb98-36aef69d8c31" providerId="ADAL" clId="{73BDACDF-B3B6-411D-83BB-32D92C9BA53A}" dt="2023-09-05T14:14:29.251" v="9903" actId="20577"/>
          <ac:spMkLst>
            <pc:docMk/>
            <pc:sldMk cId="252285010" sldId="291"/>
            <ac:spMk id="2" creationId="{F4551E8A-0B34-EE95-29DC-AAE668BD0417}"/>
          </ac:spMkLst>
        </pc:spChg>
        <pc:spChg chg="mod">
          <ac:chgData name="Mohammad Salman" userId="cfd6754c-e613-4f6f-bb98-36aef69d8c31" providerId="ADAL" clId="{73BDACDF-B3B6-411D-83BB-32D92C9BA53A}" dt="2023-09-05T14:16:47.846" v="10029" actId="20577"/>
          <ac:spMkLst>
            <pc:docMk/>
            <pc:sldMk cId="252285010" sldId="291"/>
            <ac:spMk id="3" creationId="{97E89945-6F5A-6F5F-9FBA-06A24A9E5DB0}"/>
          </ac:spMkLst>
        </pc:spChg>
        <pc:picChg chg="add mod">
          <ac:chgData name="Mohammad Salman" userId="cfd6754c-e613-4f6f-bb98-36aef69d8c31" providerId="ADAL" clId="{73BDACDF-B3B6-411D-83BB-32D92C9BA53A}" dt="2023-09-05T14:16:56.275" v="10032" actId="1076"/>
          <ac:picMkLst>
            <pc:docMk/>
            <pc:sldMk cId="252285010" sldId="291"/>
            <ac:picMk id="5" creationId="{16D33FE9-2362-BC58-7244-0A2EBA0A56B1}"/>
          </ac:picMkLst>
        </pc:picChg>
      </pc:sldChg>
      <pc:sldChg chg="modSp new mod setBg">
        <pc:chgData name="Mohammad Salman" userId="cfd6754c-e613-4f6f-bb98-36aef69d8c31" providerId="ADAL" clId="{73BDACDF-B3B6-411D-83BB-32D92C9BA53A}" dt="2023-09-08T05:03:01.343" v="13278"/>
        <pc:sldMkLst>
          <pc:docMk/>
          <pc:sldMk cId="3555816016" sldId="292"/>
        </pc:sldMkLst>
        <pc:spChg chg="mod">
          <ac:chgData name="Mohammad Salman" userId="cfd6754c-e613-4f6f-bb98-36aef69d8c31" providerId="ADAL" clId="{73BDACDF-B3B6-411D-83BB-32D92C9BA53A}" dt="2023-09-05T14:17:51.963" v="10054" actId="20577"/>
          <ac:spMkLst>
            <pc:docMk/>
            <pc:sldMk cId="3555816016" sldId="292"/>
            <ac:spMk id="2" creationId="{67C4739F-2144-FB30-5339-F33B633A60E9}"/>
          </ac:spMkLst>
        </pc:spChg>
        <pc:spChg chg="mod">
          <ac:chgData name="Mohammad Salman" userId="cfd6754c-e613-4f6f-bb98-36aef69d8c31" providerId="ADAL" clId="{73BDACDF-B3B6-411D-83BB-32D92C9BA53A}" dt="2023-09-05T14:18:51.624" v="10137" actId="20577"/>
          <ac:spMkLst>
            <pc:docMk/>
            <pc:sldMk cId="3555816016" sldId="292"/>
            <ac:spMk id="3" creationId="{0E298E3C-D00F-9962-95BC-B17C24713C6A}"/>
          </ac:spMkLst>
        </pc:spChg>
      </pc:sldChg>
      <pc:sldChg chg="modSp new mod">
        <pc:chgData name="Mohammad Salman" userId="cfd6754c-e613-4f6f-bb98-36aef69d8c31" providerId="ADAL" clId="{73BDACDF-B3B6-411D-83BB-32D92C9BA53A}" dt="2023-09-06T13:49:10.908" v="11247" actId="20577"/>
        <pc:sldMkLst>
          <pc:docMk/>
          <pc:sldMk cId="2677061798" sldId="293"/>
        </pc:sldMkLst>
        <pc:spChg chg="mod">
          <ac:chgData name="Mohammad Salman" userId="cfd6754c-e613-4f6f-bb98-36aef69d8c31" providerId="ADAL" clId="{73BDACDF-B3B6-411D-83BB-32D92C9BA53A}" dt="2023-09-05T14:19:09.690" v="10160" actId="20577"/>
          <ac:spMkLst>
            <pc:docMk/>
            <pc:sldMk cId="2677061798" sldId="293"/>
            <ac:spMk id="2" creationId="{C935E97B-834B-1C85-99D0-A52586186A01}"/>
          </ac:spMkLst>
        </pc:spChg>
        <pc:spChg chg="mod">
          <ac:chgData name="Mohammad Salman" userId="cfd6754c-e613-4f6f-bb98-36aef69d8c31" providerId="ADAL" clId="{73BDACDF-B3B6-411D-83BB-32D92C9BA53A}" dt="2023-09-06T13:49:10.908" v="11247" actId="20577"/>
          <ac:spMkLst>
            <pc:docMk/>
            <pc:sldMk cId="2677061798" sldId="293"/>
            <ac:spMk id="3" creationId="{0E05B658-D078-DA60-8A72-8F6FDFC4C661}"/>
          </ac:spMkLst>
        </pc:spChg>
      </pc:sldChg>
      <pc:sldChg chg="modSp new mod setBg modAnim">
        <pc:chgData name="Mohammad Salman" userId="cfd6754c-e613-4f6f-bb98-36aef69d8c31" providerId="ADAL" clId="{73BDACDF-B3B6-411D-83BB-32D92C9BA53A}" dt="2023-09-09T06:49:56.328" v="15503" actId="20577"/>
        <pc:sldMkLst>
          <pc:docMk/>
          <pc:sldMk cId="2503716554" sldId="294"/>
        </pc:sldMkLst>
        <pc:spChg chg="mod">
          <ac:chgData name="Mohammad Salman" userId="cfd6754c-e613-4f6f-bb98-36aef69d8c31" providerId="ADAL" clId="{73BDACDF-B3B6-411D-83BB-32D92C9BA53A}" dt="2023-09-09T06:49:56.328" v="15503" actId="20577"/>
          <ac:spMkLst>
            <pc:docMk/>
            <pc:sldMk cId="2503716554" sldId="294"/>
            <ac:spMk id="2" creationId="{AEFF5A96-328A-B278-093D-894BF4A3EFE6}"/>
          </ac:spMkLst>
        </pc:spChg>
        <pc:spChg chg="mod">
          <ac:chgData name="Mohammad Salman" userId="cfd6754c-e613-4f6f-bb98-36aef69d8c31" providerId="ADAL" clId="{73BDACDF-B3B6-411D-83BB-32D92C9BA53A}" dt="2023-09-08T10:29:25.842" v="14417" actId="20577"/>
          <ac:spMkLst>
            <pc:docMk/>
            <pc:sldMk cId="2503716554" sldId="294"/>
            <ac:spMk id="3" creationId="{FB36D2AE-72DB-90B7-FC97-E94926ABA208}"/>
          </ac:spMkLst>
        </pc:spChg>
      </pc:sldChg>
      <pc:sldChg chg="addSp delSp modSp new mod ord">
        <pc:chgData name="Mohammad Salman" userId="cfd6754c-e613-4f6f-bb98-36aef69d8c31" providerId="ADAL" clId="{73BDACDF-B3B6-411D-83BB-32D92C9BA53A}" dt="2023-09-08T04:11:02.410" v="13215" actId="1035"/>
        <pc:sldMkLst>
          <pc:docMk/>
          <pc:sldMk cId="3982707447" sldId="295"/>
        </pc:sldMkLst>
        <pc:spChg chg="mod">
          <ac:chgData name="Mohammad Salman" userId="cfd6754c-e613-4f6f-bb98-36aef69d8c31" providerId="ADAL" clId="{73BDACDF-B3B6-411D-83BB-32D92C9BA53A}" dt="2023-09-06T13:54:57.739" v="11380" actId="20577"/>
          <ac:spMkLst>
            <pc:docMk/>
            <pc:sldMk cId="3982707447" sldId="295"/>
            <ac:spMk id="2" creationId="{DEAB8366-F5D4-49F3-4688-B16998605206}"/>
          </ac:spMkLst>
        </pc:spChg>
        <pc:spChg chg="del mod">
          <ac:chgData name="Mohammad Salman" userId="cfd6754c-e613-4f6f-bb98-36aef69d8c31" providerId="ADAL" clId="{73BDACDF-B3B6-411D-83BB-32D92C9BA53A}" dt="2023-09-08T04:08:37.655" v="13178" actId="478"/>
          <ac:spMkLst>
            <pc:docMk/>
            <pc:sldMk cId="3982707447" sldId="295"/>
            <ac:spMk id="3" creationId="{0DF25EE1-6646-F91E-91E3-5B8BA7FB17C8}"/>
          </ac:spMkLst>
        </pc:spChg>
        <pc:spChg chg="add mod">
          <ac:chgData name="Mohammad Salman" userId="cfd6754c-e613-4f6f-bb98-36aef69d8c31" providerId="ADAL" clId="{73BDACDF-B3B6-411D-83BB-32D92C9BA53A}" dt="2023-09-08T04:10:06.747" v="13200" actId="1076"/>
          <ac:spMkLst>
            <pc:docMk/>
            <pc:sldMk cId="3982707447" sldId="295"/>
            <ac:spMk id="6" creationId="{4E5A2CAD-9562-810D-7762-B3C0AB4D785B}"/>
          </ac:spMkLst>
        </pc:spChg>
        <pc:spChg chg="add mod">
          <ac:chgData name="Mohammad Salman" userId="cfd6754c-e613-4f6f-bb98-36aef69d8c31" providerId="ADAL" clId="{73BDACDF-B3B6-411D-83BB-32D92C9BA53A}" dt="2023-09-08T04:10:46.446" v="13205" actId="207"/>
          <ac:spMkLst>
            <pc:docMk/>
            <pc:sldMk cId="3982707447" sldId="295"/>
            <ac:spMk id="7" creationId="{43611AD9-EE26-F7DA-38EE-6C9D0641E66E}"/>
          </ac:spMkLst>
        </pc:spChg>
        <pc:spChg chg="add mod">
          <ac:chgData name="Mohammad Salman" userId="cfd6754c-e613-4f6f-bb98-36aef69d8c31" providerId="ADAL" clId="{73BDACDF-B3B6-411D-83BB-32D92C9BA53A}" dt="2023-09-08T04:11:02.410" v="13215" actId="1035"/>
          <ac:spMkLst>
            <pc:docMk/>
            <pc:sldMk cId="3982707447" sldId="295"/>
            <ac:spMk id="8" creationId="{71C9E29A-219C-8C71-B204-AD919D54AE99}"/>
          </ac:spMkLst>
        </pc:spChg>
        <pc:picChg chg="add mod">
          <ac:chgData name="Mohammad Salman" userId="cfd6754c-e613-4f6f-bb98-36aef69d8c31" providerId="ADAL" clId="{73BDACDF-B3B6-411D-83BB-32D92C9BA53A}" dt="2023-09-08T04:09:55.204" v="13199" actId="14100"/>
          <ac:picMkLst>
            <pc:docMk/>
            <pc:sldMk cId="3982707447" sldId="295"/>
            <ac:picMk id="4" creationId="{CF2AA5BC-8F9E-915D-D659-9D95CAC203F2}"/>
          </ac:picMkLst>
        </pc:picChg>
      </pc:sldChg>
      <pc:sldChg chg="addSp delSp modSp new mod ord modNotesTx">
        <pc:chgData name="Mohammad Salman" userId="cfd6754c-e613-4f6f-bb98-36aef69d8c31" providerId="ADAL" clId="{73BDACDF-B3B6-411D-83BB-32D92C9BA53A}" dt="2023-09-08T04:04:56.299" v="13085"/>
        <pc:sldMkLst>
          <pc:docMk/>
          <pc:sldMk cId="426620840" sldId="296"/>
        </pc:sldMkLst>
        <pc:spChg chg="mod">
          <ac:chgData name="Mohammad Salman" userId="cfd6754c-e613-4f6f-bb98-36aef69d8c31" providerId="ADAL" clId="{73BDACDF-B3B6-411D-83BB-32D92C9BA53A}" dt="2023-09-06T13:56:25.548" v="11567"/>
          <ac:spMkLst>
            <pc:docMk/>
            <pc:sldMk cId="426620840" sldId="296"/>
            <ac:spMk id="2" creationId="{F6494E9B-1BB9-93BC-C99F-17F0815DAE12}"/>
          </ac:spMkLst>
        </pc:spChg>
        <pc:spChg chg="del">
          <ac:chgData name="Mohammad Salman" userId="cfd6754c-e613-4f6f-bb98-36aef69d8c31" providerId="ADAL" clId="{73BDACDF-B3B6-411D-83BB-32D92C9BA53A}" dt="2023-09-06T13:56:19.778" v="11566" actId="478"/>
          <ac:spMkLst>
            <pc:docMk/>
            <pc:sldMk cId="426620840" sldId="296"/>
            <ac:spMk id="3" creationId="{E7E83EDA-C8D6-C225-56D3-9346A3284075}"/>
          </ac:spMkLst>
        </pc:spChg>
        <pc:spChg chg="add mod">
          <ac:chgData name="Mohammad Salman" userId="cfd6754c-e613-4f6f-bb98-36aef69d8c31" providerId="ADAL" clId="{73BDACDF-B3B6-411D-83BB-32D92C9BA53A}" dt="2023-09-06T14:13:41.298" v="13015" actId="20577"/>
          <ac:spMkLst>
            <pc:docMk/>
            <pc:sldMk cId="426620840" sldId="296"/>
            <ac:spMk id="6" creationId="{3E4701F1-B2D2-AE41-1029-079F8C4D4CCB}"/>
          </ac:spMkLst>
        </pc:spChg>
        <pc:spChg chg="add del">
          <ac:chgData name="Mohammad Salman" userId="cfd6754c-e613-4f6f-bb98-36aef69d8c31" providerId="ADAL" clId="{73BDACDF-B3B6-411D-83BB-32D92C9BA53A}" dt="2023-09-06T14:26:27.166" v="13077" actId="22"/>
          <ac:spMkLst>
            <pc:docMk/>
            <pc:sldMk cId="426620840" sldId="296"/>
            <ac:spMk id="8" creationId="{CE7839D6-3B1A-1E0A-ECA5-61E866E5A5B3}"/>
          </ac:spMkLst>
        </pc:spChg>
        <pc:spChg chg="add del mod">
          <ac:chgData name="Mohammad Salman" userId="cfd6754c-e613-4f6f-bb98-36aef69d8c31" providerId="ADAL" clId="{73BDACDF-B3B6-411D-83BB-32D92C9BA53A}" dt="2023-09-06T14:26:41.242" v="13081" actId="478"/>
          <ac:spMkLst>
            <pc:docMk/>
            <pc:sldMk cId="426620840" sldId="296"/>
            <ac:spMk id="10" creationId="{A5CDC2B4-9019-DE49-F925-1E8166394F7E}"/>
          </ac:spMkLst>
        </pc:spChg>
        <pc:picChg chg="add mod ord">
          <ac:chgData name="Mohammad Salman" userId="cfd6754c-e613-4f6f-bb98-36aef69d8c31" providerId="ADAL" clId="{73BDACDF-B3B6-411D-83BB-32D92C9BA53A}" dt="2023-09-06T14:12:30.581" v="12772" actId="166"/>
          <ac:picMkLst>
            <pc:docMk/>
            <pc:sldMk cId="426620840" sldId="296"/>
            <ac:picMk id="5" creationId="{8B020C7E-E0C2-504A-26B9-FB71E41915CC}"/>
          </ac:picMkLst>
        </pc:picChg>
      </pc:sldChg>
      <pc:sldChg chg="new del">
        <pc:chgData name="Mohammad Salman" userId="cfd6754c-e613-4f6f-bb98-36aef69d8c31" providerId="ADAL" clId="{73BDACDF-B3B6-411D-83BB-32D92C9BA53A}" dt="2023-09-06T13:56:46.189" v="11571" actId="47"/>
        <pc:sldMkLst>
          <pc:docMk/>
          <pc:sldMk cId="162474577" sldId="297"/>
        </pc:sldMkLst>
      </pc:sldChg>
      <pc:sldChg chg="modSp add mod ord modAnim">
        <pc:chgData name="Mohammad Salman" userId="cfd6754c-e613-4f6f-bb98-36aef69d8c31" providerId="ADAL" clId="{73BDACDF-B3B6-411D-83BB-32D92C9BA53A}" dt="2023-09-08T04:25:49.190" v="13275"/>
        <pc:sldMkLst>
          <pc:docMk/>
          <pc:sldMk cId="3292387771" sldId="297"/>
        </pc:sldMkLst>
        <pc:spChg chg="mod">
          <ac:chgData name="Mohammad Salman" userId="cfd6754c-e613-4f6f-bb98-36aef69d8c31" providerId="ADAL" clId="{73BDACDF-B3B6-411D-83BB-32D92C9BA53A}" dt="2023-09-08T04:13:35.656" v="13249" actId="115"/>
          <ac:spMkLst>
            <pc:docMk/>
            <pc:sldMk cId="3292387771" sldId="297"/>
            <ac:spMk id="3" creationId="{0DF25EE1-6646-F91E-91E3-5B8BA7FB17C8}"/>
          </ac:spMkLst>
        </pc:spChg>
      </pc:sldChg>
      <pc:sldChg chg="new del">
        <pc:chgData name="Mohammad Salman" userId="cfd6754c-e613-4f6f-bb98-36aef69d8c31" providerId="ADAL" clId="{73BDACDF-B3B6-411D-83BB-32D92C9BA53A}" dt="2023-09-06T14:03:46.511" v="12210" actId="47"/>
        <pc:sldMkLst>
          <pc:docMk/>
          <pc:sldMk cId="1205835527" sldId="298"/>
        </pc:sldMkLst>
      </pc:sldChg>
      <pc:sldChg chg="addSp modSp add mod ord modAnim addCm delCm">
        <pc:chgData name="Mohammad Salman" userId="cfd6754c-e613-4f6f-bb98-36aef69d8c31" providerId="ADAL" clId="{73BDACDF-B3B6-411D-83BB-32D92C9BA53A}" dt="2023-09-08T04:27:03.813" v="13276"/>
        <pc:sldMkLst>
          <pc:docMk/>
          <pc:sldMk cId="3924378220" sldId="299"/>
        </pc:sldMkLst>
        <pc:spChg chg="mod">
          <ac:chgData name="Mohammad Salman" userId="cfd6754c-e613-4f6f-bb98-36aef69d8c31" providerId="ADAL" clId="{73BDACDF-B3B6-411D-83BB-32D92C9BA53A}" dt="2023-09-06T14:17:35.116" v="13071" actId="20577"/>
          <ac:spMkLst>
            <pc:docMk/>
            <pc:sldMk cId="3924378220" sldId="299"/>
            <ac:spMk id="3" creationId="{0DF25EE1-6646-F91E-91E3-5B8BA7FB17C8}"/>
          </ac:spMkLst>
        </pc:spChg>
        <pc:spChg chg="add mod">
          <ac:chgData name="Mohammad Salman" userId="cfd6754c-e613-4f6f-bb98-36aef69d8c31" providerId="ADAL" clId="{73BDACDF-B3B6-411D-83BB-32D92C9BA53A}" dt="2023-09-08T04:15:17.860" v="13254" actId="115"/>
          <ac:spMkLst>
            <pc:docMk/>
            <pc:sldMk cId="3924378220" sldId="299"/>
            <ac:spMk id="5" creationId="{2C35ABC3-678F-8537-375F-5E7FC8B31D2A}"/>
          </ac:spMkLst>
        </pc:spChg>
      </pc:sldChg>
      <pc:sldChg chg="addSp delSp modSp add mod ord modAnim">
        <pc:chgData name="Mohammad Salman" userId="cfd6754c-e613-4f6f-bb98-36aef69d8c31" providerId="ADAL" clId="{73BDACDF-B3B6-411D-83BB-32D92C9BA53A}" dt="2023-09-08T04:17:55.821" v="13272" actId="14100"/>
        <pc:sldMkLst>
          <pc:docMk/>
          <pc:sldMk cId="1067808942" sldId="300"/>
        </pc:sldMkLst>
        <pc:spChg chg="del">
          <ac:chgData name="Mohammad Salman" userId="cfd6754c-e613-4f6f-bb98-36aef69d8c31" providerId="ADAL" clId="{73BDACDF-B3B6-411D-83BB-32D92C9BA53A}" dt="2023-09-06T14:07:05.673" v="12516" actId="478"/>
          <ac:spMkLst>
            <pc:docMk/>
            <pc:sldMk cId="1067808942" sldId="300"/>
            <ac:spMk id="2" creationId="{DEAB8366-F5D4-49F3-4688-B16998605206}"/>
          </ac:spMkLst>
        </pc:spChg>
        <pc:spChg chg="del mod">
          <ac:chgData name="Mohammad Salman" userId="cfd6754c-e613-4f6f-bb98-36aef69d8c31" providerId="ADAL" clId="{73BDACDF-B3B6-411D-83BB-32D92C9BA53A}" dt="2023-09-06T14:07:11.619" v="12519" actId="478"/>
          <ac:spMkLst>
            <pc:docMk/>
            <pc:sldMk cId="1067808942" sldId="300"/>
            <ac:spMk id="3" creationId="{0DF25EE1-6646-F91E-91E3-5B8BA7FB17C8}"/>
          </ac:spMkLst>
        </pc:spChg>
        <pc:spChg chg="mod">
          <ac:chgData name="Mohammad Salman" userId="cfd6754c-e613-4f6f-bb98-36aef69d8c31" providerId="ADAL" clId="{73BDACDF-B3B6-411D-83BB-32D92C9BA53A}" dt="2023-09-08T04:17:55.821" v="13272" actId="14100"/>
          <ac:spMkLst>
            <pc:docMk/>
            <pc:sldMk cId="1067808942" sldId="300"/>
            <ac:spMk id="5" creationId="{2C35ABC3-678F-8537-375F-5E7FC8B31D2A}"/>
          </ac:spMkLst>
        </pc:spChg>
        <pc:spChg chg="add del mod">
          <ac:chgData name="Mohammad Salman" userId="cfd6754c-e613-4f6f-bb98-36aef69d8c31" providerId="ADAL" clId="{73BDACDF-B3B6-411D-83BB-32D92C9BA53A}" dt="2023-09-06T14:07:07.365" v="12517" actId="478"/>
          <ac:spMkLst>
            <pc:docMk/>
            <pc:sldMk cId="1067808942" sldId="300"/>
            <ac:spMk id="6" creationId="{7785A031-1C39-0171-7505-6F4115007A8D}"/>
          </ac:spMkLst>
        </pc:spChg>
        <pc:spChg chg="add del">
          <ac:chgData name="Mohammad Salman" userId="cfd6754c-e613-4f6f-bb98-36aef69d8c31" providerId="ADAL" clId="{73BDACDF-B3B6-411D-83BB-32D92C9BA53A}" dt="2023-09-06T14:08:32.490" v="12538" actId="22"/>
          <ac:spMkLst>
            <pc:docMk/>
            <pc:sldMk cId="1067808942" sldId="300"/>
            <ac:spMk id="8" creationId="{38D878BA-D799-BFCF-FABD-75689EE607E7}"/>
          </ac:spMkLst>
        </pc:spChg>
        <pc:spChg chg="add mod">
          <ac:chgData name="Mohammad Salman" userId="cfd6754c-e613-4f6f-bb98-36aef69d8c31" providerId="ADAL" clId="{73BDACDF-B3B6-411D-83BB-32D92C9BA53A}" dt="2023-09-06T14:10:47.795" v="12649" actId="692"/>
          <ac:spMkLst>
            <pc:docMk/>
            <pc:sldMk cId="1067808942" sldId="300"/>
            <ac:spMk id="10" creationId="{95214E60-ABD8-1BA2-AEC6-458830614B23}"/>
          </ac:spMkLst>
        </pc:spChg>
        <pc:spChg chg="add mod">
          <ac:chgData name="Mohammad Salman" userId="cfd6754c-e613-4f6f-bb98-36aef69d8c31" providerId="ADAL" clId="{73BDACDF-B3B6-411D-83BB-32D92C9BA53A}" dt="2023-09-08T04:16:16.817" v="13260" actId="113"/>
          <ac:spMkLst>
            <pc:docMk/>
            <pc:sldMk cId="1067808942" sldId="300"/>
            <ac:spMk id="11" creationId="{47969146-807E-37DD-2A6C-228CE76D545E}"/>
          </ac:spMkLst>
        </pc:spChg>
        <pc:spChg chg="add mod">
          <ac:chgData name="Mohammad Salman" userId="cfd6754c-e613-4f6f-bb98-36aef69d8c31" providerId="ADAL" clId="{73BDACDF-B3B6-411D-83BB-32D92C9BA53A}" dt="2023-09-06T14:11:57.460" v="12769" actId="2711"/>
          <ac:spMkLst>
            <pc:docMk/>
            <pc:sldMk cId="1067808942" sldId="300"/>
            <ac:spMk id="12" creationId="{0540DEB3-CFFF-E2E5-84F3-47C4128D51E2}"/>
          </ac:spMkLst>
        </pc:spChg>
      </pc:sldChg>
      <pc:sldChg chg="addSp delSp modSp new mod setBg modClrScheme chgLayout">
        <pc:chgData name="Mohammad Salman" userId="cfd6754c-e613-4f6f-bb98-36aef69d8c31" providerId="ADAL" clId="{73BDACDF-B3B6-411D-83BB-32D92C9BA53A}" dt="2023-09-08T04:05:55.141" v="13157"/>
        <pc:sldMkLst>
          <pc:docMk/>
          <pc:sldMk cId="2420494291" sldId="301"/>
        </pc:sldMkLst>
        <pc:spChg chg="del mod ord">
          <ac:chgData name="Mohammad Salman" userId="cfd6754c-e613-4f6f-bb98-36aef69d8c31" providerId="ADAL" clId="{73BDACDF-B3B6-411D-83BB-32D92C9BA53A}" dt="2023-09-08T04:05:16.319" v="13087" actId="700"/>
          <ac:spMkLst>
            <pc:docMk/>
            <pc:sldMk cId="2420494291" sldId="301"/>
            <ac:spMk id="2" creationId="{8204926D-CD35-C89B-107B-CE6FF2AD78F6}"/>
          </ac:spMkLst>
        </pc:spChg>
        <pc:spChg chg="del mod ord">
          <ac:chgData name="Mohammad Salman" userId="cfd6754c-e613-4f6f-bb98-36aef69d8c31" providerId="ADAL" clId="{73BDACDF-B3B6-411D-83BB-32D92C9BA53A}" dt="2023-09-08T04:05:16.319" v="13087" actId="700"/>
          <ac:spMkLst>
            <pc:docMk/>
            <pc:sldMk cId="2420494291" sldId="301"/>
            <ac:spMk id="3" creationId="{829E2063-1DBF-B207-4638-74A001CF5D9F}"/>
          </ac:spMkLst>
        </pc:spChg>
        <pc:spChg chg="add mod ord">
          <ac:chgData name="Mohammad Salman" userId="cfd6754c-e613-4f6f-bb98-36aef69d8c31" providerId="ADAL" clId="{73BDACDF-B3B6-411D-83BB-32D92C9BA53A}" dt="2023-09-08T04:05:44.369" v="13155" actId="20577"/>
          <ac:spMkLst>
            <pc:docMk/>
            <pc:sldMk cId="2420494291" sldId="301"/>
            <ac:spMk id="4" creationId="{39B0CF5D-3BD2-69E0-5840-6DA26F38D06B}"/>
          </ac:spMkLst>
        </pc:spChg>
        <pc:spChg chg="add del mod ord">
          <ac:chgData name="Mohammad Salman" userId="cfd6754c-e613-4f6f-bb98-36aef69d8c31" providerId="ADAL" clId="{73BDACDF-B3B6-411D-83BB-32D92C9BA53A}" dt="2023-09-08T04:05:48.791" v="13156" actId="478"/>
          <ac:spMkLst>
            <pc:docMk/>
            <pc:sldMk cId="2420494291" sldId="301"/>
            <ac:spMk id="5" creationId="{9229DAF6-F7F5-4087-B4D4-A4D0C4C30269}"/>
          </ac:spMkLst>
        </pc:spChg>
      </pc:sldChg>
      <pc:sldChg chg="addSp delSp modSp new del mod">
        <pc:chgData name="Mohammad Salman" userId="cfd6754c-e613-4f6f-bb98-36aef69d8c31" providerId="ADAL" clId="{73BDACDF-B3B6-411D-83BB-32D92C9BA53A}" dt="2023-09-08T04:07:24.794" v="13165" actId="47"/>
        <pc:sldMkLst>
          <pc:docMk/>
          <pc:sldMk cId="3761665293" sldId="302"/>
        </pc:sldMkLst>
        <pc:spChg chg="del">
          <ac:chgData name="Mohammad Salman" userId="cfd6754c-e613-4f6f-bb98-36aef69d8c31" providerId="ADAL" clId="{73BDACDF-B3B6-411D-83BB-32D92C9BA53A}" dt="2023-09-08T04:06:51.103" v="13159" actId="478"/>
          <ac:spMkLst>
            <pc:docMk/>
            <pc:sldMk cId="3761665293" sldId="302"/>
            <ac:spMk id="2" creationId="{461B9D60-F824-15C3-23BF-CB0AE0BFCE37}"/>
          </ac:spMkLst>
        </pc:spChg>
        <pc:spChg chg="del">
          <ac:chgData name="Mohammad Salman" userId="cfd6754c-e613-4f6f-bb98-36aef69d8c31" providerId="ADAL" clId="{73BDACDF-B3B6-411D-83BB-32D92C9BA53A}" dt="2023-09-08T04:06:51.103" v="13159" actId="478"/>
          <ac:spMkLst>
            <pc:docMk/>
            <pc:sldMk cId="3761665293" sldId="302"/>
            <ac:spMk id="3" creationId="{6B54711B-8418-8534-DB4E-6F56D52C0225}"/>
          </ac:spMkLst>
        </pc:spChg>
        <pc:picChg chg="add del mod">
          <ac:chgData name="Mohammad Salman" userId="cfd6754c-e613-4f6f-bb98-36aef69d8c31" providerId="ADAL" clId="{73BDACDF-B3B6-411D-83BB-32D92C9BA53A}" dt="2023-09-08T04:07:17.763" v="13163" actId="21"/>
          <ac:picMkLst>
            <pc:docMk/>
            <pc:sldMk cId="3761665293" sldId="302"/>
            <ac:picMk id="4" creationId="{390F3591-6E21-A72C-8041-331083C7D435}"/>
          </ac:picMkLst>
        </pc:picChg>
      </pc:sldChg>
      <pc:sldChg chg="modSp new mod">
        <pc:chgData name="Mohammad Salman" userId="cfd6754c-e613-4f6f-bb98-36aef69d8c31" providerId="ADAL" clId="{73BDACDF-B3B6-411D-83BB-32D92C9BA53A}" dt="2023-09-08T04:12:20.197" v="13221" actId="20577"/>
        <pc:sldMkLst>
          <pc:docMk/>
          <pc:sldMk cId="4292825950" sldId="302"/>
        </pc:sldMkLst>
        <pc:spChg chg="mod">
          <ac:chgData name="Mohammad Salman" userId="cfd6754c-e613-4f6f-bb98-36aef69d8c31" providerId="ADAL" clId="{73BDACDF-B3B6-411D-83BB-32D92C9BA53A}" dt="2023-09-08T04:07:50.689" v="13168"/>
          <ac:spMkLst>
            <pc:docMk/>
            <pc:sldMk cId="4292825950" sldId="302"/>
            <ac:spMk id="2" creationId="{92F44F67-B7C1-DDC6-DE0F-91F30493820A}"/>
          </ac:spMkLst>
        </pc:spChg>
        <pc:spChg chg="mod">
          <ac:chgData name="Mohammad Salman" userId="cfd6754c-e613-4f6f-bb98-36aef69d8c31" providerId="ADAL" clId="{73BDACDF-B3B6-411D-83BB-32D92C9BA53A}" dt="2023-09-08T04:12:20.197" v="13221" actId="20577"/>
          <ac:spMkLst>
            <pc:docMk/>
            <pc:sldMk cId="4292825950" sldId="302"/>
            <ac:spMk id="3" creationId="{C1076F19-6898-854B-AADF-07AE1D4A887F}"/>
          </ac:spMkLst>
        </pc:spChg>
      </pc:sldChg>
      <pc:sldChg chg="addSp delSp modSp new mod delAnim modAnim">
        <pc:chgData name="Mohammad Salman" userId="cfd6754c-e613-4f6f-bb98-36aef69d8c31" providerId="ADAL" clId="{73BDACDF-B3B6-411D-83BB-32D92C9BA53A}" dt="2023-09-09T06:54:09.099" v="15805" actId="207"/>
        <pc:sldMkLst>
          <pc:docMk/>
          <pc:sldMk cId="2866808169" sldId="303"/>
        </pc:sldMkLst>
        <pc:spChg chg="del">
          <ac:chgData name="Mohammad Salman" userId="cfd6754c-e613-4f6f-bb98-36aef69d8c31" providerId="ADAL" clId="{73BDACDF-B3B6-411D-83BB-32D92C9BA53A}" dt="2023-09-08T09:46:34.488" v="13282" actId="478"/>
          <ac:spMkLst>
            <pc:docMk/>
            <pc:sldMk cId="2866808169" sldId="303"/>
            <ac:spMk id="2" creationId="{E2FA3089-9E5A-2FE6-457C-497E5604A553}"/>
          </ac:spMkLst>
        </pc:spChg>
        <pc:spChg chg="del">
          <ac:chgData name="Mohammad Salman" userId="cfd6754c-e613-4f6f-bb98-36aef69d8c31" providerId="ADAL" clId="{73BDACDF-B3B6-411D-83BB-32D92C9BA53A}" dt="2023-09-08T09:46:34.488" v="13282" actId="478"/>
          <ac:spMkLst>
            <pc:docMk/>
            <pc:sldMk cId="2866808169" sldId="303"/>
            <ac:spMk id="3" creationId="{15C08D47-0720-0582-47FB-13F690E1CCC0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4" creationId="{E84C8D72-3E50-7F8E-8309-48421B700DA0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5" creationId="{E64BD9AA-696E-676C-41D4-85B08A8DF99B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6" creationId="{5FCC980E-4FF4-D235-770B-81BE650E708B}"/>
          </ac:spMkLst>
        </pc:spChg>
        <pc:spChg chg="add del mod">
          <ac:chgData name="Mohammad Salman" userId="cfd6754c-e613-4f6f-bb98-36aef69d8c31" providerId="ADAL" clId="{73BDACDF-B3B6-411D-83BB-32D92C9BA53A}" dt="2023-09-08T09:53:32.016" v="13518" actId="478"/>
          <ac:spMkLst>
            <pc:docMk/>
            <pc:sldMk cId="2866808169" sldId="303"/>
            <ac:spMk id="7" creationId="{04FC5F2B-2ABD-D649-7E4D-C7A01D1E519A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8" creationId="{CACE4836-C726-BAC5-8EFD-2CABAC1C624C}"/>
          </ac:spMkLst>
        </pc:spChg>
        <pc:spChg chg="add del mod">
          <ac:chgData name="Mohammad Salman" userId="cfd6754c-e613-4f6f-bb98-36aef69d8c31" providerId="ADAL" clId="{73BDACDF-B3B6-411D-83BB-32D92C9BA53A}" dt="2023-09-08T09:50:13.765" v="13460" actId="478"/>
          <ac:spMkLst>
            <pc:docMk/>
            <pc:sldMk cId="2866808169" sldId="303"/>
            <ac:spMk id="9" creationId="{F1C0C2C3-2756-98AD-6ECA-81BD19650AE5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10" creationId="{ABA4F1E7-75E2-75EF-FCDB-2D4A97E40AFE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11" creationId="{22FEA669-D8F9-8498-63BC-762F2B7734C9}"/>
          </ac:spMkLst>
        </pc:spChg>
        <pc:spChg chg="add del mod">
          <ac:chgData name="Mohammad Salman" userId="cfd6754c-e613-4f6f-bb98-36aef69d8c31" providerId="ADAL" clId="{73BDACDF-B3B6-411D-83BB-32D92C9BA53A}" dt="2023-09-08T09:50:34.286" v="13473" actId="478"/>
          <ac:spMkLst>
            <pc:docMk/>
            <pc:sldMk cId="2866808169" sldId="303"/>
            <ac:spMk id="12" creationId="{7A24DE96-73A3-5DF9-2143-1F010FE8ECD7}"/>
          </ac:spMkLst>
        </pc:spChg>
        <pc:spChg chg="add del mod">
          <ac:chgData name="Mohammad Salman" userId="cfd6754c-e613-4f6f-bb98-36aef69d8c31" providerId="ADAL" clId="{73BDACDF-B3B6-411D-83BB-32D92C9BA53A}" dt="2023-09-08T09:53:21.923" v="13515" actId="478"/>
          <ac:spMkLst>
            <pc:docMk/>
            <pc:sldMk cId="2866808169" sldId="303"/>
            <ac:spMk id="13" creationId="{F49F020B-78D7-E9AD-A960-2CA081B4FEFD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14" creationId="{82B065AE-F65D-4FC0-7FDF-708A422D3837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15" creationId="{9D650175-3270-44B5-FB72-080919AA4D2E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16" creationId="{F6051177-0791-FE02-5D2F-6946DF4AB9BC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17" creationId="{FF83EFC2-2BBE-AF83-2B28-6C6907BF676E}"/>
          </ac:spMkLst>
        </pc:spChg>
        <pc:spChg chg="add del mod">
          <ac:chgData name="Mohammad Salman" userId="cfd6754c-e613-4f6f-bb98-36aef69d8c31" providerId="ADAL" clId="{73BDACDF-B3B6-411D-83BB-32D92C9BA53A}" dt="2023-09-08T09:53:37.043" v="13521" actId="478"/>
          <ac:spMkLst>
            <pc:docMk/>
            <pc:sldMk cId="2866808169" sldId="303"/>
            <ac:spMk id="18" creationId="{780EBAF5-17A0-B6D3-D91F-1BAEA5A63215}"/>
          </ac:spMkLst>
        </pc:spChg>
        <pc:spChg chg="add del mod">
          <ac:chgData name="Mohammad Salman" userId="cfd6754c-e613-4f6f-bb98-36aef69d8c31" providerId="ADAL" clId="{73BDACDF-B3B6-411D-83BB-32D92C9BA53A}" dt="2023-09-08T09:53:34.396" v="13519" actId="478"/>
          <ac:spMkLst>
            <pc:docMk/>
            <pc:sldMk cId="2866808169" sldId="303"/>
            <ac:spMk id="19" creationId="{2B466EB6-D8FA-C7B8-E2E1-814D692A7F3B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20" creationId="{41E0BD67-F922-CA85-6A76-3C92D0318299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21" creationId="{C25AEFD1-79A1-0D18-447E-1C0C4DB4FFE3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22" creationId="{E4E2F106-D542-323F-35F2-239816DFD92A}"/>
          </ac:spMkLst>
        </pc:spChg>
        <pc:spChg chg="add mod">
          <ac:chgData name="Mohammad Salman" userId="cfd6754c-e613-4f6f-bb98-36aef69d8c31" providerId="ADAL" clId="{73BDACDF-B3B6-411D-83BB-32D92C9BA53A}" dt="2023-09-08T09:59:10.064" v="13691" actId="1036"/>
          <ac:spMkLst>
            <pc:docMk/>
            <pc:sldMk cId="2866808169" sldId="303"/>
            <ac:spMk id="23" creationId="{8EA9D944-E938-5D05-2C62-E8E59AF4565D}"/>
          </ac:spMkLst>
        </pc:spChg>
        <pc:spChg chg="add mod">
          <ac:chgData name="Mohammad Salman" userId="cfd6754c-e613-4f6f-bb98-36aef69d8c31" providerId="ADAL" clId="{73BDACDF-B3B6-411D-83BB-32D92C9BA53A}" dt="2023-09-08T10:00:07.414" v="13734" actId="1076"/>
          <ac:spMkLst>
            <pc:docMk/>
            <pc:sldMk cId="2866808169" sldId="303"/>
            <ac:spMk id="24" creationId="{4AFB73AD-8E21-B770-DA94-79658DBB4C97}"/>
          </ac:spMkLst>
        </pc:spChg>
        <pc:spChg chg="add mod">
          <ac:chgData name="Mohammad Salman" userId="cfd6754c-e613-4f6f-bb98-36aef69d8c31" providerId="ADAL" clId="{73BDACDF-B3B6-411D-83BB-32D92C9BA53A}" dt="2023-09-08T09:58:59.497" v="13676" actId="1076"/>
          <ac:spMkLst>
            <pc:docMk/>
            <pc:sldMk cId="2866808169" sldId="303"/>
            <ac:spMk id="25" creationId="{6345B16A-BF50-763C-2A86-8B6905F04A0E}"/>
          </ac:spMkLst>
        </pc:spChg>
        <pc:spChg chg="add mod">
          <ac:chgData name="Mohammad Salman" userId="cfd6754c-e613-4f6f-bb98-36aef69d8c31" providerId="ADAL" clId="{73BDACDF-B3B6-411D-83BB-32D92C9BA53A}" dt="2023-09-08T10:00:02.324" v="13733" actId="1076"/>
          <ac:spMkLst>
            <pc:docMk/>
            <pc:sldMk cId="2866808169" sldId="303"/>
            <ac:spMk id="26" creationId="{E1226E7A-F1FE-E987-6B27-81DF7406BA2B}"/>
          </ac:spMkLst>
        </pc:spChg>
        <pc:spChg chg="add del mod">
          <ac:chgData name="Mohammad Salman" userId="cfd6754c-e613-4f6f-bb98-36aef69d8c31" providerId="ADAL" clId="{73BDACDF-B3B6-411D-83BB-32D92C9BA53A}" dt="2023-09-08T10:05:50.223" v="13811" actId="21"/>
          <ac:spMkLst>
            <pc:docMk/>
            <pc:sldMk cId="2866808169" sldId="303"/>
            <ac:spMk id="27" creationId="{10771957-FC32-B217-855A-87F4EC191AE2}"/>
          </ac:spMkLst>
        </pc:spChg>
        <pc:spChg chg="add mod">
          <ac:chgData name="Mohammad Salman" userId="cfd6754c-e613-4f6f-bb98-36aef69d8c31" providerId="ADAL" clId="{73BDACDF-B3B6-411D-83BB-32D92C9BA53A}" dt="2023-09-09T06:54:09.099" v="15805" actId="207"/>
          <ac:spMkLst>
            <pc:docMk/>
            <pc:sldMk cId="2866808169" sldId="303"/>
            <ac:spMk id="28" creationId="{F892C0A1-F0DA-02A1-DDEF-FFCC704299FE}"/>
          </ac:spMkLst>
        </pc:spChg>
      </pc:sldChg>
      <pc:sldChg chg="addSp delSp modSp new mod modAnim">
        <pc:chgData name="Mohammad Salman" userId="cfd6754c-e613-4f6f-bb98-36aef69d8c31" providerId="ADAL" clId="{73BDACDF-B3B6-411D-83BB-32D92C9BA53A}" dt="2023-09-09T06:55:06.465" v="15810" actId="1076"/>
        <pc:sldMkLst>
          <pc:docMk/>
          <pc:sldMk cId="2753370670" sldId="304"/>
        </pc:sldMkLst>
        <pc:spChg chg="del">
          <ac:chgData name="Mohammad Salman" userId="cfd6754c-e613-4f6f-bb98-36aef69d8c31" providerId="ADAL" clId="{73BDACDF-B3B6-411D-83BB-32D92C9BA53A}" dt="2023-09-08T10:05:43.241" v="13809" actId="478"/>
          <ac:spMkLst>
            <pc:docMk/>
            <pc:sldMk cId="2753370670" sldId="304"/>
            <ac:spMk id="2" creationId="{E34650AF-5110-F109-E4D2-E9C7737DC1AB}"/>
          </ac:spMkLst>
        </pc:spChg>
        <pc:spChg chg="del">
          <ac:chgData name="Mohammad Salman" userId="cfd6754c-e613-4f6f-bb98-36aef69d8c31" providerId="ADAL" clId="{73BDACDF-B3B6-411D-83BB-32D92C9BA53A}" dt="2023-09-08T10:05:43.241" v="13809" actId="478"/>
          <ac:spMkLst>
            <pc:docMk/>
            <pc:sldMk cId="2753370670" sldId="304"/>
            <ac:spMk id="3" creationId="{1C3314C2-DF7B-6007-70D3-6FF645D5D499}"/>
          </ac:spMkLst>
        </pc:spChg>
        <pc:spChg chg="add mod">
          <ac:chgData name="Mohammad Salman" userId="cfd6754c-e613-4f6f-bb98-36aef69d8c31" providerId="ADAL" clId="{73BDACDF-B3B6-411D-83BB-32D92C9BA53A}" dt="2023-09-09T06:55:06.465" v="15810" actId="1076"/>
          <ac:spMkLst>
            <pc:docMk/>
            <pc:sldMk cId="2753370670" sldId="304"/>
            <ac:spMk id="5" creationId="{FFF73275-FEA3-FC35-B021-91E1E7CD8F15}"/>
          </ac:spMkLst>
        </pc:spChg>
        <pc:spChg chg="add mod">
          <ac:chgData name="Mohammad Salman" userId="cfd6754c-e613-4f6f-bb98-36aef69d8c31" providerId="ADAL" clId="{73BDACDF-B3B6-411D-83BB-32D92C9BA53A}" dt="2023-09-08T10:07:06.962" v="13855" actId="1076"/>
          <ac:spMkLst>
            <pc:docMk/>
            <pc:sldMk cId="2753370670" sldId="304"/>
            <ac:spMk id="6" creationId="{9F4D033F-1E5D-00CC-17F7-428ACA0C486C}"/>
          </ac:spMkLst>
        </pc:spChg>
        <pc:picChg chg="add mod">
          <ac:chgData name="Mohammad Salman" userId="cfd6754c-e613-4f6f-bb98-36aef69d8c31" providerId="ADAL" clId="{73BDACDF-B3B6-411D-83BB-32D92C9BA53A}" dt="2023-09-08T10:06:27.218" v="13852" actId="1076"/>
          <ac:picMkLst>
            <pc:docMk/>
            <pc:sldMk cId="2753370670" sldId="304"/>
            <ac:picMk id="4" creationId="{988168C3-607D-63E7-DA11-A8880D5FF87E}"/>
          </ac:picMkLst>
        </pc:picChg>
      </pc:sldChg>
      <pc:sldChg chg="modSp new add del mod modAnim">
        <pc:chgData name="Mohammad Salman" userId="cfd6754c-e613-4f6f-bb98-36aef69d8c31" providerId="ADAL" clId="{73BDACDF-B3B6-411D-83BB-32D92C9BA53A}" dt="2023-09-08T10:28:04.146" v="14391"/>
        <pc:sldMkLst>
          <pc:docMk/>
          <pc:sldMk cId="238549814" sldId="305"/>
        </pc:sldMkLst>
        <pc:spChg chg="mod">
          <ac:chgData name="Mohammad Salman" userId="cfd6754c-e613-4f6f-bb98-36aef69d8c31" providerId="ADAL" clId="{73BDACDF-B3B6-411D-83BB-32D92C9BA53A}" dt="2023-09-08T10:15:20.692" v="13890" actId="20577"/>
          <ac:spMkLst>
            <pc:docMk/>
            <pc:sldMk cId="238549814" sldId="305"/>
            <ac:spMk id="2" creationId="{14784CE6-7143-5F7D-5177-27B9264ADB4B}"/>
          </ac:spMkLst>
        </pc:spChg>
        <pc:spChg chg="mod">
          <ac:chgData name="Mohammad Salman" userId="cfd6754c-e613-4f6f-bb98-36aef69d8c31" providerId="ADAL" clId="{73BDACDF-B3B6-411D-83BB-32D92C9BA53A}" dt="2023-09-08T10:27:56.427" v="14389" actId="113"/>
          <ac:spMkLst>
            <pc:docMk/>
            <pc:sldMk cId="238549814" sldId="305"/>
            <ac:spMk id="3" creationId="{ECD4F8CC-C0B4-5284-53A8-0228BD094F33}"/>
          </ac:spMkLst>
        </pc:spChg>
      </pc:sldChg>
      <pc:sldChg chg="addSp delSp modSp add mod">
        <pc:chgData name="Mohammad Salman" userId="cfd6754c-e613-4f6f-bb98-36aef69d8c31" providerId="ADAL" clId="{73BDACDF-B3B6-411D-83BB-32D92C9BA53A}" dt="2023-09-09T06:55:56.164" v="15866" actId="20577"/>
        <pc:sldMkLst>
          <pc:docMk/>
          <pc:sldMk cId="2481576197" sldId="306"/>
        </pc:sldMkLst>
        <pc:spChg chg="mod">
          <ac:chgData name="Mohammad Salman" userId="cfd6754c-e613-4f6f-bb98-36aef69d8c31" providerId="ADAL" clId="{73BDACDF-B3B6-411D-83BB-32D92C9BA53A}" dt="2023-09-08T10:17:18.608" v="14064"/>
          <ac:spMkLst>
            <pc:docMk/>
            <pc:sldMk cId="2481576197" sldId="306"/>
            <ac:spMk id="2" creationId="{14784CE6-7143-5F7D-5177-27B9264ADB4B}"/>
          </ac:spMkLst>
        </pc:spChg>
        <pc:spChg chg="mod">
          <ac:chgData name="Mohammad Salman" userId="cfd6754c-e613-4f6f-bb98-36aef69d8c31" providerId="ADAL" clId="{73BDACDF-B3B6-411D-83BB-32D92C9BA53A}" dt="2023-09-09T06:55:56.164" v="15866" actId="20577"/>
          <ac:spMkLst>
            <pc:docMk/>
            <pc:sldMk cId="2481576197" sldId="306"/>
            <ac:spMk id="3" creationId="{ECD4F8CC-C0B4-5284-53A8-0228BD094F33}"/>
          </ac:spMkLst>
        </pc:spChg>
        <pc:picChg chg="add del mod">
          <ac:chgData name="Mohammad Salman" userId="cfd6754c-e613-4f6f-bb98-36aef69d8c31" providerId="ADAL" clId="{73BDACDF-B3B6-411D-83BB-32D92C9BA53A}" dt="2023-09-08T10:23:31.544" v="14311" actId="21"/>
          <ac:picMkLst>
            <pc:docMk/>
            <pc:sldMk cId="2481576197" sldId="306"/>
            <ac:picMk id="5" creationId="{7232C814-F2CF-9140-2656-782F340790CB}"/>
          </ac:picMkLst>
        </pc:picChg>
      </pc:sldChg>
      <pc:sldChg chg="addSp delSp modSp new mod">
        <pc:chgData name="Mohammad Salman" userId="cfd6754c-e613-4f6f-bb98-36aef69d8c31" providerId="ADAL" clId="{73BDACDF-B3B6-411D-83BB-32D92C9BA53A}" dt="2023-09-08T10:27:06.743" v="14321" actId="1076"/>
        <pc:sldMkLst>
          <pc:docMk/>
          <pc:sldMk cId="3842119407" sldId="307"/>
        </pc:sldMkLst>
        <pc:spChg chg="mod">
          <ac:chgData name="Mohammad Salman" userId="cfd6754c-e613-4f6f-bb98-36aef69d8c31" providerId="ADAL" clId="{73BDACDF-B3B6-411D-83BB-32D92C9BA53A}" dt="2023-09-08T10:23:43.407" v="14315"/>
          <ac:spMkLst>
            <pc:docMk/>
            <pc:sldMk cId="3842119407" sldId="307"/>
            <ac:spMk id="2" creationId="{DCBDD346-3D10-D7C0-71E0-AF0454F62445}"/>
          </ac:spMkLst>
        </pc:spChg>
        <pc:spChg chg="del">
          <ac:chgData name="Mohammad Salman" userId="cfd6754c-e613-4f6f-bb98-36aef69d8c31" providerId="ADAL" clId="{73BDACDF-B3B6-411D-83BB-32D92C9BA53A}" dt="2023-09-08T10:23:36.348" v="14313" actId="478"/>
          <ac:spMkLst>
            <pc:docMk/>
            <pc:sldMk cId="3842119407" sldId="307"/>
            <ac:spMk id="3" creationId="{D11EEF31-5E9F-2B62-05D8-4298A76DE625}"/>
          </ac:spMkLst>
        </pc:spChg>
        <pc:picChg chg="add del mod">
          <ac:chgData name="Mohammad Salman" userId="cfd6754c-e613-4f6f-bb98-36aef69d8c31" providerId="ADAL" clId="{73BDACDF-B3B6-411D-83BB-32D92C9BA53A}" dt="2023-09-08T10:24:26.349" v="14318" actId="478"/>
          <ac:picMkLst>
            <pc:docMk/>
            <pc:sldMk cId="3842119407" sldId="307"/>
            <ac:picMk id="4" creationId="{C2177BD1-8662-FB95-1892-B3B25E1B63E6}"/>
          </ac:picMkLst>
        </pc:picChg>
        <pc:picChg chg="add mod">
          <ac:chgData name="Mohammad Salman" userId="cfd6754c-e613-4f6f-bb98-36aef69d8c31" providerId="ADAL" clId="{73BDACDF-B3B6-411D-83BB-32D92C9BA53A}" dt="2023-09-08T10:27:06.743" v="14321" actId="1076"/>
          <ac:picMkLst>
            <pc:docMk/>
            <pc:sldMk cId="3842119407" sldId="307"/>
            <ac:picMk id="6" creationId="{B8BA6669-85A3-FA9B-171E-C719B0695415}"/>
          </ac:picMkLst>
        </pc:picChg>
      </pc:sldChg>
      <pc:sldChg chg="new del setBg">
        <pc:chgData name="Mohammad Salman" userId="cfd6754c-e613-4f6f-bb98-36aef69d8c31" providerId="ADAL" clId="{73BDACDF-B3B6-411D-83BB-32D92C9BA53A}" dt="2023-09-09T06:58:51.213" v="15867" actId="47"/>
        <pc:sldMkLst>
          <pc:docMk/>
          <pc:sldMk cId="3944346371" sldId="308"/>
        </pc:sldMkLst>
      </pc:sldChg>
      <pc:sldChg chg="addSp delSp modSp new mod setBg modAnim">
        <pc:chgData name="Mohammad Salman" userId="cfd6754c-e613-4f6f-bb98-36aef69d8c31" providerId="ADAL" clId="{73BDACDF-B3B6-411D-83BB-32D92C9BA53A}" dt="2023-09-08T13:53:05.230" v="15079"/>
        <pc:sldMkLst>
          <pc:docMk/>
          <pc:sldMk cId="1940140735" sldId="309"/>
        </pc:sldMkLst>
        <pc:spChg chg="mod">
          <ac:chgData name="Mohammad Salman" userId="cfd6754c-e613-4f6f-bb98-36aef69d8c31" providerId="ADAL" clId="{73BDACDF-B3B6-411D-83BB-32D92C9BA53A}" dt="2023-09-08T13:42:07.804" v="14486" actId="20577"/>
          <ac:spMkLst>
            <pc:docMk/>
            <pc:sldMk cId="1940140735" sldId="309"/>
            <ac:spMk id="2" creationId="{52D54F02-BACD-DEE7-DBC3-0A9111A1AE99}"/>
          </ac:spMkLst>
        </pc:spChg>
        <pc:spChg chg="mod">
          <ac:chgData name="Mohammad Salman" userId="cfd6754c-e613-4f6f-bb98-36aef69d8c31" providerId="ADAL" clId="{73BDACDF-B3B6-411D-83BB-32D92C9BA53A}" dt="2023-09-08T13:49:16.882" v="14910" actId="27636"/>
          <ac:spMkLst>
            <pc:docMk/>
            <pc:sldMk cId="1940140735" sldId="309"/>
            <ac:spMk id="3" creationId="{63495157-22C9-7003-1609-6D6FB6D9A4D7}"/>
          </ac:spMkLst>
        </pc:spChg>
        <pc:graphicFrameChg chg="add del">
          <ac:chgData name="Mohammad Salman" userId="cfd6754c-e613-4f6f-bb98-36aef69d8c31" providerId="ADAL" clId="{73BDACDF-B3B6-411D-83BB-32D92C9BA53A}" dt="2023-09-08T13:42:54.762" v="14623"/>
          <ac:graphicFrameMkLst>
            <pc:docMk/>
            <pc:sldMk cId="1940140735" sldId="309"/>
            <ac:graphicFrameMk id="4" creationId="{8D8A2574-7B23-FB39-E192-F6F73570915D}"/>
          </ac:graphicFrameMkLst>
        </pc:graphicFrameChg>
        <pc:graphicFrameChg chg="add mod modGraphic">
          <ac:chgData name="Mohammad Salman" userId="cfd6754c-e613-4f6f-bb98-36aef69d8c31" providerId="ADAL" clId="{73BDACDF-B3B6-411D-83BB-32D92C9BA53A}" dt="2023-09-08T13:52:29.959" v="15077" actId="207"/>
          <ac:graphicFrameMkLst>
            <pc:docMk/>
            <pc:sldMk cId="1940140735" sldId="309"/>
            <ac:graphicFrameMk id="5" creationId="{75729882-8303-3AD5-5BF3-B7BFF9743B02}"/>
          </ac:graphicFrameMkLst>
        </pc:graphicFrameChg>
      </pc:sldChg>
      <pc:sldChg chg="modSp add mod setBg modAnim">
        <pc:chgData name="Mohammad Salman" userId="cfd6754c-e613-4f6f-bb98-36aef69d8c31" providerId="ADAL" clId="{73BDACDF-B3B6-411D-83BB-32D92C9BA53A}" dt="2023-09-08T13:53:05.230" v="15079"/>
        <pc:sldMkLst>
          <pc:docMk/>
          <pc:sldMk cId="3627524871" sldId="310"/>
        </pc:sldMkLst>
        <pc:spChg chg="mod">
          <ac:chgData name="Mohammad Salman" userId="cfd6754c-e613-4f6f-bb98-36aef69d8c31" providerId="ADAL" clId="{73BDACDF-B3B6-411D-83BB-32D92C9BA53A}" dt="2023-09-08T13:51:13.521" v="15074" actId="113"/>
          <ac:spMkLst>
            <pc:docMk/>
            <pc:sldMk cId="3627524871" sldId="310"/>
            <ac:spMk id="3" creationId="{63495157-22C9-7003-1609-6D6FB6D9A4D7}"/>
          </ac:spMkLst>
        </pc:spChg>
        <pc:graphicFrameChg chg="modGraphic">
          <ac:chgData name="Mohammad Salman" userId="cfd6754c-e613-4f6f-bb98-36aef69d8c31" providerId="ADAL" clId="{73BDACDF-B3B6-411D-83BB-32D92C9BA53A}" dt="2023-09-08T13:52:39.713" v="15078" actId="207"/>
          <ac:graphicFrameMkLst>
            <pc:docMk/>
            <pc:sldMk cId="3627524871" sldId="310"/>
            <ac:graphicFrameMk id="5" creationId="{75729882-8303-3AD5-5BF3-B7BFF9743B0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B5074-8046-48BB-9693-515C858254D4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AE5BE-890D-4622-BA63-F5223D37A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70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address got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8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was always a fixed integer.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3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practice is because of </a:t>
            </a:r>
            <a:r>
              <a:rPr lang="en-US" b="1" dirty="0"/>
              <a:t>readability reasons</a:t>
            </a:r>
            <a:r>
              <a:rPr lang="en-US" dirty="0"/>
              <a:t>. The intent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85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https://www.learncpp.com/cpp-tutorial/relational-operators-and-floating-point-comparisons/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61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last question.</a:t>
            </a:r>
          </a:p>
          <a:p>
            <a:r>
              <a:rPr lang="en-US" dirty="0"/>
              <a:t>1000 + (8*3) = 1024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47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Question’s answer</a:t>
            </a:r>
          </a:p>
          <a:p>
            <a:r>
              <a:rPr lang="en-US" dirty="0"/>
              <a:t>Bad idea; dangling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9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58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AE5BE-890D-4622-BA63-F5223D37ADC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0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3AEE-1A71-3B04-0B82-5A6D8BF69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28B13-7D43-BF51-E987-B2DF36D58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45E88-F65B-0AF6-4718-C7F953C2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40F1D-09CF-4801-C84F-44F67749B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C25D9-33D0-B35E-3270-3A1043A8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0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4A3C-CD4F-19B7-7B64-4470B099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D1A9-2FB7-B427-FE83-1F7B91C09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E98FF-59F5-2063-E73F-DD3A2ED7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69EC6-B263-ED7F-C9E6-C0AC204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D97A0-A1EB-024F-9B05-66F1D1E3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9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A664-EDB9-BFFB-BA40-58B02896E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1EE7C-7B34-F0E8-CA62-77155ACB0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DC98-9D76-6D49-AF99-A0018C52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6B10E-E8C1-B9BB-1BAD-36965C1A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C2F35-A74D-A5CF-6D4F-788D6177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5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DBFA-CF0D-AD3F-2BD8-C37F0EA0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C2C1-AACA-ECC2-D707-AD181259C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F6800-293D-E2F7-2A66-F4BFE4A7B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1CF9D-6F9D-1D9F-1EC3-4AC2C491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001A6-CDA9-CB6E-C462-0A9C5926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3B351-1A1E-24B1-331D-2176AA87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0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19E5-4649-1741-CE5F-4E148C0A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3A0BC-5803-0F46-D641-9BF9F6994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437EB-13C7-38B3-0B2D-691B6AECE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32906-E221-8B48-CFBB-4951C5496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6747D-D435-6971-D5AA-73B342AF8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0B412-362D-E9E6-F761-880616FB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49493-7D2D-239A-61D4-60B106FC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F8B3A7-714C-D0F1-C971-357A4D836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0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E7F8-7247-C0ED-DC5B-4C4598FB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6987A-1D24-DA42-DE71-B353DB6F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047A0-50CE-668E-C71B-5B8D7D4CA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A0E71-4413-8B74-D109-5F59E4E3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1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A9873-8096-EC1F-A857-0D911FAD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D48B8-8EC7-8E5B-CF19-E2D4DA80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3801-051B-6918-7933-CAE66F37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3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8C68-D8FC-A96F-47D6-E7F5860C9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6DA9-EE6C-32C1-96F4-8E2F138D0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53F59-C64E-30D0-A850-6BEEB30E9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E8EF1-FAFD-5D1A-6FC7-B07EE9E6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22CC5-FB4F-7A29-E2E0-397C5352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03826-5D09-38FD-A474-453D3A24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3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27C8-3E24-CEDB-7062-85FBAE83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AA1E4-4F7E-DA3B-C191-B755E2BE3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88E0E-1546-CF2D-64A5-6C88C8D86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E266C-39F2-2CDC-E627-828D8D94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5A1ED-50FE-EDB8-3198-6129BF82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3A79F-BA3F-3C98-ACFD-A730EA47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5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ECBA-D152-E58F-C9CD-2596C651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93BB2-E980-720C-44FA-05AD35027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46AA-4125-C3A8-1FCD-FD4B42F6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127C8-EE5C-E812-455F-2E89C93A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76AC2-E0CD-4032-08DE-D429E1CF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3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78764B-8E10-9DEF-DC40-364ABE593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2BC00-4B6B-45FC-3A86-1AB5F1497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1440-A0A4-362A-B515-C909804B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9708-44E7-E696-53C0-A64180B4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6D0D-4B0C-C7DC-FA77-E7F005BA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E8829-C39C-674F-456A-FF558FEE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A9C7F-7953-9165-0E2F-B7E9937DE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F0433-65A0-A0AD-3BBA-31AE0112E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99A58-0E06-4823-BCCC-5A7577C77393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F1452-4776-E739-297B-EB7377D1B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F2CD8-B944-5F1F-239D-24F84670F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9C2F-23F7-4218-BF9C-37BC6752C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3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DB25-F266-2992-DC4A-05B0BBF85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Relationship between Pointers and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CD4BC-CCCF-99D9-831C-B1E080AF1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/>
              <a:t>Mohammad Salman</a:t>
            </a:r>
          </a:p>
        </p:txBody>
      </p:sp>
    </p:spTree>
    <p:extLst>
      <p:ext uri="{BB962C8B-B14F-4D97-AF65-F5344CB8AC3E}">
        <p14:creationId xmlns:p14="http://schemas.microsoft.com/office/powerpoint/2010/main" val="184364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B082-2521-3C2F-D091-9DB6079C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Some Behaviors of Arrays…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79E05-9966-8D78-29F7-E137F3FDC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the following statement print on the terminal?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 arr1[8]{};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 &lt;&lt;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arr1</a:t>
            </a:r>
            <a:r>
              <a:rPr lang="en-US" b="1" dirty="0">
                <a:latin typeface="Consolas" panose="020B0609020204030204" pitchFamily="49" charset="0"/>
              </a:rPr>
              <a:t> &lt;&lt; std::</a:t>
            </a:r>
            <a:r>
              <a:rPr lang="en-US" b="1" dirty="0" err="1">
                <a:latin typeface="Consolas" panose="020B0609020204030204" pitchFamily="49" charset="0"/>
              </a:rPr>
              <a:t>endl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/>
              <a:t>Some address </a:t>
            </a:r>
            <a:r>
              <a:rPr lang="en-US" dirty="0"/>
              <a:t>gets printed on the screen.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18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B082-2521-3C2F-D091-9DB6079C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Some Behaviors of Arrays…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79E05-9966-8D78-29F7-E137F3FDC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Also, recall what happened when you did the following.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void </a:t>
            </a:r>
            <a:r>
              <a:rPr lang="en-US" sz="2400" b="1" dirty="0" err="1">
                <a:latin typeface="Consolas" panose="020B0609020204030204" pitchFamily="49" charset="0"/>
              </a:rPr>
              <a:t>externalFunc</a:t>
            </a:r>
            <a:r>
              <a:rPr lang="en-US" sz="2400" b="1" dirty="0">
                <a:latin typeface="Consolas" panose="020B0609020204030204" pitchFamily="49" charset="0"/>
              </a:rPr>
              <a:t>(int </a:t>
            </a:r>
            <a:r>
              <a:rPr lang="en-US" sz="2400" b="1" dirty="0" err="1">
                <a:latin typeface="Consolas" panose="020B0609020204030204" pitchFamily="49" charset="0"/>
              </a:rPr>
              <a:t>arr</a:t>
            </a:r>
            <a:r>
              <a:rPr lang="en-US" sz="2400" b="1" dirty="0">
                <a:latin typeface="Consolas" panose="020B0609020204030204" pitchFamily="49" charset="0"/>
              </a:rPr>
              <a:t>[], int </a:t>
            </a:r>
            <a:r>
              <a:rPr lang="en-US" sz="2400" b="1" dirty="0" err="1">
                <a:latin typeface="Consolas" panose="020B0609020204030204" pitchFamily="49" charset="0"/>
              </a:rPr>
              <a:t>len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	std::</a:t>
            </a:r>
            <a:r>
              <a:rPr lang="en-US" sz="2400" b="1" dirty="0" err="1">
                <a:latin typeface="Consolas" panose="020B0609020204030204" pitchFamily="49" charset="0"/>
              </a:rPr>
              <a:t>cout</a:t>
            </a:r>
            <a:r>
              <a:rPr lang="en-US" sz="2400" b="1" dirty="0">
                <a:latin typeface="Consolas" panose="020B0609020204030204" pitchFamily="49" charset="0"/>
              </a:rPr>
              <a:t> &lt;&lt; 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sizeof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) </a:t>
            </a:r>
            <a:r>
              <a:rPr lang="en-US" sz="2400" b="1" dirty="0">
                <a:latin typeface="Consolas" panose="020B0609020204030204" pitchFamily="49" charset="0"/>
              </a:rPr>
              <a:t>&lt;&lt; std::</a:t>
            </a:r>
            <a:r>
              <a:rPr lang="en-US" sz="2400" b="1" dirty="0" err="1">
                <a:latin typeface="Consolas" panose="020B0609020204030204" pitchFamily="49" charset="0"/>
              </a:rPr>
              <a:t>endl</a:t>
            </a:r>
            <a:r>
              <a:rPr lang="en-US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dirty="0"/>
              <a:t>Also, the output is independent of the length and data type of the array.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D819F-2BD9-77F7-5756-5D4254D08C95}"/>
              </a:ext>
            </a:extLst>
          </p:cNvPr>
          <p:cNvSpPr/>
          <p:nvPr/>
        </p:nvSpPr>
        <p:spPr>
          <a:xfrm>
            <a:off x="6660444" y="5102578"/>
            <a:ext cx="1061156" cy="496711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533EA-84AA-36B5-88CC-BCF532DA08E0}"/>
              </a:ext>
            </a:extLst>
          </p:cNvPr>
          <p:cNvSpPr/>
          <p:nvPr/>
        </p:nvSpPr>
        <p:spPr>
          <a:xfrm>
            <a:off x="6457244" y="2795235"/>
            <a:ext cx="587022" cy="496711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019B2-8401-1EC9-6B71-F56776BCCBE4}"/>
              </a:ext>
            </a:extLst>
          </p:cNvPr>
          <p:cNvSpPr/>
          <p:nvPr/>
        </p:nvSpPr>
        <p:spPr>
          <a:xfrm>
            <a:off x="8336843" y="5102577"/>
            <a:ext cx="1439334" cy="496711"/>
          </a:xfrm>
          <a:prstGeom prst="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250AE0-C8A3-9BBA-E0F7-97146C5825ED}"/>
              </a:ext>
            </a:extLst>
          </p:cNvPr>
          <p:cNvSpPr/>
          <p:nvPr/>
        </p:nvSpPr>
        <p:spPr>
          <a:xfrm>
            <a:off x="3939822" y="2795235"/>
            <a:ext cx="587022" cy="496711"/>
          </a:xfrm>
          <a:prstGeom prst="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2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70A-4D82-0310-4054-98C6C942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Explanation: Arrays Decay into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B79E-2D88-AE07-2B7A-1F6950466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67578" cy="4351338"/>
          </a:xfrm>
        </p:spPr>
        <p:txBody>
          <a:bodyPr>
            <a:normAutofit/>
          </a:bodyPr>
          <a:lstStyle/>
          <a:p>
            <a:r>
              <a:rPr lang="en-US" dirty="0"/>
              <a:t>The array </a:t>
            </a:r>
            <a:r>
              <a:rPr lang="en-US" b="1" dirty="0"/>
              <a:t>decays </a:t>
            </a:r>
            <a:r>
              <a:rPr lang="en-US" sz="2400" i="1" dirty="0"/>
              <a:t>(implicitly gets converted) </a:t>
            </a:r>
            <a:r>
              <a:rPr lang="en-US" b="1" dirty="0"/>
              <a:t>into a pointer </a:t>
            </a:r>
            <a:r>
              <a:rPr lang="en-US" dirty="0"/>
              <a:t>that points at the </a:t>
            </a:r>
            <a:r>
              <a:rPr lang="en-US" u="sng" dirty="0"/>
              <a:t>first element of the array</a:t>
            </a:r>
            <a:r>
              <a:rPr lang="en-US" dirty="0"/>
              <a:t>.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int[10]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int*</a:t>
            </a:r>
            <a:endParaRPr lang="en-US" b="1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Consequently, these two statements will print the same thing.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DA220-A723-6EBF-72AA-61A915E49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0402" y="1825625"/>
            <a:ext cx="62032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latin typeface="Consolas" panose="020B0609020204030204" pitchFamily="49" charset="0"/>
              </a:rPr>
              <a:t>arr</a:t>
            </a:r>
            <a:r>
              <a:rPr lang="en-US" sz="2400" dirty="0">
                <a:latin typeface="Consolas" panose="020B0609020204030204" pitchFamily="49" charset="0"/>
              </a:rPr>
              <a:t>[10]{};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&amp;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[0]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 “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” implicitly gets converted to int*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/* “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” implicitly gets converted to int*</a:t>
            </a:r>
            <a:b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   then it’s dereferenced. */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*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E2E1883-0D05-72D1-1A9F-500278D145C1}"/>
              </a:ext>
            </a:extLst>
          </p:cNvPr>
          <p:cNvSpPr/>
          <p:nvPr/>
        </p:nvSpPr>
        <p:spPr>
          <a:xfrm>
            <a:off x="5384801" y="2709333"/>
            <a:ext cx="434624" cy="1851378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8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4AA7A2-7955-CA2F-A3D1-48E4AD55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Explanation: Arrays Decay into Pointers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80FF8B-9664-248A-23A1-3CA73A25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32" y="1848732"/>
            <a:ext cx="10828136" cy="42811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933487-6498-03AA-B5E7-160E3485C785}"/>
              </a:ext>
            </a:extLst>
          </p:cNvPr>
          <p:cNvSpPr/>
          <p:nvPr/>
        </p:nvSpPr>
        <p:spPr>
          <a:xfrm>
            <a:off x="681932" y="1848732"/>
            <a:ext cx="5865624" cy="3074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8D578-08D5-1116-DE9A-8034C0173D5B}"/>
              </a:ext>
            </a:extLst>
          </p:cNvPr>
          <p:cNvSpPr/>
          <p:nvPr/>
        </p:nvSpPr>
        <p:spPr>
          <a:xfrm>
            <a:off x="1669713" y="4123445"/>
            <a:ext cx="4798820" cy="57837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89EDFC-B2D9-FDDC-C7F7-397217907F8E}"/>
              </a:ext>
            </a:extLst>
          </p:cNvPr>
          <p:cNvSpPr txBox="1"/>
          <p:nvPr/>
        </p:nvSpPr>
        <p:spPr>
          <a:xfrm>
            <a:off x="6886223" y="3019803"/>
            <a:ext cx="3296356" cy="193899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/>
              <a:t>Note the initialization.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int* </a:t>
            </a:r>
            <a:r>
              <a:rPr lang="en-US" sz="2000" dirty="0" err="1">
                <a:latin typeface="Consolas" panose="020B0609020204030204" pitchFamily="49" charset="0"/>
              </a:rPr>
              <a:t>ptr</a:t>
            </a:r>
            <a:r>
              <a:rPr lang="en-US" sz="2000" dirty="0">
                <a:latin typeface="Consolas" panose="020B0609020204030204" pitchFamily="49" charset="0"/>
              </a:rPr>
              <a:t>{ </a:t>
            </a:r>
            <a:r>
              <a:rPr lang="en-US" sz="2000" b="1" dirty="0">
                <a:latin typeface="Consolas" panose="020B0609020204030204" pitchFamily="49" charset="0"/>
              </a:rPr>
              <a:t>array</a:t>
            </a:r>
            <a:r>
              <a:rPr lang="en-US" sz="2000" dirty="0">
                <a:latin typeface="Consolas" panose="020B0609020204030204" pitchFamily="49" charset="0"/>
              </a:rPr>
              <a:t> };</a:t>
            </a:r>
          </a:p>
          <a:p>
            <a:endParaRPr lang="en-US" sz="2000" i="1" dirty="0"/>
          </a:p>
          <a:p>
            <a:r>
              <a:rPr lang="en-US" sz="2000" i="1" dirty="0"/>
              <a:t>Implicit conversion to pointer, data types become same, initialization happens.</a:t>
            </a:r>
          </a:p>
        </p:txBody>
      </p:sp>
    </p:spTree>
    <p:extLst>
      <p:ext uri="{BB962C8B-B14F-4D97-AF65-F5344CB8AC3E}">
        <p14:creationId xmlns:p14="http://schemas.microsoft.com/office/powerpoint/2010/main" val="389271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70A-4D82-0310-4054-98C6C942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Explanation: Arrays Decay into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B79E-2D88-AE07-2B7A-1F695046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Hopefully, the second weird behavior with arrays would also start making sense…</a:t>
            </a:r>
          </a:p>
        </p:txBody>
      </p:sp>
    </p:spTree>
    <p:extLst>
      <p:ext uri="{BB962C8B-B14F-4D97-AF65-F5344CB8AC3E}">
        <p14:creationId xmlns:p14="http://schemas.microsoft.com/office/powerpoint/2010/main" val="55319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7DAB41-FFEB-9938-85C6-5E0D7D8C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3" y="200024"/>
            <a:ext cx="6194778" cy="62007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printLength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[])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 </a:t>
            </a:r>
            <a:r>
              <a:rPr lang="en-US" b="0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printLength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sizeof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*)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        &lt;&lt;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sizeof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]{};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Roboto Mono" panose="00000009000000000000" pitchFamily="49" charset="0"/>
              </a:rPr>
              <a:t>    // In main()</a:t>
            </a:r>
            <a:endParaRPr lang="en-US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sizeof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 &lt;&lt; std::</a:t>
            </a:r>
            <a:r>
              <a:rPr lang="en-US" b="1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endl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printLength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D3F91A-5103-29B5-F979-9DB28073A7A6}"/>
              </a:ext>
            </a:extLst>
          </p:cNvPr>
          <p:cNvSpPr/>
          <p:nvPr/>
        </p:nvSpPr>
        <p:spPr>
          <a:xfrm>
            <a:off x="643467" y="1794933"/>
            <a:ext cx="5147733" cy="699911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2820A-086E-79A8-1C6F-213741C7010D}"/>
              </a:ext>
            </a:extLst>
          </p:cNvPr>
          <p:cNvSpPr/>
          <p:nvPr/>
        </p:nvSpPr>
        <p:spPr>
          <a:xfrm>
            <a:off x="718255" y="4089753"/>
            <a:ext cx="5671256" cy="699911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1D1BD-72BB-03CD-32E5-A814CD68B204}"/>
              </a:ext>
            </a:extLst>
          </p:cNvPr>
          <p:cNvSpPr txBox="1"/>
          <p:nvPr/>
        </p:nvSpPr>
        <p:spPr>
          <a:xfrm>
            <a:off x="7413977" y="303227"/>
            <a:ext cx="4583289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/>
                </a:solidFill>
              </a:rPr>
              <a:t>Both of these will print the size of a pointer (a memory address).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 will either be </a:t>
            </a:r>
            <a:r>
              <a:rPr lang="en-US" sz="2000" b="1" i="1" u="sng" dirty="0">
                <a:solidFill>
                  <a:schemeClr val="accent1"/>
                </a:solidFill>
              </a:rPr>
              <a:t>4 or 8 bytes</a:t>
            </a:r>
            <a:r>
              <a:rPr lang="en-US" sz="2000" i="1" dirty="0">
                <a:solidFill>
                  <a:schemeClr val="accent1"/>
                </a:solidFill>
              </a:rPr>
              <a:t> (depending on your system architecture).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 has </a:t>
            </a:r>
            <a:r>
              <a:rPr lang="en-US" sz="2000" b="1" i="1" dirty="0">
                <a:solidFill>
                  <a:schemeClr val="accent1"/>
                </a:solidFill>
              </a:rPr>
              <a:t>decayed</a:t>
            </a:r>
            <a:r>
              <a:rPr lang="en-US" sz="2000" i="1" dirty="0">
                <a:solidFill>
                  <a:schemeClr val="accent1"/>
                </a:solidFill>
              </a:rPr>
              <a:t> to an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int*</a:t>
            </a:r>
            <a:r>
              <a:rPr lang="en-US" sz="2000" i="1" dirty="0">
                <a:solidFill>
                  <a:schemeClr val="accent1"/>
                </a:solidFill>
              </a:rPr>
              <a:t> type.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2C82E-E1BE-122C-869D-223ABAF8CDE4}"/>
              </a:ext>
            </a:extLst>
          </p:cNvPr>
          <p:cNvSpPr txBox="1"/>
          <p:nvPr/>
        </p:nvSpPr>
        <p:spPr>
          <a:xfrm>
            <a:off x="7413978" y="2785180"/>
            <a:ext cx="4583289" cy="206210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/>
                </a:solidFill>
              </a:rPr>
              <a:t>This will print the total size occupied by the array.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 will be </a:t>
            </a:r>
            <a:r>
              <a:rPr lang="en-US" sz="2000" b="1" i="1" u="sng" dirty="0">
                <a:solidFill>
                  <a:schemeClr val="accent1"/>
                </a:solidFill>
              </a:rPr>
              <a:t>28 bytes</a:t>
            </a:r>
            <a:r>
              <a:rPr lang="en-US" sz="2000" i="1" dirty="0">
                <a:solidFill>
                  <a:schemeClr val="accent1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It’s being treated as an “array” type so to speak (no decay has happened).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The type would be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int[7]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EDE7FC3-15DD-04A3-04B8-89CB9E2C7D0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5791200" y="1180390"/>
            <a:ext cx="1622777" cy="964499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D95B33E-23ED-964A-F6A4-B67F8B16EC1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6389511" y="3816232"/>
            <a:ext cx="1024467" cy="623477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84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7DAB41-FFEB-9938-85C6-5E0D7D8C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3" y="200024"/>
            <a:ext cx="6194778" cy="62007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printLength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[])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 </a:t>
            </a:r>
            <a:r>
              <a:rPr lang="en-US" b="0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printLength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sizeof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*)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endParaRPr lang="en-US" b="1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        &lt;&lt;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sizeof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 &lt;&lt; 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b="1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]{};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Roboto Mono" panose="00000009000000000000" pitchFamily="49" charset="0"/>
              </a:rPr>
              <a:t>    // In main()</a:t>
            </a:r>
            <a:endParaRPr lang="en-US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std::</a:t>
            </a:r>
            <a:r>
              <a:rPr lang="en-US" b="1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1" dirty="0" err="1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sizeof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1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 &lt;&lt; std::</a:t>
            </a:r>
            <a:r>
              <a:rPr lang="en-US" b="1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endl</a:t>
            </a:r>
            <a:r>
              <a:rPr lang="en-US" b="1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printLength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D3F91A-5103-29B5-F979-9DB28073A7A6}"/>
              </a:ext>
            </a:extLst>
          </p:cNvPr>
          <p:cNvSpPr/>
          <p:nvPr/>
        </p:nvSpPr>
        <p:spPr>
          <a:xfrm>
            <a:off x="643467" y="1794933"/>
            <a:ext cx="5147733" cy="699911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2820A-086E-79A8-1C6F-213741C7010D}"/>
              </a:ext>
            </a:extLst>
          </p:cNvPr>
          <p:cNvSpPr/>
          <p:nvPr/>
        </p:nvSpPr>
        <p:spPr>
          <a:xfrm>
            <a:off x="718255" y="4089753"/>
            <a:ext cx="5671256" cy="699911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1D1BD-72BB-03CD-32E5-A814CD68B204}"/>
              </a:ext>
            </a:extLst>
          </p:cNvPr>
          <p:cNvSpPr txBox="1"/>
          <p:nvPr/>
        </p:nvSpPr>
        <p:spPr>
          <a:xfrm>
            <a:off x="7413977" y="303227"/>
            <a:ext cx="4583289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/>
                </a:solidFill>
              </a:rPr>
              <a:t>Both of these will print the size of a pointer (a memory address).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 will either be </a:t>
            </a:r>
            <a:r>
              <a:rPr lang="en-US" sz="2000" b="1" i="1" u="sng" dirty="0">
                <a:solidFill>
                  <a:schemeClr val="accent1"/>
                </a:solidFill>
              </a:rPr>
              <a:t>4 or 8 bytes</a:t>
            </a:r>
            <a:r>
              <a:rPr lang="en-US" sz="2000" i="1" dirty="0">
                <a:solidFill>
                  <a:schemeClr val="accent1"/>
                </a:solidFill>
              </a:rPr>
              <a:t> (depending on your system architecture).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 has </a:t>
            </a:r>
            <a:r>
              <a:rPr lang="en-US" sz="2000" b="1" i="1" dirty="0">
                <a:solidFill>
                  <a:schemeClr val="accent1"/>
                </a:solidFill>
              </a:rPr>
              <a:t>decayed</a:t>
            </a:r>
            <a:r>
              <a:rPr lang="en-US" sz="2000" i="1" dirty="0">
                <a:solidFill>
                  <a:schemeClr val="accent1"/>
                </a:solidFill>
              </a:rPr>
              <a:t> to an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int*</a:t>
            </a:r>
            <a:r>
              <a:rPr lang="en-US" sz="2000" i="1" dirty="0">
                <a:solidFill>
                  <a:schemeClr val="accent1"/>
                </a:solidFill>
              </a:rPr>
              <a:t> type.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2C82E-E1BE-122C-869D-223ABAF8CDE4}"/>
              </a:ext>
            </a:extLst>
          </p:cNvPr>
          <p:cNvSpPr txBox="1"/>
          <p:nvPr/>
        </p:nvSpPr>
        <p:spPr>
          <a:xfrm>
            <a:off x="7413978" y="2785180"/>
            <a:ext cx="4583289" cy="206210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/>
                </a:solidFill>
              </a:rPr>
              <a:t>This will print the total size occupied by the array.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 will be </a:t>
            </a:r>
            <a:r>
              <a:rPr lang="en-US" sz="2000" b="1" i="1" u="sng" dirty="0">
                <a:solidFill>
                  <a:schemeClr val="accent1"/>
                </a:solidFill>
              </a:rPr>
              <a:t>28 bytes</a:t>
            </a:r>
            <a:r>
              <a:rPr lang="en-US" sz="2000" i="1" dirty="0">
                <a:solidFill>
                  <a:schemeClr val="accent1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It’s being treated as an “array” type so to speak (no decay has happened).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accent1"/>
                </a:solidFill>
              </a:rPr>
              <a:t>The type would be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int[7]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EDE7FC3-15DD-04A3-04B8-89CB9E2C7D0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5791200" y="1180390"/>
            <a:ext cx="1622777" cy="964499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D95B33E-23ED-964A-F6A4-B67F8B16EC1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6389511" y="3816232"/>
            <a:ext cx="1024467" cy="623477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F0A9EAF-CCDC-C714-6D1B-2736DFB97B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522F7-8A37-9D10-47B5-47C6C23E1D37}"/>
              </a:ext>
            </a:extLst>
          </p:cNvPr>
          <p:cNvSpPr txBox="1"/>
          <p:nvPr/>
        </p:nvSpPr>
        <p:spPr>
          <a:xfrm>
            <a:off x="2430440" y="2000208"/>
            <a:ext cx="7319832" cy="2862322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i="1" dirty="0">
                <a:solidFill>
                  <a:srgbClr val="FF0000"/>
                </a:solidFill>
              </a:rPr>
              <a:t>This actually leads to something interesting…</a:t>
            </a:r>
          </a:p>
        </p:txBody>
      </p:sp>
    </p:spTree>
    <p:extLst>
      <p:ext uri="{BB962C8B-B14F-4D97-AF65-F5344CB8AC3E}">
        <p14:creationId xmlns:p14="http://schemas.microsoft.com/office/powerpoint/2010/main" val="139838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7DAB41-FFEB-9938-85C6-5E0D7D8C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3" y="452788"/>
            <a:ext cx="5671256" cy="29451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Roboto Mono" panose="00000009000000000000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latin typeface="Roboto Mono" panose="00000009000000000000" pitchFamily="49" charset="0"/>
              </a:rPr>
              <a:t>foo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Roboto Mono" panose="00000009000000000000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latin typeface="Roboto Mono" panose="00000009000000000000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[], </a:t>
            </a:r>
            <a:r>
              <a:rPr lang="en-US" sz="2400" dirty="0">
                <a:solidFill>
                  <a:srgbClr val="0000FF"/>
                </a:solidFill>
                <a:latin typeface="Roboto Mono" panose="00000009000000000000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latin typeface="Roboto Mono" panose="00000009000000000000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Roboto Mono" panose="00000009000000000000" pitchFamily="49" charset="0"/>
              </a:rPr>
              <a:t>    // Some statements</a:t>
            </a:r>
            <a:endParaRPr lang="en-US" sz="2400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2820A-086E-79A8-1C6F-213741C7010D}"/>
              </a:ext>
            </a:extLst>
          </p:cNvPr>
          <p:cNvSpPr/>
          <p:nvPr/>
        </p:nvSpPr>
        <p:spPr>
          <a:xfrm>
            <a:off x="1885244" y="330550"/>
            <a:ext cx="1873956" cy="69991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F81EC9D9-C515-0251-1A59-1E80C309BA26}"/>
              </a:ext>
            </a:extLst>
          </p:cNvPr>
          <p:cNvSpPr txBox="1">
            <a:spLocks/>
          </p:cNvSpPr>
          <p:nvPr/>
        </p:nvSpPr>
        <p:spPr>
          <a:xfrm>
            <a:off x="6326011" y="452787"/>
            <a:ext cx="5671256" cy="2945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400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foo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* </a:t>
            </a:r>
            <a:r>
              <a:rPr lang="en-US" sz="2400" b="0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arr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4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400" b="0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len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8000"/>
                </a:solidFill>
                <a:effectLst/>
                <a:latin typeface="Roboto Mono" panose="00000009000000000000" pitchFamily="49" charset="0"/>
              </a:rPr>
              <a:t>    // Some statements</a:t>
            </a:r>
            <a:endParaRPr lang="en-US" sz="24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CB18E1-D3D0-BB2E-9BB7-A1AF8C845915}"/>
              </a:ext>
            </a:extLst>
          </p:cNvPr>
          <p:cNvSpPr/>
          <p:nvPr/>
        </p:nvSpPr>
        <p:spPr>
          <a:xfrm>
            <a:off x="8020755" y="330550"/>
            <a:ext cx="1693334" cy="69991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A81C9-8051-4E7F-2416-AA4380B7084A}"/>
              </a:ext>
            </a:extLst>
          </p:cNvPr>
          <p:cNvSpPr txBox="1"/>
          <p:nvPr/>
        </p:nvSpPr>
        <p:spPr>
          <a:xfrm>
            <a:off x="603952" y="2976731"/>
            <a:ext cx="33076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]{};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foo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zeros</a:t>
            </a:r>
            <a:r>
              <a:rPr lang="en-US" sz="2000" dirty="0">
                <a:solidFill>
                  <a:srgbClr val="000000"/>
                </a:solidFill>
                <a:latin typeface="Roboto Mono" panose="00000009000000000000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Roboto Mono" panose="00000009000000000000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D919C-3019-578A-C20F-17CCD84BCA9E}"/>
              </a:ext>
            </a:extLst>
          </p:cNvPr>
          <p:cNvSpPr/>
          <p:nvPr/>
        </p:nvSpPr>
        <p:spPr>
          <a:xfrm>
            <a:off x="1885240" y="4154310"/>
            <a:ext cx="812801" cy="48294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3D89D4C-2539-2D20-08A1-C54B6968D9E5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rot="5400000" flipH="1" flipV="1">
            <a:off x="995007" y="2327096"/>
            <a:ext cx="3123849" cy="530581"/>
          </a:xfrm>
          <a:prstGeom prst="curvedConnector3">
            <a:avLst>
              <a:gd name="adj1" fmla="val 58673"/>
            </a:avLst>
          </a:prstGeom>
          <a:ln w="19050">
            <a:solidFill>
              <a:schemeClr val="accent1">
                <a:alpha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56769AF7-7893-AC96-BF1F-2CAD5E481E0D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2698041" y="1030461"/>
            <a:ext cx="6169381" cy="3365324"/>
          </a:xfrm>
          <a:prstGeom prst="curvedConnector2">
            <a:avLst/>
          </a:prstGeom>
          <a:ln w="19050">
            <a:solidFill>
              <a:schemeClr val="accent1">
                <a:alpha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890D9A-C6A7-7993-2CC3-24FAAE066748}"/>
              </a:ext>
            </a:extLst>
          </p:cNvPr>
          <p:cNvCxnSpPr/>
          <p:nvPr/>
        </p:nvCxnSpPr>
        <p:spPr>
          <a:xfrm>
            <a:off x="310444" y="2686756"/>
            <a:ext cx="11571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5485B5-172D-018D-9F80-D98315ED2BB1}"/>
              </a:ext>
            </a:extLst>
          </p:cNvPr>
          <p:cNvCxnSpPr>
            <a:cxnSpLocks/>
          </p:cNvCxnSpPr>
          <p:nvPr/>
        </p:nvCxnSpPr>
        <p:spPr>
          <a:xfrm>
            <a:off x="5865989" y="135467"/>
            <a:ext cx="0" cy="243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31C956E4-194A-7F1A-39DB-2233F32A5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733" y="3413339"/>
            <a:ext cx="7749822" cy="80202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EEF0E86-EC63-0150-CB14-1AD425A6AFD4}"/>
              </a:ext>
            </a:extLst>
          </p:cNvPr>
          <p:cNvSpPr txBox="1"/>
          <p:nvPr/>
        </p:nvSpPr>
        <p:spPr>
          <a:xfrm>
            <a:off x="1381728" y="2104209"/>
            <a:ext cx="2221992" cy="707886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Decay 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int[7]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int*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19FD2D-CEAA-3820-3723-14E12C50FA02}"/>
              </a:ext>
            </a:extLst>
          </p:cNvPr>
          <p:cNvSpPr txBox="1"/>
          <p:nvPr/>
        </p:nvSpPr>
        <p:spPr>
          <a:xfrm>
            <a:off x="6937273" y="2106746"/>
            <a:ext cx="2224614" cy="707886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Decay 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int[7]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int*</a:t>
            </a:r>
          </a:p>
        </p:txBody>
      </p:sp>
    </p:spTree>
    <p:extLst>
      <p:ext uri="{BB962C8B-B14F-4D97-AF65-F5344CB8AC3E}">
        <p14:creationId xmlns:p14="http://schemas.microsoft.com/office/powerpoint/2010/main" val="395931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6" grpId="0" animBg="1"/>
      <p:bldP spid="42" grpId="0" animBg="1"/>
      <p:bldP spid="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70A-4D82-0310-4054-98C6C942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to: Arrays Decay into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B79E-2D88-AE07-2B7A-1F695046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situations where arrays </a:t>
            </a:r>
            <a:r>
              <a:rPr lang="en-US" b="1" dirty="0"/>
              <a:t>don’t</a:t>
            </a:r>
            <a:r>
              <a:rPr lang="en-US" dirty="0"/>
              <a:t> decay into pointers.</a:t>
            </a:r>
          </a:p>
          <a:p>
            <a:endParaRPr lang="en-US" dirty="0"/>
          </a:p>
          <a:p>
            <a:r>
              <a:rPr lang="en-US" dirty="0"/>
              <a:t>When using the </a:t>
            </a:r>
            <a:r>
              <a:rPr lang="en-US" b="1" dirty="0" err="1">
                <a:latin typeface="Consolas" panose="020B0609020204030204" pitchFamily="49" charset="0"/>
              </a:rPr>
              <a:t>sizeof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  <a:r>
              <a:rPr lang="en-US" dirty="0"/>
              <a:t> operator.</a:t>
            </a:r>
          </a:p>
          <a:p>
            <a:pPr lvl="1"/>
            <a:r>
              <a:rPr lang="en-US" dirty="0"/>
              <a:t>When used in a different function, note that the array has </a:t>
            </a:r>
            <a:r>
              <a:rPr lang="en-US" u="sng" dirty="0"/>
              <a:t>already decayed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When using the address-of operator (</a:t>
            </a:r>
            <a:r>
              <a:rPr lang="en-US" b="1" dirty="0">
                <a:latin typeface="Consolas" panose="020B0609020204030204" pitchFamily="49" charset="0"/>
              </a:rPr>
              <a:t>&amp;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7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70A-4D82-0310-4054-98C6C942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to: Arrays Decay into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B79E-2D88-AE07-2B7A-1F695046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using the address-of operator (</a:t>
            </a:r>
            <a:r>
              <a:rPr lang="en-US" b="1" dirty="0">
                <a:latin typeface="Consolas" panose="020B0609020204030204" pitchFamily="49" charset="0"/>
              </a:rPr>
              <a:t>&amp;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4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24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]{</a:t>
            </a:r>
            <a:r>
              <a:rPr lang="en-US" sz="24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4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11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std::</a:t>
            </a:r>
            <a:r>
              <a:rPr lang="en-US" sz="24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 &lt;&lt; </a:t>
            </a:r>
            <a:r>
              <a:rPr lang="en-US" sz="2400" dirty="0" err="1">
                <a:solidFill>
                  <a:srgbClr val="0000FF"/>
                </a:solidFill>
                <a:latin typeface="Roboto Mono" panose="00000009000000000000" pitchFamily="49" charset="0"/>
              </a:rPr>
              <a:t>typeid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latin typeface="Roboto Mono" panose="00000009000000000000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).</a:t>
            </a:r>
            <a:r>
              <a:rPr lang="en-US" sz="2400" dirty="0">
                <a:solidFill>
                  <a:srgbClr val="74531F"/>
                </a:solidFill>
                <a:latin typeface="Roboto Mono" panose="00000009000000000000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() &lt;&lt; std::</a:t>
            </a:r>
            <a:r>
              <a:rPr lang="en-US" sz="2400" dirty="0" err="1">
                <a:solidFill>
                  <a:srgbClr val="74531F"/>
                </a:solidFill>
                <a:latin typeface="Roboto Mono" panose="00000009000000000000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std::</a:t>
            </a:r>
            <a:r>
              <a:rPr lang="en-US" sz="24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 &lt;&lt; </a:t>
            </a:r>
            <a:r>
              <a:rPr lang="en-US" sz="2400" dirty="0" err="1">
                <a:solidFill>
                  <a:srgbClr val="0000FF"/>
                </a:solidFill>
                <a:latin typeface="Roboto Mono" panose="00000009000000000000" pitchFamily="49" charset="0"/>
              </a:rPr>
              <a:t>typeid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Roboto Mono" panose="00000009000000000000" pitchFamily="49" charset="0"/>
              </a:rPr>
              <a:t>&amp;</a:t>
            </a:r>
            <a:r>
              <a:rPr lang="en-US" sz="2400" b="1" dirty="0">
                <a:solidFill>
                  <a:srgbClr val="1F377F"/>
                </a:solidFill>
                <a:latin typeface="Roboto Mono" panose="00000009000000000000" pitchFamily="49" charset="0"/>
              </a:rPr>
              <a:t>array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).</a:t>
            </a:r>
            <a:r>
              <a:rPr lang="en-US" sz="2400" dirty="0">
                <a:solidFill>
                  <a:srgbClr val="74531F"/>
                </a:solidFill>
                <a:latin typeface="Roboto Mono" panose="00000009000000000000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() &lt;&lt; std::</a:t>
            </a:r>
            <a:r>
              <a:rPr lang="en-US" sz="2400" dirty="0" err="1">
                <a:solidFill>
                  <a:srgbClr val="74531F"/>
                </a:solidFill>
                <a:latin typeface="Roboto Mono" panose="00000009000000000000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Roboto Mono" panose="00000009000000000000" pitchFamily="49" charset="0"/>
              </a:rPr>
              <a:t>;</a:t>
            </a:r>
            <a:endParaRPr lang="en-US" sz="24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std::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4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4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2400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4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&amp;</a:t>
            </a:r>
            <a:r>
              <a:rPr lang="en-US" sz="24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std::</a:t>
            </a:r>
            <a:r>
              <a:rPr lang="en-US" sz="2400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endl</a:t>
            </a:r>
            <a:r>
              <a:rPr lang="en-US" sz="24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The type is </a:t>
            </a:r>
            <a:r>
              <a:rPr lang="en-US" b="1" dirty="0">
                <a:latin typeface="Consolas" panose="020B0609020204030204" pitchFamily="49" charset="0"/>
              </a:rPr>
              <a:t>int(*)[5] </a:t>
            </a:r>
            <a:r>
              <a:rPr lang="en-US" dirty="0"/>
              <a:t>(pointer to </a:t>
            </a:r>
            <a:r>
              <a:rPr lang="en-US" b="1" dirty="0">
                <a:latin typeface="Consolas" panose="020B0609020204030204" pitchFamily="49" charset="0"/>
              </a:rPr>
              <a:t>int[5]</a:t>
            </a:r>
            <a:r>
              <a:rPr lang="en-US" dirty="0"/>
              <a:t>).</a:t>
            </a:r>
          </a:p>
          <a:p>
            <a:r>
              <a:rPr lang="en-US" dirty="0"/>
              <a:t>The address values would be the same </a:t>
            </a:r>
            <a:r>
              <a:rPr lang="en-US" sz="2000" dirty="0"/>
              <a:t>(</a:t>
            </a:r>
            <a:r>
              <a:rPr lang="en-US" sz="2000" i="1" dirty="0"/>
              <a:t>output of the last line</a:t>
            </a:r>
            <a:r>
              <a:rPr lang="en-US" sz="2000" dirty="0"/>
              <a:t>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It’s just the data type of the pointer/address that has changed.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12942-F8D0-AAA2-6AB6-4657AB45C27F}"/>
              </a:ext>
            </a:extLst>
          </p:cNvPr>
          <p:cNvSpPr txBox="1"/>
          <p:nvPr/>
        </p:nvSpPr>
        <p:spPr>
          <a:xfrm>
            <a:off x="8173156" y="1825625"/>
            <a:ext cx="2858259" cy="7078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/>
              <a:t>It is unlikely that you will encounter this situation…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01CDF7-1783-CCF4-DD98-EBF17C78A3ED}"/>
              </a:ext>
            </a:extLst>
          </p:cNvPr>
          <p:cNvGrpSpPr/>
          <p:nvPr/>
        </p:nvGrpSpPr>
        <p:grpSpPr>
          <a:xfrm>
            <a:off x="339968" y="3763109"/>
            <a:ext cx="504093" cy="1207476"/>
            <a:chOff x="339968" y="3985846"/>
            <a:chExt cx="504093" cy="130126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310DC4-EBBD-06B7-D178-A7425CB16023}"/>
                </a:ext>
              </a:extLst>
            </p:cNvPr>
            <p:cNvCxnSpPr/>
            <p:nvPr/>
          </p:nvCxnSpPr>
          <p:spPr>
            <a:xfrm flipH="1">
              <a:off x="339968" y="3985846"/>
              <a:ext cx="504093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13403D-9916-7F44-61E5-1CDFF08B6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968" y="3985846"/>
              <a:ext cx="0" cy="1301262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B28C41D-2987-FEEA-61BC-A381F70C5D0C}"/>
                </a:ext>
              </a:extLst>
            </p:cNvPr>
            <p:cNvCxnSpPr>
              <a:cxnSpLocks/>
            </p:cNvCxnSpPr>
            <p:nvPr/>
          </p:nvCxnSpPr>
          <p:spPr>
            <a:xfrm>
              <a:off x="339968" y="5287108"/>
              <a:ext cx="498232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498CB3A-A9BF-6080-DEC0-3A1116E567DF}"/>
              </a:ext>
            </a:extLst>
          </p:cNvPr>
          <p:cNvSpPr txBox="1"/>
          <p:nvPr/>
        </p:nvSpPr>
        <p:spPr>
          <a:xfrm>
            <a:off x="6096000" y="0"/>
            <a:ext cx="6096000" cy="646331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i="1" dirty="0"/>
              <a:t>Btw, </a:t>
            </a:r>
            <a:r>
              <a:rPr lang="en-US" sz="1800" dirty="0" err="1">
                <a:solidFill>
                  <a:srgbClr val="0000FF"/>
                </a:solidFill>
                <a:latin typeface="Roboto Mono" panose="00000009000000000000" pitchFamily="49" charset="0"/>
              </a:rPr>
              <a:t>typeid</a:t>
            </a:r>
            <a:r>
              <a:rPr lang="en-US" sz="1800" dirty="0">
                <a:solidFill>
                  <a:srgbClr val="000000"/>
                </a:solidFill>
                <a:latin typeface="Roboto Mono" panose="00000009000000000000" pitchFamily="49" charset="0"/>
              </a:rPr>
              <a:t>(</a:t>
            </a:r>
            <a:r>
              <a:rPr lang="en-US" dirty="0">
                <a:solidFill>
                  <a:srgbClr val="1F377F"/>
                </a:solidFill>
                <a:latin typeface="Roboto Mono" panose="00000009000000000000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Roboto Mono" panose="00000009000000000000" pitchFamily="49" charset="0"/>
              </a:rPr>
              <a:t>).</a:t>
            </a:r>
            <a:r>
              <a:rPr lang="en-US" sz="1800" dirty="0">
                <a:solidFill>
                  <a:srgbClr val="74531F"/>
                </a:solidFill>
                <a:latin typeface="Roboto Mono" panose="00000009000000000000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latin typeface="Roboto Mono" panose="00000009000000000000" pitchFamily="49" charset="0"/>
              </a:rPr>
              <a:t>()</a:t>
            </a:r>
            <a:r>
              <a:rPr lang="en-US" sz="1800" i="1" dirty="0">
                <a:solidFill>
                  <a:srgbClr val="000000"/>
                </a:solidFill>
                <a:latin typeface="Roboto Mono" panose="00000009000000000000" pitchFamily="49" charset="0"/>
              </a:rPr>
              <a:t>, </a:t>
            </a:r>
            <a:r>
              <a:rPr lang="en-US" sz="1800" i="1" dirty="0"/>
              <a:t>is a way to see the data type of a certain variable.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8349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5A96-328A-B278-093D-894BF4A3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from Monday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D2AE-72DB-90B7-FC97-E94926ABA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Dangling pointer</a:t>
            </a:r>
            <a:r>
              <a:rPr lang="en-US" dirty="0"/>
              <a:t> is a pointer that holds the address of an entity that is </a:t>
            </a:r>
            <a:r>
              <a:rPr lang="en-US" b="1" dirty="0"/>
              <a:t>no longer valid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Ensure all dangling pointers are set to </a:t>
            </a:r>
            <a:r>
              <a:rPr lang="en-US" b="1" dirty="0" err="1">
                <a:latin typeface="Consolas" panose="020B06090202040302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Be careful when dereferencing pointers (in general).</a:t>
            </a:r>
          </a:p>
          <a:p>
            <a:endParaRPr lang="en-US" dirty="0"/>
          </a:p>
          <a:p>
            <a:r>
              <a:rPr lang="en-US" dirty="0"/>
              <a:t>When a fixed array is used in an expression, the </a:t>
            </a:r>
            <a:r>
              <a:rPr lang="en-US" b="1" dirty="0"/>
              <a:t>fixed array will decay </a:t>
            </a:r>
            <a:r>
              <a:rPr lang="en-US" dirty="0"/>
              <a:t>(be implicitly converted) </a:t>
            </a:r>
            <a:r>
              <a:rPr lang="en-US" b="1" dirty="0"/>
              <a:t>into a pointer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Change in data type.</a:t>
            </a:r>
          </a:p>
          <a:p>
            <a:pPr lvl="1"/>
            <a:r>
              <a:rPr lang="en-US" dirty="0"/>
              <a:t>This pointer points at the first element of the array.</a:t>
            </a:r>
          </a:p>
          <a:p>
            <a:pPr lvl="1"/>
            <a:r>
              <a:rPr lang="en-US" dirty="0"/>
              <a:t>There are some exceptions to this rule.</a:t>
            </a:r>
          </a:p>
          <a:p>
            <a:endParaRPr lang="en-US" dirty="0"/>
          </a:p>
          <a:p>
            <a:r>
              <a:rPr lang="en-US" dirty="0"/>
              <a:t>Simply put, the name of the array variable can be considered (mostly) to be a pointer pointing to the first element of the array.</a:t>
            </a:r>
          </a:p>
        </p:txBody>
      </p:sp>
    </p:spTree>
    <p:extLst>
      <p:ext uri="{BB962C8B-B14F-4D97-AF65-F5344CB8AC3E}">
        <p14:creationId xmlns:p14="http://schemas.microsoft.com/office/powerpoint/2010/main" val="250371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0CF5D-3BD2-69E0-5840-6DA26F38D0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Important Point from Wednesday (Lab)</a:t>
            </a:r>
          </a:p>
        </p:txBody>
      </p:sp>
    </p:spTree>
    <p:extLst>
      <p:ext uri="{BB962C8B-B14F-4D97-AF65-F5344CB8AC3E}">
        <p14:creationId xmlns:p14="http://schemas.microsoft.com/office/powerpoint/2010/main" val="2420494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8366-F5D4-49F3-4688-B1699860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Floating Point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AA5BC-8F9E-915D-D659-9D95CAC20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2041"/>
            <a:ext cx="7779984" cy="4910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A2CAD-9562-810D-7762-B3C0AB4D785B}"/>
              </a:ext>
            </a:extLst>
          </p:cNvPr>
          <p:cNvSpPr txBox="1"/>
          <p:nvPr/>
        </p:nvSpPr>
        <p:spPr>
          <a:xfrm>
            <a:off x="8884809" y="2213517"/>
            <a:ext cx="2952285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We talked about how </a:t>
            </a:r>
            <a:r>
              <a:rPr lang="en-US" sz="2000" b="1" i="1" dirty="0">
                <a:solidFill>
                  <a:schemeClr val="accent1"/>
                </a:solidFill>
              </a:rPr>
              <a:t>comparing two floating point values </a:t>
            </a:r>
            <a:r>
              <a:rPr lang="en-US" sz="2000" i="1" dirty="0">
                <a:solidFill>
                  <a:schemeClr val="accent1"/>
                </a:solidFill>
              </a:rPr>
              <a:t>is unreliable.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11AD9-EE26-F7DA-38EE-6C9D0641E66E}"/>
              </a:ext>
            </a:extLst>
          </p:cNvPr>
          <p:cNvSpPr/>
          <p:nvPr/>
        </p:nvSpPr>
        <p:spPr>
          <a:xfrm>
            <a:off x="1694985" y="2553629"/>
            <a:ext cx="2564781" cy="52410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C9E29A-219C-8C71-B204-AD919D54AE99}"/>
              </a:ext>
            </a:extLst>
          </p:cNvPr>
          <p:cNvSpPr/>
          <p:nvPr/>
        </p:nvSpPr>
        <p:spPr>
          <a:xfrm>
            <a:off x="966439" y="5833995"/>
            <a:ext cx="951571" cy="52410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07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4F67-B7C1-DDC6-DE0F-91F30493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Floating Point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76F19-6898-854B-AADF-07AE1D4A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situation also came up during your lab (points on a line).</a:t>
            </a:r>
          </a:p>
          <a:p>
            <a:endParaRPr lang="en-US" dirty="0"/>
          </a:p>
          <a:p>
            <a:r>
              <a:rPr lang="en-US" dirty="0"/>
              <a:t>Here is a way to solve that problem.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25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8366-F5D4-49F3-4688-B1699860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Floating Point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5EE1-6646-F91E-91E3-5B8BA7FB1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you have two floating point values,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a = 10.00</a:t>
            </a:r>
            <a:r>
              <a:rPr lang="en-US" u="sng" dirty="0">
                <a:solidFill>
                  <a:schemeClr val="accent1"/>
                </a:solidFill>
                <a:latin typeface="Consolas" panose="020B0609020204030204" pitchFamily="49" charset="0"/>
              </a:rPr>
              <a:t>101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b = 10.00</a:t>
            </a:r>
            <a:r>
              <a:rPr lang="en-US" u="sng" dirty="0">
                <a:solidFill>
                  <a:schemeClr val="accent1"/>
                </a:solidFill>
                <a:latin typeface="Consolas" panose="020B0609020204030204" pitchFamily="49" charset="0"/>
              </a:rPr>
              <a:t>092</a:t>
            </a:r>
          </a:p>
          <a:p>
            <a:r>
              <a:rPr lang="en-US" dirty="0"/>
              <a:t>Whether these numbers are the </a:t>
            </a:r>
            <a:r>
              <a:rPr lang="en-US" b="1" dirty="0"/>
              <a:t>same or not</a:t>
            </a:r>
            <a:r>
              <a:rPr lang="en-US" dirty="0"/>
              <a:t>, might depend on the </a:t>
            </a:r>
            <a:r>
              <a:rPr lang="en-US" b="1" dirty="0"/>
              <a:t>context</a:t>
            </a:r>
            <a:r>
              <a:rPr lang="en-US" dirty="0"/>
              <a:t> in which they’re being used.</a:t>
            </a:r>
          </a:p>
          <a:p>
            <a:pPr lvl="1"/>
            <a:r>
              <a:rPr lang="en-US" dirty="0"/>
              <a:t>If these are </a:t>
            </a:r>
            <a:r>
              <a:rPr lang="en-US" b="1" dirty="0"/>
              <a:t>lengths of two pencils</a:t>
            </a:r>
            <a:r>
              <a:rPr lang="en-US" dirty="0"/>
              <a:t>, we would probably say that they are the </a:t>
            </a:r>
            <a:r>
              <a:rPr lang="en-US" u="sng" dirty="0"/>
              <a:t>same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these are </a:t>
            </a:r>
            <a:r>
              <a:rPr lang="en-US" b="1" dirty="0"/>
              <a:t>lengths of two mechanical parts</a:t>
            </a:r>
            <a:r>
              <a:rPr lang="en-US" dirty="0"/>
              <a:t> that fits into a </a:t>
            </a:r>
            <a:r>
              <a:rPr lang="en-US" b="1" dirty="0"/>
              <a:t>spacecraft or a Formula-1 racecar</a:t>
            </a:r>
            <a:r>
              <a:rPr lang="en-US" dirty="0"/>
              <a:t>, we might </a:t>
            </a:r>
            <a:r>
              <a:rPr lang="en-US" u="sng" dirty="0"/>
              <a:t>think otherwise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38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8366-F5D4-49F3-4688-B1699860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Floating Point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5EE1-6646-F91E-91E3-5B8BA7FB1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point is that the </a:t>
            </a:r>
            <a:r>
              <a:rPr lang="en-US" u="sng" dirty="0"/>
              <a:t>acceptable precision can vary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When comparing floating point values, you can make use of this concept. </a:t>
            </a:r>
          </a:p>
          <a:p>
            <a:endParaRPr lang="en-US" dirty="0"/>
          </a:p>
          <a:p>
            <a:r>
              <a:rPr lang="en-US" dirty="0"/>
              <a:t>Let’s say you are comparing the </a:t>
            </a:r>
            <a:r>
              <a:rPr lang="en-US" b="1" dirty="0"/>
              <a:t>lengths of two pencils</a:t>
            </a:r>
            <a:r>
              <a:rPr lang="en-US" dirty="0"/>
              <a:t>, you can set your precision to be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0.01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this e.g., both numbers become the same.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5ABC3-678F-8537-375F-5E7FC8B31D2A}"/>
              </a:ext>
            </a:extLst>
          </p:cNvPr>
          <p:cNvSpPr txBox="1"/>
          <p:nvPr/>
        </p:nvSpPr>
        <p:spPr>
          <a:xfrm>
            <a:off x="9159239" y="1275189"/>
            <a:ext cx="235997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a = 10.00</a:t>
            </a:r>
            <a:r>
              <a:rPr lang="en-US" sz="2400" u="sng" dirty="0">
                <a:solidFill>
                  <a:schemeClr val="accent1"/>
                </a:solidFill>
                <a:latin typeface="Consolas" panose="020B0609020204030204" pitchFamily="49" charset="0"/>
              </a:rPr>
              <a:t>101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b = 10.00</a:t>
            </a:r>
            <a:r>
              <a:rPr lang="en-US" sz="2400" u="sng" dirty="0">
                <a:solidFill>
                  <a:schemeClr val="accent1"/>
                </a:solidFill>
                <a:latin typeface="Consolas" panose="020B0609020204030204" pitchFamily="49" charset="0"/>
              </a:rP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392437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35ABC3-678F-8537-375F-5E7FC8B31D2A}"/>
              </a:ext>
            </a:extLst>
          </p:cNvPr>
          <p:cNvSpPr txBox="1"/>
          <p:nvPr/>
        </p:nvSpPr>
        <p:spPr>
          <a:xfrm>
            <a:off x="9201372" y="2027494"/>
            <a:ext cx="235592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a = 10.00</a:t>
            </a:r>
            <a:r>
              <a:rPr lang="en-US" sz="2400" u="sng" dirty="0">
                <a:solidFill>
                  <a:schemeClr val="accent1"/>
                </a:solidFill>
                <a:latin typeface="Consolas" panose="020B0609020204030204" pitchFamily="49" charset="0"/>
              </a:rPr>
              <a:t>101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b = 10.00</a:t>
            </a:r>
            <a:r>
              <a:rPr lang="en-US" sz="2400" u="sng" dirty="0">
                <a:solidFill>
                  <a:schemeClr val="accent1"/>
                </a:solidFill>
                <a:latin typeface="Consolas" panose="020B0609020204030204" pitchFamily="49" charset="0"/>
              </a:rPr>
              <a:t>092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prec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= 0.01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214E60-ABD8-1BA2-AEC6-458830614B23}"/>
              </a:ext>
            </a:extLst>
          </p:cNvPr>
          <p:cNvSpPr txBox="1"/>
          <p:nvPr/>
        </p:nvSpPr>
        <p:spPr>
          <a:xfrm>
            <a:off x="634702" y="1965940"/>
            <a:ext cx="7917627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bool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approxEqual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prec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std::</a:t>
            </a:r>
            <a:r>
              <a:rPr lang="en-US" sz="2000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abs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2000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- </a:t>
            </a:r>
            <a:r>
              <a:rPr lang="en-US" sz="2000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 &lt;=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prec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69146-807E-37DD-2A6C-228CE76D545E}"/>
              </a:ext>
            </a:extLst>
          </p:cNvPr>
          <p:cNvSpPr txBox="1"/>
          <p:nvPr/>
        </p:nvSpPr>
        <p:spPr>
          <a:xfrm>
            <a:off x="4346090" y="332572"/>
            <a:ext cx="3711387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i="1" dirty="0">
                <a:solidFill>
                  <a:schemeClr val="accent1"/>
                </a:solidFill>
              </a:rPr>
              <a:t>So let’s try to create a function for this.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0DEB3-CFFF-E2E5-84F3-47C4128D51E2}"/>
              </a:ext>
            </a:extLst>
          </p:cNvPr>
          <p:cNvSpPr txBox="1"/>
          <p:nvPr/>
        </p:nvSpPr>
        <p:spPr>
          <a:xfrm>
            <a:off x="4444701" y="3852112"/>
            <a:ext cx="3711387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You’ll need,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onsolas" panose="020B0609020204030204" pitchFamily="49" charset="0"/>
              </a:rPr>
              <a:t>#include&lt;cmath&gt;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for using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std::abs()</a:t>
            </a:r>
          </a:p>
        </p:txBody>
      </p:sp>
    </p:spTree>
    <p:extLst>
      <p:ext uri="{BB962C8B-B14F-4D97-AF65-F5344CB8AC3E}">
        <p14:creationId xmlns:p14="http://schemas.microsoft.com/office/powerpoint/2010/main" val="106780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4E9B-1BB9-93BC-C99F-17F0815D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Floating Point Values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4701F1-B2D2-AE41-1029-079F8C4D4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precision is generally called “</a:t>
            </a:r>
            <a:r>
              <a:rPr lang="en-US" b="1" dirty="0"/>
              <a:t>epsilon</a:t>
            </a:r>
            <a:r>
              <a:rPr lang="en-US" dirty="0"/>
              <a:t>”.</a:t>
            </a:r>
          </a:p>
          <a:p>
            <a:r>
              <a:rPr lang="en-US" dirty="0"/>
              <a:t>Following shows more details in comments. </a:t>
            </a:r>
          </a:p>
          <a:p>
            <a:pPr lvl="1"/>
            <a:r>
              <a:rPr lang="en-US" dirty="0"/>
              <a:t>Functionally, what I showed before, does the same thing.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20C7E-E0C2-504A-26B9-FB71E4191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83" y="3256814"/>
            <a:ext cx="11583834" cy="199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0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5576-7C00-DDF9-4514-C375FB7DE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 Arithmetic</a:t>
            </a:r>
          </a:p>
        </p:txBody>
      </p:sp>
    </p:spTree>
    <p:extLst>
      <p:ext uri="{BB962C8B-B14F-4D97-AF65-F5344CB8AC3E}">
        <p14:creationId xmlns:p14="http://schemas.microsoft.com/office/powerpoint/2010/main" val="2062634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509B0A-6BD9-5B5A-37B3-D21E88AE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FF442-7B64-4B0B-C606-87646A443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Let’s say you have a pointer pointing to an integer.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Note that this is an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dirty="0">
                <a:cs typeface="Arial" panose="020B0604020202020204" pitchFamily="34" charset="0"/>
              </a:rPr>
              <a:t> type pointer.</a:t>
            </a:r>
          </a:p>
          <a:p>
            <a:pPr lvl="1"/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100 </a:t>
            </a:r>
            <a:r>
              <a:rPr lang="en-US" i="1" dirty="0">
                <a:cs typeface="Arial" panose="020B0604020202020204" pitchFamily="34" charset="0"/>
              </a:rPr>
              <a:t>(Note this is </a:t>
            </a:r>
            <a:r>
              <a:rPr lang="en-US" b="1" i="1" u="sng" dirty="0">
                <a:cs typeface="Arial" panose="020B0604020202020204" pitchFamily="34" charset="0"/>
              </a:rPr>
              <a:t>not</a:t>
            </a:r>
            <a:r>
              <a:rPr lang="en-US" i="1" dirty="0">
                <a:cs typeface="Arial" panose="020B0604020202020204" pitchFamily="34" charset="0"/>
              </a:rPr>
              <a:t> the address where </a:t>
            </a:r>
            <a:r>
              <a:rPr lang="en-US" b="1" i="1" dirty="0" err="1"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i="1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i="1" dirty="0">
                <a:cs typeface="Arial" panose="020B0604020202020204" pitchFamily="34" charset="0"/>
              </a:rPr>
              <a:t>is stored)</a:t>
            </a:r>
            <a:r>
              <a:rPr lang="en-US" dirty="0">
                <a:cs typeface="Arial" panose="020B0604020202020204" pitchFamily="34" charset="0"/>
              </a:rPr>
              <a:t>.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Adding 1 to it, will cause your pointer to increment by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1*</a:t>
            </a:r>
            <a:r>
              <a:rPr lang="en-US" b="1" dirty="0" err="1">
                <a:latin typeface="Consolas" panose="020B0609020204030204" pitchFamily="49" charset="0"/>
                <a:cs typeface="Arial" panose="020B0604020202020204" pitchFamily="34" charset="0"/>
              </a:rPr>
              <a:t>sizeof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(int)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+ 1)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100 + (1*4)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104</a:t>
            </a:r>
            <a:endParaRPr lang="en-US" dirty="0">
              <a:cs typeface="Arial" panose="020B0604020202020204" pitchFamily="34" charset="0"/>
            </a:endParaRPr>
          </a:p>
          <a:p>
            <a:pPr lvl="1"/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+ 4)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100 + (4*4)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116</a:t>
            </a:r>
            <a:endParaRPr lang="en-US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0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3F6813-CF3A-FC23-9BD0-52BDCC91C85A}"/>
              </a:ext>
            </a:extLst>
          </p:cNvPr>
          <p:cNvSpPr txBox="1"/>
          <p:nvPr/>
        </p:nvSpPr>
        <p:spPr>
          <a:xfrm>
            <a:off x="135468" y="180622"/>
            <a:ext cx="338666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Note</a:t>
            </a:r>
          </a:p>
          <a:p>
            <a:r>
              <a:rPr lang="en-US" i="1" dirty="0"/>
              <a:t>Using base10 system to represent addresses. </a:t>
            </a:r>
          </a:p>
          <a:p>
            <a:r>
              <a:rPr lang="en-US" i="1" dirty="0"/>
              <a:t>Keep things easy to understand.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DAF19A-9D0C-CCD0-7849-529B5CBA71A9}"/>
              </a:ext>
            </a:extLst>
          </p:cNvPr>
          <p:cNvGrpSpPr/>
          <p:nvPr/>
        </p:nvGrpSpPr>
        <p:grpSpPr>
          <a:xfrm>
            <a:off x="711196" y="3127022"/>
            <a:ext cx="745066" cy="907576"/>
            <a:chOff x="4820356" y="3138311"/>
            <a:chExt cx="745066" cy="907576"/>
          </a:xfrm>
        </p:grpSpPr>
        <p:sp>
          <p:nvSpPr>
            <p:cNvPr id="7" name="Arrow: Up 6">
              <a:extLst>
                <a:ext uri="{FF2B5EF4-FFF2-40B4-BE49-F238E27FC236}">
                  <a16:creationId xmlns:a16="http://schemas.microsoft.com/office/drawing/2014/main" id="{4FB81FDE-BF6F-6F2B-D956-DF928E80A1A9}"/>
                </a:ext>
              </a:extLst>
            </p:cNvPr>
            <p:cNvSpPr/>
            <p:nvPr/>
          </p:nvSpPr>
          <p:spPr>
            <a:xfrm>
              <a:off x="5057422" y="3138311"/>
              <a:ext cx="270934" cy="457200"/>
            </a:xfrm>
            <a:prstGeom prst="up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BF7A0D-7D60-4615-1067-A2B5A49C255A}"/>
                </a:ext>
              </a:extLst>
            </p:cNvPr>
            <p:cNvSpPr txBox="1"/>
            <p:nvPr/>
          </p:nvSpPr>
          <p:spPr>
            <a:xfrm>
              <a:off x="4820356" y="3584222"/>
              <a:ext cx="745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latin typeface="Consolas" panose="020B0609020204030204" pitchFamily="49" charset="0"/>
                </a:rPr>
                <a:t>ptr</a:t>
              </a:r>
              <a:endParaRPr lang="en-US" sz="2400" b="1" dirty="0"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AEBADBB7-0E59-165C-3FB3-395C483EB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42583"/>
              </p:ext>
            </p:extLst>
          </p:nvPr>
        </p:nvGraphicFramePr>
        <p:xfrm>
          <a:off x="135467" y="2596111"/>
          <a:ext cx="1195493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207">
                  <a:extLst>
                    <a:ext uri="{9D8B030D-6E8A-4147-A177-3AD203B41FA5}">
                      <a16:colId xmlns:a16="http://schemas.microsoft.com/office/drawing/2014/main" val="2031432930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619357295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382142791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2498340774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447499892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2284403691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2142333956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3842912956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2176221990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3581840201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3787293000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449791479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544383319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853134233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046779520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2553033839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3877303923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3705057991"/>
                    </a:ext>
                  </a:extLst>
                </a:gridCol>
                <a:gridCol w="629207">
                  <a:extLst>
                    <a:ext uri="{9D8B030D-6E8A-4147-A177-3AD203B41FA5}">
                      <a16:colId xmlns:a16="http://schemas.microsoft.com/office/drawing/2014/main" val="1550379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6588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82E639B-DA3D-1965-6808-56704481A450}"/>
              </a:ext>
            </a:extLst>
          </p:cNvPr>
          <p:cNvSpPr txBox="1"/>
          <p:nvPr/>
        </p:nvSpPr>
        <p:spPr>
          <a:xfrm>
            <a:off x="8703734" y="1573033"/>
            <a:ext cx="338666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/>
              <a:t>This is a snippet of some of the memory addresses.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B575DF-602E-D5C7-5F62-15E4F5085FFA}"/>
              </a:ext>
            </a:extLst>
          </p:cNvPr>
          <p:cNvGrpSpPr/>
          <p:nvPr/>
        </p:nvGrpSpPr>
        <p:grpSpPr>
          <a:xfrm>
            <a:off x="2703689" y="3130434"/>
            <a:ext cx="1727201" cy="907576"/>
            <a:chOff x="4329288" y="3138311"/>
            <a:chExt cx="1727201" cy="907576"/>
          </a:xfrm>
        </p:grpSpPr>
        <p:sp>
          <p:nvSpPr>
            <p:cNvPr id="14" name="Arrow: Up 13">
              <a:extLst>
                <a:ext uri="{FF2B5EF4-FFF2-40B4-BE49-F238E27FC236}">
                  <a16:creationId xmlns:a16="http://schemas.microsoft.com/office/drawing/2014/main" id="{9F3271EC-A1AE-D8BA-DB93-FC3EC1DFE9EB}"/>
                </a:ext>
              </a:extLst>
            </p:cNvPr>
            <p:cNvSpPr/>
            <p:nvPr/>
          </p:nvSpPr>
          <p:spPr>
            <a:xfrm>
              <a:off x="5057422" y="3138311"/>
              <a:ext cx="270934" cy="457200"/>
            </a:xfrm>
            <a:prstGeom prst="up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A57E90-EC79-22CD-53EF-CC508ED55C41}"/>
                </a:ext>
              </a:extLst>
            </p:cNvPr>
            <p:cNvSpPr txBox="1"/>
            <p:nvPr/>
          </p:nvSpPr>
          <p:spPr>
            <a:xfrm>
              <a:off x="4329288" y="3584222"/>
              <a:ext cx="17272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Consolas" panose="020B0609020204030204" pitchFamily="49" charset="0"/>
                </a:rPr>
                <a:t>(</a:t>
              </a:r>
              <a:r>
                <a:rPr lang="en-US" sz="2400" b="1" dirty="0" err="1">
                  <a:latin typeface="Consolas" panose="020B0609020204030204" pitchFamily="49" charset="0"/>
                </a:rPr>
                <a:t>ptr</a:t>
              </a:r>
              <a:r>
                <a:rPr lang="en-US" sz="2400" b="1" dirty="0">
                  <a:latin typeface="Consolas" panose="020B0609020204030204" pitchFamily="49" charset="0"/>
                </a:rPr>
                <a:t> + 1)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37D94C-9479-98C0-0390-F4CBC2251445}"/>
              </a:ext>
            </a:extLst>
          </p:cNvPr>
          <p:cNvGrpSpPr/>
          <p:nvPr/>
        </p:nvGrpSpPr>
        <p:grpSpPr>
          <a:xfrm>
            <a:off x="10272889" y="3119145"/>
            <a:ext cx="1727201" cy="907576"/>
            <a:chOff x="4329288" y="3138311"/>
            <a:chExt cx="1727201" cy="907576"/>
          </a:xfrm>
        </p:grpSpPr>
        <p:sp>
          <p:nvSpPr>
            <p:cNvPr id="20" name="Arrow: Up 19">
              <a:extLst>
                <a:ext uri="{FF2B5EF4-FFF2-40B4-BE49-F238E27FC236}">
                  <a16:creationId xmlns:a16="http://schemas.microsoft.com/office/drawing/2014/main" id="{671BF876-8684-DD87-9515-A4D0D15614CE}"/>
                </a:ext>
              </a:extLst>
            </p:cNvPr>
            <p:cNvSpPr/>
            <p:nvPr/>
          </p:nvSpPr>
          <p:spPr>
            <a:xfrm>
              <a:off x="5057422" y="3138311"/>
              <a:ext cx="270934" cy="457200"/>
            </a:xfrm>
            <a:prstGeom prst="up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AAD217-25F4-9D36-C09F-6628B0C69C09}"/>
                </a:ext>
              </a:extLst>
            </p:cNvPr>
            <p:cNvSpPr txBox="1"/>
            <p:nvPr/>
          </p:nvSpPr>
          <p:spPr>
            <a:xfrm>
              <a:off x="4329288" y="3584222"/>
              <a:ext cx="17272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Consolas" panose="020B0609020204030204" pitchFamily="49" charset="0"/>
                </a:rPr>
                <a:t>(</a:t>
              </a:r>
              <a:r>
                <a:rPr lang="en-US" sz="2400" b="1" dirty="0" err="1">
                  <a:latin typeface="Consolas" panose="020B0609020204030204" pitchFamily="49" charset="0"/>
                </a:rPr>
                <a:t>ptr</a:t>
              </a:r>
              <a:r>
                <a:rPr lang="en-US" sz="2400" b="1" dirty="0">
                  <a:latin typeface="Consolas" panose="020B0609020204030204" pitchFamily="49" charset="0"/>
                </a:rPr>
                <a:t> + 4)</a:t>
              </a:r>
            </a:p>
          </p:txBody>
        </p:sp>
      </p:grp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F3E7D401-BEE9-7CB0-42AD-2EF652C3907B}"/>
              </a:ext>
            </a:extLst>
          </p:cNvPr>
          <p:cNvCxnSpPr>
            <a:stCxn id="8" idx="2"/>
            <a:endCxn id="15" idx="2"/>
          </p:cNvCxnSpPr>
          <p:nvPr/>
        </p:nvCxnSpPr>
        <p:spPr>
          <a:xfrm rot="16200000" flipH="1">
            <a:off x="2323803" y="2794523"/>
            <a:ext cx="3412" cy="2483561"/>
          </a:xfrm>
          <a:prstGeom prst="curvedConnector3">
            <a:avLst>
              <a:gd name="adj1" fmla="val 12424531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2B0B525-A216-38FC-265E-B2F11D62682E}"/>
              </a:ext>
            </a:extLst>
          </p:cNvPr>
          <p:cNvCxnSpPr>
            <a:cxnSpLocks/>
            <a:stCxn id="8" idx="2"/>
            <a:endCxn id="21" idx="2"/>
          </p:cNvCxnSpPr>
          <p:nvPr/>
        </p:nvCxnSpPr>
        <p:spPr>
          <a:xfrm rot="5400000" flipH="1" flipV="1">
            <a:off x="6106170" y="-995721"/>
            <a:ext cx="7877" cy="10052761"/>
          </a:xfrm>
          <a:prstGeom prst="curvedConnector3">
            <a:avLst>
              <a:gd name="adj1" fmla="val -21246388"/>
            </a:avLst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74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509B0A-6BD9-5B5A-37B3-D21E88AE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FF442-7B64-4B0B-C606-87646A443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Subtraction behaves in a similar way.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Assuming that, again,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100</a:t>
            </a:r>
            <a:r>
              <a:rPr lang="en-US" dirty="0">
                <a:cs typeface="Arial" panose="020B0604020202020204" pitchFamily="34" charset="0"/>
              </a:rPr>
              <a:t>.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- 1)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100 - (1*4)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96</a:t>
            </a:r>
            <a:endParaRPr lang="en-US" dirty="0">
              <a:cs typeface="Arial" panose="020B0604020202020204" pitchFamily="34" charset="0"/>
            </a:endParaRPr>
          </a:p>
          <a:p>
            <a:pPr lvl="1"/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- 4)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100 - (4*4)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84</a:t>
            </a:r>
            <a:endParaRPr lang="en-US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/>
              <a:t>What if pointer was pointing at a </a:t>
            </a:r>
            <a:r>
              <a:rPr lang="en-US" b="1" dirty="0">
                <a:latin typeface="Consolas" panose="020B0609020204030204" pitchFamily="49" charset="0"/>
              </a:rPr>
              <a:t>double</a:t>
            </a:r>
            <a:r>
              <a:rPr lang="en-US" dirty="0"/>
              <a:t>?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 = 1000.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 + 3)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 ???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43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B676-39D7-44E2-7A59-3DCA17F7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68A33-E2D7-F46A-3D45-00B0A4114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76732"/>
            <a:ext cx="4491183" cy="3800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6BB25C-23B6-7023-EC91-27FA054F3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83" y="2875330"/>
            <a:ext cx="6067695" cy="22519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01DAA68-19D9-06AD-2FF5-CCD70FA3DF11}"/>
              </a:ext>
            </a:extLst>
          </p:cNvPr>
          <p:cNvSpPr/>
          <p:nvPr/>
        </p:nvSpPr>
        <p:spPr>
          <a:xfrm>
            <a:off x="6722020" y="3581749"/>
            <a:ext cx="406400" cy="164500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C64EC-E89C-0F4E-62A6-5D068718A97B}"/>
              </a:ext>
            </a:extLst>
          </p:cNvPr>
          <p:cNvSpPr txBox="1"/>
          <p:nvPr/>
        </p:nvSpPr>
        <p:spPr>
          <a:xfrm>
            <a:off x="6722020" y="320052"/>
            <a:ext cx="513644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accent1"/>
                </a:solidFill>
              </a:rPr>
              <a:t>Question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What will happen if I dereference any of these pointers (lines 9 through 11)?</a:t>
            </a:r>
          </a:p>
        </p:txBody>
      </p:sp>
    </p:spTree>
    <p:extLst>
      <p:ext uri="{BB962C8B-B14F-4D97-AF65-F5344CB8AC3E}">
        <p14:creationId xmlns:p14="http://schemas.microsoft.com/office/powerpoint/2010/main" val="149852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CFB78C-026E-0A1E-6BFB-06AC5FFED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 in Memory</a:t>
            </a:r>
          </a:p>
        </p:txBody>
      </p:sp>
    </p:spTree>
    <p:extLst>
      <p:ext uri="{BB962C8B-B14F-4D97-AF65-F5344CB8AC3E}">
        <p14:creationId xmlns:p14="http://schemas.microsoft.com/office/powerpoint/2010/main" val="3399495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6DF7B7-1D9A-BAE0-686E-BBE773154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471029"/>
              </p:ext>
            </p:extLst>
          </p:nvPr>
        </p:nvGraphicFramePr>
        <p:xfrm>
          <a:off x="2252132" y="2430403"/>
          <a:ext cx="7687735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547">
                  <a:extLst>
                    <a:ext uri="{9D8B030D-6E8A-4147-A177-3AD203B41FA5}">
                      <a16:colId xmlns:a16="http://schemas.microsoft.com/office/drawing/2014/main" val="3424961404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331749794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4272029518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424726220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30048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08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78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0E5365-A61D-AA3B-7E16-5F6A8267A30F}"/>
              </a:ext>
            </a:extLst>
          </p:cNvPr>
          <p:cNvSpPr txBox="1"/>
          <p:nvPr/>
        </p:nvSpPr>
        <p:spPr>
          <a:xfrm>
            <a:off x="609600" y="349956"/>
            <a:ext cx="5136444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i="1" dirty="0"/>
              <a:t>Let’s say we have an array,</a:t>
            </a:r>
          </a:p>
          <a:p>
            <a:endParaRPr lang="en-US" sz="2400" i="1" dirty="0"/>
          </a:p>
          <a:p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 prime[5]{2, 3, 5, 7, 11};</a:t>
            </a:r>
          </a:p>
          <a:p>
            <a:endParaRPr lang="en-US" sz="2400" b="1" i="1" dirty="0">
              <a:latin typeface="Consolas" panose="020B0609020204030204" pitchFamily="49" charset="0"/>
            </a:endParaRPr>
          </a:p>
          <a:p>
            <a:r>
              <a:rPr lang="en-US" sz="2400" i="1" dirty="0"/>
              <a:t>Its representation will be as follows.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D2237-0B6C-B738-5089-FE06D108DC05}"/>
              </a:ext>
            </a:extLst>
          </p:cNvPr>
          <p:cNvSpPr txBox="1"/>
          <p:nvPr/>
        </p:nvSpPr>
        <p:spPr>
          <a:xfrm>
            <a:off x="609600" y="4107557"/>
            <a:ext cx="1125502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i="1" dirty="0"/>
              <a:t>Recall from DSA that </a:t>
            </a:r>
            <a:r>
              <a:rPr lang="en-US" sz="2400" i="1" u="sng" dirty="0"/>
              <a:t>in an array, all elements are </a:t>
            </a:r>
            <a:r>
              <a:rPr lang="en-US" sz="2400" b="1" i="1" u="sng" dirty="0"/>
              <a:t>contiguous</a:t>
            </a:r>
            <a:r>
              <a:rPr lang="en-US" sz="2400" i="1" dirty="0"/>
              <a:t>, i.e. the elements are next to one another.</a:t>
            </a:r>
          </a:p>
          <a:p>
            <a:endParaRPr lang="en-US" sz="2400" i="1" dirty="0"/>
          </a:p>
          <a:p>
            <a:r>
              <a:rPr lang="en-US" sz="2400" i="1" dirty="0"/>
              <a:t>Note that every entity </a:t>
            </a:r>
            <a:r>
              <a:rPr lang="en-US" sz="2400" b="1" i="1" dirty="0"/>
              <a:t>has to be saved in memory</a:t>
            </a:r>
            <a:r>
              <a:rPr lang="en-US" sz="2400" i="1" dirty="0"/>
              <a:t>. </a:t>
            </a:r>
          </a:p>
          <a:p>
            <a:r>
              <a:rPr lang="en-US" sz="2400" i="1" dirty="0"/>
              <a:t>In this case, we have </a:t>
            </a:r>
            <a:r>
              <a:rPr lang="en-US" sz="2400" b="1" i="1" dirty="0"/>
              <a:t>five integers (4 bytes each)</a:t>
            </a:r>
            <a:r>
              <a:rPr lang="en-US" sz="2400" i="1" dirty="0"/>
              <a:t>. 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EDFC639-6F53-22E5-E37F-5A17DDEC9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618759"/>
              </p:ext>
            </p:extLst>
          </p:nvPr>
        </p:nvGraphicFramePr>
        <p:xfrm>
          <a:off x="2252131" y="3312160"/>
          <a:ext cx="768773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547">
                  <a:extLst>
                    <a:ext uri="{9D8B030D-6E8A-4147-A177-3AD203B41FA5}">
                      <a16:colId xmlns:a16="http://schemas.microsoft.com/office/drawing/2014/main" val="4026380403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849098440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3139539910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2194606451"/>
                    </a:ext>
                  </a:extLst>
                </a:gridCol>
                <a:gridCol w="1537547">
                  <a:extLst>
                    <a:ext uri="{9D8B030D-6E8A-4147-A177-3AD203B41FA5}">
                      <a16:colId xmlns:a16="http://schemas.microsoft.com/office/drawing/2014/main" val="1527639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0x10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0x14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0x18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0x22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0x26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877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9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70A-4D82-0310-4054-98C6C942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B79E-2D88-AE07-2B7A-1F6950466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basically,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&amp;prime[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start_address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+ </a:t>
            </a:r>
            <a:r>
              <a:rPr lang="en-US" b="1" i="1" dirty="0">
                <a:solidFill>
                  <a:srgbClr val="7030A0"/>
                </a:solidFill>
                <a:latin typeface="Consolas" panose="020B0609020204030204" pitchFamily="49" charset="0"/>
              </a:rPr>
              <a:t>0</a:t>
            </a:r>
            <a:r>
              <a:rPr lang="en-US" i="1" dirty="0">
                <a:latin typeface="Consolas" panose="020B0609020204030204" pitchFamily="49" charset="0"/>
              </a:rPr>
              <a:t>*</a:t>
            </a:r>
            <a:r>
              <a:rPr lang="en-US" i="1" dirty="0" err="1">
                <a:latin typeface="Consolas" panose="020B0609020204030204" pitchFamily="49" charset="0"/>
              </a:rPr>
              <a:t>sizeof</a:t>
            </a:r>
            <a:r>
              <a:rPr lang="en-US" i="1" dirty="0">
                <a:latin typeface="Consolas" panose="020B0609020204030204" pitchFamily="49" charset="0"/>
              </a:rPr>
              <a:t>(</a:t>
            </a:r>
            <a:r>
              <a:rPr lang="en-US" i="1" dirty="0" err="1">
                <a:latin typeface="Consolas" panose="020B0609020204030204" pitchFamily="49" charset="0"/>
              </a:rPr>
              <a:t>dtype</a:t>
            </a:r>
            <a:r>
              <a:rPr lang="en-US" i="1" dirty="0">
                <a:latin typeface="Consolas" panose="020B0609020204030204" pitchFamily="49" charset="0"/>
              </a:rPr>
              <a:t>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&amp;prime[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start_address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+ </a:t>
            </a:r>
            <a:r>
              <a:rPr lang="en-US" b="1" i="1" dirty="0">
                <a:solidFill>
                  <a:srgbClr val="7030A0"/>
                </a:solidFill>
                <a:latin typeface="Consolas" panose="020B0609020204030204" pitchFamily="49" charset="0"/>
              </a:rPr>
              <a:t>1</a:t>
            </a:r>
            <a:r>
              <a:rPr lang="en-US" i="1" dirty="0">
                <a:latin typeface="Consolas" panose="020B0609020204030204" pitchFamily="49" charset="0"/>
              </a:rPr>
              <a:t>*</a:t>
            </a:r>
            <a:r>
              <a:rPr lang="en-US" i="1" dirty="0" err="1">
                <a:latin typeface="Consolas" panose="020B0609020204030204" pitchFamily="49" charset="0"/>
              </a:rPr>
              <a:t>sizeof</a:t>
            </a:r>
            <a:r>
              <a:rPr lang="en-US" i="1" dirty="0">
                <a:latin typeface="Consolas" panose="020B0609020204030204" pitchFamily="49" charset="0"/>
              </a:rPr>
              <a:t>(</a:t>
            </a:r>
            <a:r>
              <a:rPr lang="en-US" i="1" dirty="0" err="1">
                <a:latin typeface="Consolas" panose="020B0609020204030204" pitchFamily="49" charset="0"/>
              </a:rPr>
              <a:t>dtype</a:t>
            </a:r>
            <a:r>
              <a:rPr lang="en-US" i="1" dirty="0"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&amp;prime[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start_address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+ </a:t>
            </a:r>
            <a:r>
              <a:rPr lang="en-US" b="1" i="1" dirty="0">
                <a:solidFill>
                  <a:srgbClr val="7030A0"/>
                </a:solidFill>
                <a:latin typeface="Consolas" panose="020B0609020204030204" pitchFamily="49" charset="0"/>
              </a:rPr>
              <a:t>2</a:t>
            </a:r>
            <a:r>
              <a:rPr lang="en-US" i="1" dirty="0">
                <a:latin typeface="Consolas" panose="020B0609020204030204" pitchFamily="49" charset="0"/>
              </a:rPr>
              <a:t>*</a:t>
            </a:r>
            <a:r>
              <a:rPr lang="en-US" i="1" dirty="0" err="1">
                <a:latin typeface="Consolas" panose="020B0609020204030204" pitchFamily="49" charset="0"/>
              </a:rPr>
              <a:t>sizeof</a:t>
            </a:r>
            <a:r>
              <a:rPr lang="en-US" i="1" dirty="0">
                <a:latin typeface="Consolas" panose="020B0609020204030204" pitchFamily="49" charset="0"/>
              </a:rPr>
              <a:t>(</a:t>
            </a:r>
            <a:r>
              <a:rPr lang="en-US" i="1" dirty="0" err="1">
                <a:latin typeface="Consolas" panose="020B0609020204030204" pitchFamily="49" charset="0"/>
              </a:rPr>
              <a:t>dtype</a:t>
            </a:r>
            <a:r>
              <a:rPr lang="en-US" i="1" dirty="0"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&amp;prime[</a:t>
            </a:r>
            <a:r>
              <a:rPr lang="en-US" b="1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 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= </a:t>
            </a:r>
            <a:r>
              <a:rPr lang="en-US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start_address</a:t>
            </a:r>
            <a:r>
              <a:rPr lang="en-US" i="1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+ </a:t>
            </a:r>
            <a:r>
              <a:rPr lang="en-US" b="1" i="1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en-US" i="1" dirty="0">
                <a:latin typeface="Consolas" panose="020B0609020204030204" pitchFamily="49" charset="0"/>
              </a:rPr>
              <a:t>*</a:t>
            </a:r>
            <a:r>
              <a:rPr lang="en-US" i="1" dirty="0" err="1">
                <a:latin typeface="Consolas" panose="020B0609020204030204" pitchFamily="49" charset="0"/>
              </a:rPr>
              <a:t>sizeof</a:t>
            </a:r>
            <a:r>
              <a:rPr lang="en-US" i="1" dirty="0">
                <a:latin typeface="Consolas" panose="020B0609020204030204" pitchFamily="49" charset="0"/>
              </a:rPr>
              <a:t>(</a:t>
            </a:r>
            <a:r>
              <a:rPr lang="en-US" i="1" dirty="0" err="1">
                <a:latin typeface="Consolas" panose="020B0609020204030204" pitchFamily="49" charset="0"/>
              </a:rPr>
              <a:t>dtype</a:t>
            </a:r>
            <a:r>
              <a:rPr lang="en-US" i="1" dirty="0"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US" i="1" dirty="0">
                <a:latin typeface="Consolas" panose="020B0609020204030204" pitchFamily="49" charset="0"/>
              </a:rPr>
              <a:t>And so on…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62AD95-0FE9-FFCA-0C2F-53F3CFBDE9F9}"/>
              </a:ext>
            </a:extLst>
          </p:cNvPr>
          <p:cNvSpPr/>
          <p:nvPr/>
        </p:nvSpPr>
        <p:spPr>
          <a:xfrm>
            <a:off x="6276622" y="2193216"/>
            <a:ext cx="406400" cy="2198161"/>
          </a:xfrm>
          <a:prstGeom prst="rect">
            <a:avLst/>
          </a:prstGeom>
          <a:noFill/>
          <a:ln w="381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177E9-CEA6-5F91-17BA-FE3772ADD3C0}"/>
              </a:ext>
            </a:extLst>
          </p:cNvPr>
          <p:cNvSpPr/>
          <p:nvPr/>
        </p:nvSpPr>
        <p:spPr>
          <a:xfrm>
            <a:off x="2173109" y="2186954"/>
            <a:ext cx="406400" cy="2198161"/>
          </a:xfrm>
          <a:prstGeom prst="rect">
            <a:avLst/>
          </a:prstGeom>
          <a:noFill/>
          <a:ln w="381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1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34C3C6-BCF2-937C-6691-31A502EEF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Pointer Arithmetic to Traverse an Array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7D563E4-CEF7-615F-9D8D-B0F3B02AAE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Putting </a:t>
            </a:r>
            <a:r>
              <a:rPr lang="en-US" i="1" u="sng" dirty="0"/>
              <a:t>pointer arithmetic</a:t>
            </a:r>
            <a:r>
              <a:rPr lang="en-US" i="1" dirty="0"/>
              <a:t> and </a:t>
            </a:r>
            <a:r>
              <a:rPr lang="en-US" i="1" u="sng" dirty="0"/>
              <a:t>arrays</a:t>
            </a:r>
            <a:r>
              <a:rPr lang="en-US" i="1" dirty="0"/>
              <a:t> together…</a:t>
            </a:r>
          </a:p>
        </p:txBody>
      </p:sp>
    </p:spTree>
    <p:extLst>
      <p:ext uri="{BB962C8B-B14F-4D97-AF65-F5344CB8AC3E}">
        <p14:creationId xmlns:p14="http://schemas.microsoft.com/office/powerpoint/2010/main" val="3538202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CBBB4F-2F7B-6C77-DE13-31BBEA534176}"/>
              </a:ext>
            </a:extLst>
          </p:cNvPr>
          <p:cNvSpPr txBox="1"/>
          <p:nvPr/>
        </p:nvSpPr>
        <p:spPr>
          <a:xfrm>
            <a:off x="349955" y="347766"/>
            <a:ext cx="58928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2000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  <a:endParaRPr lang="en-US" sz="20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</a:t>
            </a:r>
            <a:r>
              <a:rPr lang="en-US" sz="2000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[]{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&amp;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] &lt;&lt; 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sz="20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sz="20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] &lt;&lt; 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sz="20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*(</a:t>
            </a:r>
            <a:r>
              <a:rPr lang="en-US" sz="2000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 &lt;&lt; 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\n</a:t>
            </a:r>
            <a:r>
              <a:rPr lang="en-US" sz="2000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41B550-992F-1439-AC30-775FFD05B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554" y="1092213"/>
            <a:ext cx="3682229" cy="291230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0BFF12-7FCB-EAF2-AA20-5564339BF627}"/>
              </a:ext>
            </a:extLst>
          </p:cNvPr>
          <p:cNvCxnSpPr>
            <a:cxnSpLocks/>
          </p:cNvCxnSpPr>
          <p:nvPr/>
        </p:nvCxnSpPr>
        <p:spPr>
          <a:xfrm>
            <a:off x="5994400" y="2348089"/>
            <a:ext cx="16594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0AD891-81BF-A2E8-F106-EB7D0A242B2A}"/>
              </a:ext>
            </a:extLst>
          </p:cNvPr>
          <p:cNvCxnSpPr>
            <a:cxnSpLocks/>
          </p:cNvCxnSpPr>
          <p:nvPr/>
        </p:nvCxnSpPr>
        <p:spPr>
          <a:xfrm>
            <a:off x="5683951" y="2692402"/>
            <a:ext cx="1925603" cy="959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07D9F9-01EF-D142-BB98-75A57B473F8E}"/>
              </a:ext>
            </a:extLst>
          </p:cNvPr>
          <p:cNvCxnSpPr>
            <a:cxnSpLocks/>
          </p:cNvCxnSpPr>
          <p:nvPr/>
        </p:nvCxnSpPr>
        <p:spPr>
          <a:xfrm>
            <a:off x="5861331" y="3300485"/>
            <a:ext cx="17925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CCE527-E0B2-7102-28F8-9863E7550CBC}"/>
              </a:ext>
            </a:extLst>
          </p:cNvPr>
          <p:cNvCxnSpPr>
            <a:cxnSpLocks/>
          </p:cNvCxnSpPr>
          <p:nvPr/>
        </p:nvCxnSpPr>
        <p:spPr>
          <a:xfrm>
            <a:off x="6152442" y="3601156"/>
            <a:ext cx="1501425" cy="1395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05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6544E2-EEC0-8E13-FDB3-EDD83FE6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755" y="144494"/>
            <a:ext cx="7422523" cy="6569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A72F84-25C7-E219-DD42-9B867CD4382F}"/>
              </a:ext>
            </a:extLst>
          </p:cNvPr>
          <p:cNvSpPr txBox="1"/>
          <p:nvPr/>
        </p:nvSpPr>
        <p:spPr>
          <a:xfrm>
            <a:off x="699911" y="2305615"/>
            <a:ext cx="3217333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i="1" dirty="0"/>
              <a:t>Traversing an array using the concepts that we’ve studied thus far.</a:t>
            </a:r>
          </a:p>
        </p:txBody>
      </p:sp>
    </p:spTree>
    <p:extLst>
      <p:ext uri="{BB962C8B-B14F-4D97-AF65-F5344CB8AC3E}">
        <p14:creationId xmlns:p14="http://schemas.microsoft.com/office/powerpoint/2010/main" val="3283076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15E830-68E2-75C2-12DC-4043DEBD6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Character Arrays / C-Style Strings</a:t>
            </a:r>
          </a:p>
        </p:txBody>
      </p:sp>
    </p:spTree>
    <p:extLst>
      <p:ext uri="{BB962C8B-B14F-4D97-AF65-F5344CB8AC3E}">
        <p14:creationId xmlns:p14="http://schemas.microsoft.com/office/powerpoint/2010/main" val="2868628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0023-56D1-E504-D29F-A73E42B4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C-Style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8758-C0C8-E204-7251-719FA2C78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Inherited from C programming language into C++.</a:t>
            </a:r>
          </a:p>
          <a:p>
            <a:endParaRPr lang="en-US" dirty="0"/>
          </a:p>
          <a:p>
            <a:r>
              <a:rPr lang="en-US" b="1" dirty="0">
                <a:latin typeface="Consolas" panose="020B0609020204030204" pitchFamily="49" charset="0"/>
              </a:rPr>
              <a:t>std::string </a:t>
            </a:r>
            <a:r>
              <a:rPr lang="en-US" dirty="0"/>
              <a:t>in C++ is also based on C-style strings.</a:t>
            </a:r>
          </a:p>
          <a:p>
            <a:endParaRPr lang="en-US" dirty="0"/>
          </a:p>
          <a:p>
            <a:r>
              <a:rPr lang="en-US" dirty="0"/>
              <a:t>C-style strings are </a:t>
            </a:r>
            <a:r>
              <a:rPr lang="en-US" b="1" dirty="0"/>
              <a:t>character arrays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They are </a:t>
            </a:r>
            <a:r>
              <a:rPr lang="en-US" b="1" dirty="0"/>
              <a:t>null-terminated </a:t>
            </a:r>
            <a:r>
              <a:rPr lang="en-US" dirty="0"/>
              <a:t>strings.</a:t>
            </a:r>
          </a:p>
          <a:p>
            <a:pPr lvl="1"/>
            <a:r>
              <a:rPr lang="en-US" dirty="0"/>
              <a:t>C-style strings have a </a:t>
            </a:r>
            <a:r>
              <a:rPr lang="en-US" b="1" dirty="0"/>
              <a:t>null character </a:t>
            </a:r>
            <a:r>
              <a:rPr lang="en-US" b="1" dirty="0">
                <a:latin typeface="Consolas" panose="020B0609020204030204" pitchFamily="49" charset="0"/>
              </a:rPr>
              <a:t>(‘\0’)</a:t>
            </a:r>
            <a:r>
              <a:rPr lang="en-US" dirty="0"/>
              <a:t> at their end.</a:t>
            </a:r>
          </a:p>
          <a:p>
            <a:pPr lvl="1"/>
            <a:r>
              <a:rPr lang="en-US" dirty="0"/>
              <a:t>This character has an ASCII code = 0.</a:t>
            </a:r>
          </a:p>
        </p:txBody>
      </p:sp>
    </p:spTree>
    <p:extLst>
      <p:ext uri="{BB962C8B-B14F-4D97-AF65-F5344CB8AC3E}">
        <p14:creationId xmlns:p14="http://schemas.microsoft.com/office/powerpoint/2010/main" val="3082124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0023-56D1-E504-D29F-A73E42B4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C-Style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8758-C0C8-E204-7251-719FA2C78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 to the code files.</a:t>
            </a:r>
          </a:p>
          <a:p>
            <a:endParaRPr lang="en-US" dirty="0"/>
          </a:p>
          <a:p>
            <a:r>
              <a:rPr lang="en-US" i="1" dirty="0"/>
              <a:t>Initializing C-style strings.</a:t>
            </a:r>
          </a:p>
          <a:p>
            <a:endParaRPr lang="en-US" i="1" dirty="0"/>
          </a:p>
          <a:p>
            <a:r>
              <a:rPr lang="en-US" i="1" dirty="0"/>
              <a:t>Null-terminated.</a:t>
            </a:r>
          </a:p>
          <a:p>
            <a:endParaRPr lang="en-US" i="1" dirty="0"/>
          </a:p>
          <a:p>
            <a:r>
              <a:rPr lang="en-US" i="1" dirty="0"/>
              <a:t>Different behavior with </a:t>
            </a:r>
            <a:r>
              <a:rPr lang="en-US" b="1" i="1" dirty="0">
                <a:latin typeface="Consolas" panose="020B0609020204030204" pitchFamily="49" charset="0"/>
              </a:rPr>
              <a:t>std::</a:t>
            </a:r>
            <a:r>
              <a:rPr lang="en-US" b="1" i="1" dirty="0" err="1">
                <a:latin typeface="Consolas" panose="020B0609020204030204" pitchFamily="49" charset="0"/>
              </a:rPr>
              <a:t>cout</a:t>
            </a:r>
            <a:r>
              <a:rPr lang="en-US" i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56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4C8D72-3E50-7F8E-8309-48421B700DA0}"/>
              </a:ext>
            </a:extLst>
          </p:cNvPr>
          <p:cNvSpPr txBox="1"/>
          <p:nvPr/>
        </p:nvSpPr>
        <p:spPr>
          <a:xfrm>
            <a:off x="3484756" y="2739266"/>
            <a:ext cx="728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&lt;&lt;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BD9AA-696E-676C-41D4-85B08A8DF99B}"/>
              </a:ext>
            </a:extLst>
          </p:cNvPr>
          <p:cNvSpPr txBox="1"/>
          <p:nvPr/>
        </p:nvSpPr>
        <p:spPr>
          <a:xfrm>
            <a:off x="646771" y="2739266"/>
            <a:ext cx="2488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std::</a:t>
            </a:r>
            <a:r>
              <a:rPr lang="en-US" sz="3200" dirty="0" err="1">
                <a:latin typeface="Consolas" panose="020B0609020204030204" pitchFamily="49" charset="0"/>
              </a:rPr>
              <a:t>cout</a:t>
            </a:r>
            <a:endParaRPr lang="en-US" sz="32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C980E-4FF4-D235-770B-81BE650E708B}"/>
              </a:ext>
            </a:extLst>
          </p:cNvPr>
          <p:cNvSpPr txBox="1"/>
          <p:nvPr/>
        </p:nvSpPr>
        <p:spPr>
          <a:xfrm>
            <a:off x="4562707" y="2739265"/>
            <a:ext cx="723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(int*)	  </a:t>
            </a:r>
            <a:r>
              <a:rPr lang="en-US" sz="3200" dirty="0">
                <a:solidFill>
                  <a:srgbClr val="00B050"/>
                </a:solidFill>
                <a:latin typeface="Consolas" panose="020B0609020204030204" pitchFamily="49" charset="0"/>
              </a:rPr>
              <a:t>// Prints the address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E4836-C726-BAC5-8EFD-2CABAC1C624C}"/>
              </a:ext>
            </a:extLst>
          </p:cNvPr>
          <p:cNvSpPr txBox="1"/>
          <p:nvPr/>
        </p:nvSpPr>
        <p:spPr>
          <a:xfrm>
            <a:off x="646771" y="3594193"/>
            <a:ext cx="2488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std::</a:t>
            </a:r>
            <a:r>
              <a:rPr lang="en-US" sz="3200" dirty="0" err="1">
                <a:latin typeface="Consolas" panose="020B0609020204030204" pitchFamily="49" charset="0"/>
              </a:rPr>
              <a:t>cout</a:t>
            </a:r>
            <a:endParaRPr lang="en-US" sz="32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4F1E7-75E2-75EF-FCDB-2D4A97E40AFE}"/>
              </a:ext>
            </a:extLst>
          </p:cNvPr>
          <p:cNvSpPr txBox="1"/>
          <p:nvPr/>
        </p:nvSpPr>
        <p:spPr>
          <a:xfrm>
            <a:off x="3484756" y="4449120"/>
            <a:ext cx="728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</a:rPr>
              <a:t>&lt;&lt;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EA669-D8F9-8498-63BC-762F2B7734C9}"/>
              </a:ext>
            </a:extLst>
          </p:cNvPr>
          <p:cNvSpPr txBox="1"/>
          <p:nvPr/>
        </p:nvSpPr>
        <p:spPr>
          <a:xfrm>
            <a:off x="646771" y="4449120"/>
            <a:ext cx="2488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</a:rPr>
              <a:t>std::</a:t>
            </a:r>
            <a:r>
              <a:rPr lang="en-US" sz="32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cout</a:t>
            </a:r>
            <a:endParaRPr lang="en-US" sz="3200" b="1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B065AE-F65D-4FC0-7FDF-708A422D3837}"/>
              </a:ext>
            </a:extLst>
          </p:cNvPr>
          <p:cNvSpPr txBox="1"/>
          <p:nvPr/>
        </p:nvSpPr>
        <p:spPr>
          <a:xfrm>
            <a:off x="4562705" y="4449120"/>
            <a:ext cx="723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Consolas" panose="020B0609020204030204" pitchFamily="49" charset="0"/>
              </a:rPr>
              <a:t>(char*)</a:t>
            </a:r>
            <a:r>
              <a:rPr lang="en-US" sz="3200" dirty="0">
                <a:latin typeface="Consolas" panose="020B0609020204030204" pitchFamily="49" charset="0"/>
              </a:rPr>
              <a:t>	  </a:t>
            </a:r>
            <a:r>
              <a:rPr lang="en-US" sz="3200" dirty="0">
                <a:solidFill>
                  <a:srgbClr val="00B050"/>
                </a:solidFill>
                <a:latin typeface="Consolas" panose="020B0609020204030204" pitchFamily="49" charset="0"/>
              </a:rPr>
              <a:t>// Prints the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650175-3270-44B5-FB72-080919AA4D2E}"/>
              </a:ext>
            </a:extLst>
          </p:cNvPr>
          <p:cNvSpPr txBox="1"/>
          <p:nvPr/>
        </p:nvSpPr>
        <p:spPr>
          <a:xfrm>
            <a:off x="3484754" y="1884337"/>
            <a:ext cx="728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&lt;&lt;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51177-0791-FE02-5D2F-6946DF4AB9BC}"/>
              </a:ext>
            </a:extLst>
          </p:cNvPr>
          <p:cNvSpPr txBox="1"/>
          <p:nvPr/>
        </p:nvSpPr>
        <p:spPr>
          <a:xfrm>
            <a:off x="646769" y="1884337"/>
            <a:ext cx="2488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std::</a:t>
            </a:r>
            <a:r>
              <a:rPr lang="en-US" sz="3200" dirty="0" err="1">
                <a:latin typeface="Consolas" panose="020B0609020204030204" pitchFamily="49" charset="0"/>
              </a:rPr>
              <a:t>cout</a:t>
            </a:r>
            <a:endParaRPr lang="en-US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83EFC2-2BBE-AF83-2B28-6C6907BF676E}"/>
              </a:ext>
            </a:extLst>
          </p:cNvPr>
          <p:cNvSpPr txBox="1"/>
          <p:nvPr/>
        </p:nvSpPr>
        <p:spPr>
          <a:xfrm>
            <a:off x="4562705" y="1884336"/>
            <a:ext cx="723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(int)	  </a:t>
            </a:r>
            <a:r>
              <a:rPr lang="en-US" sz="3200" dirty="0">
                <a:solidFill>
                  <a:srgbClr val="00B050"/>
                </a:solidFill>
                <a:latin typeface="Consolas" panose="020B0609020204030204" pitchFamily="49" charset="0"/>
              </a:rPr>
              <a:t>// Prints the 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E0BD67-F922-CA85-6A76-3C92D0318299}"/>
              </a:ext>
            </a:extLst>
          </p:cNvPr>
          <p:cNvSpPr txBox="1"/>
          <p:nvPr/>
        </p:nvSpPr>
        <p:spPr>
          <a:xfrm>
            <a:off x="3484754" y="3558640"/>
            <a:ext cx="728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onsolas" panose="020B0609020204030204" pitchFamily="49" charset="0"/>
              </a:rPr>
              <a:t>&lt;&lt;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5AEFD1-79A1-0D18-447E-1C0C4DB4FFE3}"/>
              </a:ext>
            </a:extLst>
          </p:cNvPr>
          <p:cNvSpPr txBox="1"/>
          <p:nvPr/>
        </p:nvSpPr>
        <p:spPr>
          <a:xfrm>
            <a:off x="4562703" y="3594193"/>
            <a:ext cx="723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(double*) </a:t>
            </a:r>
            <a:r>
              <a:rPr lang="en-US" sz="3200" dirty="0">
                <a:solidFill>
                  <a:srgbClr val="00B050"/>
                </a:solidFill>
                <a:latin typeface="Consolas" panose="020B0609020204030204" pitchFamily="49" charset="0"/>
              </a:rPr>
              <a:t>// Prints the address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E2F106-D542-323F-35F2-239816DFD92A}"/>
              </a:ext>
            </a:extLst>
          </p:cNvPr>
          <p:cNvSpPr/>
          <p:nvPr/>
        </p:nvSpPr>
        <p:spPr>
          <a:xfrm>
            <a:off x="550985" y="4348064"/>
            <a:ext cx="10902461" cy="783823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A9D944-E938-5D05-2C62-E8E59AF4565D}"/>
              </a:ext>
            </a:extLst>
          </p:cNvPr>
          <p:cNvSpPr txBox="1"/>
          <p:nvPr/>
        </p:nvSpPr>
        <p:spPr>
          <a:xfrm>
            <a:off x="7807569" y="5275382"/>
            <a:ext cx="364587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Somewhat unique behavior.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FB73AD-8E21-B770-DA94-79658DBB4C97}"/>
              </a:ext>
            </a:extLst>
          </p:cNvPr>
          <p:cNvSpPr txBox="1"/>
          <p:nvPr/>
        </p:nvSpPr>
        <p:spPr>
          <a:xfrm>
            <a:off x="5245075" y="171996"/>
            <a:ext cx="20280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chemeClr val="accent1"/>
                </a:solidFill>
              </a:rPr>
              <a:t>RHS Operand</a:t>
            </a:r>
          </a:p>
          <a:p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dtype</a:t>
            </a:r>
            <a:r>
              <a:rPr lang="en-US" sz="2400" i="1" dirty="0">
                <a:solidFill>
                  <a:schemeClr val="accent1"/>
                </a:solidFill>
              </a:rPr>
              <a:t> of data being printed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45B16A-BF50-763C-2A86-8B6905F04A0E}"/>
              </a:ext>
            </a:extLst>
          </p:cNvPr>
          <p:cNvSpPr txBox="1"/>
          <p:nvPr/>
        </p:nvSpPr>
        <p:spPr>
          <a:xfrm>
            <a:off x="2893595" y="546762"/>
            <a:ext cx="191086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operator&lt;&lt;</a:t>
            </a:r>
            <a:endParaRPr lang="en-US" sz="2400" i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26E7A-F1FE-E987-6B27-81DF7406BA2B}"/>
              </a:ext>
            </a:extLst>
          </p:cNvPr>
          <p:cNvSpPr txBox="1"/>
          <p:nvPr/>
        </p:nvSpPr>
        <p:spPr>
          <a:xfrm>
            <a:off x="424884" y="171996"/>
            <a:ext cx="20280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chemeClr val="accent1"/>
                </a:solidFill>
              </a:rPr>
              <a:t>LHS Operand</a:t>
            </a:r>
          </a:p>
          <a:p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ostream</a:t>
            </a:r>
            <a:r>
              <a:rPr lang="en-US" sz="2400" i="1" dirty="0">
                <a:solidFill>
                  <a:schemeClr val="accent1"/>
                </a:solidFill>
              </a:rPr>
              <a:t> type object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92C0A1-F0DA-02A1-DDEF-FFCC704299FE}"/>
              </a:ext>
            </a:extLst>
          </p:cNvPr>
          <p:cNvSpPr txBox="1"/>
          <p:nvPr/>
        </p:nvSpPr>
        <p:spPr>
          <a:xfrm>
            <a:off x="8844061" y="171996"/>
            <a:ext cx="3134070" cy="1200329"/>
          </a:xfrm>
          <a:prstGeom prst="rect">
            <a:avLst/>
          </a:prstGeom>
          <a:solidFill>
            <a:srgbClr val="FFFF00">
              <a:alpha val="10000"/>
            </a:srgb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Elaboration on the different behavior with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std::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cout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80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1" grpId="0"/>
      <p:bldP spid="14" grpId="0"/>
      <p:bldP spid="15" grpId="0"/>
      <p:bldP spid="16" grpId="0"/>
      <p:bldP spid="17" grpId="0"/>
      <p:bldP spid="20" grpId="0"/>
      <p:bldP spid="21" grpId="0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988168C3-607D-63E7-DA11-A8880D5FF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001" y="2449091"/>
            <a:ext cx="8175997" cy="240627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F73275-FEA3-FC35-B021-91E1E7CD8F15}"/>
              </a:ext>
            </a:extLst>
          </p:cNvPr>
          <p:cNvSpPr txBox="1"/>
          <p:nvPr/>
        </p:nvSpPr>
        <p:spPr>
          <a:xfrm>
            <a:off x="4492866" y="1773309"/>
            <a:ext cx="320626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</a:rPr>
              <a:t>Recall this diagram…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D033F-1E5D-00CC-17F7-428ACA0C486C}"/>
              </a:ext>
            </a:extLst>
          </p:cNvPr>
          <p:cNvSpPr txBox="1"/>
          <p:nvPr/>
        </p:nvSpPr>
        <p:spPr>
          <a:xfrm>
            <a:off x="3896809" y="5007923"/>
            <a:ext cx="439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2.2 from OOP in C++ by Robert </a:t>
            </a:r>
            <a:r>
              <a:rPr lang="en-US" dirty="0" err="1"/>
              <a:t>Lafore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370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4CE6-7143-5F7D-5177-27B9264AD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Pointers </a:t>
            </a:r>
            <a:r>
              <a:rPr lang="en-US" dirty="0">
                <a:latin typeface="Consolas" panose="020B0609020204030204" pitchFamily="49" charset="0"/>
              </a:rPr>
              <a:t>(void*)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F8CC-C0B4-5284-53A8-0228BD09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how to print a </a:t>
            </a:r>
            <a:r>
              <a:rPr lang="en-US" b="1" dirty="0">
                <a:latin typeface="Consolas" panose="020B0609020204030204" pitchFamily="49" charset="0"/>
              </a:rPr>
              <a:t>char* </a:t>
            </a:r>
            <a:r>
              <a:rPr lang="en-US" dirty="0"/>
              <a:t>type address if we want to?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void pointer</a:t>
            </a:r>
            <a:r>
              <a:rPr lang="en-US" dirty="0"/>
              <a:t>, is a special type of pointer that can point at objects of </a:t>
            </a:r>
            <a:r>
              <a:rPr lang="en-US" b="1" dirty="0"/>
              <a:t>any data type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could also point to objects (whose data types are created by yourself).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4CE6-7143-5F7D-5177-27B9264AD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Pointers </a:t>
            </a:r>
            <a:r>
              <a:rPr lang="en-US" dirty="0">
                <a:latin typeface="Consolas" panose="020B0609020204030204" pitchFamily="49" charset="0"/>
              </a:rPr>
              <a:t>(void*)</a:t>
            </a:r>
            <a:r>
              <a:rPr lang="en-US" dirty="0"/>
              <a:t> – Limitations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F8CC-C0B4-5284-53A8-0228BD09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void pointer has </a:t>
            </a:r>
            <a:r>
              <a:rPr lang="en-US" b="1" dirty="0"/>
              <a:t>no type information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Consequently, the following things happen.</a:t>
            </a:r>
          </a:p>
          <a:p>
            <a:endParaRPr lang="en-US" dirty="0"/>
          </a:p>
          <a:p>
            <a:r>
              <a:rPr lang="en-US" dirty="0"/>
              <a:t>You cannot dereference it.</a:t>
            </a:r>
          </a:p>
          <a:p>
            <a:pPr lvl="1"/>
            <a:r>
              <a:rPr lang="en-US" dirty="0"/>
              <a:t>You’ll have to cast it to another pointer type first.</a:t>
            </a:r>
          </a:p>
          <a:p>
            <a:endParaRPr lang="en-US" dirty="0"/>
          </a:p>
          <a:p>
            <a:r>
              <a:rPr lang="en-US" dirty="0"/>
              <a:t>You cannot do pointer arithmetic with it.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576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D346-3D10-D7C0-71E0-AF0454F6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Pointers </a:t>
            </a:r>
            <a:r>
              <a:rPr lang="en-US" dirty="0">
                <a:latin typeface="Consolas" panose="020B0609020204030204" pitchFamily="49" charset="0"/>
              </a:rPr>
              <a:t>(void*)</a:t>
            </a:r>
            <a:r>
              <a:rPr lang="en-US" dirty="0"/>
              <a:t> – Limitations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A6669-85A3-FA9B-171E-C719B0695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73" y="2766219"/>
            <a:ext cx="10125253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19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4F02-BACD-DEE7-DBC3-0A9111A1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of a C-style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5157-22C9-7003-1609-6D6FB6D9A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note the distinction between the </a:t>
            </a:r>
            <a:r>
              <a:rPr lang="en-US" u="sng" dirty="0"/>
              <a:t>length of the string</a:t>
            </a:r>
            <a:r>
              <a:rPr lang="en-US" dirty="0"/>
              <a:t> and the </a:t>
            </a:r>
            <a:r>
              <a:rPr lang="en-US" u="sng" dirty="0"/>
              <a:t>length of the character array</a:t>
            </a:r>
            <a:r>
              <a:rPr lang="en-US" dirty="0"/>
              <a:t> itself.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myString</a:t>
            </a:r>
            <a:r>
              <a:rPr lang="en-US" dirty="0">
                <a:latin typeface="Consolas" panose="020B0609020204030204" pitchFamily="49" charset="0"/>
              </a:rPr>
              <a:t>[15]{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“hello”</a:t>
            </a:r>
            <a:r>
              <a:rPr lang="en-US" dirty="0"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29882-8303-3AD5-5BF3-B7BFF9743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89468"/>
              </p:ext>
            </p:extLst>
          </p:nvPr>
        </p:nvGraphicFramePr>
        <p:xfrm>
          <a:off x="363420" y="4001294"/>
          <a:ext cx="1146516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344">
                  <a:extLst>
                    <a:ext uri="{9D8B030D-6E8A-4147-A177-3AD203B41FA5}">
                      <a16:colId xmlns:a16="http://schemas.microsoft.com/office/drawing/2014/main" val="3424961404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331749794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272029518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24726220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300481076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3373855428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1430973525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245615566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246105797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093811276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533410392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1989341041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804326702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838552424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133834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08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‘h’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‘e’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‘o’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‘\0’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140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4F02-BACD-DEE7-DBC3-0A9111A1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of a C-style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5157-22C9-7003-1609-6D6FB6D9A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of this memory can be legally accessed.</a:t>
            </a:r>
          </a:p>
          <a:p>
            <a:r>
              <a:rPr lang="en-US" dirty="0"/>
              <a:t>But your string of interest only occupies a part of this array.</a:t>
            </a:r>
          </a:p>
          <a:p>
            <a:r>
              <a:rPr lang="en-US" dirty="0"/>
              <a:t>Using the </a:t>
            </a:r>
            <a:r>
              <a:rPr lang="en-US" b="1" dirty="0" err="1">
                <a:latin typeface="Consolas" panose="020B0609020204030204" pitchFamily="49" charset="0"/>
              </a:rPr>
              <a:t>strlen</a:t>
            </a:r>
            <a:r>
              <a:rPr lang="en-US" b="1" dirty="0">
                <a:latin typeface="Consolas" panose="020B0609020204030204" pitchFamily="49" charset="0"/>
              </a:rPr>
              <a:t>() </a:t>
            </a:r>
            <a:r>
              <a:rPr lang="en-US" dirty="0"/>
              <a:t>function (shown later) gives you </a:t>
            </a:r>
            <a:r>
              <a:rPr lang="en-US" b="1" dirty="0"/>
              <a:t>length = 5</a:t>
            </a:r>
            <a:r>
              <a:rPr lang="en-US" dirty="0"/>
              <a:t>.</a:t>
            </a:r>
          </a:p>
          <a:p>
            <a:r>
              <a:rPr lang="en-US" dirty="0"/>
              <a:t>Whereas your character array is of </a:t>
            </a:r>
            <a:r>
              <a:rPr lang="en-US" b="1" dirty="0"/>
              <a:t>length = 15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29882-8303-3AD5-5BF3-B7BFF9743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622533"/>
              </p:ext>
            </p:extLst>
          </p:nvPr>
        </p:nvGraphicFramePr>
        <p:xfrm>
          <a:off x="363420" y="4001294"/>
          <a:ext cx="1146516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344">
                  <a:extLst>
                    <a:ext uri="{9D8B030D-6E8A-4147-A177-3AD203B41FA5}">
                      <a16:colId xmlns:a16="http://schemas.microsoft.com/office/drawing/2014/main" val="3424961404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331749794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272029518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24726220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300481076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3373855428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1430973525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245615566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246105797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093811276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533410392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1989341041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2804326702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838552424"/>
                    </a:ext>
                  </a:extLst>
                </a:gridCol>
                <a:gridCol w="764344">
                  <a:extLst>
                    <a:ext uri="{9D8B030D-6E8A-4147-A177-3AD203B41FA5}">
                      <a16:colId xmlns:a16="http://schemas.microsoft.com/office/drawing/2014/main" val="4133834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08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‘h’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‘e’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‘o’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‘\0’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524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0023-56D1-E504-D29F-A73E42B4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C-Style Strings – Helper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8758-C0C8-E204-7251-719FA2C78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functions in the </a:t>
            </a:r>
            <a:r>
              <a:rPr lang="en-US" b="1" dirty="0">
                <a:latin typeface="Consolas" panose="020B0609020204030204" pitchFamily="49" charset="0"/>
              </a:rPr>
              <a:t>&lt;</a:t>
            </a:r>
            <a:r>
              <a:rPr lang="en-US" b="1" dirty="0" err="1">
                <a:latin typeface="Consolas" panose="020B0609020204030204" pitchFamily="49" charset="0"/>
              </a:rPr>
              <a:t>cstring</a:t>
            </a:r>
            <a:r>
              <a:rPr lang="en-US" b="1" dirty="0">
                <a:latin typeface="Consolas" panose="020B0609020204030204" pitchFamily="49" charset="0"/>
              </a:rPr>
              <a:t>&gt;</a:t>
            </a:r>
            <a:r>
              <a:rPr lang="en-US" dirty="0"/>
              <a:t> header file to work with C-style strings. 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#include&lt;cstring&gt;</a:t>
            </a:r>
            <a:endParaRPr lang="en-US" b="1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361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ED87-7199-14DF-44F7-6ABF0A4A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strcpy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1F333-CD72-9BA5-3F90-48F10A6F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46" y="2047287"/>
            <a:ext cx="7415308" cy="34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19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4042-BE9C-1EC3-A3D5-D1C05123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strcpy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CCA9-AF18-4E2F-DF10-B532CDBFA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Ensure, that the destination array can store all the elements in the source.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49DCB-1820-E199-D2D6-C9E169A7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394" y="2898437"/>
            <a:ext cx="8437211" cy="327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693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1E8A-0B34-EE95-29DC-AAE668BD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strlen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9945-6F5A-6F5F-9FBA-06A24A9E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Gives you the length of the string without the null character.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33FE9-2362-BC58-7244-0A2EBA0A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15" y="2559018"/>
            <a:ext cx="11614369" cy="288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5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739F-2144-FB30-5339-F33B633A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8E3C-D00F-9962-95BC-B17C24713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Appends one string to another.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</a:rPr>
              <a:t>strcat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/>
          </a:p>
          <a:p>
            <a:r>
              <a:rPr lang="en-US" dirty="0"/>
              <a:t>Compares two strings.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</a:rPr>
              <a:t>strcmp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816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E97B-834B-1C85-99D0-A5258618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B658-D078-DA60-8A72-8F6FDFC4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Avoid using C-style strings if you can.</a:t>
            </a:r>
            <a:endParaRPr lang="en-US" dirty="0"/>
          </a:p>
          <a:p>
            <a:pPr lvl="1"/>
            <a:r>
              <a:rPr lang="en-US" dirty="0"/>
              <a:t>Have various dangers associated with them.</a:t>
            </a:r>
          </a:p>
          <a:p>
            <a:endParaRPr lang="en-US" dirty="0"/>
          </a:p>
          <a:p>
            <a:r>
              <a:rPr lang="en-US" dirty="0"/>
              <a:t>Prefer </a:t>
            </a:r>
            <a:r>
              <a:rPr lang="en-US" b="1" dirty="0">
                <a:latin typeface="Consolas" panose="020B0609020204030204" pitchFamily="49" charset="0"/>
              </a:rPr>
              <a:t>std::string </a:t>
            </a:r>
            <a:r>
              <a:rPr lang="en-US" dirty="0"/>
              <a:t>over C-style strings.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#include&lt;string&gt;</a:t>
            </a:r>
          </a:p>
          <a:p>
            <a:pPr lvl="1"/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/>
              <a:t>For the purposes of this course, you will be expected to use/know it in various assessments.</a:t>
            </a:r>
          </a:p>
          <a:p>
            <a:pPr lvl="1"/>
            <a:r>
              <a:rPr lang="en-US" dirty="0"/>
              <a:t>They are used in existing codes and various use cases.</a:t>
            </a:r>
          </a:p>
          <a:p>
            <a:pPr lvl="1"/>
            <a:r>
              <a:rPr lang="en-US" dirty="0"/>
              <a:t>So you should understand how they work.</a:t>
            </a:r>
          </a:p>
        </p:txBody>
      </p:sp>
    </p:spTree>
    <p:extLst>
      <p:ext uri="{BB962C8B-B14F-4D97-AF65-F5344CB8AC3E}">
        <p14:creationId xmlns:p14="http://schemas.microsoft.com/office/powerpoint/2010/main" val="267706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5652</TotalTime>
  <Words>2422</Words>
  <Application>Microsoft Office PowerPoint</Application>
  <PresentationFormat>Widescreen</PresentationFormat>
  <Paragraphs>416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Roboto Mono</vt:lpstr>
      <vt:lpstr>Office Theme</vt:lpstr>
      <vt:lpstr>Relationship between Pointers and Arrays</vt:lpstr>
      <vt:lpstr>Recall Some Behaviors of Arrays…</vt:lpstr>
      <vt:lpstr>Recall Some Behaviors of Arrays…</vt:lpstr>
      <vt:lpstr>Explanation: Arrays Decay into Pointers</vt:lpstr>
      <vt:lpstr>Explanation: Arrays Decay into Pointers</vt:lpstr>
      <vt:lpstr>Explanation: Arrays Decay into Pointers</vt:lpstr>
      <vt:lpstr>PowerPoint Presentation</vt:lpstr>
      <vt:lpstr>PowerPoint Presentation</vt:lpstr>
      <vt:lpstr>PowerPoint Presentation</vt:lpstr>
      <vt:lpstr>Exceptions to: Arrays Decay into Pointers</vt:lpstr>
      <vt:lpstr>Exceptions to: Arrays Decay into Pointers</vt:lpstr>
      <vt:lpstr>Key Takeaways from Monday</vt:lpstr>
      <vt:lpstr>An Important Point from Wednesday (Lab)</vt:lpstr>
      <vt:lpstr>Comparing Floating Point Values</vt:lpstr>
      <vt:lpstr>Comparing Floating Point Values</vt:lpstr>
      <vt:lpstr>Comparing Floating Point Values</vt:lpstr>
      <vt:lpstr>Comparing Floating Point Values</vt:lpstr>
      <vt:lpstr>PowerPoint Presentation</vt:lpstr>
      <vt:lpstr>Comparing Floating Point Values</vt:lpstr>
      <vt:lpstr>Pointer Arithmetic</vt:lpstr>
      <vt:lpstr>Pointer Arithmetic</vt:lpstr>
      <vt:lpstr>PowerPoint Presentation</vt:lpstr>
      <vt:lpstr>Pointer Arithmetic</vt:lpstr>
      <vt:lpstr>Pointer Arithmetic</vt:lpstr>
      <vt:lpstr>Arrays in Memory</vt:lpstr>
      <vt:lpstr>PowerPoint Presentation</vt:lpstr>
      <vt:lpstr>Array Structure</vt:lpstr>
      <vt:lpstr>Using Pointer Arithmetic to Traverse an Array</vt:lpstr>
      <vt:lpstr>PowerPoint Presentation</vt:lpstr>
      <vt:lpstr>PowerPoint Presentation</vt:lpstr>
      <vt:lpstr>Character Arrays / C-Style Strings</vt:lpstr>
      <vt:lpstr>C-Style Strings</vt:lpstr>
      <vt:lpstr>C-Style Strings</vt:lpstr>
      <vt:lpstr>PowerPoint Presentation</vt:lpstr>
      <vt:lpstr>PowerPoint Presentation</vt:lpstr>
      <vt:lpstr>Void Pointers (void*)</vt:lpstr>
      <vt:lpstr>Void Pointers (void*) – Limitations</vt:lpstr>
      <vt:lpstr>Void Pointers (void*) – Limitations</vt:lpstr>
      <vt:lpstr>Length of a C-style String</vt:lpstr>
      <vt:lpstr>Length of a C-style String</vt:lpstr>
      <vt:lpstr>C-Style Strings – Helper Functions</vt:lpstr>
      <vt:lpstr>std::strcpy()</vt:lpstr>
      <vt:lpstr>std::strcpy()</vt:lpstr>
      <vt:lpstr>std::strlen()</vt:lpstr>
      <vt:lpstr>Other Functions</vt:lpstr>
      <vt:lpstr>General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Pointers and Arrays</dc:title>
  <dc:creator>Mohammad Salman</dc:creator>
  <cp:lastModifiedBy>Mohammad Salman</cp:lastModifiedBy>
  <cp:revision>1</cp:revision>
  <dcterms:created xsi:type="dcterms:W3CDTF">2023-09-03T15:51:28Z</dcterms:created>
  <dcterms:modified xsi:type="dcterms:W3CDTF">2023-09-09T06:59:07Z</dcterms:modified>
</cp:coreProperties>
</file>