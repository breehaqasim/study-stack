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88" r:id="rId3"/>
    <p:sldId id="290" r:id="rId4"/>
    <p:sldId id="291" r:id="rId5"/>
    <p:sldId id="292" r:id="rId6"/>
    <p:sldId id="293" r:id="rId7"/>
    <p:sldId id="300" r:id="rId8"/>
    <p:sldId id="302" r:id="rId9"/>
    <p:sldId id="299" r:id="rId10"/>
    <p:sldId id="298" r:id="rId11"/>
    <p:sldId id="303" r:id="rId12"/>
    <p:sldId id="289" r:id="rId13"/>
    <p:sldId id="294" r:id="rId14"/>
    <p:sldId id="296" r:id="rId15"/>
    <p:sldId id="304" r:id="rId16"/>
    <p:sldId id="305" r:id="rId17"/>
    <p:sldId id="307" r:id="rId18"/>
    <p:sldId id="308" r:id="rId19"/>
    <p:sldId id="309" r:id="rId20"/>
    <p:sldId id="310" r:id="rId21"/>
    <p:sldId id="319" r:id="rId22"/>
    <p:sldId id="311" r:id="rId23"/>
    <p:sldId id="312" r:id="rId24"/>
    <p:sldId id="320" r:id="rId25"/>
    <p:sldId id="313" r:id="rId26"/>
    <p:sldId id="314" r:id="rId27"/>
    <p:sldId id="321" r:id="rId28"/>
    <p:sldId id="315" r:id="rId29"/>
    <p:sldId id="317" r:id="rId30"/>
    <p:sldId id="316" r:id="rId31"/>
    <p:sldId id="30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35" autoAdjust="0"/>
  </p:normalViewPr>
  <p:slideViewPr>
    <p:cSldViewPr snapToGrid="0">
      <p:cViewPr varScale="1">
        <p:scale>
          <a:sx n="73" d="100"/>
          <a:sy n="73" d="100"/>
        </p:scale>
        <p:origin x="10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Salman" userId="cfd6754c-e613-4f6f-bb98-36aef69d8c31" providerId="ADAL" clId="{64187A1A-A645-419F-AF24-2060A3F22D7A}"/>
    <pc:docChg chg="undo redo custSel addSld delSld modSld sldOrd modMainMaster">
      <pc:chgData name="Mohammad Salman" userId="cfd6754c-e613-4f6f-bb98-36aef69d8c31" providerId="ADAL" clId="{64187A1A-A645-419F-AF24-2060A3F22D7A}" dt="2023-10-09T14:11:56.455" v="3267" actId="47"/>
      <pc:docMkLst>
        <pc:docMk/>
      </pc:docMkLst>
      <pc:sldChg chg="add setBg">
        <pc:chgData name="Mohammad Salman" userId="cfd6754c-e613-4f6f-bb98-36aef69d8c31" providerId="ADAL" clId="{64187A1A-A645-419F-AF24-2060A3F22D7A}" dt="2023-10-09T07:16:03.741" v="8"/>
        <pc:sldMkLst>
          <pc:docMk/>
          <pc:sldMk cId="820814297" sldId="256"/>
        </pc:sldMkLst>
      </pc:sldChg>
      <pc:sldChg chg="modSp add del mod setBg">
        <pc:chgData name="Mohammad Salman" userId="cfd6754c-e613-4f6f-bb98-36aef69d8c31" providerId="ADAL" clId="{64187A1A-A645-419F-AF24-2060A3F22D7A}" dt="2023-10-09T14:11:55.314" v="3266" actId="47"/>
        <pc:sldMkLst>
          <pc:docMk/>
          <pc:sldMk cId="1132301418" sldId="286"/>
        </pc:sldMkLst>
        <pc:spChg chg="mod">
          <ac:chgData name="Mohammad Salman" userId="cfd6754c-e613-4f6f-bb98-36aef69d8c31" providerId="ADAL" clId="{64187A1A-A645-419F-AF24-2060A3F22D7A}" dt="2023-10-09T14:11:53.143" v="3265" actId="20577"/>
          <ac:spMkLst>
            <pc:docMk/>
            <pc:sldMk cId="1132301418" sldId="286"/>
            <ac:spMk id="3" creationId="{E769EE54-2938-D427-CBE6-AC6C389398D4}"/>
          </ac:spMkLst>
        </pc:spChg>
      </pc:sldChg>
      <pc:sldChg chg="add ord setBg">
        <pc:chgData name="Mohammad Salman" userId="cfd6754c-e613-4f6f-bb98-36aef69d8c31" providerId="ADAL" clId="{64187A1A-A645-419F-AF24-2060A3F22D7A}" dt="2023-10-09T07:16:00.864" v="7"/>
        <pc:sldMkLst>
          <pc:docMk/>
          <pc:sldMk cId="1584440592" sldId="288"/>
        </pc:sldMkLst>
      </pc:sldChg>
      <pc:sldChg chg="modSp add mod modNotesTx">
        <pc:chgData name="Mohammad Salman" userId="cfd6754c-e613-4f6f-bb98-36aef69d8c31" providerId="ADAL" clId="{64187A1A-A645-419F-AF24-2060A3F22D7A}" dt="2023-10-09T08:24:29.061" v="978" actId="20577"/>
        <pc:sldMkLst>
          <pc:docMk/>
          <pc:sldMk cId="945450396" sldId="289"/>
        </pc:sldMkLst>
        <pc:spChg chg="mod">
          <ac:chgData name="Mohammad Salman" userId="cfd6754c-e613-4f6f-bb98-36aef69d8c31" providerId="ADAL" clId="{64187A1A-A645-419F-AF24-2060A3F22D7A}" dt="2023-10-09T08:24:24.617" v="977" actId="27636"/>
          <ac:spMkLst>
            <pc:docMk/>
            <pc:sldMk cId="945450396" sldId="289"/>
            <ac:spMk id="3" creationId="{FF5F398A-AC3F-872F-B0C0-2A2B380550D5}"/>
          </ac:spMkLst>
        </pc:spChg>
      </pc:sldChg>
      <pc:sldChg chg="add">
        <pc:chgData name="Mohammad Salman" userId="cfd6754c-e613-4f6f-bb98-36aef69d8c31" providerId="ADAL" clId="{64187A1A-A645-419F-AF24-2060A3F22D7A}" dt="2023-10-09T07:15:23.327" v="0"/>
        <pc:sldMkLst>
          <pc:docMk/>
          <pc:sldMk cId="1882995592" sldId="290"/>
        </pc:sldMkLst>
      </pc:sldChg>
      <pc:sldChg chg="add modAnim">
        <pc:chgData name="Mohammad Salman" userId="cfd6754c-e613-4f6f-bb98-36aef69d8c31" providerId="ADAL" clId="{64187A1A-A645-419F-AF24-2060A3F22D7A}" dt="2023-10-09T07:41:30.549" v="10"/>
        <pc:sldMkLst>
          <pc:docMk/>
          <pc:sldMk cId="3141728720" sldId="291"/>
        </pc:sldMkLst>
      </pc:sldChg>
      <pc:sldChg chg="modSp add mod modAnim">
        <pc:chgData name="Mohammad Salman" userId="cfd6754c-e613-4f6f-bb98-36aef69d8c31" providerId="ADAL" clId="{64187A1A-A645-419F-AF24-2060A3F22D7A}" dt="2023-10-09T13:46:08.266" v="2964" actId="20577"/>
        <pc:sldMkLst>
          <pc:docMk/>
          <pc:sldMk cId="950762204" sldId="292"/>
        </pc:sldMkLst>
        <pc:spChg chg="mod">
          <ac:chgData name="Mohammad Salman" userId="cfd6754c-e613-4f6f-bb98-36aef69d8c31" providerId="ADAL" clId="{64187A1A-A645-419F-AF24-2060A3F22D7A}" dt="2023-10-09T07:15:36.144" v="2" actId="27636"/>
          <ac:spMkLst>
            <pc:docMk/>
            <pc:sldMk cId="950762204" sldId="292"/>
            <ac:spMk id="3" creationId="{C9C4FCC5-8B29-F235-24D4-27F165AFF902}"/>
          </ac:spMkLst>
        </pc:spChg>
        <pc:spChg chg="mod">
          <ac:chgData name="Mohammad Salman" userId="cfd6754c-e613-4f6f-bb98-36aef69d8c31" providerId="ADAL" clId="{64187A1A-A645-419F-AF24-2060A3F22D7A}" dt="2023-10-09T13:45:35.729" v="2956" actId="20577"/>
          <ac:spMkLst>
            <pc:docMk/>
            <pc:sldMk cId="950762204" sldId="292"/>
            <ac:spMk id="7" creationId="{E708A226-6113-BCD9-7558-3F59EBE7BA34}"/>
          </ac:spMkLst>
        </pc:spChg>
      </pc:sldChg>
      <pc:sldChg chg="addSp delSp modSp add mod modAnim">
        <pc:chgData name="Mohammad Salman" userId="cfd6754c-e613-4f6f-bb98-36aef69d8c31" providerId="ADAL" clId="{64187A1A-A645-419F-AF24-2060A3F22D7A}" dt="2023-10-09T13:48:17.730" v="3032" actId="114"/>
        <pc:sldMkLst>
          <pc:docMk/>
          <pc:sldMk cId="2421457051" sldId="293"/>
        </pc:sldMkLst>
        <pc:spChg chg="mod">
          <ac:chgData name="Mohammad Salman" userId="cfd6754c-e613-4f6f-bb98-36aef69d8c31" providerId="ADAL" clId="{64187A1A-A645-419F-AF24-2060A3F22D7A}" dt="2023-10-09T07:42:13.251" v="15" actId="113"/>
          <ac:spMkLst>
            <pc:docMk/>
            <pc:sldMk cId="2421457051" sldId="293"/>
            <ac:spMk id="3" creationId="{C9C4FCC5-8B29-F235-24D4-27F165AFF902}"/>
          </ac:spMkLst>
        </pc:spChg>
        <pc:spChg chg="add del mod">
          <ac:chgData name="Mohammad Salman" userId="cfd6754c-e613-4f6f-bb98-36aef69d8c31" providerId="ADAL" clId="{64187A1A-A645-419F-AF24-2060A3F22D7A}" dt="2023-10-09T07:48:55.748" v="99" actId="478"/>
          <ac:spMkLst>
            <pc:docMk/>
            <pc:sldMk cId="2421457051" sldId="293"/>
            <ac:spMk id="4" creationId="{19CC09EC-A6D8-A5C9-C5CC-E4CCBD683307}"/>
          </ac:spMkLst>
        </pc:spChg>
        <pc:spChg chg="add del">
          <ac:chgData name="Mohammad Salman" userId="cfd6754c-e613-4f6f-bb98-36aef69d8c31" providerId="ADAL" clId="{64187A1A-A645-419F-AF24-2060A3F22D7A}" dt="2023-10-09T13:47:02.753" v="2983" actId="22"/>
          <ac:spMkLst>
            <pc:docMk/>
            <pc:sldMk cId="2421457051" sldId="293"/>
            <ac:spMk id="5" creationId="{9A585323-7ED9-5441-2C11-94AACFC09909}"/>
          </ac:spMkLst>
        </pc:spChg>
        <pc:spChg chg="mod">
          <ac:chgData name="Mohammad Salman" userId="cfd6754c-e613-4f6f-bb98-36aef69d8c31" providerId="ADAL" clId="{64187A1A-A645-419F-AF24-2060A3F22D7A}" dt="2023-10-09T13:47:52.937" v="3029" actId="1076"/>
          <ac:spMkLst>
            <pc:docMk/>
            <pc:sldMk cId="2421457051" sldId="293"/>
            <ac:spMk id="6" creationId="{2110590D-DDBA-F38A-3362-A8AC8A35B41B}"/>
          </ac:spMkLst>
        </pc:spChg>
        <pc:spChg chg="add mod">
          <ac:chgData name="Mohammad Salman" userId="cfd6754c-e613-4f6f-bb98-36aef69d8c31" providerId="ADAL" clId="{64187A1A-A645-419F-AF24-2060A3F22D7A}" dt="2023-10-09T13:48:17.730" v="3032" actId="114"/>
          <ac:spMkLst>
            <pc:docMk/>
            <pc:sldMk cId="2421457051" sldId="293"/>
            <ac:spMk id="9" creationId="{CD33E1FC-7162-3B3A-5B01-CCEFBF9A80F1}"/>
          </ac:spMkLst>
        </pc:spChg>
        <pc:spChg chg="mod">
          <ac:chgData name="Mohammad Salman" userId="cfd6754c-e613-4f6f-bb98-36aef69d8c31" providerId="ADAL" clId="{64187A1A-A645-419F-AF24-2060A3F22D7A}" dt="2023-10-09T13:48:05.136" v="3031" actId="121"/>
          <ac:spMkLst>
            <pc:docMk/>
            <pc:sldMk cId="2421457051" sldId="293"/>
            <ac:spMk id="12" creationId="{C36668D0-747D-DE9E-56FE-D2CEF8F3BE60}"/>
          </ac:spMkLst>
        </pc:spChg>
      </pc:sldChg>
      <pc:sldChg chg="add">
        <pc:chgData name="Mohammad Salman" userId="cfd6754c-e613-4f6f-bb98-36aef69d8c31" providerId="ADAL" clId="{64187A1A-A645-419F-AF24-2060A3F22D7A}" dt="2023-10-09T07:15:23.327" v="0"/>
        <pc:sldMkLst>
          <pc:docMk/>
          <pc:sldMk cId="1374455111" sldId="294"/>
        </pc:sldMkLst>
      </pc:sldChg>
      <pc:sldChg chg="add del setBg">
        <pc:chgData name="Mohammad Salman" userId="cfd6754c-e613-4f6f-bb98-36aef69d8c31" providerId="ADAL" clId="{64187A1A-A645-419F-AF24-2060A3F22D7A}" dt="2023-10-09T08:12:35.198" v="901" actId="47"/>
        <pc:sldMkLst>
          <pc:docMk/>
          <pc:sldMk cId="3976247955" sldId="295"/>
        </pc:sldMkLst>
      </pc:sldChg>
      <pc:sldChg chg="addSp modSp add mod setBg">
        <pc:chgData name="Mohammad Salman" userId="cfd6754c-e613-4f6f-bb98-36aef69d8c31" providerId="ADAL" clId="{64187A1A-A645-419F-AF24-2060A3F22D7A}" dt="2023-10-09T08:26:35.450" v="1113" actId="1076"/>
        <pc:sldMkLst>
          <pc:docMk/>
          <pc:sldMk cId="500188760" sldId="296"/>
        </pc:sldMkLst>
        <pc:spChg chg="add mod">
          <ac:chgData name="Mohammad Salman" userId="cfd6754c-e613-4f6f-bb98-36aef69d8c31" providerId="ADAL" clId="{64187A1A-A645-419F-AF24-2060A3F22D7A}" dt="2023-10-09T08:26:05.330" v="1112" actId="20577"/>
          <ac:spMkLst>
            <pc:docMk/>
            <pc:sldMk cId="500188760" sldId="296"/>
            <ac:spMk id="2" creationId="{91A8EE2A-E994-E1D0-FFE0-05295BFC7CF5}"/>
          </ac:spMkLst>
        </pc:spChg>
        <pc:picChg chg="mod">
          <ac:chgData name="Mohammad Salman" userId="cfd6754c-e613-4f6f-bb98-36aef69d8c31" providerId="ADAL" clId="{64187A1A-A645-419F-AF24-2060A3F22D7A}" dt="2023-10-09T08:26:35.450" v="1113" actId="1076"/>
          <ac:picMkLst>
            <pc:docMk/>
            <pc:sldMk cId="500188760" sldId="296"/>
            <ac:picMk id="11" creationId="{F715993C-637E-FD76-76A0-8A8CB29E12D3}"/>
          </ac:picMkLst>
        </pc:picChg>
      </pc:sldChg>
      <pc:sldChg chg="add del setBg">
        <pc:chgData name="Mohammad Salman" userId="cfd6754c-e613-4f6f-bb98-36aef69d8c31" providerId="ADAL" clId="{64187A1A-A645-419F-AF24-2060A3F22D7A}" dt="2023-10-09T08:28:56.364" v="1114" actId="47"/>
        <pc:sldMkLst>
          <pc:docMk/>
          <pc:sldMk cId="3642196621" sldId="297"/>
        </pc:sldMkLst>
      </pc:sldChg>
      <pc:sldChg chg="addSp delSp modSp add mod modAnim modNotesTx">
        <pc:chgData name="Mohammad Salman" userId="cfd6754c-e613-4f6f-bb98-36aef69d8c31" providerId="ADAL" clId="{64187A1A-A645-419F-AF24-2060A3F22D7A}" dt="2023-10-09T13:50:32.248" v="3049" actId="20577"/>
        <pc:sldMkLst>
          <pc:docMk/>
          <pc:sldMk cId="1947073215" sldId="298"/>
        </pc:sldMkLst>
        <pc:spChg chg="add mod">
          <ac:chgData name="Mohammad Salman" userId="cfd6754c-e613-4f6f-bb98-36aef69d8c31" providerId="ADAL" clId="{64187A1A-A645-419F-AF24-2060A3F22D7A}" dt="2023-10-09T13:49:40.572" v="3037"/>
          <ac:spMkLst>
            <pc:docMk/>
            <pc:sldMk cId="1947073215" sldId="298"/>
            <ac:spMk id="2" creationId="{F9701B1E-7F48-70F0-36BC-130F5D84762A}"/>
          </ac:spMkLst>
        </pc:spChg>
        <pc:spChg chg="add mod">
          <ac:chgData name="Mohammad Salman" userId="cfd6754c-e613-4f6f-bb98-36aef69d8c31" providerId="ADAL" clId="{64187A1A-A645-419F-AF24-2060A3F22D7A}" dt="2023-10-09T13:49:40.572" v="3037"/>
          <ac:spMkLst>
            <pc:docMk/>
            <pc:sldMk cId="1947073215" sldId="298"/>
            <ac:spMk id="3" creationId="{B0894FAF-73D4-E3F5-63BB-4AD01546960A}"/>
          </ac:spMkLst>
        </pc:spChg>
        <pc:spChg chg="mod">
          <ac:chgData name="Mohammad Salman" userId="cfd6754c-e613-4f6f-bb98-36aef69d8c31" providerId="ADAL" clId="{64187A1A-A645-419F-AF24-2060A3F22D7A}" dt="2023-10-09T08:06:47.374" v="677" actId="20577"/>
          <ac:spMkLst>
            <pc:docMk/>
            <pc:sldMk cId="1947073215" sldId="298"/>
            <ac:spMk id="11" creationId="{381FDF71-4CA4-2A1D-EC32-FDB37B6EA9D1}"/>
          </ac:spMkLst>
        </pc:spChg>
        <pc:spChg chg="mod">
          <ac:chgData name="Mohammad Salman" userId="cfd6754c-e613-4f6f-bb98-36aef69d8c31" providerId="ADAL" clId="{64187A1A-A645-419F-AF24-2060A3F22D7A}" dt="2023-10-09T13:50:32.248" v="3049" actId="20577"/>
          <ac:spMkLst>
            <pc:docMk/>
            <pc:sldMk cId="1947073215" sldId="298"/>
            <ac:spMk id="17" creationId="{CBDFC4AB-1A31-365F-7079-0AA62EAA388A}"/>
          </ac:spMkLst>
        </pc:spChg>
        <pc:spChg chg="mod">
          <ac:chgData name="Mohammad Salman" userId="cfd6754c-e613-4f6f-bb98-36aef69d8c31" providerId="ADAL" clId="{64187A1A-A645-419F-AF24-2060A3F22D7A}" dt="2023-10-09T13:49:46.910" v="3038" actId="1076"/>
          <ac:spMkLst>
            <pc:docMk/>
            <pc:sldMk cId="1947073215" sldId="298"/>
            <ac:spMk id="19" creationId="{E1A0D2F3-93B9-FB1E-511C-94ED61D3521D}"/>
          </ac:spMkLst>
        </pc:spChg>
        <pc:spChg chg="del mod">
          <ac:chgData name="Mohammad Salman" userId="cfd6754c-e613-4f6f-bb98-36aef69d8c31" providerId="ADAL" clId="{64187A1A-A645-419F-AF24-2060A3F22D7A}" dt="2023-10-09T13:49:40" v="3036" actId="478"/>
          <ac:spMkLst>
            <pc:docMk/>
            <pc:sldMk cId="1947073215" sldId="298"/>
            <ac:spMk id="34" creationId="{EA5B1925-32D4-3BE5-6B85-1076FCD377C9}"/>
          </ac:spMkLst>
        </pc:spChg>
        <pc:cxnChg chg="mod">
          <ac:chgData name="Mohammad Salman" userId="cfd6754c-e613-4f6f-bb98-36aef69d8c31" providerId="ADAL" clId="{64187A1A-A645-419F-AF24-2060A3F22D7A}" dt="2023-10-09T13:49:50.846" v="3039" actId="14100"/>
          <ac:cxnSpMkLst>
            <pc:docMk/>
            <pc:sldMk cId="1947073215" sldId="298"/>
            <ac:cxnSpMk id="21" creationId="{8C5D41CE-133C-28B5-7AE9-08EF8AD0C283}"/>
          </ac:cxnSpMkLst>
        </pc:cxnChg>
      </pc:sldChg>
      <pc:sldChg chg="addSp delSp modSp add mod ord modAnim modNotesTx">
        <pc:chgData name="Mohammad Salman" userId="cfd6754c-e613-4f6f-bb98-36aef69d8c31" providerId="ADAL" clId="{64187A1A-A645-419F-AF24-2060A3F22D7A}" dt="2023-10-09T13:49:22.811" v="3035" actId="1076"/>
        <pc:sldMkLst>
          <pc:docMk/>
          <pc:sldMk cId="2091017785" sldId="299"/>
        </pc:sldMkLst>
        <pc:spChg chg="add mod">
          <ac:chgData name="Mohammad Salman" userId="cfd6754c-e613-4f6f-bb98-36aef69d8c31" providerId="ADAL" clId="{64187A1A-A645-419F-AF24-2060A3F22D7A}" dt="2023-10-09T08:09:44.167" v="895" actId="6549"/>
          <ac:spMkLst>
            <pc:docMk/>
            <pc:sldMk cId="2091017785" sldId="299"/>
            <ac:spMk id="2" creationId="{BBF808BA-099F-8174-7EDF-E1A70F94BA1B}"/>
          </ac:spMkLst>
        </pc:spChg>
        <pc:spChg chg="add del mod">
          <ac:chgData name="Mohammad Salman" userId="cfd6754c-e613-4f6f-bb98-36aef69d8c31" providerId="ADAL" clId="{64187A1A-A645-419F-AF24-2060A3F22D7A}" dt="2023-10-09T13:49:14.405" v="3033" actId="478"/>
          <ac:spMkLst>
            <pc:docMk/>
            <pc:sldMk cId="2091017785" sldId="299"/>
            <ac:spMk id="8" creationId="{DCCA4662-F53A-13BB-8AD4-D0035D2B1094}"/>
          </ac:spMkLst>
        </pc:spChg>
        <pc:spChg chg="add mod">
          <ac:chgData name="Mohammad Salman" userId="cfd6754c-e613-4f6f-bb98-36aef69d8c31" providerId="ADAL" clId="{64187A1A-A645-419F-AF24-2060A3F22D7A}" dt="2023-10-09T08:21:39.320" v="960"/>
          <ac:spMkLst>
            <pc:docMk/>
            <pc:sldMk cId="2091017785" sldId="299"/>
            <ac:spMk id="9" creationId="{F91C99FB-488D-4BCB-1AD0-8F97E5A5CFE2}"/>
          </ac:spMkLst>
        </pc:spChg>
        <pc:spChg chg="del">
          <ac:chgData name="Mohammad Salman" userId="cfd6754c-e613-4f6f-bb98-36aef69d8c31" providerId="ADAL" clId="{64187A1A-A645-419F-AF24-2060A3F22D7A}" dt="2023-10-09T08:20:48.310" v="956" actId="478"/>
          <ac:spMkLst>
            <pc:docMk/>
            <pc:sldMk cId="2091017785" sldId="299"/>
            <ac:spMk id="10" creationId="{97BC6B9A-9079-8B1C-0797-70C9CBA913CE}"/>
          </ac:spMkLst>
        </pc:spChg>
        <pc:spChg chg="add mod">
          <ac:chgData name="Mohammad Salman" userId="cfd6754c-e613-4f6f-bb98-36aef69d8c31" providerId="ADAL" clId="{64187A1A-A645-419F-AF24-2060A3F22D7A}" dt="2023-10-09T13:49:22.811" v="3035" actId="1076"/>
          <ac:spMkLst>
            <pc:docMk/>
            <pc:sldMk cId="2091017785" sldId="299"/>
            <ac:spMk id="10" creationId="{FD40E151-6204-C289-0261-9822B751BB45}"/>
          </ac:spMkLst>
        </pc:spChg>
        <pc:spChg chg="mod">
          <ac:chgData name="Mohammad Salman" userId="cfd6754c-e613-4f6f-bb98-36aef69d8c31" providerId="ADAL" clId="{64187A1A-A645-419F-AF24-2060A3F22D7A}" dt="2023-10-09T08:21:40.717" v="961" actId="1076"/>
          <ac:spMkLst>
            <pc:docMk/>
            <pc:sldMk cId="2091017785" sldId="299"/>
            <ac:spMk id="11" creationId="{381FDF71-4CA4-2A1D-EC32-FDB37B6EA9D1}"/>
          </ac:spMkLst>
        </pc:spChg>
        <pc:spChg chg="add mod">
          <ac:chgData name="Mohammad Salman" userId="cfd6754c-e613-4f6f-bb98-36aef69d8c31" providerId="ADAL" clId="{64187A1A-A645-419F-AF24-2060A3F22D7A}" dt="2023-10-09T13:49:22.811" v="3035" actId="1076"/>
          <ac:spMkLst>
            <pc:docMk/>
            <pc:sldMk cId="2091017785" sldId="299"/>
            <ac:spMk id="12" creationId="{4DB31310-6628-C393-87AA-2003B4D9AEE8}"/>
          </ac:spMkLst>
        </pc:spChg>
        <pc:spChg chg="del">
          <ac:chgData name="Mohammad Salman" userId="cfd6754c-e613-4f6f-bb98-36aef69d8c31" providerId="ADAL" clId="{64187A1A-A645-419F-AF24-2060A3F22D7A}" dt="2023-10-09T08:07:07.977" v="680" actId="478"/>
          <ac:spMkLst>
            <pc:docMk/>
            <pc:sldMk cId="2091017785" sldId="299"/>
            <ac:spMk id="20" creationId="{575CB1D6-354E-24E8-3FE9-DD2578D70715}"/>
          </ac:spMkLst>
        </pc:spChg>
        <pc:graphicFrameChg chg="add mod modGraphic">
          <ac:chgData name="Mohammad Salman" userId="cfd6754c-e613-4f6f-bb98-36aef69d8c31" providerId="ADAL" clId="{64187A1A-A645-419F-AF24-2060A3F22D7A}" dt="2023-10-09T08:10:02.168" v="900" actId="207"/>
          <ac:graphicFrameMkLst>
            <pc:docMk/>
            <pc:sldMk cId="2091017785" sldId="299"/>
            <ac:graphicFrameMk id="6" creationId="{DD5515A0-8C94-8493-A295-05F6EEF98089}"/>
          </ac:graphicFrameMkLst>
        </pc:graphicFrameChg>
      </pc:sldChg>
      <pc:sldChg chg="add ord setBg modAnim modNotesTx">
        <pc:chgData name="Mohammad Salman" userId="cfd6754c-e613-4f6f-bb98-36aef69d8c31" providerId="ADAL" clId="{64187A1A-A645-419F-AF24-2060A3F22D7A}" dt="2023-10-09T08:04:36.756" v="600" actId="20577"/>
        <pc:sldMkLst>
          <pc:docMk/>
          <pc:sldMk cId="3350833312" sldId="300"/>
        </pc:sldMkLst>
      </pc:sldChg>
      <pc:sldChg chg="add del ord">
        <pc:chgData name="Mohammad Salman" userId="cfd6754c-e613-4f6f-bb98-36aef69d8c31" providerId="ADAL" clId="{64187A1A-A645-419F-AF24-2060A3F22D7A}" dt="2023-10-09T08:02:39.817" v="419" actId="47"/>
        <pc:sldMkLst>
          <pc:docMk/>
          <pc:sldMk cId="2842388961" sldId="301"/>
        </pc:sldMkLst>
      </pc:sldChg>
      <pc:sldChg chg="addSp delSp modSp new mod modAnim modNotesTx">
        <pc:chgData name="Mohammad Salman" userId="cfd6754c-e613-4f6f-bb98-36aef69d8c31" providerId="ADAL" clId="{64187A1A-A645-419F-AF24-2060A3F22D7A}" dt="2023-10-09T08:04:55.577" v="653" actId="20577"/>
        <pc:sldMkLst>
          <pc:docMk/>
          <pc:sldMk cId="426608202" sldId="302"/>
        </pc:sldMkLst>
        <pc:spChg chg="mod">
          <ac:chgData name="Mohammad Salman" userId="cfd6754c-e613-4f6f-bb98-36aef69d8c31" providerId="ADAL" clId="{64187A1A-A645-419F-AF24-2060A3F22D7A}" dt="2023-10-09T07:51:03.608" v="135" actId="20577"/>
          <ac:spMkLst>
            <pc:docMk/>
            <pc:sldMk cId="426608202" sldId="302"/>
            <ac:spMk id="2" creationId="{6110BE5F-CEDA-BBAE-864B-C38D4775A8CC}"/>
          </ac:spMkLst>
        </pc:spChg>
        <pc:spChg chg="add del mod">
          <ac:chgData name="Mohammad Salman" userId="cfd6754c-e613-4f6f-bb98-36aef69d8c31" providerId="ADAL" clId="{64187A1A-A645-419F-AF24-2060A3F22D7A}" dt="2023-10-09T07:59:37.157" v="412" actId="27636"/>
          <ac:spMkLst>
            <pc:docMk/>
            <pc:sldMk cId="426608202" sldId="302"/>
            <ac:spMk id="3" creationId="{3F85B31D-35F3-8C49-9E52-328E36B5C539}"/>
          </ac:spMkLst>
        </pc:spChg>
        <pc:spChg chg="add del mod">
          <ac:chgData name="Mohammad Salman" userId="cfd6754c-e613-4f6f-bb98-36aef69d8c31" providerId="ADAL" clId="{64187A1A-A645-419F-AF24-2060A3F22D7A}" dt="2023-10-09T07:51:23.357" v="141"/>
          <ac:spMkLst>
            <pc:docMk/>
            <pc:sldMk cId="426608202" sldId="302"/>
            <ac:spMk id="4" creationId="{6419493F-D1C4-EE86-4F59-F410A3E3D017}"/>
          </ac:spMkLst>
        </pc:spChg>
        <pc:spChg chg="add mod">
          <ac:chgData name="Mohammad Salman" userId="cfd6754c-e613-4f6f-bb98-36aef69d8c31" providerId="ADAL" clId="{64187A1A-A645-419F-AF24-2060A3F22D7A}" dt="2023-10-09T07:57:15.801" v="394" actId="692"/>
          <ac:spMkLst>
            <pc:docMk/>
            <pc:sldMk cId="426608202" sldId="302"/>
            <ac:spMk id="5" creationId="{8A48025D-D024-04A8-B767-909DB0EF9C1D}"/>
          </ac:spMkLst>
        </pc:spChg>
      </pc:sldChg>
      <pc:sldChg chg="addSp modSp add mod ord modAnim">
        <pc:chgData name="Mohammad Salman" userId="cfd6754c-e613-4f6f-bb98-36aef69d8c31" providerId="ADAL" clId="{64187A1A-A645-419F-AF24-2060A3F22D7A}" dt="2023-10-09T08:04:11.065" v="520"/>
        <pc:sldMkLst>
          <pc:docMk/>
          <pc:sldMk cId="3472845084" sldId="303"/>
        </pc:sldMkLst>
        <pc:spChg chg="add mod">
          <ac:chgData name="Mohammad Salman" userId="cfd6754c-e613-4f6f-bb98-36aef69d8c31" providerId="ADAL" clId="{64187A1A-A645-419F-AF24-2060A3F22D7A}" dt="2023-10-09T08:03:34.118" v="513" actId="692"/>
          <ac:spMkLst>
            <pc:docMk/>
            <pc:sldMk cId="3472845084" sldId="303"/>
            <ac:spMk id="2" creationId="{D316581C-EC83-EA88-55B3-E32CEF5E5860}"/>
          </ac:spMkLst>
        </pc:spChg>
        <pc:spChg chg="mod">
          <ac:chgData name="Mohammad Salman" userId="cfd6754c-e613-4f6f-bb98-36aef69d8c31" providerId="ADAL" clId="{64187A1A-A645-419F-AF24-2060A3F22D7A}" dt="2023-10-09T08:03:45.839" v="515" actId="207"/>
          <ac:spMkLst>
            <pc:docMk/>
            <pc:sldMk cId="3472845084" sldId="303"/>
            <ac:spMk id="43" creationId="{6ADB732B-3845-8AAB-F59C-460D3620F308}"/>
          </ac:spMkLst>
        </pc:spChg>
      </pc:sldChg>
      <pc:sldChg chg="addSp delSp modSp new mod setBg modAnim modNotesTx">
        <pc:chgData name="Mohammad Salman" userId="cfd6754c-e613-4f6f-bb98-36aef69d8c31" providerId="ADAL" clId="{64187A1A-A645-419F-AF24-2060A3F22D7A}" dt="2023-10-09T13:52:00.105" v="3103" actId="113"/>
        <pc:sldMkLst>
          <pc:docMk/>
          <pc:sldMk cId="2749135797" sldId="304"/>
        </pc:sldMkLst>
        <pc:spChg chg="del">
          <ac:chgData name="Mohammad Salman" userId="cfd6754c-e613-4f6f-bb98-36aef69d8c31" providerId="ADAL" clId="{64187A1A-A645-419F-AF24-2060A3F22D7A}" dt="2023-10-09T08:12:58.296" v="906" actId="478"/>
          <ac:spMkLst>
            <pc:docMk/>
            <pc:sldMk cId="2749135797" sldId="304"/>
            <ac:spMk id="2" creationId="{2D515CC6-A6E4-B008-123A-28BC9A268858}"/>
          </ac:spMkLst>
        </pc:spChg>
        <pc:spChg chg="del">
          <ac:chgData name="Mohammad Salman" userId="cfd6754c-e613-4f6f-bb98-36aef69d8c31" providerId="ADAL" clId="{64187A1A-A645-419F-AF24-2060A3F22D7A}" dt="2023-10-09T08:12:58.296" v="906" actId="478"/>
          <ac:spMkLst>
            <pc:docMk/>
            <pc:sldMk cId="2749135797" sldId="304"/>
            <ac:spMk id="3" creationId="{D23BAAD5-6ABA-7E5E-56E3-77BF7B925543}"/>
          </ac:spMkLst>
        </pc:spChg>
        <pc:spChg chg="add mod">
          <ac:chgData name="Mohammad Salman" userId="cfd6754c-e613-4f6f-bb98-36aef69d8c31" providerId="ADAL" clId="{64187A1A-A645-419F-AF24-2060A3F22D7A}" dt="2023-10-09T08:18:17.223" v="910" actId="1076"/>
          <ac:spMkLst>
            <pc:docMk/>
            <pc:sldMk cId="2749135797" sldId="304"/>
            <ac:spMk id="5" creationId="{316FD2C4-665E-5F45-906D-3E7708F12010}"/>
          </ac:spMkLst>
        </pc:spChg>
        <pc:spChg chg="add mod">
          <ac:chgData name="Mohammad Salman" userId="cfd6754c-e613-4f6f-bb98-36aef69d8c31" providerId="ADAL" clId="{64187A1A-A645-419F-AF24-2060A3F22D7A}" dt="2023-10-09T08:20:07.333" v="953" actId="113"/>
          <ac:spMkLst>
            <pc:docMk/>
            <pc:sldMk cId="2749135797" sldId="304"/>
            <ac:spMk id="6" creationId="{FDDFE07F-A0F9-FFA7-0889-84C1F9308E00}"/>
          </ac:spMkLst>
        </pc:spChg>
      </pc:sldChg>
      <pc:sldChg chg="addSp delSp modSp new mod setBg modClrScheme chgLayout">
        <pc:chgData name="Mohammad Salman" userId="cfd6754c-e613-4f6f-bb98-36aef69d8c31" providerId="ADAL" clId="{64187A1A-A645-419F-AF24-2060A3F22D7A}" dt="2023-10-09T13:53:01.038" v="3134" actId="113"/>
        <pc:sldMkLst>
          <pc:docMk/>
          <pc:sldMk cId="2724682002" sldId="305"/>
        </pc:sldMkLst>
        <pc:spChg chg="del mod ord">
          <ac:chgData name="Mohammad Salman" userId="cfd6754c-e613-4f6f-bb98-36aef69d8c31" providerId="ADAL" clId="{64187A1A-A645-419F-AF24-2060A3F22D7A}" dt="2023-10-09T08:33:12.035" v="1116" actId="700"/>
          <ac:spMkLst>
            <pc:docMk/>
            <pc:sldMk cId="2724682002" sldId="305"/>
            <ac:spMk id="2" creationId="{12F33348-AB07-9C0F-7E02-1EAA9E464F2F}"/>
          </ac:spMkLst>
        </pc:spChg>
        <pc:spChg chg="del mod ord">
          <ac:chgData name="Mohammad Salman" userId="cfd6754c-e613-4f6f-bb98-36aef69d8c31" providerId="ADAL" clId="{64187A1A-A645-419F-AF24-2060A3F22D7A}" dt="2023-10-09T08:33:12.035" v="1116" actId="700"/>
          <ac:spMkLst>
            <pc:docMk/>
            <pc:sldMk cId="2724682002" sldId="305"/>
            <ac:spMk id="3" creationId="{4A4A2986-82ED-A802-B278-824852749AAF}"/>
          </ac:spMkLst>
        </pc:spChg>
        <pc:spChg chg="add mod ord">
          <ac:chgData name="Mohammad Salman" userId="cfd6754c-e613-4f6f-bb98-36aef69d8c31" providerId="ADAL" clId="{64187A1A-A645-419F-AF24-2060A3F22D7A}" dt="2023-10-09T08:33:24.459" v="1146" actId="113"/>
          <ac:spMkLst>
            <pc:docMk/>
            <pc:sldMk cId="2724682002" sldId="305"/>
            <ac:spMk id="4" creationId="{B5F2FDE3-AB66-DB05-D84D-90A3A0926FC0}"/>
          </ac:spMkLst>
        </pc:spChg>
        <pc:spChg chg="add mod ord">
          <ac:chgData name="Mohammad Salman" userId="cfd6754c-e613-4f6f-bb98-36aef69d8c31" providerId="ADAL" clId="{64187A1A-A645-419F-AF24-2060A3F22D7A}" dt="2023-10-09T13:53:01.038" v="3134" actId="113"/>
          <ac:spMkLst>
            <pc:docMk/>
            <pc:sldMk cId="2724682002" sldId="305"/>
            <ac:spMk id="5" creationId="{21D02C76-F54E-C536-1041-C95C04A34FBD}"/>
          </ac:spMkLst>
        </pc:spChg>
      </pc:sldChg>
      <pc:sldChg chg="addSp delSp modSp new mod setBg modAnim">
        <pc:chgData name="Mohammad Salman" userId="cfd6754c-e613-4f6f-bb98-36aef69d8c31" providerId="ADAL" clId="{64187A1A-A645-419F-AF24-2060A3F22D7A}" dt="2023-10-09T08:50:20.431" v="1334"/>
        <pc:sldMkLst>
          <pc:docMk/>
          <pc:sldMk cId="2515839520" sldId="306"/>
        </pc:sldMkLst>
        <pc:spChg chg="del">
          <ac:chgData name="Mohammad Salman" userId="cfd6754c-e613-4f6f-bb98-36aef69d8c31" providerId="ADAL" clId="{64187A1A-A645-419F-AF24-2060A3F22D7A}" dt="2023-10-09T08:33:37.014" v="1149" actId="478"/>
          <ac:spMkLst>
            <pc:docMk/>
            <pc:sldMk cId="2515839520" sldId="306"/>
            <ac:spMk id="2" creationId="{19A32C44-9830-C5DF-3677-75A85A2CB2A6}"/>
          </ac:spMkLst>
        </pc:spChg>
        <pc:spChg chg="del">
          <ac:chgData name="Mohammad Salman" userId="cfd6754c-e613-4f6f-bb98-36aef69d8c31" providerId="ADAL" clId="{64187A1A-A645-419F-AF24-2060A3F22D7A}" dt="2023-10-09T08:33:37.014" v="1149" actId="478"/>
          <ac:spMkLst>
            <pc:docMk/>
            <pc:sldMk cId="2515839520" sldId="306"/>
            <ac:spMk id="3" creationId="{F2D10947-B2EE-357E-5171-1E2BE62D750B}"/>
          </ac:spMkLst>
        </pc:spChg>
        <pc:spChg chg="add mod">
          <ac:chgData name="Mohammad Salman" userId="cfd6754c-e613-4f6f-bb98-36aef69d8c31" providerId="ADAL" clId="{64187A1A-A645-419F-AF24-2060A3F22D7A}" dt="2023-10-09T08:48:25.432" v="1318" actId="20577"/>
          <ac:spMkLst>
            <pc:docMk/>
            <pc:sldMk cId="2515839520" sldId="306"/>
            <ac:spMk id="5" creationId="{8271BC5D-ABBC-458C-564C-724E4264F097}"/>
          </ac:spMkLst>
        </pc:spChg>
        <pc:spChg chg="add mod">
          <ac:chgData name="Mohammad Salman" userId="cfd6754c-e613-4f6f-bb98-36aef69d8c31" providerId="ADAL" clId="{64187A1A-A645-419F-AF24-2060A3F22D7A}" dt="2023-10-09T08:47:19.070" v="1229" actId="1076"/>
          <ac:spMkLst>
            <pc:docMk/>
            <pc:sldMk cId="2515839520" sldId="306"/>
            <ac:spMk id="7" creationId="{85932C51-F4B2-C4C2-90B6-CC493F652FAD}"/>
          </ac:spMkLst>
        </pc:spChg>
        <pc:spChg chg="add mod">
          <ac:chgData name="Mohammad Salman" userId="cfd6754c-e613-4f6f-bb98-36aef69d8c31" providerId="ADAL" clId="{64187A1A-A645-419F-AF24-2060A3F22D7A}" dt="2023-10-09T08:47:58.408" v="1314" actId="113"/>
          <ac:spMkLst>
            <pc:docMk/>
            <pc:sldMk cId="2515839520" sldId="306"/>
            <ac:spMk id="8" creationId="{3A4624E3-B9DF-F3A3-B327-DFFD0504352E}"/>
          </ac:spMkLst>
        </pc:spChg>
        <pc:cxnChg chg="add mod">
          <ac:chgData name="Mohammad Salman" userId="cfd6754c-e613-4f6f-bb98-36aef69d8c31" providerId="ADAL" clId="{64187A1A-A645-419F-AF24-2060A3F22D7A}" dt="2023-10-09T08:49:51.114" v="1332" actId="14100"/>
          <ac:cxnSpMkLst>
            <pc:docMk/>
            <pc:sldMk cId="2515839520" sldId="306"/>
            <ac:cxnSpMk id="10" creationId="{919E9559-BFAD-3B79-5207-0C9BA204E7EF}"/>
          </ac:cxnSpMkLst>
        </pc:cxnChg>
        <pc:cxnChg chg="add mod">
          <ac:chgData name="Mohammad Salman" userId="cfd6754c-e613-4f6f-bb98-36aef69d8c31" providerId="ADAL" clId="{64187A1A-A645-419F-AF24-2060A3F22D7A}" dt="2023-10-09T08:49:46.207" v="1331" actId="14100"/>
          <ac:cxnSpMkLst>
            <pc:docMk/>
            <pc:sldMk cId="2515839520" sldId="306"/>
            <ac:cxnSpMk id="11" creationId="{D6D7A057-A65B-DEE6-332F-9CF12CFFF2BF}"/>
          </ac:cxnSpMkLst>
        </pc:cxnChg>
      </pc:sldChg>
      <pc:sldChg chg="addSp delSp modSp new mod modAnim">
        <pc:chgData name="Mohammad Salman" userId="cfd6754c-e613-4f6f-bb98-36aef69d8c31" providerId="ADAL" clId="{64187A1A-A645-419F-AF24-2060A3F22D7A}" dt="2023-10-09T13:55:56.776" v="3181"/>
        <pc:sldMkLst>
          <pc:docMk/>
          <pc:sldMk cId="1811902784" sldId="307"/>
        </pc:sldMkLst>
        <pc:spChg chg="del">
          <ac:chgData name="Mohammad Salman" userId="cfd6754c-e613-4f6f-bb98-36aef69d8c31" providerId="ADAL" clId="{64187A1A-A645-419F-AF24-2060A3F22D7A}" dt="2023-10-09T08:51:13.588" v="1336" actId="478"/>
          <ac:spMkLst>
            <pc:docMk/>
            <pc:sldMk cId="1811902784" sldId="307"/>
            <ac:spMk id="2" creationId="{4D5A1095-1F92-ACC7-BF52-1494C0153484}"/>
          </ac:spMkLst>
        </pc:spChg>
        <pc:spChg chg="add mod">
          <ac:chgData name="Mohammad Salman" userId="cfd6754c-e613-4f6f-bb98-36aef69d8c31" providerId="ADAL" clId="{64187A1A-A645-419F-AF24-2060A3F22D7A}" dt="2023-10-09T13:55:54.639" v="3180" actId="1076"/>
          <ac:spMkLst>
            <pc:docMk/>
            <pc:sldMk cId="1811902784" sldId="307"/>
            <ac:spMk id="2" creationId="{C422E577-7F5A-0A87-0F69-E5AA053F6F97}"/>
          </ac:spMkLst>
        </pc:spChg>
        <pc:spChg chg="del">
          <ac:chgData name="Mohammad Salman" userId="cfd6754c-e613-4f6f-bb98-36aef69d8c31" providerId="ADAL" clId="{64187A1A-A645-419F-AF24-2060A3F22D7A}" dt="2023-10-09T08:51:13.588" v="1336" actId="478"/>
          <ac:spMkLst>
            <pc:docMk/>
            <pc:sldMk cId="1811902784" sldId="307"/>
            <ac:spMk id="3" creationId="{286C7851-9278-0CC3-1E0B-1AFCBB19CD13}"/>
          </ac:spMkLst>
        </pc:spChg>
        <pc:spChg chg="add mod">
          <ac:chgData name="Mohammad Salman" userId="cfd6754c-e613-4f6f-bb98-36aef69d8c31" providerId="ADAL" clId="{64187A1A-A645-419F-AF24-2060A3F22D7A}" dt="2023-10-09T08:57:34.486" v="1462" actId="20577"/>
          <ac:spMkLst>
            <pc:docMk/>
            <pc:sldMk cId="1811902784" sldId="307"/>
            <ac:spMk id="5" creationId="{A531DE1B-02A8-C4FA-1519-CB263C1FE144}"/>
          </ac:spMkLst>
        </pc:spChg>
        <pc:spChg chg="add mod">
          <ac:chgData name="Mohammad Salman" userId="cfd6754c-e613-4f6f-bb98-36aef69d8c31" providerId="ADAL" clId="{64187A1A-A645-419F-AF24-2060A3F22D7A}" dt="2023-10-09T08:54:53.091" v="1346" actId="20577"/>
          <ac:spMkLst>
            <pc:docMk/>
            <pc:sldMk cId="1811902784" sldId="307"/>
            <ac:spMk id="7" creationId="{85D37813-5787-1872-5155-1B31D22F7331}"/>
          </ac:spMkLst>
        </pc:spChg>
        <pc:spChg chg="add mod">
          <ac:chgData name="Mohammad Salman" userId="cfd6754c-e613-4f6f-bb98-36aef69d8c31" providerId="ADAL" clId="{64187A1A-A645-419F-AF24-2060A3F22D7A}" dt="2023-10-09T13:55:26.459" v="3136" actId="1076"/>
          <ac:spMkLst>
            <pc:docMk/>
            <pc:sldMk cId="1811902784" sldId="307"/>
            <ac:spMk id="8" creationId="{EE82B293-46EB-4C58-457A-3768C29E9A07}"/>
          </ac:spMkLst>
        </pc:spChg>
      </pc:sldChg>
      <pc:sldChg chg="addSp delSp modSp add mod delAnim modAnim">
        <pc:chgData name="Mohammad Salman" userId="cfd6754c-e613-4f6f-bb98-36aef69d8c31" providerId="ADAL" clId="{64187A1A-A645-419F-AF24-2060A3F22D7A}" dt="2023-10-09T09:06:33.236" v="1870" actId="478"/>
        <pc:sldMkLst>
          <pc:docMk/>
          <pc:sldMk cId="76212136" sldId="308"/>
        </pc:sldMkLst>
        <pc:spChg chg="add del">
          <ac:chgData name="Mohammad Salman" userId="cfd6754c-e613-4f6f-bb98-36aef69d8c31" providerId="ADAL" clId="{64187A1A-A645-419F-AF24-2060A3F22D7A}" dt="2023-10-09T09:03:16.925" v="1840" actId="478"/>
          <ac:spMkLst>
            <pc:docMk/>
            <pc:sldMk cId="76212136" sldId="308"/>
            <ac:spMk id="2" creationId="{A82AEA4D-BF44-F0AE-2EC4-6E3CD835477C}"/>
          </ac:spMkLst>
        </pc:spChg>
        <pc:spChg chg="add del mod">
          <ac:chgData name="Mohammad Salman" userId="cfd6754c-e613-4f6f-bb98-36aef69d8c31" providerId="ADAL" clId="{64187A1A-A645-419F-AF24-2060A3F22D7A}" dt="2023-10-09T09:06:33.236" v="1870" actId="478"/>
          <ac:spMkLst>
            <pc:docMk/>
            <pc:sldMk cId="76212136" sldId="308"/>
            <ac:spMk id="4" creationId="{D5A5CFB5-D070-E99C-76D1-0ED5DB3CB641}"/>
          </ac:spMkLst>
        </pc:spChg>
        <pc:spChg chg="mod">
          <ac:chgData name="Mohammad Salman" userId="cfd6754c-e613-4f6f-bb98-36aef69d8c31" providerId="ADAL" clId="{64187A1A-A645-419F-AF24-2060A3F22D7A}" dt="2023-10-09T09:02:48.203" v="1833" actId="20577"/>
          <ac:spMkLst>
            <pc:docMk/>
            <pc:sldMk cId="76212136" sldId="308"/>
            <ac:spMk id="5" creationId="{A531DE1B-02A8-C4FA-1519-CB263C1FE144}"/>
          </ac:spMkLst>
        </pc:spChg>
        <pc:spChg chg="add mod">
          <ac:chgData name="Mohammad Salman" userId="cfd6754c-e613-4f6f-bb98-36aef69d8c31" providerId="ADAL" clId="{64187A1A-A645-419F-AF24-2060A3F22D7A}" dt="2023-10-09T09:05:24.644" v="1867" actId="207"/>
          <ac:spMkLst>
            <pc:docMk/>
            <pc:sldMk cId="76212136" sldId="308"/>
            <ac:spMk id="6" creationId="{A7E2DDBC-DF10-097C-90DD-72929D9C2870}"/>
          </ac:spMkLst>
        </pc:spChg>
        <pc:spChg chg="del mod">
          <ac:chgData name="Mohammad Salman" userId="cfd6754c-e613-4f6f-bb98-36aef69d8c31" providerId="ADAL" clId="{64187A1A-A645-419F-AF24-2060A3F22D7A}" dt="2023-10-09T09:03:16.925" v="1840" actId="478"/>
          <ac:spMkLst>
            <pc:docMk/>
            <pc:sldMk cId="76212136" sldId="308"/>
            <ac:spMk id="7" creationId="{85D37813-5787-1872-5155-1B31D22F7331}"/>
          </ac:spMkLst>
        </pc:spChg>
        <pc:spChg chg="mod">
          <ac:chgData name="Mohammad Salman" userId="cfd6754c-e613-4f6f-bb98-36aef69d8c31" providerId="ADAL" clId="{64187A1A-A645-419F-AF24-2060A3F22D7A}" dt="2023-10-09T09:01:49.902" v="1821" actId="113"/>
          <ac:spMkLst>
            <pc:docMk/>
            <pc:sldMk cId="76212136" sldId="308"/>
            <ac:spMk id="8" creationId="{EE82B293-46EB-4C58-457A-3768C29E9A07}"/>
          </ac:spMkLst>
        </pc:spChg>
      </pc:sldChg>
      <pc:sldChg chg="delSp add mod delAnim modAnim">
        <pc:chgData name="Mohammad Salman" userId="cfd6754c-e613-4f6f-bb98-36aef69d8c31" providerId="ADAL" clId="{64187A1A-A645-419F-AF24-2060A3F22D7A}" dt="2023-10-09T13:57:44.172" v="3182" actId="478"/>
        <pc:sldMkLst>
          <pc:docMk/>
          <pc:sldMk cId="2592573763" sldId="309"/>
        </pc:sldMkLst>
        <pc:spChg chg="del">
          <ac:chgData name="Mohammad Salman" userId="cfd6754c-e613-4f6f-bb98-36aef69d8c31" providerId="ADAL" clId="{64187A1A-A645-419F-AF24-2060A3F22D7A}" dt="2023-10-09T13:57:44.172" v="3182" actId="478"/>
          <ac:spMkLst>
            <pc:docMk/>
            <pc:sldMk cId="2592573763" sldId="309"/>
            <ac:spMk id="4" creationId="{D5A5CFB5-D070-E99C-76D1-0ED5DB3CB641}"/>
          </ac:spMkLst>
        </pc:spChg>
        <pc:spChg chg="del">
          <ac:chgData name="Mohammad Salman" userId="cfd6754c-e613-4f6f-bb98-36aef69d8c31" providerId="ADAL" clId="{64187A1A-A645-419F-AF24-2060A3F22D7A}" dt="2023-10-09T09:05:42.458" v="1869" actId="478"/>
          <ac:spMkLst>
            <pc:docMk/>
            <pc:sldMk cId="2592573763" sldId="309"/>
            <ac:spMk id="6" creationId="{A7E2DDBC-DF10-097C-90DD-72929D9C2870}"/>
          </ac:spMkLst>
        </pc:spChg>
      </pc:sldChg>
      <pc:sldChg chg="addSp delSp modSp add mod modAnim">
        <pc:chgData name="Mohammad Salman" userId="cfd6754c-e613-4f6f-bb98-36aef69d8c31" providerId="ADAL" clId="{64187A1A-A645-419F-AF24-2060A3F22D7A}" dt="2023-10-09T13:59:48.816" v="3195" actId="478"/>
        <pc:sldMkLst>
          <pc:docMk/>
          <pc:sldMk cId="749961303" sldId="310"/>
        </pc:sldMkLst>
        <pc:spChg chg="add mod">
          <ac:chgData name="Mohammad Salman" userId="cfd6754c-e613-4f6f-bb98-36aef69d8c31" providerId="ADAL" clId="{64187A1A-A645-419F-AF24-2060A3F22D7A}" dt="2023-10-09T09:12:48.887" v="2078" actId="1038"/>
          <ac:spMkLst>
            <pc:docMk/>
            <pc:sldMk cId="749961303" sldId="310"/>
            <ac:spMk id="2" creationId="{5A3FBABB-250B-A216-EB4F-1EB739A12087}"/>
          </ac:spMkLst>
        </pc:spChg>
        <pc:spChg chg="mod">
          <ac:chgData name="Mohammad Salman" userId="cfd6754c-e613-4f6f-bb98-36aef69d8c31" providerId="ADAL" clId="{64187A1A-A645-419F-AF24-2060A3F22D7A}" dt="2023-10-09T09:12:43.411" v="2072" actId="1038"/>
          <ac:spMkLst>
            <pc:docMk/>
            <pc:sldMk cId="749961303" sldId="310"/>
            <ac:spMk id="4" creationId="{D5A5CFB5-D070-E99C-76D1-0ED5DB3CB641}"/>
          </ac:spMkLst>
        </pc:spChg>
        <pc:spChg chg="add del mod">
          <ac:chgData name="Mohammad Salman" userId="cfd6754c-e613-4f6f-bb98-36aef69d8c31" providerId="ADAL" clId="{64187A1A-A645-419F-AF24-2060A3F22D7A}" dt="2023-10-09T13:59:48.816" v="3195" actId="478"/>
          <ac:spMkLst>
            <pc:docMk/>
            <pc:sldMk cId="749961303" sldId="310"/>
            <ac:spMk id="6" creationId="{912044FE-4CDC-E59F-36B1-0543032748C8}"/>
          </ac:spMkLst>
        </pc:spChg>
        <pc:spChg chg="mod">
          <ac:chgData name="Mohammad Salman" userId="cfd6754c-e613-4f6f-bb98-36aef69d8c31" providerId="ADAL" clId="{64187A1A-A645-419F-AF24-2060A3F22D7A}" dt="2023-10-09T09:09:38.503" v="2048" actId="113"/>
          <ac:spMkLst>
            <pc:docMk/>
            <pc:sldMk cId="749961303" sldId="310"/>
            <ac:spMk id="8" creationId="{EE82B293-46EB-4C58-457A-3768C29E9A07}"/>
          </ac:spMkLst>
        </pc:spChg>
      </pc:sldChg>
      <pc:sldChg chg="modSp add mod modAnim">
        <pc:chgData name="Mohammad Salman" userId="cfd6754c-e613-4f6f-bb98-36aef69d8c31" providerId="ADAL" clId="{64187A1A-A645-419F-AF24-2060A3F22D7A}" dt="2023-10-09T09:14:30.165" v="2271" actId="113"/>
        <pc:sldMkLst>
          <pc:docMk/>
          <pc:sldMk cId="1381233446" sldId="311"/>
        </pc:sldMkLst>
        <pc:spChg chg="mod">
          <ac:chgData name="Mohammad Salman" userId="cfd6754c-e613-4f6f-bb98-36aef69d8c31" providerId="ADAL" clId="{64187A1A-A645-419F-AF24-2060A3F22D7A}" dt="2023-10-09T09:13:02.932" v="2079" actId="1076"/>
          <ac:spMkLst>
            <pc:docMk/>
            <pc:sldMk cId="1381233446" sldId="311"/>
            <ac:spMk id="2" creationId="{5A3FBABB-250B-A216-EB4F-1EB739A12087}"/>
          </ac:spMkLst>
        </pc:spChg>
        <pc:spChg chg="mod">
          <ac:chgData name="Mohammad Salman" userId="cfd6754c-e613-4f6f-bb98-36aef69d8c31" providerId="ADAL" clId="{64187A1A-A645-419F-AF24-2060A3F22D7A}" dt="2023-10-09T09:12:30.700" v="2067" actId="121"/>
          <ac:spMkLst>
            <pc:docMk/>
            <pc:sldMk cId="1381233446" sldId="311"/>
            <ac:spMk id="4" creationId="{D5A5CFB5-D070-E99C-76D1-0ED5DB3CB641}"/>
          </ac:spMkLst>
        </pc:spChg>
        <pc:spChg chg="mod">
          <ac:chgData name="Mohammad Salman" userId="cfd6754c-e613-4f6f-bb98-36aef69d8c31" providerId="ADAL" clId="{64187A1A-A645-419F-AF24-2060A3F22D7A}" dt="2023-10-09T09:14:30.165" v="2271" actId="113"/>
          <ac:spMkLst>
            <pc:docMk/>
            <pc:sldMk cId="1381233446" sldId="311"/>
            <ac:spMk id="8" creationId="{EE82B293-46EB-4C58-457A-3768C29E9A07}"/>
          </ac:spMkLst>
        </pc:spChg>
      </pc:sldChg>
      <pc:sldChg chg="modSp add mod">
        <pc:chgData name="Mohammad Salman" userId="cfd6754c-e613-4f6f-bb98-36aef69d8c31" providerId="ADAL" clId="{64187A1A-A645-419F-AF24-2060A3F22D7A}" dt="2023-10-09T14:02:46.058" v="3230" actId="20577"/>
        <pc:sldMkLst>
          <pc:docMk/>
          <pc:sldMk cId="2531588196" sldId="312"/>
        </pc:sldMkLst>
        <pc:spChg chg="mod">
          <ac:chgData name="Mohammad Salman" userId="cfd6754c-e613-4f6f-bb98-36aef69d8c31" providerId="ADAL" clId="{64187A1A-A645-419F-AF24-2060A3F22D7A}" dt="2023-10-09T09:14:53.828" v="2280" actId="14100"/>
          <ac:spMkLst>
            <pc:docMk/>
            <pc:sldMk cId="2531588196" sldId="312"/>
            <ac:spMk id="2" creationId="{5A3FBABB-250B-A216-EB4F-1EB739A12087}"/>
          </ac:spMkLst>
        </pc:spChg>
        <pc:spChg chg="mod">
          <ac:chgData name="Mohammad Salman" userId="cfd6754c-e613-4f6f-bb98-36aef69d8c31" providerId="ADAL" clId="{64187A1A-A645-419F-AF24-2060A3F22D7A}" dt="2023-10-09T09:14:44.078" v="2278" actId="20577"/>
          <ac:spMkLst>
            <pc:docMk/>
            <pc:sldMk cId="2531588196" sldId="312"/>
            <ac:spMk id="4" creationId="{D5A5CFB5-D070-E99C-76D1-0ED5DB3CB641}"/>
          </ac:spMkLst>
        </pc:spChg>
        <pc:spChg chg="mod">
          <ac:chgData name="Mohammad Salman" userId="cfd6754c-e613-4f6f-bb98-36aef69d8c31" providerId="ADAL" clId="{64187A1A-A645-419F-AF24-2060A3F22D7A}" dt="2023-10-09T14:02:46.058" v="3230" actId="20577"/>
          <ac:spMkLst>
            <pc:docMk/>
            <pc:sldMk cId="2531588196" sldId="312"/>
            <ac:spMk id="8" creationId="{EE82B293-46EB-4C58-457A-3768C29E9A07}"/>
          </ac:spMkLst>
        </pc:spChg>
      </pc:sldChg>
      <pc:sldChg chg="addSp delSp modSp add mod modAnim">
        <pc:chgData name="Mohammad Salman" userId="cfd6754c-e613-4f6f-bb98-36aef69d8c31" providerId="ADAL" clId="{64187A1A-A645-419F-AF24-2060A3F22D7A}" dt="2023-10-09T09:19:01.387" v="2670" actId="20577"/>
        <pc:sldMkLst>
          <pc:docMk/>
          <pc:sldMk cId="6897114" sldId="313"/>
        </pc:sldMkLst>
        <pc:spChg chg="del">
          <ac:chgData name="Mohammad Salman" userId="cfd6754c-e613-4f6f-bb98-36aef69d8c31" providerId="ADAL" clId="{64187A1A-A645-419F-AF24-2060A3F22D7A}" dt="2023-10-09T09:15:27.772" v="2349" actId="478"/>
          <ac:spMkLst>
            <pc:docMk/>
            <pc:sldMk cId="6897114" sldId="313"/>
            <ac:spMk id="2" creationId="{5A3FBABB-250B-A216-EB4F-1EB739A12087}"/>
          </ac:spMkLst>
        </pc:spChg>
        <pc:spChg chg="add mod">
          <ac:chgData name="Mohammad Salman" userId="cfd6754c-e613-4f6f-bb98-36aef69d8c31" providerId="ADAL" clId="{64187A1A-A645-419F-AF24-2060A3F22D7A}" dt="2023-10-09T09:15:36.618" v="2351"/>
          <ac:spMkLst>
            <pc:docMk/>
            <pc:sldMk cId="6897114" sldId="313"/>
            <ac:spMk id="3" creationId="{116A35C8-7B9C-345F-3F17-9EDAD0301797}"/>
          </ac:spMkLst>
        </pc:spChg>
        <pc:spChg chg="del">
          <ac:chgData name="Mohammad Salman" userId="cfd6754c-e613-4f6f-bb98-36aef69d8c31" providerId="ADAL" clId="{64187A1A-A645-419F-AF24-2060A3F22D7A}" dt="2023-10-09T09:15:31.328" v="2350" actId="478"/>
          <ac:spMkLst>
            <pc:docMk/>
            <pc:sldMk cId="6897114" sldId="313"/>
            <ac:spMk id="4" creationId="{D5A5CFB5-D070-E99C-76D1-0ED5DB3CB641}"/>
          </ac:spMkLst>
        </pc:spChg>
        <pc:spChg chg="mod">
          <ac:chgData name="Mohammad Salman" userId="cfd6754c-e613-4f6f-bb98-36aef69d8c31" providerId="ADAL" clId="{64187A1A-A645-419F-AF24-2060A3F22D7A}" dt="2023-10-09T09:15:26.267" v="2348" actId="1076"/>
          <ac:spMkLst>
            <pc:docMk/>
            <pc:sldMk cId="6897114" sldId="313"/>
            <ac:spMk id="5" creationId="{A531DE1B-02A8-C4FA-1519-CB263C1FE144}"/>
          </ac:spMkLst>
        </pc:spChg>
        <pc:spChg chg="mod">
          <ac:chgData name="Mohammad Salman" userId="cfd6754c-e613-4f6f-bb98-36aef69d8c31" providerId="ADAL" clId="{64187A1A-A645-419F-AF24-2060A3F22D7A}" dt="2023-10-09T09:19:01.387" v="2670" actId="20577"/>
          <ac:spMkLst>
            <pc:docMk/>
            <pc:sldMk cId="6897114" sldId="313"/>
            <ac:spMk id="8" creationId="{EE82B293-46EB-4C58-457A-3768C29E9A07}"/>
          </ac:spMkLst>
        </pc:spChg>
      </pc:sldChg>
      <pc:sldChg chg="addSp delSp modSp add mod setBg delAnim">
        <pc:chgData name="Mohammad Salman" userId="cfd6754c-e613-4f6f-bb98-36aef69d8c31" providerId="ADAL" clId="{64187A1A-A645-419F-AF24-2060A3F22D7A}" dt="2023-10-09T09:21:58.709" v="2796"/>
        <pc:sldMkLst>
          <pc:docMk/>
          <pc:sldMk cId="4251613609" sldId="314"/>
        </pc:sldMkLst>
        <pc:spChg chg="add mod">
          <ac:chgData name="Mohammad Salman" userId="cfd6754c-e613-4f6f-bb98-36aef69d8c31" providerId="ADAL" clId="{64187A1A-A645-419F-AF24-2060A3F22D7A}" dt="2023-10-09T09:21:00.035" v="2779"/>
          <ac:spMkLst>
            <pc:docMk/>
            <pc:sldMk cId="4251613609" sldId="314"/>
            <ac:spMk id="2" creationId="{DA2E0618-128C-84FD-6C2F-FA5272DCC765}"/>
          </ac:spMkLst>
        </pc:spChg>
        <pc:spChg chg="del">
          <ac:chgData name="Mohammad Salman" userId="cfd6754c-e613-4f6f-bb98-36aef69d8c31" providerId="ADAL" clId="{64187A1A-A645-419F-AF24-2060A3F22D7A}" dt="2023-10-09T09:21:05.253" v="2780" actId="478"/>
          <ac:spMkLst>
            <pc:docMk/>
            <pc:sldMk cId="4251613609" sldId="314"/>
            <ac:spMk id="3" creationId="{116A35C8-7B9C-345F-3F17-9EDAD0301797}"/>
          </ac:spMkLst>
        </pc:spChg>
        <pc:spChg chg="mod">
          <ac:chgData name="Mohammad Salman" userId="cfd6754c-e613-4f6f-bb98-36aef69d8c31" providerId="ADAL" clId="{64187A1A-A645-419F-AF24-2060A3F22D7A}" dt="2023-10-09T09:21:22.600" v="2787" actId="1076"/>
          <ac:spMkLst>
            <pc:docMk/>
            <pc:sldMk cId="4251613609" sldId="314"/>
            <ac:spMk id="5" creationId="{A531DE1B-02A8-C4FA-1519-CB263C1FE144}"/>
          </ac:spMkLst>
        </pc:spChg>
        <pc:spChg chg="add mod">
          <ac:chgData name="Mohammad Salman" userId="cfd6754c-e613-4f6f-bb98-36aef69d8c31" providerId="ADAL" clId="{64187A1A-A645-419F-AF24-2060A3F22D7A}" dt="2023-10-09T09:21:25.731" v="2788" actId="1076"/>
          <ac:spMkLst>
            <pc:docMk/>
            <pc:sldMk cId="4251613609" sldId="314"/>
            <ac:spMk id="6" creationId="{921D3CF3-EB07-2CA0-96DD-8B36FA120068}"/>
          </ac:spMkLst>
        </pc:spChg>
        <pc:spChg chg="add mod">
          <ac:chgData name="Mohammad Salman" userId="cfd6754c-e613-4f6f-bb98-36aef69d8c31" providerId="ADAL" clId="{64187A1A-A645-419F-AF24-2060A3F22D7A}" dt="2023-10-09T09:21:36.152" v="2792" actId="14100"/>
          <ac:spMkLst>
            <pc:docMk/>
            <pc:sldMk cId="4251613609" sldId="314"/>
            <ac:spMk id="7" creationId="{DEBB140D-3A6D-79D4-9576-A0E852E20006}"/>
          </ac:spMkLst>
        </pc:spChg>
        <pc:spChg chg="mod">
          <ac:chgData name="Mohammad Salman" userId="cfd6754c-e613-4f6f-bb98-36aef69d8c31" providerId="ADAL" clId="{64187A1A-A645-419F-AF24-2060A3F22D7A}" dt="2023-10-09T09:19:31.926" v="2775" actId="6549"/>
          <ac:spMkLst>
            <pc:docMk/>
            <pc:sldMk cId="4251613609" sldId="314"/>
            <ac:spMk id="8" creationId="{EE82B293-46EB-4C58-457A-3768C29E9A07}"/>
          </ac:spMkLst>
        </pc:spChg>
      </pc:sldChg>
      <pc:sldChg chg="delSp add mod setBg">
        <pc:chgData name="Mohammad Salman" userId="cfd6754c-e613-4f6f-bb98-36aef69d8c31" providerId="ADAL" clId="{64187A1A-A645-419F-AF24-2060A3F22D7A}" dt="2023-10-09T09:22:01.473" v="2797"/>
        <pc:sldMkLst>
          <pc:docMk/>
          <pc:sldMk cId="4064629196" sldId="315"/>
        </pc:sldMkLst>
        <pc:spChg chg="del">
          <ac:chgData name="Mohammad Salman" userId="cfd6754c-e613-4f6f-bb98-36aef69d8c31" providerId="ADAL" clId="{64187A1A-A645-419F-AF24-2060A3F22D7A}" dt="2023-10-09T09:21:42.866" v="2794" actId="478"/>
          <ac:spMkLst>
            <pc:docMk/>
            <pc:sldMk cId="4064629196" sldId="315"/>
            <ac:spMk id="2" creationId="{DA2E0618-128C-84FD-6C2F-FA5272DCC765}"/>
          </ac:spMkLst>
        </pc:spChg>
        <pc:spChg chg="del">
          <ac:chgData name="Mohammad Salman" userId="cfd6754c-e613-4f6f-bb98-36aef69d8c31" providerId="ADAL" clId="{64187A1A-A645-419F-AF24-2060A3F22D7A}" dt="2023-10-09T09:21:44.062" v="2795" actId="478"/>
          <ac:spMkLst>
            <pc:docMk/>
            <pc:sldMk cId="4064629196" sldId="315"/>
            <ac:spMk id="7" creationId="{DEBB140D-3A6D-79D4-9576-A0E852E20006}"/>
          </ac:spMkLst>
        </pc:spChg>
      </pc:sldChg>
      <pc:sldChg chg="modSp new mod">
        <pc:chgData name="Mohammad Salman" userId="cfd6754c-e613-4f6f-bb98-36aef69d8c31" providerId="ADAL" clId="{64187A1A-A645-419F-AF24-2060A3F22D7A}" dt="2023-10-09T09:22:35.897" v="2912" actId="20577"/>
        <pc:sldMkLst>
          <pc:docMk/>
          <pc:sldMk cId="2395506816" sldId="316"/>
        </pc:sldMkLst>
        <pc:spChg chg="mod">
          <ac:chgData name="Mohammad Salman" userId="cfd6754c-e613-4f6f-bb98-36aef69d8c31" providerId="ADAL" clId="{64187A1A-A645-419F-AF24-2060A3F22D7A}" dt="2023-10-09T09:22:25.629" v="2869" actId="20577"/>
          <ac:spMkLst>
            <pc:docMk/>
            <pc:sldMk cId="2395506816" sldId="316"/>
            <ac:spMk id="2" creationId="{76632413-431A-3617-4625-B5A5A54E3C9E}"/>
          </ac:spMkLst>
        </pc:spChg>
        <pc:spChg chg="mod">
          <ac:chgData name="Mohammad Salman" userId="cfd6754c-e613-4f6f-bb98-36aef69d8c31" providerId="ADAL" clId="{64187A1A-A645-419F-AF24-2060A3F22D7A}" dt="2023-10-09T09:22:35.897" v="2912" actId="20577"/>
          <ac:spMkLst>
            <pc:docMk/>
            <pc:sldMk cId="2395506816" sldId="316"/>
            <ac:spMk id="3" creationId="{22916581-D259-6F3D-E560-C159084F1B49}"/>
          </ac:spMkLst>
        </pc:spChg>
      </pc:sldChg>
      <pc:sldChg chg="modSp add mod modAnim">
        <pc:chgData name="Mohammad Salman" userId="cfd6754c-e613-4f6f-bb98-36aef69d8c31" providerId="ADAL" clId="{64187A1A-A645-419F-AF24-2060A3F22D7A}" dt="2023-10-09T09:24:14.659" v="2952"/>
        <pc:sldMkLst>
          <pc:docMk/>
          <pc:sldMk cId="3810229768" sldId="317"/>
        </pc:sldMkLst>
        <pc:spChg chg="mod">
          <ac:chgData name="Mohammad Salman" userId="cfd6754c-e613-4f6f-bb98-36aef69d8c31" providerId="ADAL" clId="{64187A1A-A645-419F-AF24-2060A3F22D7A}" dt="2023-10-09T09:23:44.267" v="2921"/>
          <ac:spMkLst>
            <pc:docMk/>
            <pc:sldMk cId="3810229768" sldId="317"/>
            <ac:spMk id="5" creationId="{A531DE1B-02A8-C4FA-1519-CB263C1FE144}"/>
          </ac:spMkLst>
        </pc:spChg>
        <pc:spChg chg="mod">
          <ac:chgData name="Mohammad Salman" userId="cfd6754c-e613-4f6f-bb98-36aef69d8c31" providerId="ADAL" clId="{64187A1A-A645-419F-AF24-2060A3F22D7A}" dt="2023-10-09T09:23:51.776" v="2922"/>
          <ac:spMkLst>
            <pc:docMk/>
            <pc:sldMk cId="3810229768" sldId="317"/>
            <ac:spMk id="6" creationId="{921D3CF3-EB07-2CA0-96DD-8B36FA120068}"/>
          </ac:spMkLst>
        </pc:spChg>
        <pc:spChg chg="mod">
          <ac:chgData name="Mohammad Salman" userId="cfd6754c-e613-4f6f-bb98-36aef69d8c31" providerId="ADAL" clId="{64187A1A-A645-419F-AF24-2060A3F22D7A}" dt="2023-10-09T09:24:06.729" v="2951" actId="20577"/>
          <ac:spMkLst>
            <pc:docMk/>
            <pc:sldMk cId="3810229768" sldId="317"/>
            <ac:spMk id="8" creationId="{EE82B293-46EB-4C58-457A-3768C29E9A07}"/>
          </ac:spMkLst>
        </pc:spChg>
      </pc:sldChg>
      <pc:sldChg chg="new del">
        <pc:chgData name="Mohammad Salman" userId="cfd6754c-e613-4f6f-bb98-36aef69d8c31" providerId="ADAL" clId="{64187A1A-A645-419F-AF24-2060A3F22D7A}" dt="2023-10-09T14:11:56.455" v="3267" actId="47"/>
        <pc:sldMkLst>
          <pc:docMk/>
          <pc:sldMk cId="1845788630" sldId="318"/>
        </pc:sldMkLst>
      </pc:sldChg>
      <pc:sldChg chg="addSp delSp modSp add mod modAnim">
        <pc:chgData name="Mohammad Salman" userId="cfd6754c-e613-4f6f-bb98-36aef69d8c31" providerId="ADAL" clId="{64187A1A-A645-419F-AF24-2060A3F22D7A}" dt="2023-10-09T14:01:37.633" v="3206" actId="14100"/>
        <pc:sldMkLst>
          <pc:docMk/>
          <pc:sldMk cId="1867875947" sldId="319"/>
        </pc:sldMkLst>
        <pc:cxnChg chg="add del mod">
          <ac:chgData name="Mohammad Salman" userId="cfd6754c-e613-4f6f-bb98-36aef69d8c31" providerId="ADAL" clId="{64187A1A-A645-419F-AF24-2060A3F22D7A}" dt="2023-10-09T14:00:33.127" v="3198" actId="478"/>
          <ac:cxnSpMkLst>
            <pc:docMk/>
            <pc:sldMk cId="1867875947" sldId="319"/>
            <ac:cxnSpMk id="7" creationId="{8B8040AC-762A-47C8-BA25-187A9F64973B}"/>
          </ac:cxnSpMkLst>
        </pc:cxnChg>
        <pc:cxnChg chg="add mod">
          <ac:chgData name="Mohammad Salman" userId="cfd6754c-e613-4f6f-bb98-36aef69d8c31" providerId="ADAL" clId="{64187A1A-A645-419F-AF24-2060A3F22D7A}" dt="2023-10-09T14:00:59.126" v="3203" actId="14100"/>
          <ac:cxnSpMkLst>
            <pc:docMk/>
            <pc:sldMk cId="1867875947" sldId="319"/>
            <ac:cxnSpMk id="11" creationId="{16944B72-579A-5C5D-570E-023C797351C2}"/>
          </ac:cxnSpMkLst>
        </pc:cxnChg>
        <pc:cxnChg chg="add mod">
          <ac:chgData name="Mohammad Salman" userId="cfd6754c-e613-4f6f-bb98-36aef69d8c31" providerId="ADAL" clId="{64187A1A-A645-419F-AF24-2060A3F22D7A}" dt="2023-10-09T14:01:37.633" v="3206" actId="14100"/>
          <ac:cxnSpMkLst>
            <pc:docMk/>
            <pc:sldMk cId="1867875947" sldId="319"/>
            <ac:cxnSpMk id="14" creationId="{50E97BF9-6B9C-5E59-1225-831F1F34AB83}"/>
          </ac:cxnSpMkLst>
        </pc:cxnChg>
      </pc:sldChg>
      <pc:sldChg chg="modSp add mod">
        <pc:chgData name="Mohammad Salman" userId="cfd6754c-e613-4f6f-bb98-36aef69d8c31" providerId="ADAL" clId="{64187A1A-A645-419F-AF24-2060A3F22D7A}" dt="2023-10-09T14:03:25.192" v="3262" actId="20577"/>
        <pc:sldMkLst>
          <pc:docMk/>
          <pc:sldMk cId="724990001" sldId="320"/>
        </pc:sldMkLst>
        <pc:spChg chg="mod">
          <ac:chgData name="Mohammad Salman" userId="cfd6754c-e613-4f6f-bb98-36aef69d8c31" providerId="ADAL" clId="{64187A1A-A645-419F-AF24-2060A3F22D7A}" dt="2023-10-09T14:03:01.855" v="3237" actId="14100"/>
          <ac:spMkLst>
            <pc:docMk/>
            <pc:sldMk cId="724990001" sldId="320"/>
            <ac:spMk id="2" creationId="{5A3FBABB-250B-A216-EB4F-1EB739A12087}"/>
          </ac:spMkLst>
        </pc:spChg>
        <pc:spChg chg="mod">
          <ac:chgData name="Mohammad Salman" userId="cfd6754c-e613-4f6f-bb98-36aef69d8c31" providerId="ADAL" clId="{64187A1A-A645-419F-AF24-2060A3F22D7A}" dt="2023-10-09T14:02:57.844" v="3236" actId="20577"/>
          <ac:spMkLst>
            <pc:docMk/>
            <pc:sldMk cId="724990001" sldId="320"/>
            <ac:spMk id="4" creationId="{D5A5CFB5-D070-E99C-76D1-0ED5DB3CB641}"/>
          </ac:spMkLst>
        </pc:spChg>
        <pc:spChg chg="mod">
          <ac:chgData name="Mohammad Salman" userId="cfd6754c-e613-4f6f-bb98-36aef69d8c31" providerId="ADAL" clId="{64187A1A-A645-419F-AF24-2060A3F22D7A}" dt="2023-10-09T14:03:25.192" v="3262" actId="20577"/>
          <ac:spMkLst>
            <pc:docMk/>
            <pc:sldMk cId="724990001" sldId="320"/>
            <ac:spMk id="8" creationId="{EE82B293-46EB-4C58-457A-3768C29E9A07}"/>
          </ac:spMkLst>
        </pc:spChg>
      </pc:sldChg>
      <pc:sldChg chg="delSp add mod">
        <pc:chgData name="Mohammad Salman" userId="cfd6754c-e613-4f6f-bb98-36aef69d8c31" providerId="ADAL" clId="{64187A1A-A645-419F-AF24-2060A3F22D7A}" dt="2023-10-09T14:06:35.360" v="3264" actId="478"/>
        <pc:sldMkLst>
          <pc:docMk/>
          <pc:sldMk cId="2702160641" sldId="321"/>
        </pc:sldMkLst>
        <pc:spChg chg="del">
          <ac:chgData name="Mohammad Salman" userId="cfd6754c-e613-4f6f-bb98-36aef69d8c31" providerId="ADAL" clId="{64187A1A-A645-419F-AF24-2060A3F22D7A}" dt="2023-10-09T14:06:35.360" v="3264" actId="478"/>
          <ac:spMkLst>
            <pc:docMk/>
            <pc:sldMk cId="2702160641" sldId="321"/>
            <ac:spMk id="2" creationId="{DA2E0618-128C-84FD-6C2F-FA5272DCC765}"/>
          </ac:spMkLst>
        </pc:spChg>
      </pc:sldChg>
      <pc:sldMasterChg chg="modSldLayout">
        <pc:chgData name="Mohammad Salman" userId="cfd6754c-e613-4f6f-bb98-36aef69d8c31" providerId="ADAL" clId="{64187A1A-A645-419F-AF24-2060A3F22D7A}" dt="2023-10-09T07:15:39.071" v="3" actId="114"/>
        <pc:sldMasterMkLst>
          <pc:docMk/>
          <pc:sldMasterMk cId="3476384234" sldId="2147483648"/>
        </pc:sldMasterMkLst>
        <pc:sldLayoutChg chg="modSp">
          <pc:chgData name="Mohammad Salman" userId="cfd6754c-e613-4f6f-bb98-36aef69d8c31" providerId="ADAL" clId="{64187A1A-A645-419F-AF24-2060A3F22D7A}" dt="2023-10-09T07:15:39.071" v="3" actId="114"/>
          <pc:sldLayoutMkLst>
            <pc:docMk/>
            <pc:sldMasterMk cId="3476384234" sldId="2147483648"/>
            <pc:sldLayoutMk cId="3719830929" sldId="2147483649"/>
          </pc:sldLayoutMkLst>
          <pc:spChg chg="mod">
            <ac:chgData name="Mohammad Salman" userId="cfd6754c-e613-4f6f-bb98-36aef69d8c31" providerId="ADAL" clId="{64187A1A-A645-419F-AF24-2060A3F22D7A}" dt="2023-10-09T07:15:39.071" v="3" actId="114"/>
            <ac:spMkLst>
              <pc:docMk/>
              <pc:sldMasterMk cId="3476384234" sldId="2147483648"/>
              <pc:sldLayoutMk cId="3719830929" sldId="2147483649"/>
              <ac:spMk id="3" creationId="{0FECC041-45F7-93BC-A06A-58680263AC2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BBFBB-BF75-4A15-BC14-AF52658B3A78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D3448-96AC-42A1-A173-BFB6526C3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0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95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3448-96AC-42A1-A173-BFB6526C37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22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see what each of these three types of const-ness imply.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05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try to identify which one is this pointer?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3448-96AC-42A1-A173-BFB6526C37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075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73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895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93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9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write out what it says here in terms of </a:t>
            </a:r>
            <a:r>
              <a:rPr lang="en-US" b="1" dirty="0"/>
              <a:t>Complex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32250-D443-400D-91E0-68BC898CF6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793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pointer is now </a:t>
            </a:r>
          </a:p>
          <a:p>
            <a:r>
              <a:rPr lang="en-US" b="0" i="1" dirty="0"/>
              <a:t>“</a:t>
            </a:r>
            <a:r>
              <a:rPr lang="en-US" b="1" i="1" dirty="0"/>
              <a:t>int const* const </a:t>
            </a:r>
            <a:r>
              <a:rPr lang="en-US" b="0" i="1" dirty="0"/>
              <a:t>this”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4D3448-96AC-42A1-A173-BFB6526C375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30D0-9E03-3945-6CE3-F56626AD5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CC041-45F7-93BC-A06A-58680263A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ECE21-C44F-9CB6-01A7-149539FF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E6B3-4525-8F7B-CB1C-6B8654CC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0EB7-5949-494B-DE88-6ACED834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83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E8B6-30AA-8DFD-3E12-6C7EE4E4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E1EF-9631-B836-F068-42F7825B5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519C-A51B-242C-6DC7-E1A515773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FAB8A-96C0-85A6-79D9-9E6AC71B4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11F8E-6C3D-F832-2068-0DA3368E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3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BB22-0479-E268-B17C-4493F523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BF849A-EAF5-E68F-4445-9C7071FF6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8B0E2-D063-D8FB-0096-6335F5B1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2AE7A-4670-21BF-D481-7CD940C4F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030B7-88E8-FE63-E2B1-C0427B56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63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A077-497E-14D8-0E04-E6612BCC4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BA09-3FB4-7668-4451-DEF7E947B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0F11F-3ABF-89C1-61D4-1C023912F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F4864-BCEA-D741-DE6D-CA7C2DCB7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BE054-8470-081A-01DF-3F685297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FE8E6-36B9-9BA1-FD5F-D64D6F286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0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475E-3103-F2A4-0698-F20831515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F63DF-02A3-4730-B58E-CA51B2FDA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C1FF4-61EE-9734-F406-75B8D59F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9C3F3-2C34-5674-256C-0D330CFD4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A284D-E0BD-FDC8-EADF-A612F99D4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DD6EF-89B2-36DC-5B91-4A8F90B9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573EB-2914-736D-4D5C-444700511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F9CB6-48FA-16DC-3A66-DA7AD54A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7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DF10-7647-62A3-91E5-63310D9E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4A82A-B10F-7F01-EB33-957D990E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340D4-C18F-75BA-C71D-41ECEE4F2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EFFD0-EAE0-64E8-1EF7-E2EE7F6A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03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57DA5-114C-1CF3-07E1-BADED175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37D758-E9C6-0DE6-4DB1-A349EED3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151BB-FB58-B308-AD92-D8186546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9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C840-407A-A410-A517-65DFB6463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F95A-7DA1-9AC8-51D3-E334363CC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11CC0-045C-23A2-EFD9-C734AA62A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0A803-E701-0A27-B1F5-BD10B56F7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BE72D-E2BF-6601-742E-B8C753D7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3F57B-9A06-F3D8-4720-D7053AF7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709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FFEC-4E29-C3B0-8389-CEA68B0F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CE42E-9751-1838-29EF-DCF4E46932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1B04B-ABEF-EFD2-D90E-07CCC608B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3007E-F4F0-C901-C83B-FD3D458B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C1D34-077C-5E5C-E6F1-9CB4AD1E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6BFA4-B411-EB06-CDBA-DF0A758B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6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F8D6-6321-116B-67B2-3A600F83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E11FA-7EEC-6195-3C10-AD98BB936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16658-3BBA-A5F3-0D35-0C63FC90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1C6A-182B-F0B4-8D8B-63A395EE2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61BA6-9979-B98E-F5A0-5CC7F8E38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4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CD593-6098-7A1B-8944-6AC30476F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BBDC-E8B3-AA70-9617-FB74209B2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AE4A2-E24F-8555-BE7D-938B110E2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716D4-1928-DE9D-EAD6-73ECA6A7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6DB6C-60A8-7D6E-2A86-0627BC736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61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07593-EA4D-B26B-35FF-CD1728CF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A4A66-71AA-302B-6AE5-67E8BDC86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61744-A78E-2AF2-52F3-4123ED079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429A9-E40C-422E-9B28-F93ACED36427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C3C20-3B88-4C5D-7BD6-EE0BC0F14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5FF79-24B6-407B-6B1A-BFD4DF88E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DAEF9-D5F5-450A-B79E-ACCCE5D86F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84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the-hidden-this-pointer-and-member-function-chainin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007F2-327F-9D77-691A-A278377E8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DBB6-33DD-361C-8A5E-C8CDA1631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Mohammad Salman</a:t>
            </a:r>
          </a:p>
          <a:p>
            <a:r>
              <a:rPr lang="en-US" dirty="0"/>
              <a:t>Dean’s Fellow</a:t>
            </a:r>
          </a:p>
        </p:txBody>
      </p:sp>
    </p:spTree>
    <p:extLst>
      <p:ext uri="{BB962C8B-B14F-4D97-AF65-F5344CB8AC3E}">
        <p14:creationId xmlns:p14="http://schemas.microsoft.com/office/powerpoint/2010/main" val="820814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5817E8-8BB9-5B31-B9B8-3124B3743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</a:t>
            </a:r>
            <a:r>
              <a:rPr lang="en-US" dirty="0"/>
              <a:t>Pointer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7EFB29-ABB7-332C-C6F8-38330DEB97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It’s hidden from you (kind of). You can use it explicitly if you want to though.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C6B79-88CC-93C0-ED40-A3C12730BA38}"/>
              </a:ext>
            </a:extLst>
          </p:cNvPr>
          <p:cNvSpPr txBox="1"/>
          <p:nvPr/>
        </p:nvSpPr>
        <p:spPr>
          <a:xfrm>
            <a:off x="1198245" y="5866546"/>
            <a:ext cx="9795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https://www.learncpp.com/cpp-tutorial/the-hidden-this-pointer-and-member-function-chaining/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4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D8FA-058F-ABB4-D08C-95BAC30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compiler interprets member function calls?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FCC5-8B29-F235-24D4-27F165AF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already seen this before actually.</a:t>
            </a:r>
          </a:p>
          <a:p>
            <a:endParaRPr lang="en-US" dirty="0"/>
          </a:p>
          <a:p>
            <a:r>
              <a:rPr lang="en-US" dirty="0"/>
              <a:t>Let’s take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Complex </a:t>
            </a:r>
            <a:r>
              <a:rPr lang="en-US" dirty="0"/>
              <a:t>numbers example from your lab.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95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D8FA-058F-ABB4-D08C-95BAC30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compiler interprets member function calls?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FCC5-8B29-F235-24D4-27F165AF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you had a member function (or method) call like so.</a:t>
            </a:r>
          </a:p>
          <a:p>
            <a:pPr lvl="1"/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c1 </a:t>
            </a:r>
            <a:r>
              <a:rPr lang="en-US" dirty="0"/>
              <a:t>and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c2 </a:t>
            </a:r>
            <a:r>
              <a:rPr lang="en-US" dirty="0"/>
              <a:t>were two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Complex </a:t>
            </a:r>
            <a:r>
              <a:rPr lang="en-US" dirty="0"/>
              <a:t>type objects in your program.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c1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.add(c2);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Compiler interprets the above as follows.</a:t>
            </a:r>
            <a:endParaRPr lang="en-US" b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 algn="ctr">
              <a:buNone/>
            </a:pP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Complex::add(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&amp;c1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c2);</a:t>
            </a:r>
          </a:p>
          <a:p>
            <a:pPr marL="0" indent="0" algn="ctr">
              <a:buNone/>
            </a:pPr>
            <a:endParaRPr lang="en-US" b="1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ea typeface="Cascadia Code" panose="020B0609020000020004" pitchFamily="49" charset="0"/>
                <a:cs typeface="Cascadia Code" panose="020B0609020000020004" pitchFamily="49" charset="0"/>
              </a:rPr>
              <a:t>c1 is now being </a:t>
            </a:r>
            <a:r>
              <a:rPr lang="en-US" u="sng" dirty="0">
                <a:ea typeface="Cascadia Code" panose="020B0609020000020004" pitchFamily="49" charset="0"/>
                <a:cs typeface="Cascadia Code" panose="020B0609020000020004" pitchFamily="49" charset="0"/>
              </a:rPr>
              <a:t>passed </a:t>
            </a:r>
            <a:r>
              <a:rPr lang="en-US" i="1" u="sng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(implicitly)</a:t>
            </a:r>
            <a:r>
              <a:rPr lang="en-US" u="sng" dirty="0">
                <a:solidFill>
                  <a:schemeClr val="accent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u="sng" dirty="0">
                <a:ea typeface="Cascadia Code" panose="020B0609020000020004" pitchFamily="49" charset="0"/>
                <a:cs typeface="Cascadia Code" panose="020B0609020000020004" pitchFamily="49" charset="0"/>
              </a:rPr>
              <a:t>by address</a:t>
            </a:r>
            <a:r>
              <a:rPr lang="en-US" dirty="0">
                <a:ea typeface="Cascadia Code" panose="020B0609020000020004" pitchFamily="49" charset="0"/>
                <a:cs typeface="Cascadia Code" panose="020B0609020000020004" pitchFamily="49" charset="0"/>
              </a:rPr>
              <a:t> to the function.</a:t>
            </a:r>
          </a:p>
        </p:txBody>
      </p:sp>
    </p:spTree>
    <p:extLst>
      <p:ext uri="{BB962C8B-B14F-4D97-AF65-F5344CB8AC3E}">
        <p14:creationId xmlns:p14="http://schemas.microsoft.com/office/powerpoint/2010/main" val="314172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D8FA-058F-ABB4-D08C-95BAC30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compiler interprets member function calls?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FCC5-8B29-F235-24D4-27F165AFF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534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Note, however, that your member function looks like as follows.</a:t>
            </a:r>
          </a:p>
          <a:p>
            <a:endParaRPr lang="en-US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ea typeface="Cascadia Code" panose="020B0609020000020004" pitchFamily="49" charset="0"/>
                <a:cs typeface="Cascadia Code" panose="020B0609020000020004" pitchFamily="49" charset="0"/>
              </a:rPr>
              <a:t>It only has a single argument.</a:t>
            </a:r>
          </a:p>
          <a:p>
            <a:endParaRPr lang="en-US" dirty="0"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ea typeface="Cascadia Code" panose="020B0609020000020004" pitchFamily="49" charset="0"/>
                <a:cs typeface="Cascadia Code" panose="020B0609020000020004" pitchFamily="49" charset="0"/>
              </a:rPr>
              <a:t>Whereas the compiler is now passing </a:t>
            </a:r>
            <a:r>
              <a:rPr lang="en-US" b="1" dirty="0">
                <a:ea typeface="Cascadia Code" panose="020B0609020000020004" pitchFamily="49" charset="0"/>
                <a:cs typeface="Cascadia Code" panose="020B0609020000020004" pitchFamily="49" charset="0"/>
              </a:rPr>
              <a:t>two arguments</a:t>
            </a:r>
            <a:r>
              <a:rPr lang="en-US" dirty="0"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6A9F7D-5BC2-92E7-C1D9-FFE40BAB914C}"/>
              </a:ext>
            </a:extLst>
          </p:cNvPr>
          <p:cNvSpPr txBox="1"/>
          <p:nvPr/>
        </p:nvSpPr>
        <p:spPr>
          <a:xfrm>
            <a:off x="6648452" y="1825625"/>
            <a:ext cx="55011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     </a:t>
            </a: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08A226-6113-BCD9-7558-3F59EBE7BA34}"/>
              </a:ext>
            </a:extLst>
          </p:cNvPr>
          <p:cNvSpPr txBox="1"/>
          <p:nvPr/>
        </p:nvSpPr>
        <p:spPr>
          <a:xfrm>
            <a:off x="6648452" y="4878824"/>
            <a:ext cx="4705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// Compiler’s interpretation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c1, c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6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D8FA-058F-ABB4-D08C-95BAC30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compiler interprets member function calls?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4FCC5-8B29-F235-24D4-27F165AFF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The compiler </a:t>
            </a:r>
            <a:r>
              <a:rPr lang="en-US" b="1" dirty="0"/>
              <a:t>also</a:t>
            </a:r>
            <a:r>
              <a:rPr lang="en-US" dirty="0"/>
              <a:t> updates your member function as shown.</a:t>
            </a:r>
            <a:endParaRPr lang="en-US" dirty="0"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0590D-DDBA-F38A-3362-A8AC8A35B41B}"/>
              </a:ext>
            </a:extLst>
          </p:cNvPr>
          <p:cNvSpPr txBox="1"/>
          <p:nvPr/>
        </p:nvSpPr>
        <p:spPr>
          <a:xfrm>
            <a:off x="438150" y="3280410"/>
            <a:ext cx="820959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</a:p>
          <a:p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20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F4C11F-9E1C-703E-F3FE-B0F2DAF292E8}"/>
              </a:ext>
            </a:extLst>
          </p:cNvPr>
          <p:cNvSpPr/>
          <p:nvPr/>
        </p:nvSpPr>
        <p:spPr>
          <a:xfrm>
            <a:off x="3611880" y="3280410"/>
            <a:ext cx="2937510" cy="37350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1EC93D-3B7E-1654-4247-A85EF64C597D}"/>
              </a:ext>
            </a:extLst>
          </p:cNvPr>
          <p:cNvSpPr/>
          <p:nvPr/>
        </p:nvSpPr>
        <p:spPr>
          <a:xfrm>
            <a:off x="2842260" y="4517604"/>
            <a:ext cx="2015490" cy="37350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08706E-F6B5-DE6E-8BC5-FDC98990675A}"/>
              </a:ext>
            </a:extLst>
          </p:cNvPr>
          <p:cNvSpPr/>
          <p:nvPr/>
        </p:nvSpPr>
        <p:spPr>
          <a:xfrm>
            <a:off x="2842260" y="5110547"/>
            <a:ext cx="2015490" cy="37350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668D0-747D-DE9E-56FE-D2CEF8F3BE60}"/>
              </a:ext>
            </a:extLst>
          </p:cNvPr>
          <p:cNvSpPr txBox="1"/>
          <p:nvPr/>
        </p:nvSpPr>
        <p:spPr>
          <a:xfrm>
            <a:off x="9966550" y="2608090"/>
            <a:ext cx="2207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3E1FC-7162-3B3A-5B01-CCEFBF9A80F1}"/>
              </a:ext>
            </a:extLst>
          </p:cNvPr>
          <p:cNvSpPr txBox="1"/>
          <p:nvPr/>
        </p:nvSpPr>
        <p:spPr>
          <a:xfrm>
            <a:off x="9047797" y="3204692"/>
            <a:ext cx="31259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>
                <a:effectLst/>
              </a:rPr>
              <a:t>Compiler’s interpretation</a:t>
            </a:r>
          </a:p>
          <a:p>
            <a:pPr algn="r"/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c1, c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5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5432948-E925-5855-CF31-5DEB74B49541}"/>
              </a:ext>
            </a:extLst>
          </p:cNvPr>
          <p:cNvGrpSpPr/>
          <p:nvPr/>
        </p:nvGrpSpPr>
        <p:grpSpPr>
          <a:xfrm>
            <a:off x="308611" y="321494"/>
            <a:ext cx="3771900" cy="1497053"/>
            <a:chOff x="4777740" y="304051"/>
            <a:chExt cx="3771900" cy="14970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763164-CFC2-BB29-BED2-EE9FFA3351F7}"/>
                </a:ext>
              </a:extLst>
            </p:cNvPr>
            <p:cNvSpPr txBox="1"/>
            <p:nvPr/>
          </p:nvSpPr>
          <p:spPr>
            <a:xfrm>
              <a:off x="5138738" y="838139"/>
              <a:ext cx="19145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F3530B-8204-5745-2DBE-31A0F9965EE0}"/>
                </a:ext>
              </a:extLst>
            </p:cNvPr>
            <p:cNvSpPr txBox="1"/>
            <p:nvPr/>
          </p:nvSpPr>
          <p:spPr>
            <a:xfrm>
              <a:off x="4777740" y="304051"/>
              <a:ext cx="2636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C31E7A3-B49F-6144-B1E6-4D0AD4348CD8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BAF2F86-211B-27BE-732E-FD73FA9365D5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90A9A1-E775-FD07-AB63-F7ABBFB558D3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5DAF1A-EC5A-2F45-80BE-5451C97D57FF}"/>
              </a:ext>
            </a:extLst>
          </p:cNvPr>
          <p:cNvGrpSpPr/>
          <p:nvPr/>
        </p:nvGrpSpPr>
        <p:grpSpPr>
          <a:xfrm>
            <a:off x="6848475" y="315481"/>
            <a:ext cx="4625340" cy="1497054"/>
            <a:chOff x="3924300" y="304050"/>
            <a:chExt cx="4625340" cy="14970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A6BA53-CB5E-3626-148B-A9220643B7E7}"/>
                </a:ext>
              </a:extLst>
            </p:cNvPr>
            <p:cNvSpPr txBox="1"/>
            <p:nvPr/>
          </p:nvSpPr>
          <p:spPr>
            <a:xfrm>
              <a:off x="4988719" y="833189"/>
              <a:ext cx="2214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CF5990-4B1D-0756-BBF0-F96EA629824A}"/>
                </a:ext>
              </a:extLst>
            </p:cNvPr>
            <p:cNvSpPr txBox="1"/>
            <p:nvPr/>
          </p:nvSpPr>
          <p:spPr>
            <a:xfrm>
              <a:off x="3924300" y="304050"/>
              <a:ext cx="4343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 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B48B98A-F6B6-C1E7-F836-AEDBB1A1CB4F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AB60152-076F-374D-0D79-C769DE69FC3A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DB4DE9-88AE-BFD2-1BDA-DF27E1C29E91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97CE21-372C-A9CD-DA37-BC490C43348E}"/>
              </a:ext>
            </a:extLst>
          </p:cNvPr>
          <p:cNvGrpSpPr/>
          <p:nvPr/>
        </p:nvGrpSpPr>
        <p:grpSpPr>
          <a:xfrm>
            <a:off x="308611" y="2677628"/>
            <a:ext cx="4130040" cy="1502744"/>
            <a:chOff x="4419600" y="298360"/>
            <a:chExt cx="4130040" cy="15027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D28DDF-3598-732F-4FA5-C06AAC9EC5EA}"/>
                </a:ext>
              </a:extLst>
            </p:cNvPr>
            <p:cNvSpPr txBox="1"/>
            <p:nvPr/>
          </p:nvSpPr>
          <p:spPr>
            <a:xfrm>
              <a:off x="4640816" y="830438"/>
              <a:ext cx="32265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 const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DBC901-DE2B-B7D9-4B43-66CB90326AFE}"/>
                </a:ext>
              </a:extLst>
            </p:cNvPr>
            <p:cNvSpPr txBox="1"/>
            <p:nvPr/>
          </p:nvSpPr>
          <p:spPr>
            <a:xfrm>
              <a:off x="4419600" y="298360"/>
              <a:ext cx="36690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</a:t>
              </a:r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 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F78EF31-51C5-7F64-17CC-73AAB611157D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FAB2C0E-F3FF-3CC2-3126-09BE8C17E759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18A3F5-45BC-1187-F4DB-863D3915D064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20F724-E95B-E9A2-4C53-21286E327BF9}"/>
              </a:ext>
            </a:extLst>
          </p:cNvPr>
          <p:cNvGrpSpPr/>
          <p:nvPr/>
        </p:nvGrpSpPr>
        <p:grpSpPr>
          <a:xfrm>
            <a:off x="308611" y="4691167"/>
            <a:ext cx="4144804" cy="1435236"/>
            <a:chOff x="4404836" y="365868"/>
            <a:chExt cx="4144804" cy="143523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CEC4B2-406D-E77E-BB4F-E317A3259EA0}"/>
                </a:ext>
              </a:extLst>
            </p:cNvPr>
            <p:cNvSpPr txBox="1"/>
            <p:nvPr/>
          </p:nvSpPr>
          <p:spPr>
            <a:xfrm>
              <a:off x="4523183" y="826588"/>
              <a:ext cx="3226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8E763-E983-0935-8A81-099F51C1A946}"/>
                </a:ext>
              </a:extLst>
            </p:cNvPr>
            <p:cNvSpPr txBox="1"/>
            <p:nvPr/>
          </p:nvSpPr>
          <p:spPr>
            <a:xfrm>
              <a:off x="4404836" y="365868"/>
              <a:ext cx="3463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231452-A2E2-1A3F-4315-8DAE269050DD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3F2B8CF-1FEA-C620-A642-85C4FAA498B1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BD722F-F4CB-2FBE-BA44-3BFBAC35392D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919CD1-5592-5A41-A959-33D1A8F989F5}"/>
              </a:ext>
            </a:extLst>
          </p:cNvPr>
          <p:cNvGrpSpPr/>
          <p:nvPr/>
        </p:nvGrpSpPr>
        <p:grpSpPr>
          <a:xfrm>
            <a:off x="6375561" y="3526983"/>
            <a:ext cx="4734878" cy="1624904"/>
            <a:chOff x="3814762" y="176200"/>
            <a:chExt cx="4734878" cy="162490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90CBC4-AD57-6AB4-3F0B-7ACCF9AA6EF8}"/>
                </a:ext>
              </a:extLst>
            </p:cNvPr>
            <p:cNvSpPr txBox="1"/>
            <p:nvPr/>
          </p:nvSpPr>
          <p:spPr>
            <a:xfrm>
              <a:off x="3814762" y="768927"/>
              <a:ext cx="45624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int* const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i="1" dirty="0">
                <a:solidFill>
                  <a:schemeClr val="accent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EACA64-0177-D577-CE9D-501F95D409A6}"/>
                </a:ext>
              </a:extLst>
            </p:cNvPr>
            <p:cNvSpPr txBox="1"/>
            <p:nvPr/>
          </p:nvSpPr>
          <p:spPr>
            <a:xfrm>
              <a:off x="3907155" y="176200"/>
              <a:ext cx="46424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</a:t>
              </a:r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 pointer to a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B08788F-CC7F-3865-D20D-82AAC07CB594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3A3A4FC-089F-B010-E08F-45FE9E507BB9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0A9DDF-BF4B-A2DF-5FBC-2FBE53AFB5E4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ADB732B-3845-8AAB-F59C-460D3620F308}"/>
              </a:ext>
            </a:extLst>
          </p:cNvPr>
          <p:cNvSpPr txBox="1"/>
          <p:nvPr/>
        </p:nvSpPr>
        <p:spPr>
          <a:xfrm>
            <a:off x="4926330" y="1812535"/>
            <a:ext cx="282178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Note</a:t>
            </a:r>
          </a:p>
          <a:p>
            <a:r>
              <a:rPr lang="en-US" i="1" dirty="0"/>
              <a:t>You can replace </a:t>
            </a:r>
            <a:r>
              <a:rPr lang="en-US" b="1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</a:t>
            </a:r>
            <a:r>
              <a:rPr lang="en-US" i="1" dirty="0"/>
              <a:t>with any built-in data type and class types.</a:t>
            </a:r>
          </a:p>
        </p:txBody>
      </p:sp>
    </p:spTree>
    <p:extLst>
      <p:ext uri="{BB962C8B-B14F-4D97-AF65-F5344CB8AC3E}">
        <p14:creationId xmlns:p14="http://schemas.microsoft.com/office/powerpoint/2010/main" val="3350833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BE5F-CEDA-BBAE-864B-C38D4775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pointers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5B31D-35F3-8C49-9E52-328E36B5C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int* const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ptr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pointer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 an 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i="1" dirty="0"/>
          </a:p>
          <a:p>
            <a:pPr lvl="1"/>
            <a:r>
              <a:rPr lang="en-US" dirty="0"/>
              <a:t>The value of the pointer cannot be changed (cannot point at anything else). </a:t>
            </a:r>
          </a:p>
          <a:p>
            <a:pPr lvl="1"/>
            <a:r>
              <a:rPr lang="en-US" dirty="0"/>
              <a:t>However the entity to which it is pointing at can be changed.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int*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ptr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pointer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 a 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int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lvl="1"/>
            <a:r>
              <a:rPr lang="en-US" dirty="0"/>
              <a:t>The value of the pointer itself can be changed (can be made to point at something else).</a:t>
            </a:r>
          </a:p>
          <a:p>
            <a:pPr lvl="1"/>
            <a:r>
              <a:rPr lang="en-US" dirty="0"/>
              <a:t>The value of the entity to which the pointer is pointing at, could not be changed. 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int* const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ptr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pointer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 a </a:t>
            </a:r>
            <a:r>
              <a:rPr lang="en-US" i="1" u="sng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int</a:t>
            </a:r>
            <a:r>
              <a:rPr lang="en-US" i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lvl="1"/>
            <a:r>
              <a:rPr lang="en-US" dirty="0"/>
              <a:t>Neither the entity nor the pointer can be changed.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8025D-D024-04A8-B767-909DB0EF9C1D}"/>
              </a:ext>
            </a:extLst>
          </p:cNvPr>
          <p:cNvSpPr txBox="1"/>
          <p:nvPr/>
        </p:nvSpPr>
        <p:spPr>
          <a:xfrm>
            <a:off x="9543393" y="136634"/>
            <a:ext cx="240686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i="1" u="sng" dirty="0"/>
              <a:t>Two dimensions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Can the pointer be changed?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Can the pointed data be changed?</a:t>
            </a:r>
          </a:p>
        </p:txBody>
      </p:sp>
    </p:spTree>
    <p:extLst>
      <p:ext uri="{BB962C8B-B14F-4D97-AF65-F5344CB8AC3E}">
        <p14:creationId xmlns:p14="http://schemas.microsoft.com/office/powerpoint/2010/main" val="42660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81FDF71-4CA4-2A1D-EC32-FDB37B6EA9D1}"/>
              </a:ext>
            </a:extLst>
          </p:cNvPr>
          <p:cNvSpPr txBox="1"/>
          <p:nvPr/>
        </p:nvSpPr>
        <p:spPr>
          <a:xfrm>
            <a:off x="172404" y="76471"/>
            <a:ext cx="688884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c3.m_real = this-&gt;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+ c2.m_real;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c3.m_imag = this-&gt;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+ c2.m_imag;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     </a:t>
            </a: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3EA0DF2E-B816-66B9-BCD4-BCBC41913F26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752849"/>
          <a:ext cx="271105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528">
                  <a:extLst>
                    <a:ext uri="{9D8B030D-6E8A-4147-A177-3AD203B41FA5}">
                      <a16:colId xmlns:a16="http://schemas.microsoft.com/office/drawing/2014/main" val="4023936194"/>
                    </a:ext>
                  </a:extLst>
                </a:gridCol>
                <a:gridCol w="1355528">
                  <a:extLst>
                    <a:ext uri="{9D8B030D-6E8A-4147-A177-3AD203B41FA5}">
                      <a16:colId xmlns:a16="http://schemas.microsoft.com/office/drawing/2014/main" val="4254682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Complex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0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m_real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m_imag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193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//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35077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CB339EB-7973-B8B1-2E9B-5BBF663C22C9}"/>
              </a:ext>
            </a:extLst>
          </p:cNvPr>
          <p:cNvGraphicFramePr>
            <a:graphicFrameLocks noGrp="1"/>
          </p:cNvGraphicFramePr>
          <p:nvPr/>
        </p:nvGraphicFramePr>
        <p:xfrm>
          <a:off x="9197340" y="3752849"/>
          <a:ext cx="271105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528">
                  <a:extLst>
                    <a:ext uri="{9D8B030D-6E8A-4147-A177-3AD203B41FA5}">
                      <a16:colId xmlns:a16="http://schemas.microsoft.com/office/drawing/2014/main" val="4023936194"/>
                    </a:ext>
                  </a:extLst>
                </a:gridCol>
                <a:gridCol w="1355528">
                  <a:extLst>
                    <a:ext uri="{9D8B030D-6E8A-4147-A177-3AD203B41FA5}">
                      <a16:colId xmlns:a16="http://schemas.microsoft.com/office/drawing/2014/main" val="4254682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Complex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0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m_real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m_imag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193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//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35077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9A7E21F4-5107-D4DC-5FAB-78F37EC91B9E}"/>
              </a:ext>
            </a:extLst>
          </p:cNvPr>
          <p:cNvGraphicFramePr>
            <a:graphicFrameLocks noGrp="1"/>
          </p:cNvGraphicFramePr>
          <p:nvPr/>
        </p:nvGraphicFramePr>
        <p:xfrm>
          <a:off x="7810975" y="1520190"/>
          <a:ext cx="246602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021">
                  <a:extLst>
                    <a:ext uri="{9D8B030D-6E8A-4147-A177-3AD203B41FA5}">
                      <a16:colId xmlns:a16="http://schemas.microsoft.com/office/drawing/2014/main" val="14207087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Complex* const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sz="2000" b="0" i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this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081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&amp;c1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80478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5ED5F8-45E1-84C5-811F-B63A8859A2EA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flipH="1">
            <a:off x="7451528" y="2617470"/>
            <a:ext cx="1592457" cy="113537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F808BA-099F-8174-7EDF-E1A70F94BA1B}"/>
              </a:ext>
            </a:extLst>
          </p:cNvPr>
          <p:cNvSpPr txBox="1"/>
          <p:nvPr/>
        </p:nvSpPr>
        <p:spPr>
          <a:xfrm>
            <a:off x="7186212" y="5500189"/>
            <a:ext cx="371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Both of these objects were created in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1600" i="1" dirty="0"/>
              <a:t>. </a:t>
            </a:r>
          </a:p>
          <a:p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c3</a:t>
            </a:r>
            <a:r>
              <a:rPr lang="en-US" sz="1600" i="1" dirty="0"/>
              <a:t> would be created, and be local to </a:t>
            </a:r>
            <a:r>
              <a:rPr lang="en-US" sz="16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add()</a:t>
            </a:r>
            <a:r>
              <a:rPr lang="en-US" sz="1600" i="1" dirty="0"/>
              <a:t>.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DD5515A0-8C94-8493-A295-05F6EEF98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24397"/>
              </p:ext>
            </p:extLst>
          </p:nvPr>
        </p:nvGraphicFramePr>
        <p:xfrm>
          <a:off x="2924486" y="4753429"/>
          <a:ext cx="2711056" cy="149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528">
                  <a:extLst>
                    <a:ext uri="{9D8B030D-6E8A-4147-A177-3AD203B41FA5}">
                      <a16:colId xmlns:a16="http://schemas.microsoft.com/office/drawing/2014/main" val="4023936194"/>
                    </a:ext>
                  </a:extLst>
                </a:gridCol>
                <a:gridCol w="1355528">
                  <a:extLst>
                    <a:ext uri="{9D8B030D-6E8A-4147-A177-3AD203B41FA5}">
                      <a16:colId xmlns:a16="http://schemas.microsoft.com/office/drawing/2014/main" val="4254682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Complex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10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m_real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double</a:t>
                      </a:r>
                      <a:r>
                        <a:rPr lang="en-US" sz="2000" b="0" i="1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 </a:t>
                      </a: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m_imag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31939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scadia Code" panose="020B0609020000020004" pitchFamily="49" charset="0"/>
                          <a:ea typeface="Cascadia Code" panose="020B0609020000020004" pitchFamily="49" charset="0"/>
                          <a:cs typeface="Cascadia Code" panose="020B0609020000020004" pitchFamily="49" charset="0"/>
                        </a:rPr>
                        <a:t>// Methods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3507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91C99FB-488D-4BCB-1AD0-8F97E5A5CFE2}"/>
              </a:ext>
            </a:extLst>
          </p:cNvPr>
          <p:cNvSpPr/>
          <p:nvPr/>
        </p:nvSpPr>
        <p:spPr>
          <a:xfrm>
            <a:off x="769620" y="2254770"/>
            <a:ext cx="2350770" cy="9799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0E151-6204-C289-0261-9822B751BB45}"/>
              </a:ext>
            </a:extLst>
          </p:cNvPr>
          <p:cNvSpPr txBox="1"/>
          <p:nvPr/>
        </p:nvSpPr>
        <p:spPr>
          <a:xfrm>
            <a:off x="9984828" y="0"/>
            <a:ext cx="2207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B31310-6628-C393-87AA-2003B4D9AEE8}"/>
              </a:ext>
            </a:extLst>
          </p:cNvPr>
          <p:cNvSpPr txBox="1"/>
          <p:nvPr/>
        </p:nvSpPr>
        <p:spPr>
          <a:xfrm>
            <a:off x="9066075" y="596602"/>
            <a:ext cx="31259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>
                <a:effectLst/>
              </a:rPr>
              <a:t>Compiler’s interpretation</a:t>
            </a:r>
          </a:p>
          <a:p>
            <a:pPr algn="r"/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c1, c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01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81FDF71-4CA4-2A1D-EC32-FDB37B6EA9D1}"/>
              </a:ext>
            </a:extLst>
          </p:cNvPr>
          <p:cNvSpPr txBox="1"/>
          <p:nvPr/>
        </p:nvSpPr>
        <p:spPr>
          <a:xfrm>
            <a:off x="172403" y="105192"/>
            <a:ext cx="69431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c3.m_real = this-&gt;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m_real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+ c2.m_real;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    // c3.m_imag = this-&gt;</a:t>
            </a:r>
            <a:r>
              <a:rPr lang="en-US" sz="2000" b="0" i="1" dirty="0" err="1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m_imag</a:t>
            </a:r>
            <a:r>
              <a:rPr lang="en-US" sz="20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+ c2.m_imag;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 err="1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nullptr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20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c3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       </a:t>
            </a:r>
          </a:p>
          <a:p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7E0600-BD04-88D0-203B-F385D80D8136}"/>
              </a:ext>
            </a:extLst>
          </p:cNvPr>
          <p:cNvGrpSpPr/>
          <p:nvPr/>
        </p:nvGrpSpPr>
        <p:grpSpPr>
          <a:xfrm>
            <a:off x="3406140" y="3158444"/>
            <a:ext cx="8613457" cy="1640658"/>
            <a:chOff x="3406140" y="3158444"/>
            <a:chExt cx="8613457" cy="1640658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B1B8FA6-E4EA-593E-9F25-BA764589C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6140" y="3158444"/>
              <a:ext cx="8613457" cy="1640658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E190D7-A982-378D-9AA9-DEBBE4E44D46}"/>
                </a:ext>
              </a:extLst>
            </p:cNvPr>
            <p:cNvSpPr/>
            <p:nvPr/>
          </p:nvSpPr>
          <p:spPr>
            <a:xfrm>
              <a:off x="6595110" y="3429000"/>
              <a:ext cx="811530" cy="26289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B0A615-9465-0016-0149-4B795DBAEA86}"/>
                </a:ext>
              </a:extLst>
            </p:cNvPr>
            <p:cNvSpPr/>
            <p:nvPr/>
          </p:nvSpPr>
          <p:spPr>
            <a:xfrm>
              <a:off x="6595110" y="4114051"/>
              <a:ext cx="811530" cy="262890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BDFC4AB-1A31-365F-7079-0AA62EAA388A}"/>
              </a:ext>
            </a:extLst>
          </p:cNvPr>
          <p:cNvSpPr txBox="1"/>
          <p:nvPr/>
        </p:nvSpPr>
        <p:spPr>
          <a:xfrm>
            <a:off x="6492240" y="5052060"/>
            <a:ext cx="55273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i="1" dirty="0">
                <a:solidFill>
                  <a:schemeClr val="accent1"/>
                </a:solidFill>
              </a:rPr>
              <a:t>We haven’t talked about </a:t>
            </a:r>
            <a:r>
              <a:rPr lang="en-US" i="1" dirty="0" err="1">
                <a:solidFill>
                  <a:schemeClr val="accent1"/>
                </a:solidFill>
              </a:rPr>
              <a:t>lvalues</a:t>
            </a:r>
            <a:r>
              <a:rPr lang="en-US" i="1" dirty="0">
                <a:solidFill>
                  <a:schemeClr val="accent1"/>
                </a:solidFill>
              </a:rPr>
              <a:t> and </a:t>
            </a:r>
            <a:r>
              <a:rPr lang="en-US" i="1" dirty="0" err="1">
                <a:solidFill>
                  <a:schemeClr val="accent1"/>
                </a:solidFill>
              </a:rPr>
              <a:t>rvalues</a:t>
            </a:r>
            <a:r>
              <a:rPr lang="en-US" i="1" dirty="0">
                <a:solidFill>
                  <a:schemeClr val="accent1"/>
                </a:solidFill>
              </a:rPr>
              <a:t> in this course.</a:t>
            </a:r>
          </a:p>
          <a:p>
            <a:r>
              <a:rPr lang="en-US" i="1" dirty="0">
                <a:solidFill>
                  <a:schemeClr val="accent1"/>
                </a:solidFill>
              </a:rPr>
              <a:t>In simple terms, you can think of </a:t>
            </a:r>
            <a:r>
              <a:rPr lang="en-US" i="1" dirty="0" err="1">
                <a:solidFill>
                  <a:schemeClr val="accent1"/>
                </a:solidFill>
              </a:rPr>
              <a:t>lvalue</a:t>
            </a:r>
            <a:r>
              <a:rPr lang="en-US" i="1" dirty="0">
                <a:solidFill>
                  <a:schemeClr val="accent1"/>
                </a:solidFill>
              </a:rPr>
              <a:t> as a variable.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378D31-9A79-E4D0-C9A8-6ED3D87C2339}"/>
              </a:ext>
            </a:extLst>
          </p:cNvPr>
          <p:cNvSpPr/>
          <p:nvPr/>
        </p:nvSpPr>
        <p:spPr>
          <a:xfrm>
            <a:off x="769620" y="2254770"/>
            <a:ext cx="2350770" cy="9799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0D2F3-93B9-FB1E-511C-94ED61D3521D}"/>
              </a:ext>
            </a:extLst>
          </p:cNvPr>
          <p:cNvSpPr txBox="1"/>
          <p:nvPr/>
        </p:nvSpPr>
        <p:spPr>
          <a:xfrm>
            <a:off x="7381267" y="1647429"/>
            <a:ext cx="4521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rgbClr val="FF0000"/>
                </a:solidFill>
              </a:rPr>
              <a:t>Neither of these is allowed because </a:t>
            </a:r>
            <a:r>
              <a:rPr lang="en-US" sz="2000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</a:t>
            </a:r>
            <a:r>
              <a:rPr lang="en-US" sz="2000" b="1" i="1" dirty="0">
                <a:solidFill>
                  <a:srgbClr val="FF0000"/>
                </a:solidFill>
              </a:rPr>
              <a:t> </a:t>
            </a:r>
            <a:r>
              <a:rPr lang="en-US" sz="2000" i="1" dirty="0">
                <a:solidFill>
                  <a:srgbClr val="FF0000"/>
                </a:solidFill>
              </a:rPr>
              <a:t>is a </a:t>
            </a:r>
            <a:r>
              <a:rPr lang="en-US" sz="2000" b="1" u="sng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sz="2000" b="1" i="1" u="sng" dirty="0">
                <a:solidFill>
                  <a:srgbClr val="FF0000"/>
                </a:solidFill>
              </a:rPr>
              <a:t>pointer to object</a:t>
            </a:r>
            <a:r>
              <a:rPr lang="en-US" sz="2000" i="1" dirty="0">
                <a:solidFill>
                  <a:srgbClr val="FF0000"/>
                </a:solidFill>
              </a:rPr>
              <a:t>; its value cannot be changed.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8C5D41CE-133C-28B5-7AE9-08EF8AD0C283}"/>
              </a:ext>
            </a:extLst>
          </p:cNvPr>
          <p:cNvCxnSpPr>
            <a:cxnSpLocks/>
            <a:stCxn id="19" idx="1"/>
            <a:endCxn id="18" idx="3"/>
          </p:cNvCxnSpPr>
          <p:nvPr/>
        </p:nvCxnSpPr>
        <p:spPr>
          <a:xfrm rot="10800000" flipV="1">
            <a:off x="3120391" y="2155260"/>
            <a:ext cx="4260877" cy="589469"/>
          </a:xfrm>
          <a:prstGeom prst="curvedConnector3">
            <a:avLst>
              <a:gd name="adj1" fmla="val 16206"/>
            </a:avLst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9701B1E-7F48-70F0-36BC-130F5D84762A}"/>
              </a:ext>
            </a:extLst>
          </p:cNvPr>
          <p:cNvSpPr txBox="1"/>
          <p:nvPr/>
        </p:nvSpPr>
        <p:spPr>
          <a:xfrm>
            <a:off x="9984828" y="0"/>
            <a:ext cx="22071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94FAF-73D4-E3F5-63BB-4AD01546960A}"/>
              </a:ext>
            </a:extLst>
          </p:cNvPr>
          <p:cNvSpPr txBox="1"/>
          <p:nvPr/>
        </p:nvSpPr>
        <p:spPr>
          <a:xfrm>
            <a:off x="9066075" y="596602"/>
            <a:ext cx="31259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i="1" dirty="0">
                <a:effectLst/>
              </a:rPr>
              <a:t>Compiler’s interpretation</a:t>
            </a:r>
          </a:p>
          <a:p>
            <a:pPr algn="r"/>
            <a:r>
              <a:rPr lang="en-US" sz="20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20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c1, c</a:t>
            </a:r>
            <a:r>
              <a:rPr lang="en-US" sz="20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2</a:t>
            </a:r>
            <a:r>
              <a:rPr lang="en-US" sz="20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20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07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C5432948-E925-5855-CF31-5DEB74B49541}"/>
              </a:ext>
            </a:extLst>
          </p:cNvPr>
          <p:cNvGrpSpPr/>
          <p:nvPr/>
        </p:nvGrpSpPr>
        <p:grpSpPr>
          <a:xfrm>
            <a:off x="308611" y="321494"/>
            <a:ext cx="3771900" cy="1497053"/>
            <a:chOff x="4777740" y="304051"/>
            <a:chExt cx="3771900" cy="14970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763164-CFC2-BB29-BED2-EE9FFA3351F7}"/>
                </a:ext>
              </a:extLst>
            </p:cNvPr>
            <p:cNvSpPr txBox="1"/>
            <p:nvPr/>
          </p:nvSpPr>
          <p:spPr>
            <a:xfrm>
              <a:off x="5138738" y="838139"/>
              <a:ext cx="19145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F3530B-8204-5745-2DBE-31A0F9965EE0}"/>
                </a:ext>
              </a:extLst>
            </p:cNvPr>
            <p:cNvSpPr txBox="1"/>
            <p:nvPr/>
          </p:nvSpPr>
          <p:spPr>
            <a:xfrm>
              <a:off x="4777740" y="304051"/>
              <a:ext cx="26365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C31E7A3-B49F-6144-B1E6-4D0AD4348CD8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BAF2F86-211B-27BE-732E-FD73FA9365D5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90A9A1-E775-FD07-AB63-F7ABBFB558D3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5DAF1A-EC5A-2F45-80BE-5451C97D57FF}"/>
              </a:ext>
            </a:extLst>
          </p:cNvPr>
          <p:cNvGrpSpPr/>
          <p:nvPr/>
        </p:nvGrpSpPr>
        <p:grpSpPr>
          <a:xfrm>
            <a:off x="6848475" y="315481"/>
            <a:ext cx="4625340" cy="1497054"/>
            <a:chOff x="3924300" y="304050"/>
            <a:chExt cx="4625340" cy="14970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A6BA53-CB5E-3626-148B-A9220643B7E7}"/>
                </a:ext>
              </a:extLst>
            </p:cNvPr>
            <p:cNvSpPr txBox="1"/>
            <p:nvPr/>
          </p:nvSpPr>
          <p:spPr>
            <a:xfrm>
              <a:off x="4988719" y="833189"/>
              <a:ext cx="22145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CF5990-4B1D-0756-BBF0-F96EA629824A}"/>
                </a:ext>
              </a:extLst>
            </p:cNvPr>
            <p:cNvSpPr txBox="1"/>
            <p:nvPr/>
          </p:nvSpPr>
          <p:spPr>
            <a:xfrm>
              <a:off x="3924300" y="304050"/>
              <a:ext cx="4343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 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B48B98A-F6B6-C1E7-F836-AEDBB1A1CB4F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9AB60152-076F-374D-0D79-C769DE69FC3A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DB4DE9-88AE-BFD2-1BDA-DF27E1C29E91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397CE21-372C-A9CD-DA37-BC490C43348E}"/>
              </a:ext>
            </a:extLst>
          </p:cNvPr>
          <p:cNvGrpSpPr/>
          <p:nvPr/>
        </p:nvGrpSpPr>
        <p:grpSpPr>
          <a:xfrm>
            <a:off x="308611" y="2677628"/>
            <a:ext cx="4130040" cy="1502744"/>
            <a:chOff x="4419600" y="298360"/>
            <a:chExt cx="4130040" cy="150274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BD28DDF-3598-732F-4FA5-C06AAC9EC5EA}"/>
                </a:ext>
              </a:extLst>
            </p:cNvPr>
            <p:cNvSpPr txBox="1"/>
            <p:nvPr/>
          </p:nvSpPr>
          <p:spPr>
            <a:xfrm>
              <a:off x="4640816" y="830438"/>
              <a:ext cx="32265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int* const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8DBC901-DE2B-B7D9-4B43-66CB90326AFE}"/>
                </a:ext>
              </a:extLst>
            </p:cNvPr>
            <p:cNvSpPr txBox="1"/>
            <p:nvPr/>
          </p:nvSpPr>
          <p:spPr>
            <a:xfrm>
              <a:off x="4419600" y="298360"/>
              <a:ext cx="36690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</a:t>
              </a:r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 pointer to an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F78EF31-51C5-7F64-17CC-73AAB611157D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FAB2C0E-F3FF-3CC2-3126-09BE8C17E759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118A3F5-45BC-1187-F4DB-863D3915D064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20F724-E95B-E9A2-4C53-21286E327BF9}"/>
              </a:ext>
            </a:extLst>
          </p:cNvPr>
          <p:cNvGrpSpPr/>
          <p:nvPr/>
        </p:nvGrpSpPr>
        <p:grpSpPr>
          <a:xfrm>
            <a:off x="308611" y="4691167"/>
            <a:ext cx="4144804" cy="1435236"/>
            <a:chOff x="4404836" y="365868"/>
            <a:chExt cx="4144804" cy="1435236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5CEC4B2-406D-E77E-BB4F-E317A3259EA0}"/>
                </a:ext>
              </a:extLst>
            </p:cNvPr>
            <p:cNvSpPr txBox="1"/>
            <p:nvPr/>
          </p:nvSpPr>
          <p:spPr>
            <a:xfrm>
              <a:off x="4523183" y="826588"/>
              <a:ext cx="3226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int*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C8E763-E983-0935-8A81-099F51C1A946}"/>
                </a:ext>
              </a:extLst>
            </p:cNvPr>
            <p:cNvSpPr txBox="1"/>
            <p:nvPr/>
          </p:nvSpPr>
          <p:spPr>
            <a:xfrm>
              <a:off x="4404836" y="365868"/>
              <a:ext cx="3463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Pointer to a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3231452-A2E2-1A3F-4315-8DAE269050DD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3F2B8CF-1FEA-C620-A642-85C4FAA498B1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0BD722F-F4CB-2FBE-BA44-3BFBAC35392D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A919CD1-5592-5A41-A959-33D1A8F989F5}"/>
              </a:ext>
            </a:extLst>
          </p:cNvPr>
          <p:cNvGrpSpPr/>
          <p:nvPr/>
        </p:nvGrpSpPr>
        <p:grpSpPr>
          <a:xfrm>
            <a:off x="6375561" y="3526983"/>
            <a:ext cx="4734878" cy="1624904"/>
            <a:chOff x="3814762" y="176200"/>
            <a:chExt cx="4734878" cy="1624904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90CBC4-AD57-6AB4-3F0B-7ACCF9AA6EF8}"/>
                </a:ext>
              </a:extLst>
            </p:cNvPr>
            <p:cNvSpPr txBox="1"/>
            <p:nvPr/>
          </p:nvSpPr>
          <p:spPr>
            <a:xfrm>
              <a:off x="3814762" y="768927"/>
              <a:ext cx="45624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int* const </a:t>
              </a:r>
              <a:r>
                <a:rPr lang="en-US" sz="2800" i="1" dirty="0" err="1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en-US" sz="2800" i="1" dirty="0">
                <a:solidFill>
                  <a:schemeClr val="accent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EACA64-0177-D577-CE9D-501F95D409A6}"/>
                </a:ext>
              </a:extLst>
            </p:cNvPr>
            <p:cNvSpPr txBox="1"/>
            <p:nvPr/>
          </p:nvSpPr>
          <p:spPr>
            <a:xfrm>
              <a:off x="3907155" y="176200"/>
              <a:ext cx="46424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</a:t>
              </a:r>
              <a:r>
                <a:rPr lang="en-US" sz="2400" dirty="0">
                  <a:solidFill>
                    <a:schemeClr val="accent1"/>
                  </a:solidFill>
                  <a:ea typeface="Cascadia Code" panose="020B0609020000020004" pitchFamily="49" charset="0"/>
                  <a:cs typeface="Cascadia Code" panose="020B0609020000020004" pitchFamily="49" charset="0"/>
                </a:rPr>
                <a:t> pointer to a </a:t>
              </a:r>
              <a:r>
                <a:rPr lang="en-US" sz="2400" dirty="0">
                  <a:solidFill>
                    <a:schemeClr val="accen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const int</a:t>
              </a:r>
              <a:endParaRPr lang="en-US" sz="2400" i="1" dirty="0">
                <a:solidFill>
                  <a:schemeClr val="accent1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B08788F-CC7F-3865-D20D-82AAC07CB594}"/>
                </a:ext>
              </a:extLst>
            </p:cNvPr>
            <p:cNvGrpSpPr/>
            <p:nvPr/>
          </p:nvGrpSpPr>
          <p:grpSpPr>
            <a:xfrm>
              <a:off x="5187315" y="1427921"/>
              <a:ext cx="3362325" cy="373183"/>
              <a:chOff x="5187315" y="1427921"/>
              <a:chExt cx="3362325" cy="373183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3A3A4FC-089F-B010-E08F-45FE9E507BB9}"/>
                  </a:ext>
                </a:extLst>
              </p:cNvPr>
              <p:cNvCxnSpPr/>
              <p:nvPr/>
            </p:nvCxnSpPr>
            <p:spPr>
              <a:xfrm flipH="1">
                <a:off x="5187315" y="1427921"/>
                <a:ext cx="181737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30A9DDF-BF4B-A2DF-5FBC-2FBE53AFB5E4}"/>
                  </a:ext>
                </a:extLst>
              </p:cNvPr>
              <p:cNvSpPr txBox="1"/>
              <p:nvPr/>
            </p:nvSpPr>
            <p:spPr>
              <a:xfrm>
                <a:off x="6096000" y="1431772"/>
                <a:ext cx="2453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i="1" dirty="0">
                    <a:solidFill>
                      <a:schemeClr val="accent1"/>
                    </a:solidFill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 from right to left</a:t>
                </a:r>
                <a:endParaRPr lang="en-US" i="1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ADB732B-3845-8AAB-F59C-460D3620F308}"/>
              </a:ext>
            </a:extLst>
          </p:cNvPr>
          <p:cNvSpPr txBox="1"/>
          <p:nvPr/>
        </p:nvSpPr>
        <p:spPr>
          <a:xfrm>
            <a:off x="4595109" y="2122262"/>
            <a:ext cx="3093063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This one is the </a:t>
            </a:r>
            <a:r>
              <a:rPr lang="en-US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</a:t>
            </a:r>
            <a:r>
              <a:rPr lang="en-US" i="1" dirty="0">
                <a:solidFill>
                  <a:srgbClr val="00B050"/>
                </a:solidFill>
              </a:rPr>
              <a:t> pointer.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6581C-EC83-EA88-55B3-E32CEF5E5860}"/>
              </a:ext>
            </a:extLst>
          </p:cNvPr>
          <p:cNvSpPr/>
          <p:nvPr/>
        </p:nvSpPr>
        <p:spPr>
          <a:xfrm>
            <a:off x="231228" y="2596055"/>
            <a:ext cx="4222187" cy="166242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4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A184-6D83-2175-2308-445DBFDB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hidden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“this” </a:t>
            </a:r>
            <a:r>
              <a:rPr lang="en-US" dirty="0"/>
              <a:t>pointer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F398A-AC3F-872F-B0C0-2A2B3805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Note that this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</a:t>
            </a:r>
            <a:r>
              <a:rPr lang="en-US" dirty="0"/>
              <a:t>pointer is a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const </a:t>
            </a:r>
            <a:r>
              <a:rPr lang="en-US" b="1" dirty="0"/>
              <a:t>pointer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means that you cannot change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</a:t>
            </a:r>
            <a:r>
              <a:rPr lang="en-US" dirty="0"/>
              <a:t>’s value.</a:t>
            </a:r>
          </a:p>
          <a:p>
            <a:pPr lvl="1"/>
            <a:r>
              <a:rPr lang="en-US" dirty="0"/>
              <a:t>It can only point to the implicit object.</a:t>
            </a:r>
          </a:p>
          <a:p>
            <a:pPr lvl="1"/>
            <a:r>
              <a:rPr lang="en-US" dirty="0"/>
              <a:t>You cannot change its value (not even to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nullptr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You can change the attributes of the entity to which it is pointing at (which is the implicit object).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6818C-36D1-8A06-1B1E-934A10FD3AB0}"/>
              </a:ext>
            </a:extLst>
          </p:cNvPr>
          <p:cNvSpPr txBox="1"/>
          <p:nvPr/>
        </p:nvSpPr>
        <p:spPr>
          <a:xfrm>
            <a:off x="1106805" y="2511475"/>
            <a:ext cx="9978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341E0-EA66-4476-AC1E-1B421BA9B52A}"/>
              </a:ext>
            </a:extLst>
          </p:cNvPr>
          <p:cNvSpPr/>
          <p:nvPr/>
        </p:nvSpPr>
        <p:spPr>
          <a:xfrm>
            <a:off x="5029200" y="2555552"/>
            <a:ext cx="3589020" cy="37350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50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9A184-6D83-2175-2308-445DBFDB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hidden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“this” </a:t>
            </a:r>
            <a:r>
              <a:rPr lang="en-US" dirty="0"/>
              <a:t>pointer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F398A-AC3F-872F-B0C0-2A2B3805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 </a:t>
            </a:r>
            <a:r>
              <a:rPr lang="en-US" dirty="0"/>
              <a:t>pointer will always be the leftmost parameter.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6818C-36D1-8A06-1B1E-934A10FD3AB0}"/>
              </a:ext>
            </a:extLst>
          </p:cNvPr>
          <p:cNvSpPr txBox="1"/>
          <p:nvPr/>
        </p:nvSpPr>
        <p:spPr>
          <a:xfrm>
            <a:off x="1106805" y="2511475"/>
            <a:ext cx="99783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Complex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c2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2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F341E0-EA66-4476-AC1E-1B421BA9B52A}"/>
              </a:ext>
            </a:extLst>
          </p:cNvPr>
          <p:cNvSpPr/>
          <p:nvPr/>
        </p:nvSpPr>
        <p:spPr>
          <a:xfrm>
            <a:off x="5029200" y="2555552"/>
            <a:ext cx="3589020" cy="37350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5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15993C-637E-FD76-76A0-8A8CB29E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16" y="1029425"/>
            <a:ext cx="11106565" cy="38758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E63D20-89EC-7F6B-B3B9-8947C31C2662}"/>
              </a:ext>
            </a:extLst>
          </p:cNvPr>
          <p:cNvSpPr txBox="1"/>
          <p:nvPr/>
        </p:nvSpPr>
        <p:spPr>
          <a:xfrm>
            <a:off x="5520690" y="5200650"/>
            <a:ext cx="5829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chemeClr val="accent1"/>
                </a:solidFill>
              </a:rPr>
              <a:t>Note</a:t>
            </a:r>
          </a:p>
          <a:p>
            <a:r>
              <a:rPr lang="en-US" i="1" dirty="0">
                <a:solidFill>
                  <a:schemeClr val="accent1"/>
                </a:solidFill>
              </a:rPr>
              <a:t>The members we have seen thus far are non-static members. We haven’t talked about static members yet.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8EE2A-E994-E1D0-FFE0-05295BFC7CF5}"/>
              </a:ext>
            </a:extLst>
          </p:cNvPr>
          <p:cNvSpPr txBox="1"/>
          <p:nvPr/>
        </p:nvSpPr>
        <p:spPr>
          <a:xfrm>
            <a:off x="266699" y="87689"/>
            <a:ext cx="5829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In </a:t>
            </a:r>
            <a:r>
              <a:rPr lang="en-US" i="1" dirty="0" err="1">
                <a:solidFill>
                  <a:schemeClr val="accent1"/>
                </a:solidFill>
              </a:rPr>
              <a:t>learncpp</a:t>
            </a:r>
            <a:r>
              <a:rPr lang="en-US" i="1" dirty="0">
                <a:solidFill>
                  <a:schemeClr val="accent1"/>
                </a:solidFill>
              </a:rPr>
              <a:t>, they’ve created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class Simple</a:t>
            </a:r>
            <a:r>
              <a:rPr lang="en-US" i="1" dirty="0">
                <a:solidFill>
                  <a:schemeClr val="accent1"/>
                </a:solidFill>
              </a:rPr>
              <a:t>, and instantiated an object of this class, </a:t>
            </a:r>
            <a:r>
              <a:rPr lang="en-US" b="1" dirty="0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Simple </a:t>
            </a:r>
            <a:r>
              <a:rPr lang="en-US" b="1" dirty="0" err="1">
                <a:solidFill>
                  <a:schemeClr val="accen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simple</a:t>
            </a:r>
            <a:r>
              <a:rPr lang="en-US" i="1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0188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6FD2C4-665E-5F45-906D-3E7708F12010}"/>
              </a:ext>
            </a:extLst>
          </p:cNvPr>
          <p:cNvSpPr txBox="1"/>
          <p:nvPr/>
        </p:nvSpPr>
        <p:spPr>
          <a:xfrm>
            <a:off x="536026" y="305068"/>
            <a:ext cx="734673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#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include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&lt;</a:t>
            </a:r>
            <a:r>
              <a:rPr lang="en-US" sz="16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iostream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&gt;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   // same as "return m_num1;"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getNum1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FE07F-A0F9-FFA7-0889-84C1F9308E00}"/>
              </a:ext>
            </a:extLst>
          </p:cNvPr>
          <p:cNvSpPr txBox="1"/>
          <p:nvPr/>
        </p:nvSpPr>
        <p:spPr>
          <a:xfrm>
            <a:off x="7294179" y="1691338"/>
            <a:ext cx="2916476" cy="70788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u="sng" dirty="0">
                <a:solidFill>
                  <a:srgbClr val="00B050"/>
                </a:solidFill>
              </a:rPr>
              <a:t>Self Study</a:t>
            </a:r>
          </a:p>
          <a:p>
            <a:pPr algn="ctr"/>
            <a:r>
              <a:rPr lang="en-US" sz="2000" i="1" dirty="0">
                <a:solidFill>
                  <a:srgbClr val="00B050"/>
                </a:solidFill>
              </a:rPr>
              <a:t>Is this program valid?</a:t>
            </a:r>
          </a:p>
        </p:txBody>
      </p:sp>
    </p:spTree>
    <p:extLst>
      <p:ext uri="{BB962C8B-B14F-4D97-AF65-F5344CB8AC3E}">
        <p14:creationId xmlns:p14="http://schemas.microsoft.com/office/powerpoint/2010/main" val="274913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F2FDE3-AB66-DB05-D84D-90A3A0926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Some use-cases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D02C76-F54E-C536-1041-C95C04A34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up, is </a:t>
            </a:r>
            <a:r>
              <a:rPr lang="en-US" b="1" dirty="0"/>
              <a:t>Method Chaining</a:t>
            </a:r>
          </a:p>
        </p:txBody>
      </p:sp>
    </p:spTree>
    <p:extLst>
      <p:ext uri="{BB962C8B-B14F-4D97-AF65-F5344CB8AC3E}">
        <p14:creationId xmlns:p14="http://schemas.microsoft.com/office/powerpoint/2010/main" val="2724682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7" y="2637188"/>
            <a:ext cx="569660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    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37813-5787-1872-5155-1B31D22F7331}"/>
              </a:ext>
            </a:extLst>
          </p:cNvPr>
          <p:cNvSpPr txBox="1"/>
          <p:nvPr/>
        </p:nvSpPr>
        <p:spPr>
          <a:xfrm>
            <a:off x="6800193" y="2637188"/>
            <a:ext cx="519211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returns void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returns void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returns void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26124"/>
            <a:ext cx="117926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will work.</a:t>
            </a:r>
          </a:p>
          <a:p>
            <a:endParaRPr lang="en-US" dirty="0"/>
          </a:p>
          <a:p>
            <a:r>
              <a:rPr lang="en-US" dirty="0"/>
              <a:t>What will be the output?</a:t>
            </a:r>
          </a:p>
          <a:p>
            <a:r>
              <a:rPr lang="en-US" dirty="0"/>
              <a:t>8</a:t>
            </a:r>
          </a:p>
          <a:p>
            <a:endParaRPr lang="en-US" dirty="0"/>
          </a:p>
          <a:p>
            <a:r>
              <a:rPr lang="en-US" dirty="0"/>
              <a:t>This is somewhat of a hassle; three lines. </a:t>
            </a:r>
          </a:p>
          <a:p>
            <a:r>
              <a:rPr lang="en-US" dirty="0"/>
              <a:t>How could we do something like so?</a:t>
            </a:r>
          </a:p>
          <a:p>
            <a:pPr algn="ctr"/>
            <a:r>
              <a:rPr lang="en-US" dirty="0" err="1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dirty="0" err="1">
                <a:solidFill>
                  <a:srgbClr val="777777"/>
                </a:solidFill>
                <a:latin typeface="Cascadia Mono" panose="020B0609020000020004" pitchFamily="49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ascadia Mono" panose="020B0609020000020004" pitchFamily="49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).</a:t>
            </a:r>
            <a:r>
              <a:rPr lang="en-US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ascadia Mono" panose="020B0609020000020004" pitchFamily="49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).</a:t>
            </a:r>
            <a:r>
              <a:rPr lang="en-US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ascadia Mono" panose="020B0609020000020004" pitchFamily="49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ascadia Mono" panose="020B0609020000020004" pitchFamily="49" charset="0"/>
              </a:rPr>
              <a:t>);</a:t>
            </a:r>
            <a:endParaRPr lang="en-US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22E577-7F5A-0A87-0F69-E5AA053F6F97}"/>
              </a:ext>
            </a:extLst>
          </p:cNvPr>
          <p:cNvSpPr txBox="1"/>
          <p:nvPr/>
        </p:nvSpPr>
        <p:spPr>
          <a:xfrm>
            <a:off x="7914288" y="773714"/>
            <a:ext cx="2543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Can I do this chaining right now btw?</a:t>
            </a:r>
            <a:endParaRPr lang="en-US" i="1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0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can’t have the functions as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</a:t>
            </a:r>
            <a:r>
              <a:rPr lang="en-US" dirty="0"/>
              <a:t>, otherwise chaining won’t work. </a:t>
            </a:r>
          </a:p>
          <a:p>
            <a:r>
              <a:rPr lang="en-US" dirty="0"/>
              <a:t>Something has to be returned.</a:t>
            </a:r>
          </a:p>
          <a:p>
            <a:endParaRPr lang="en-US" dirty="0"/>
          </a:p>
          <a:p>
            <a:r>
              <a:rPr lang="en-US" dirty="0"/>
              <a:t>We can </a:t>
            </a:r>
            <a:r>
              <a:rPr lang="en-US" b="1" dirty="0"/>
              <a:t>return by reference</a:t>
            </a:r>
            <a:r>
              <a:rPr lang="en-US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E2DDBC-DF10-097C-90DD-72929D9C2870}"/>
              </a:ext>
            </a:extLst>
          </p:cNvPr>
          <p:cNvSpPr/>
          <p:nvPr/>
        </p:nvSpPr>
        <p:spPr>
          <a:xfrm>
            <a:off x="5633545" y="4582509"/>
            <a:ext cx="1692165" cy="8554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can’t have the functions as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</a:t>
            </a:r>
            <a:r>
              <a:rPr lang="en-US" dirty="0"/>
              <a:t>, otherwise chaining won’t work. </a:t>
            </a:r>
          </a:p>
          <a:p>
            <a:r>
              <a:rPr lang="en-US" dirty="0"/>
              <a:t>Something has to be returned.</a:t>
            </a:r>
          </a:p>
          <a:p>
            <a:endParaRPr lang="en-US" dirty="0"/>
          </a:p>
          <a:p>
            <a:r>
              <a:rPr lang="en-US" dirty="0"/>
              <a:t>We can </a:t>
            </a:r>
            <a:r>
              <a:rPr lang="en-US" b="1" dirty="0"/>
              <a:t>return by reference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92573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go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Calc::add()</a:t>
            </a:r>
            <a:r>
              <a:rPr lang="en-US" dirty="0"/>
              <a:t>. The value of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</a:t>
            </a:r>
            <a:r>
              <a:rPr lang="en-US" dirty="0"/>
              <a:t> object changes from 0 to 5.</a:t>
            </a:r>
          </a:p>
          <a:p>
            <a:r>
              <a:rPr lang="en-US" b="1" dirty="0">
                <a:solidFill>
                  <a:srgbClr val="FF0000"/>
                </a:solidFill>
              </a:rPr>
              <a:t>What gets returned?</a:t>
            </a:r>
          </a:p>
          <a:p>
            <a:endParaRPr lang="en-US" dirty="0"/>
          </a:p>
          <a:p>
            <a:r>
              <a:rPr lang="en-US" dirty="0"/>
              <a:t>The object,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</a:t>
            </a:r>
            <a:r>
              <a:rPr lang="en-US" dirty="0"/>
              <a:t>, itself.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CFB5-D070-E99C-76D1-0ED5DB3CB641}"/>
              </a:ext>
            </a:extLst>
          </p:cNvPr>
          <p:cNvSpPr txBox="1"/>
          <p:nvPr/>
        </p:nvSpPr>
        <p:spPr>
          <a:xfrm>
            <a:off x="5228895" y="1299833"/>
            <a:ext cx="5139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24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2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2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FBABB-250B-A216-EB4F-1EB739A12087}"/>
              </a:ext>
            </a:extLst>
          </p:cNvPr>
          <p:cNvSpPr/>
          <p:nvPr/>
        </p:nvSpPr>
        <p:spPr>
          <a:xfrm>
            <a:off x="5291955" y="1299833"/>
            <a:ext cx="2128346" cy="461665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6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go to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Calc::add()</a:t>
            </a:r>
            <a:r>
              <a:rPr lang="en-US" dirty="0"/>
              <a:t>. The value of the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</a:t>
            </a:r>
            <a:r>
              <a:rPr lang="en-US" dirty="0"/>
              <a:t> object changes from 0 to 5.</a:t>
            </a:r>
          </a:p>
          <a:p>
            <a:r>
              <a:rPr lang="en-US" b="1" dirty="0">
                <a:solidFill>
                  <a:srgbClr val="FF0000"/>
                </a:solidFill>
              </a:rPr>
              <a:t>What gets returned?</a:t>
            </a:r>
          </a:p>
          <a:p>
            <a:endParaRPr lang="en-US" dirty="0"/>
          </a:p>
          <a:p>
            <a:r>
              <a:rPr lang="en-US" dirty="0"/>
              <a:t>The object,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</a:t>
            </a:r>
            <a:r>
              <a:rPr lang="en-US" dirty="0"/>
              <a:t>, itself.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CFB5-D070-E99C-76D1-0ED5DB3CB641}"/>
              </a:ext>
            </a:extLst>
          </p:cNvPr>
          <p:cNvSpPr txBox="1"/>
          <p:nvPr/>
        </p:nvSpPr>
        <p:spPr>
          <a:xfrm>
            <a:off x="5228895" y="1299833"/>
            <a:ext cx="5139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24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2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2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2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FBABB-250B-A216-EB4F-1EB739A12087}"/>
              </a:ext>
            </a:extLst>
          </p:cNvPr>
          <p:cNvSpPr/>
          <p:nvPr/>
        </p:nvSpPr>
        <p:spPr>
          <a:xfrm>
            <a:off x="5291955" y="1299833"/>
            <a:ext cx="2128346" cy="461665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044FE-4CDC-E59F-36B1-0543032748C8}"/>
              </a:ext>
            </a:extLst>
          </p:cNvPr>
          <p:cNvSpPr txBox="1"/>
          <p:nvPr/>
        </p:nvSpPr>
        <p:spPr>
          <a:xfrm>
            <a:off x="5516613" y="1761498"/>
            <a:ext cx="16790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28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6944B72-579A-5C5D-570E-023C797351C2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5516613" y="2284718"/>
            <a:ext cx="839515" cy="2122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E97BF9-6B9C-5E59-1225-831F1F34AB83}"/>
              </a:ext>
            </a:extLst>
          </p:cNvPr>
          <p:cNvCxnSpPr>
            <a:cxnSpLocks/>
          </p:cNvCxnSpPr>
          <p:nvPr/>
        </p:nvCxnSpPr>
        <p:spPr>
          <a:xfrm flipV="1">
            <a:off x="1355834" y="4406903"/>
            <a:ext cx="4160779" cy="25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875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Because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 </a:t>
            </a:r>
            <a:r>
              <a:rPr lang="en-US" dirty="0"/>
              <a:t>was returned, now we can continue our evaluation.</a:t>
            </a:r>
          </a:p>
          <a:p>
            <a:endParaRPr lang="en-US" dirty="0"/>
          </a:p>
          <a:p>
            <a:r>
              <a:rPr lang="en-US" dirty="0"/>
              <a:t>3 will be subtracted from the current value (which is 5) to give 2.</a:t>
            </a:r>
          </a:p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 </a:t>
            </a:r>
            <a:r>
              <a:rPr lang="en-US" dirty="0"/>
              <a:t>will be returned again.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CFB5-D070-E99C-76D1-0ED5DB3CB641}"/>
              </a:ext>
            </a:extLst>
          </p:cNvPr>
          <p:cNvSpPr txBox="1"/>
          <p:nvPr/>
        </p:nvSpPr>
        <p:spPr>
          <a:xfrm>
            <a:off x="5228895" y="1299833"/>
            <a:ext cx="5139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24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2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2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FBABB-250B-A216-EB4F-1EB739A12087}"/>
              </a:ext>
            </a:extLst>
          </p:cNvPr>
          <p:cNvSpPr/>
          <p:nvPr/>
        </p:nvSpPr>
        <p:spPr>
          <a:xfrm>
            <a:off x="6542688" y="1295593"/>
            <a:ext cx="2128346" cy="461665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33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Finally 4 gets multiplied to the current value (2) to give 8.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CFB5-D070-E99C-76D1-0ED5DB3CB641}"/>
              </a:ext>
            </a:extLst>
          </p:cNvPr>
          <p:cNvSpPr txBox="1"/>
          <p:nvPr/>
        </p:nvSpPr>
        <p:spPr>
          <a:xfrm>
            <a:off x="5228895" y="1299833"/>
            <a:ext cx="5139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24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2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2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2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2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FBABB-250B-A216-EB4F-1EB739A12087}"/>
              </a:ext>
            </a:extLst>
          </p:cNvPr>
          <p:cNvSpPr/>
          <p:nvPr/>
        </p:nvSpPr>
        <p:spPr>
          <a:xfrm>
            <a:off x="7893269" y="1299832"/>
            <a:ext cx="2222937" cy="461665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88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 </a:t>
            </a:r>
            <a:r>
              <a:rPr lang="en-US" dirty="0"/>
              <a:t>is returned again, but nothing happens since there are no further operations left.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A5CFB5-D070-E99C-76D1-0ED5DB3CB641}"/>
              </a:ext>
            </a:extLst>
          </p:cNvPr>
          <p:cNvSpPr txBox="1"/>
          <p:nvPr/>
        </p:nvSpPr>
        <p:spPr>
          <a:xfrm>
            <a:off x="5228895" y="1299833"/>
            <a:ext cx="5139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2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24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2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3FBABB-250B-A216-EB4F-1EB739A12087}"/>
              </a:ext>
            </a:extLst>
          </p:cNvPr>
          <p:cNvSpPr/>
          <p:nvPr/>
        </p:nvSpPr>
        <p:spPr>
          <a:xfrm>
            <a:off x="9312166" y="1299832"/>
            <a:ext cx="804040" cy="461665"/>
          </a:xfrm>
          <a:prstGeom prst="rect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0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private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: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ascadia Mono" panose="020B0609020000020004" pitchFamily="49" charset="0"/>
              </a:rPr>
              <a:t>sub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-=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latin typeface="Cascadia Mono" panose="020B0609020000020004" pitchFamily="49" charset="0"/>
              </a:rPr>
              <a:t>Calc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&amp;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mult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*=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9C5D27"/>
                </a:solidFill>
                <a:latin typeface="Cascadia Mono" panose="020B0609020000020004" pitchFamily="49" charset="0"/>
              </a:rPr>
              <a:t>this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b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</a:b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ascadia Mono" panose="020B0609020000020004" pitchFamily="49" charset="0"/>
              </a:rPr>
              <a:t>getValue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()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{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4B69C6"/>
                </a:solidFill>
                <a:latin typeface="Cascadia Mono" panose="020B06090200000200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ascadia Mono" panose="020B0609020000020004" pitchFamily="49" charset="0"/>
              </a:rPr>
              <a:t>m_value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;</a:t>
            </a:r>
            <a:r>
              <a:rPr lang="en-US" sz="1600" dirty="0">
                <a:solidFill>
                  <a:srgbClr val="333333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777777"/>
                </a:solidFill>
                <a:latin typeface="Cascadia Mono" panose="020B0609020000020004" pitchFamily="49" charset="0"/>
              </a:rPr>
              <a:t>};</a:t>
            </a:r>
            <a:endParaRPr lang="en-US" sz="1600" dirty="0">
              <a:solidFill>
                <a:srgbClr val="333333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you do </a:t>
            </a:r>
            <a:r>
              <a:rPr lang="en-US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calc.getValue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r>
              <a:rPr lang="en-US" dirty="0"/>
              <a:t>, you see the updated value of </a:t>
            </a:r>
            <a:r>
              <a:rPr lang="en-US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calc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’s </a:t>
            </a:r>
            <a:r>
              <a:rPr lang="en-US" dirty="0"/>
              <a:t>attribute.</a:t>
            </a:r>
          </a:p>
          <a:p>
            <a:endParaRPr lang="en-US" dirty="0"/>
          </a:p>
          <a:p>
            <a:r>
              <a:rPr lang="en-US" dirty="0"/>
              <a:t>We will see these concepts of </a:t>
            </a:r>
            <a:r>
              <a:rPr lang="en-US" b="1" dirty="0"/>
              <a:t>method chaining </a:t>
            </a:r>
            <a:r>
              <a:rPr lang="en-US" dirty="0"/>
              <a:t>and </a:t>
            </a:r>
            <a:r>
              <a:rPr lang="en-US" b="1" dirty="0"/>
              <a:t>return by reference </a:t>
            </a:r>
            <a:r>
              <a:rPr lang="en-US" dirty="0"/>
              <a:t>again in </a:t>
            </a:r>
            <a:r>
              <a:rPr lang="en-US" b="1" dirty="0"/>
              <a:t>operator overloading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6A35C8-7B9C-345F-3F17-9EDAD0301797}"/>
              </a:ext>
            </a:extLst>
          </p:cNvPr>
          <p:cNvSpPr txBox="1"/>
          <p:nvPr/>
        </p:nvSpPr>
        <p:spPr>
          <a:xfrm>
            <a:off x="6852743" y="1606136"/>
            <a:ext cx="513956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</a:p>
          <a:p>
            <a:endParaRPr lang="en-US" sz="1600" dirty="0">
              <a:solidFill>
                <a:srgbClr val="777777"/>
              </a:solidFill>
              <a:latin typeface="Cascadia Mono" panose="020B0609020000020004" pitchFamily="49" charset="0"/>
            </a:endParaRPr>
          </a:p>
          <a:p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   // method chaining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if your methods </a:t>
            </a:r>
            <a:r>
              <a:rPr lang="en-US" b="1" dirty="0"/>
              <a:t>return by address</a:t>
            </a:r>
            <a:r>
              <a:rPr lang="en-US" dirty="0"/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2E0618-128C-84FD-6C2F-FA5272DCC765}"/>
              </a:ext>
            </a:extLst>
          </p:cNvPr>
          <p:cNvSpPr/>
          <p:nvPr/>
        </p:nvSpPr>
        <p:spPr>
          <a:xfrm>
            <a:off x="5633545" y="4582509"/>
            <a:ext cx="1692165" cy="8554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D3CF3-EB07-2CA0-96DD-8B36FA120068}"/>
              </a:ext>
            </a:extLst>
          </p:cNvPr>
          <p:cNvSpPr txBox="1"/>
          <p:nvPr/>
        </p:nvSpPr>
        <p:spPr>
          <a:xfrm>
            <a:off x="5328744" y="1535521"/>
            <a:ext cx="6463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method chaining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B140D-3A6D-79D4-9576-A0E852E20006}"/>
              </a:ext>
            </a:extLst>
          </p:cNvPr>
          <p:cNvSpPr/>
          <p:nvPr/>
        </p:nvSpPr>
        <p:spPr>
          <a:xfrm>
            <a:off x="5870028" y="2359572"/>
            <a:ext cx="3463158" cy="3626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136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if your methods </a:t>
            </a:r>
            <a:r>
              <a:rPr lang="en-US" b="1" dirty="0"/>
              <a:t>return by address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D3CF3-EB07-2CA0-96DD-8B36FA120068}"/>
              </a:ext>
            </a:extLst>
          </p:cNvPr>
          <p:cNvSpPr txBox="1"/>
          <p:nvPr/>
        </p:nvSpPr>
        <p:spPr>
          <a:xfrm>
            <a:off x="5328744" y="1535521"/>
            <a:ext cx="6463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method chaining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B140D-3A6D-79D4-9576-A0E852E20006}"/>
              </a:ext>
            </a:extLst>
          </p:cNvPr>
          <p:cNvSpPr/>
          <p:nvPr/>
        </p:nvSpPr>
        <p:spPr>
          <a:xfrm>
            <a:off x="5870028" y="2359572"/>
            <a:ext cx="3463158" cy="36260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60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if your methods </a:t>
            </a:r>
            <a:r>
              <a:rPr lang="en-US" b="1" dirty="0"/>
              <a:t>return by address</a:t>
            </a:r>
            <a:r>
              <a:rPr lang="en-US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D3CF3-EB07-2CA0-96DD-8B36FA120068}"/>
              </a:ext>
            </a:extLst>
          </p:cNvPr>
          <p:cNvSpPr txBox="1"/>
          <p:nvPr/>
        </p:nvSpPr>
        <p:spPr>
          <a:xfrm>
            <a:off x="5328744" y="1535521"/>
            <a:ext cx="6463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)-&gt;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method chaining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629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31DE1B-02A8-C4FA-1519-CB263C1FE144}"/>
              </a:ext>
            </a:extLst>
          </p:cNvPr>
          <p:cNvSpPr txBox="1"/>
          <p:nvPr/>
        </p:nvSpPr>
        <p:spPr>
          <a:xfrm>
            <a:off x="199696" y="2637188"/>
            <a:ext cx="759897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+=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*=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const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2B293-46EB-4C58-457A-3768C29E9A07}"/>
              </a:ext>
            </a:extLst>
          </p:cNvPr>
          <p:cNvSpPr txBox="1"/>
          <p:nvPr/>
        </p:nvSpPr>
        <p:spPr>
          <a:xfrm>
            <a:off x="199697" y="147144"/>
            <a:ext cx="11792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happens if your methods </a:t>
            </a:r>
            <a:r>
              <a:rPr lang="en-US" b="1" dirty="0"/>
              <a:t>return by value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What will be the output?</a:t>
            </a:r>
          </a:p>
          <a:p>
            <a:r>
              <a:rPr lang="en-US" dirty="0"/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D3CF3-EB07-2CA0-96DD-8B36FA120068}"/>
              </a:ext>
            </a:extLst>
          </p:cNvPr>
          <p:cNvSpPr txBox="1"/>
          <p:nvPr/>
        </p:nvSpPr>
        <p:spPr>
          <a:xfrm>
            <a:off x="5328744" y="1535521"/>
            <a:ext cx="64638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add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5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sub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3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mult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4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r>
              <a:rPr lang="en-US" sz="1600" b="0" i="1" dirty="0">
                <a:solidFill>
                  <a:srgbClr val="AAAAAA"/>
                </a:solidFill>
                <a:effectLst/>
                <a:latin typeface="Cascadia Mono" panose="020B0609020000020004" pitchFamily="49" charset="0"/>
              </a:rPr>
              <a:t> // method chaining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calc</a:t>
            </a:r>
            <a:r>
              <a:rPr lang="en-US" sz="1600" b="0" dirty="0" err="1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getValue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'\n';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6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6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6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6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229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2413-431A-3617-4625-B5A5A54E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use-case is to guard against self-referencing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16581-D259-6F3D-E560-C159084F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the following slides as self-study.</a:t>
            </a:r>
          </a:p>
        </p:txBody>
      </p:sp>
    </p:spTree>
    <p:extLst>
      <p:ext uri="{BB962C8B-B14F-4D97-AF65-F5344CB8AC3E}">
        <p14:creationId xmlns:p14="http://schemas.microsoft.com/office/powerpoint/2010/main" val="23955068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71BC5D-ABBC-458C-564C-724E4264F097}"/>
              </a:ext>
            </a:extLst>
          </p:cNvPr>
          <p:cNvSpPr txBox="1"/>
          <p:nvPr/>
        </p:nvSpPr>
        <p:spPr>
          <a:xfrm>
            <a:off x="312610" y="409076"/>
            <a:ext cx="622212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private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public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m_num1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1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void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addr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if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addr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==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Value of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this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      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addr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else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Some other object's address =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             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addr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endl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32C51-F4B2-C4C2-90B6-CC493F652FAD}"/>
              </a:ext>
            </a:extLst>
          </p:cNvPr>
          <p:cNvSpPr txBox="1"/>
          <p:nvPr/>
        </p:nvSpPr>
        <p:spPr>
          <a:xfrm>
            <a:off x="8445062" y="409076"/>
            <a:ext cx="329499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main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()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Print 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A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*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{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&amp;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Print 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-&gt;</a:t>
            </a:r>
            <a:r>
              <a:rPr lang="en-US" sz="1400" b="1" dirty="0" err="1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ptr1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Print 3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Print 4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ob1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1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std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::</a:t>
            </a:r>
            <a:r>
              <a:rPr lang="en-US" sz="1400" b="0" dirty="0" err="1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cout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&lt;&lt;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"</a:t>
            </a:r>
            <a:r>
              <a:rPr lang="en-US" sz="1400" b="0" dirty="0">
                <a:solidFill>
                  <a:srgbClr val="448C27"/>
                </a:solidFill>
                <a:effectLst/>
                <a:latin typeface="Cascadia Mono" panose="020B0609020000020004" pitchFamily="49" charset="0"/>
              </a:rPr>
              <a:t>Print 5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\n";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.</a:t>
            </a:r>
            <a:r>
              <a:rPr lang="en-US" sz="1400" b="1" dirty="0">
                <a:solidFill>
                  <a:srgbClr val="AA3731"/>
                </a:solidFill>
                <a:effectLst/>
                <a:latin typeface="Cascadia Mono" panose="020B0609020000020004" pitchFamily="49" charset="0"/>
              </a:rPr>
              <a:t>printAddress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(&amp;</a:t>
            </a:r>
            <a:r>
              <a:rPr lang="en-US" sz="1400" b="0" dirty="0">
                <a:solidFill>
                  <a:srgbClr val="7A3E9D"/>
                </a:solidFill>
                <a:effectLst/>
                <a:latin typeface="Cascadia Mono" panose="020B0609020000020004" pitchFamily="49" charset="0"/>
              </a:rPr>
              <a:t>ob2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);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b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    </a:t>
            </a:r>
            <a:r>
              <a:rPr lang="en-US" sz="1400" b="0" dirty="0">
                <a:solidFill>
                  <a:srgbClr val="4B69C6"/>
                </a:solidFill>
                <a:effectLst/>
                <a:latin typeface="Cascadia Mono" panose="020B06090200000200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US" sz="1400" b="0" dirty="0">
                <a:solidFill>
                  <a:srgbClr val="9C5D27"/>
                </a:solidFill>
                <a:effectLst/>
                <a:latin typeface="Cascadia Mono" panose="020B0609020000020004" pitchFamily="49" charset="0"/>
              </a:rPr>
              <a:t>0</a:t>
            </a:r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  <a:p>
            <a:r>
              <a:rPr lang="en-US" sz="1400" b="0" dirty="0">
                <a:solidFill>
                  <a:srgbClr val="777777"/>
                </a:solidFill>
                <a:effectLst/>
                <a:latin typeface="Cascadia Mono" panose="020B0609020000020004" pitchFamily="49" charset="0"/>
              </a:rPr>
              <a:t>}</a:t>
            </a:r>
            <a:endParaRPr lang="en-US" sz="1400" b="0" dirty="0">
              <a:solidFill>
                <a:srgbClr val="333333"/>
              </a:solidFill>
              <a:effectLst/>
              <a:latin typeface="Cascadia Mono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624E3-B9DF-F3A3-B327-DFFD0504352E}"/>
              </a:ext>
            </a:extLst>
          </p:cNvPr>
          <p:cNvSpPr txBox="1"/>
          <p:nvPr/>
        </p:nvSpPr>
        <p:spPr>
          <a:xfrm>
            <a:off x="5076496" y="409076"/>
            <a:ext cx="2916476" cy="193899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u="sng" dirty="0">
                <a:solidFill>
                  <a:srgbClr val="00B050"/>
                </a:solidFill>
              </a:rPr>
              <a:t>Self Study</a:t>
            </a:r>
          </a:p>
          <a:p>
            <a:pPr algn="ctr"/>
            <a:r>
              <a:rPr lang="en-US" sz="2000" i="1" dirty="0">
                <a:solidFill>
                  <a:srgbClr val="00B050"/>
                </a:solidFill>
              </a:rPr>
              <a:t>Guarding against self-referencing. Good idea to probably draw the things that are happening in </a:t>
            </a:r>
            <a:r>
              <a:rPr lang="en-US" sz="2000" b="1" dirty="0">
                <a:solidFill>
                  <a:srgbClr val="00B05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main()</a:t>
            </a:r>
            <a:r>
              <a:rPr lang="en-US" sz="2000" i="1" dirty="0">
                <a:solidFill>
                  <a:srgbClr val="00B050"/>
                </a:solidFill>
              </a:rPr>
              <a:t>.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919E9559-BFAD-3B79-5207-0C9BA204E7EF}"/>
              </a:ext>
            </a:extLst>
          </p:cNvPr>
          <p:cNvCxnSpPr/>
          <p:nvPr/>
        </p:nvCxnSpPr>
        <p:spPr>
          <a:xfrm rot="10800000">
            <a:off x="3100552" y="2669629"/>
            <a:ext cx="5738648" cy="1093075"/>
          </a:xfrm>
          <a:prstGeom prst="curvedConnector3">
            <a:avLst>
              <a:gd name="adj1" fmla="val 155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D6D7A057-A65B-DEE6-332F-9CF12CFFF2BF}"/>
              </a:ext>
            </a:extLst>
          </p:cNvPr>
          <p:cNvCxnSpPr>
            <a:cxnSpLocks/>
          </p:cNvCxnSpPr>
          <p:nvPr/>
        </p:nvCxnSpPr>
        <p:spPr>
          <a:xfrm rot="10800000">
            <a:off x="1828800" y="3762704"/>
            <a:ext cx="7020910" cy="665662"/>
          </a:xfrm>
          <a:prstGeom prst="curvedConnector3">
            <a:avLst>
              <a:gd name="adj1" fmla="val 172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839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3390</Words>
  <Application>Microsoft Office PowerPoint</Application>
  <PresentationFormat>Widescreen</PresentationFormat>
  <Paragraphs>493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Cascadia Code</vt:lpstr>
      <vt:lpstr>Cascadia Mono</vt:lpstr>
      <vt:lpstr>Office Theme</vt:lpstr>
      <vt:lpstr>Object-Oriented Programming</vt:lpstr>
      <vt:lpstr>The this Pointer</vt:lpstr>
      <vt:lpstr>How does the compiler interprets member function calls?</vt:lpstr>
      <vt:lpstr>How does the compiler interprets member function calls?</vt:lpstr>
      <vt:lpstr>How does the compiler interprets member function calls?</vt:lpstr>
      <vt:lpstr>How does the compiler interprets member function calls?</vt:lpstr>
      <vt:lpstr>PowerPoint Presentation</vt:lpstr>
      <vt:lpstr>What do these pointers mean?</vt:lpstr>
      <vt:lpstr>PowerPoint Presentation</vt:lpstr>
      <vt:lpstr>PowerPoint Presentation</vt:lpstr>
      <vt:lpstr>PowerPoint Presentation</vt:lpstr>
      <vt:lpstr>The hidden “this” pointer </vt:lpstr>
      <vt:lpstr>The hidden “this” pointer </vt:lpstr>
      <vt:lpstr>PowerPoint Presentation</vt:lpstr>
      <vt:lpstr>PowerPoint Presentation</vt:lpstr>
      <vt:lpstr>Some use-cases of this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Another use-case is to guard against self-referencing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Mohammad Salman</dc:creator>
  <cp:lastModifiedBy>Mohammad Salman</cp:lastModifiedBy>
  <cp:revision>1</cp:revision>
  <dcterms:created xsi:type="dcterms:W3CDTF">2023-10-09T07:14:55Z</dcterms:created>
  <dcterms:modified xsi:type="dcterms:W3CDTF">2023-10-09T14:11:57Z</dcterms:modified>
</cp:coreProperties>
</file>