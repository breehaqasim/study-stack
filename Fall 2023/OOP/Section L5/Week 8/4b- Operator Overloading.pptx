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9.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343" r:id="rId3"/>
    <p:sldId id="257" r:id="rId4"/>
    <p:sldId id="288" r:id="rId5"/>
    <p:sldId id="289" r:id="rId6"/>
    <p:sldId id="290" r:id="rId7"/>
    <p:sldId id="294" r:id="rId8"/>
    <p:sldId id="292" r:id="rId9"/>
    <p:sldId id="284" r:id="rId10"/>
    <p:sldId id="291" r:id="rId11"/>
    <p:sldId id="297" r:id="rId12"/>
    <p:sldId id="298" r:id="rId13"/>
    <p:sldId id="296" r:id="rId14"/>
    <p:sldId id="301" r:id="rId15"/>
    <p:sldId id="299" r:id="rId16"/>
    <p:sldId id="300" r:id="rId17"/>
    <p:sldId id="302" r:id="rId18"/>
    <p:sldId id="303" r:id="rId19"/>
    <p:sldId id="293" r:id="rId20"/>
    <p:sldId id="304" r:id="rId21"/>
    <p:sldId id="305" r:id="rId22"/>
    <p:sldId id="307" r:id="rId23"/>
    <p:sldId id="308" r:id="rId24"/>
    <p:sldId id="322" r:id="rId25"/>
    <p:sldId id="309" r:id="rId26"/>
    <p:sldId id="323" r:id="rId27"/>
    <p:sldId id="324" r:id="rId28"/>
    <p:sldId id="325" r:id="rId29"/>
    <p:sldId id="326" r:id="rId30"/>
    <p:sldId id="327" r:id="rId31"/>
    <p:sldId id="321" r:id="rId32"/>
    <p:sldId id="328" r:id="rId33"/>
    <p:sldId id="331" r:id="rId34"/>
    <p:sldId id="330" r:id="rId35"/>
    <p:sldId id="332" r:id="rId36"/>
    <p:sldId id="333" r:id="rId37"/>
    <p:sldId id="329" r:id="rId38"/>
    <p:sldId id="336" r:id="rId39"/>
    <p:sldId id="334" r:id="rId40"/>
    <p:sldId id="337" r:id="rId41"/>
    <p:sldId id="338" r:id="rId42"/>
    <p:sldId id="339" r:id="rId43"/>
    <p:sldId id="340" r:id="rId44"/>
    <p:sldId id="341" r:id="rId45"/>
    <p:sldId id="342" r:id="rId46"/>
    <p:sldId id="344" r:id="rId47"/>
    <p:sldId id="34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mad Salman" initials="MS" lastIdx="1" clrIdx="0">
    <p:extLst>
      <p:ext uri="{19B8F6BF-5375-455C-9EA6-DF929625EA0E}">
        <p15:presenceInfo xmlns:p15="http://schemas.microsoft.com/office/powerpoint/2012/main" userId="S::mohammad.salman@sse.habib.edu.pk::cfd6754c-e613-4f6f-bb98-36aef69d8c3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059" autoAdjust="0"/>
  </p:normalViewPr>
  <p:slideViewPr>
    <p:cSldViewPr snapToGrid="0">
      <p:cViewPr>
        <p:scale>
          <a:sx n="71" d="100"/>
          <a:sy n="71" d="100"/>
        </p:scale>
        <p:origin x="389" y="48"/>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alman" userId="cfd6754c-e613-4f6f-bb98-36aef69d8c31" providerId="ADAL" clId="{454126D1-02F7-4D76-A3B3-8C1A00D8AA68}"/>
    <pc:docChg chg="undo redo custSel addSld delSld modSld sldOrd">
      <pc:chgData name="Mohammad Salman" userId="cfd6754c-e613-4f6f-bb98-36aef69d8c31" providerId="ADAL" clId="{454126D1-02F7-4D76-A3B3-8C1A00D8AA68}" dt="2023-10-23T15:01:24.620" v="17283" actId="47"/>
      <pc:docMkLst>
        <pc:docMk/>
      </pc:docMkLst>
      <pc:sldChg chg="modSp mod">
        <pc:chgData name="Mohammad Salman" userId="cfd6754c-e613-4f6f-bb98-36aef69d8c31" providerId="ADAL" clId="{454126D1-02F7-4D76-A3B3-8C1A00D8AA68}" dt="2023-10-11T11:37:55.520" v="3413" actId="20577"/>
        <pc:sldMkLst>
          <pc:docMk/>
          <pc:sldMk cId="1159067475" sldId="257"/>
        </pc:sldMkLst>
        <pc:spChg chg="mod">
          <ac:chgData name="Mohammad Salman" userId="cfd6754c-e613-4f6f-bb98-36aef69d8c31" providerId="ADAL" clId="{454126D1-02F7-4D76-A3B3-8C1A00D8AA68}" dt="2023-10-11T11:37:55.520" v="3413" actId="20577"/>
          <ac:spMkLst>
            <pc:docMk/>
            <pc:sldMk cId="1159067475" sldId="257"/>
            <ac:spMk id="5" creationId="{1055A9FA-B429-F8DF-E19A-5E0FB47530FC}"/>
          </ac:spMkLst>
        </pc:spChg>
      </pc:sldChg>
      <pc:sldChg chg="del modAnim">
        <pc:chgData name="Mohammad Salman" userId="cfd6754c-e613-4f6f-bb98-36aef69d8c31" providerId="ADAL" clId="{454126D1-02F7-4D76-A3B3-8C1A00D8AA68}" dt="2023-10-11T11:21:36.146" v="2693" actId="47"/>
        <pc:sldMkLst>
          <pc:docMk/>
          <pc:sldMk cId="2256080464" sldId="258"/>
        </pc:sldMkLst>
      </pc:sldChg>
      <pc:sldChg chg="del">
        <pc:chgData name="Mohammad Salman" userId="cfd6754c-e613-4f6f-bb98-36aef69d8c31" providerId="ADAL" clId="{454126D1-02F7-4D76-A3B3-8C1A00D8AA68}" dt="2023-10-11T11:21:36.655" v="2694" actId="47"/>
        <pc:sldMkLst>
          <pc:docMk/>
          <pc:sldMk cId="3148050435" sldId="259"/>
        </pc:sldMkLst>
      </pc:sldChg>
      <pc:sldChg chg="del modAnim">
        <pc:chgData name="Mohammad Salman" userId="cfd6754c-e613-4f6f-bb98-36aef69d8c31" providerId="ADAL" clId="{454126D1-02F7-4D76-A3B3-8C1A00D8AA68}" dt="2023-10-11T11:21:37.060" v="2695" actId="47"/>
        <pc:sldMkLst>
          <pc:docMk/>
          <pc:sldMk cId="3225791972" sldId="260"/>
        </pc:sldMkLst>
      </pc:sldChg>
      <pc:sldChg chg="del">
        <pc:chgData name="Mohammad Salman" userId="cfd6754c-e613-4f6f-bb98-36aef69d8c31" providerId="ADAL" clId="{454126D1-02F7-4D76-A3B3-8C1A00D8AA68}" dt="2023-10-11T11:21:37.305" v="2696" actId="47"/>
        <pc:sldMkLst>
          <pc:docMk/>
          <pc:sldMk cId="2443470399" sldId="261"/>
        </pc:sldMkLst>
      </pc:sldChg>
      <pc:sldChg chg="del">
        <pc:chgData name="Mohammad Salman" userId="cfd6754c-e613-4f6f-bb98-36aef69d8c31" providerId="ADAL" clId="{454126D1-02F7-4D76-A3B3-8C1A00D8AA68}" dt="2023-10-11T11:21:37.700" v="2697" actId="47"/>
        <pc:sldMkLst>
          <pc:docMk/>
          <pc:sldMk cId="3626842008" sldId="262"/>
        </pc:sldMkLst>
      </pc:sldChg>
      <pc:sldChg chg="del">
        <pc:chgData name="Mohammad Salman" userId="cfd6754c-e613-4f6f-bb98-36aef69d8c31" providerId="ADAL" clId="{454126D1-02F7-4D76-A3B3-8C1A00D8AA68}" dt="2023-10-11T11:21:37.942" v="2698" actId="47"/>
        <pc:sldMkLst>
          <pc:docMk/>
          <pc:sldMk cId="3111145702" sldId="263"/>
        </pc:sldMkLst>
      </pc:sldChg>
      <pc:sldChg chg="del modAnim">
        <pc:chgData name="Mohammad Salman" userId="cfd6754c-e613-4f6f-bb98-36aef69d8c31" providerId="ADAL" clId="{454126D1-02F7-4D76-A3B3-8C1A00D8AA68}" dt="2023-10-11T11:21:38.330" v="2700" actId="47"/>
        <pc:sldMkLst>
          <pc:docMk/>
          <pc:sldMk cId="961084928" sldId="264"/>
        </pc:sldMkLst>
      </pc:sldChg>
      <pc:sldChg chg="del">
        <pc:chgData name="Mohammad Salman" userId="cfd6754c-e613-4f6f-bb98-36aef69d8c31" providerId="ADAL" clId="{454126D1-02F7-4D76-A3B3-8C1A00D8AA68}" dt="2023-10-11T11:21:38.160" v="2699" actId="47"/>
        <pc:sldMkLst>
          <pc:docMk/>
          <pc:sldMk cId="3081462175" sldId="266"/>
        </pc:sldMkLst>
      </pc:sldChg>
      <pc:sldChg chg="del">
        <pc:chgData name="Mohammad Salman" userId="cfd6754c-e613-4f6f-bb98-36aef69d8c31" providerId="ADAL" clId="{454126D1-02F7-4D76-A3B3-8C1A00D8AA68}" dt="2023-10-11T11:21:38.691" v="2702" actId="47"/>
        <pc:sldMkLst>
          <pc:docMk/>
          <pc:sldMk cId="3071401241" sldId="267"/>
        </pc:sldMkLst>
      </pc:sldChg>
      <pc:sldChg chg="modSp del mod">
        <pc:chgData name="Mohammad Salman" userId="cfd6754c-e613-4f6f-bb98-36aef69d8c31" providerId="ADAL" clId="{454126D1-02F7-4D76-A3B3-8C1A00D8AA68}" dt="2023-10-11T11:21:38.495" v="2701" actId="47"/>
        <pc:sldMkLst>
          <pc:docMk/>
          <pc:sldMk cId="2479530423" sldId="268"/>
        </pc:sldMkLst>
        <pc:spChg chg="mod">
          <ac:chgData name="Mohammad Salman" userId="cfd6754c-e613-4f6f-bb98-36aef69d8c31" providerId="ADAL" clId="{454126D1-02F7-4D76-A3B3-8C1A00D8AA68}" dt="2023-10-10T10:08:25.114" v="7" actId="14100"/>
          <ac:spMkLst>
            <pc:docMk/>
            <pc:sldMk cId="2479530423" sldId="268"/>
            <ac:spMk id="11" creationId="{CB6D5F41-02AE-21A1-BA36-C17588112ACE}"/>
          </ac:spMkLst>
        </pc:spChg>
      </pc:sldChg>
      <pc:sldChg chg="del modAnim">
        <pc:chgData name="Mohammad Salman" userId="cfd6754c-e613-4f6f-bb98-36aef69d8c31" providerId="ADAL" clId="{454126D1-02F7-4D76-A3B3-8C1A00D8AA68}" dt="2023-10-11T11:21:38.867" v="2703" actId="47"/>
        <pc:sldMkLst>
          <pc:docMk/>
          <pc:sldMk cId="1903961333" sldId="269"/>
        </pc:sldMkLst>
      </pc:sldChg>
      <pc:sldChg chg="modSp del mod">
        <pc:chgData name="Mohammad Salman" userId="cfd6754c-e613-4f6f-bb98-36aef69d8c31" providerId="ADAL" clId="{454126D1-02F7-4D76-A3B3-8C1A00D8AA68}" dt="2023-10-11T11:21:39.396" v="2706" actId="47"/>
        <pc:sldMkLst>
          <pc:docMk/>
          <pc:sldMk cId="3364976763" sldId="270"/>
        </pc:sldMkLst>
        <pc:spChg chg="mod">
          <ac:chgData name="Mohammad Salman" userId="cfd6754c-e613-4f6f-bb98-36aef69d8c31" providerId="ADAL" clId="{454126D1-02F7-4D76-A3B3-8C1A00D8AA68}" dt="2023-10-10T15:55:42.940" v="2459" actId="27636"/>
          <ac:spMkLst>
            <pc:docMk/>
            <pc:sldMk cId="3364976763" sldId="270"/>
            <ac:spMk id="5" creationId="{B7C82062-ABEC-37CF-D7EE-253395AD18CE}"/>
          </ac:spMkLst>
        </pc:spChg>
      </pc:sldChg>
      <pc:sldChg chg="modSp del mod">
        <pc:chgData name="Mohammad Salman" userId="cfd6754c-e613-4f6f-bb98-36aef69d8c31" providerId="ADAL" clId="{454126D1-02F7-4D76-A3B3-8C1A00D8AA68}" dt="2023-10-11T11:21:39.059" v="2704" actId="47"/>
        <pc:sldMkLst>
          <pc:docMk/>
          <pc:sldMk cId="4207197228" sldId="271"/>
        </pc:sldMkLst>
        <pc:spChg chg="mod">
          <ac:chgData name="Mohammad Salman" userId="cfd6754c-e613-4f6f-bb98-36aef69d8c31" providerId="ADAL" clId="{454126D1-02F7-4D76-A3B3-8C1A00D8AA68}" dt="2023-10-10T15:19:49.431" v="1349" actId="20577"/>
          <ac:spMkLst>
            <pc:docMk/>
            <pc:sldMk cId="4207197228" sldId="271"/>
            <ac:spMk id="4" creationId="{E2F01E01-BC20-91D8-A5CA-0E0E960C9A0E}"/>
          </ac:spMkLst>
        </pc:spChg>
      </pc:sldChg>
      <pc:sldChg chg="del">
        <pc:chgData name="Mohammad Salman" userId="cfd6754c-e613-4f6f-bb98-36aef69d8c31" providerId="ADAL" clId="{454126D1-02F7-4D76-A3B3-8C1A00D8AA68}" dt="2023-10-11T11:21:39.938" v="2709" actId="47"/>
        <pc:sldMkLst>
          <pc:docMk/>
          <pc:sldMk cId="654311224" sldId="272"/>
        </pc:sldMkLst>
      </pc:sldChg>
      <pc:sldChg chg="del">
        <pc:chgData name="Mohammad Salman" userId="cfd6754c-e613-4f6f-bb98-36aef69d8c31" providerId="ADAL" clId="{454126D1-02F7-4D76-A3B3-8C1A00D8AA68}" dt="2023-10-11T11:21:40.120" v="2710" actId="47"/>
        <pc:sldMkLst>
          <pc:docMk/>
          <pc:sldMk cId="91052057" sldId="273"/>
        </pc:sldMkLst>
      </pc:sldChg>
      <pc:sldChg chg="del">
        <pc:chgData name="Mohammad Salman" userId="cfd6754c-e613-4f6f-bb98-36aef69d8c31" providerId="ADAL" clId="{454126D1-02F7-4D76-A3B3-8C1A00D8AA68}" dt="2023-10-11T11:21:40.312" v="2711" actId="47"/>
        <pc:sldMkLst>
          <pc:docMk/>
          <pc:sldMk cId="320326944" sldId="274"/>
        </pc:sldMkLst>
      </pc:sldChg>
      <pc:sldChg chg="del">
        <pc:chgData name="Mohammad Salman" userId="cfd6754c-e613-4f6f-bb98-36aef69d8c31" providerId="ADAL" clId="{454126D1-02F7-4D76-A3B3-8C1A00D8AA68}" dt="2023-10-11T11:21:40.479" v="2712" actId="47"/>
        <pc:sldMkLst>
          <pc:docMk/>
          <pc:sldMk cId="3229542021" sldId="275"/>
        </pc:sldMkLst>
      </pc:sldChg>
      <pc:sldChg chg="del modAnim">
        <pc:chgData name="Mohammad Salman" userId="cfd6754c-e613-4f6f-bb98-36aef69d8c31" providerId="ADAL" clId="{454126D1-02F7-4D76-A3B3-8C1A00D8AA68}" dt="2023-10-11T11:21:40.645" v="2713" actId="47"/>
        <pc:sldMkLst>
          <pc:docMk/>
          <pc:sldMk cId="4239664132" sldId="276"/>
        </pc:sldMkLst>
      </pc:sldChg>
      <pc:sldChg chg="modSp del mod modAnim">
        <pc:chgData name="Mohammad Salman" userId="cfd6754c-e613-4f6f-bb98-36aef69d8c31" providerId="ADAL" clId="{454126D1-02F7-4D76-A3B3-8C1A00D8AA68}" dt="2023-10-11T11:21:40.906" v="2714" actId="47"/>
        <pc:sldMkLst>
          <pc:docMk/>
          <pc:sldMk cId="4161910784" sldId="277"/>
        </pc:sldMkLst>
        <pc:spChg chg="mod">
          <ac:chgData name="Mohammad Salman" userId="cfd6754c-e613-4f6f-bb98-36aef69d8c31" providerId="ADAL" clId="{454126D1-02F7-4D76-A3B3-8C1A00D8AA68}" dt="2023-10-10T15:11:43.645" v="939" actId="207"/>
          <ac:spMkLst>
            <pc:docMk/>
            <pc:sldMk cId="4161910784" sldId="277"/>
            <ac:spMk id="4" creationId="{4FB27FE4-F5A6-9A04-9A9B-3B065DF510E1}"/>
          </ac:spMkLst>
        </pc:spChg>
      </pc:sldChg>
      <pc:sldChg chg="del">
        <pc:chgData name="Mohammad Salman" userId="cfd6754c-e613-4f6f-bb98-36aef69d8c31" providerId="ADAL" clId="{454126D1-02F7-4D76-A3B3-8C1A00D8AA68}" dt="2023-10-10T14:55:31.017" v="469" actId="47"/>
        <pc:sldMkLst>
          <pc:docMk/>
          <pc:sldMk cId="3977022146" sldId="278"/>
        </pc:sldMkLst>
      </pc:sldChg>
      <pc:sldChg chg="del">
        <pc:chgData name="Mohammad Salman" userId="cfd6754c-e613-4f6f-bb98-36aef69d8c31" providerId="ADAL" clId="{454126D1-02F7-4D76-A3B3-8C1A00D8AA68}" dt="2023-10-10T15:38:15.917" v="1969" actId="47"/>
        <pc:sldMkLst>
          <pc:docMk/>
          <pc:sldMk cId="1946368891" sldId="280"/>
        </pc:sldMkLst>
      </pc:sldChg>
      <pc:sldChg chg="del">
        <pc:chgData name="Mohammad Salman" userId="cfd6754c-e613-4f6f-bb98-36aef69d8c31" providerId="ADAL" clId="{454126D1-02F7-4D76-A3B3-8C1A00D8AA68}" dt="2023-10-23T15:00:04.807" v="17277" actId="47"/>
        <pc:sldMkLst>
          <pc:docMk/>
          <pc:sldMk cId="714586498" sldId="281"/>
        </pc:sldMkLst>
      </pc:sldChg>
      <pc:sldChg chg="modSp add del mod">
        <pc:chgData name="Mohammad Salman" userId="cfd6754c-e613-4f6f-bb98-36aef69d8c31" providerId="ADAL" clId="{454126D1-02F7-4D76-A3B3-8C1A00D8AA68}" dt="2023-10-23T15:01:22.747" v="17282" actId="47"/>
        <pc:sldMkLst>
          <pc:docMk/>
          <pc:sldMk cId="384876912" sldId="282"/>
        </pc:sldMkLst>
        <pc:spChg chg="mod">
          <ac:chgData name="Mohammad Salman" userId="cfd6754c-e613-4f6f-bb98-36aef69d8c31" providerId="ADAL" clId="{454126D1-02F7-4D76-A3B3-8C1A00D8AA68}" dt="2023-10-23T15:01:02.794" v="17279" actId="20577"/>
          <ac:spMkLst>
            <pc:docMk/>
            <pc:sldMk cId="384876912" sldId="282"/>
            <ac:spMk id="3" creationId="{77C73782-A081-7805-F34E-69D0740B1A26}"/>
          </ac:spMkLst>
        </pc:spChg>
      </pc:sldChg>
      <pc:sldChg chg="addSp modSp del mod modAnim modNotesTx">
        <pc:chgData name="Mohammad Salman" userId="cfd6754c-e613-4f6f-bb98-36aef69d8c31" providerId="ADAL" clId="{454126D1-02F7-4D76-A3B3-8C1A00D8AA68}" dt="2023-10-11T11:21:41.139" v="2715" actId="47"/>
        <pc:sldMkLst>
          <pc:docMk/>
          <pc:sldMk cId="1217470798" sldId="283"/>
        </pc:sldMkLst>
        <pc:spChg chg="add mod">
          <ac:chgData name="Mohammad Salman" userId="cfd6754c-e613-4f6f-bb98-36aef69d8c31" providerId="ADAL" clId="{454126D1-02F7-4D76-A3B3-8C1A00D8AA68}" dt="2023-10-10T15:15:40.698" v="1081" actId="6549"/>
          <ac:spMkLst>
            <pc:docMk/>
            <pc:sldMk cId="1217470798" sldId="283"/>
            <ac:spMk id="3" creationId="{4B98733B-CFEA-4A4D-538D-561D7046855C}"/>
          </ac:spMkLst>
        </pc:spChg>
        <pc:spChg chg="mod">
          <ac:chgData name="Mohammad Salman" userId="cfd6754c-e613-4f6f-bb98-36aef69d8c31" providerId="ADAL" clId="{454126D1-02F7-4D76-A3B3-8C1A00D8AA68}" dt="2023-10-10T15:22:42.874" v="1394" actId="1076"/>
          <ac:spMkLst>
            <pc:docMk/>
            <pc:sldMk cId="1217470798" sldId="283"/>
            <ac:spMk id="4" creationId="{4FB27FE4-F5A6-9A04-9A9B-3B065DF510E1}"/>
          </ac:spMkLst>
        </pc:spChg>
        <pc:spChg chg="add mod">
          <ac:chgData name="Mohammad Salman" userId="cfd6754c-e613-4f6f-bb98-36aef69d8c31" providerId="ADAL" clId="{454126D1-02F7-4D76-A3B3-8C1A00D8AA68}" dt="2023-10-10T15:09:15.522" v="856" actId="1076"/>
          <ac:spMkLst>
            <pc:docMk/>
            <pc:sldMk cId="1217470798" sldId="283"/>
            <ac:spMk id="6" creationId="{1E04FE43-97AF-BB64-AB33-537F8002BCF0}"/>
          </ac:spMkLst>
        </pc:spChg>
        <pc:spChg chg="add mod">
          <ac:chgData name="Mohammad Salman" userId="cfd6754c-e613-4f6f-bb98-36aef69d8c31" providerId="ADAL" clId="{454126D1-02F7-4D76-A3B3-8C1A00D8AA68}" dt="2023-10-10T15:09:39.106" v="874" actId="1076"/>
          <ac:spMkLst>
            <pc:docMk/>
            <pc:sldMk cId="1217470798" sldId="283"/>
            <ac:spMk id="8" creationId="{9D134227-1512-7214-449E-841FD65B9D68}"/>
          </ac:spMkLst>
        </pc:spChg>
      </pc:sldChg>
      <pc:sldChg chg="addSp delSp modSp mod ord">
        <pc:chgData name="Mohammad Salman" userId="cfd6754c-e613-4f6f-bb98-36aef69d8c31" providerId="ADAL" clId="{454126D1-02F7-4D76-A3B3-8C1A00D8AA68}" dt="2023-10-11T11:38:53.943" v="3426" actId="1076"/>
        <pc:sldMkLst>
          <pc:docMk/>
          <pc:sldMk cId="4178443189" sldId="284"/>
        </pc:sldMkLst>
        <pc:spChg chg="add del">
          <ac:chgData name="Mohammad Salman" userId="cfd6754c-e613-4f6f-bb98-36aef69d8c31" providerId="ADAL" clId="{454126D1-02F7-4D76-A3B3-8C1A00D8AA68}" dt="2023-10-11T11:38:30.651" v="3418" actId="22"/>
          <ac:spMkLst>
            <pc:docMk/>
            <pc:sldMk cId="4178443189" sldId="284"/>
            <ac:spMk id="3" creationId="{1657A3DC-111E-2F20-62FB-20305E75D08D}"/>
          </ac:spMkLst>
        </pc:spChg>
        <pc:spChg chg="mod">
          <ac:chgData name="Mohammad Salman" userId="cfd6754c-e613-4f6f-bb98-36aef69d8c31" providerId="ADAL" clId="{454126D1-02F7-4D76-A3B3-8C1A00D8AA68}" dt="2023-10-11T11:38:12.378" v="3414" actId="113"/>
          <ac:spMkLst>
            <pc:docMk/>
            <pc:sldMk cId="4178443189" sldId="284"/>
            <ac:spMk id="5" creationId="{B7C82062-ABEC-37CF-D7EE-253395AD18CE}"/>
          </ac:spMkLst>
        </pc:spChg>
        <pc:spChg chg="add mod">
          <ac:chgData name="Mohammad Salman" userId="cfd6754c-e613-4f6f-bb98-36aef69d8c31" providerId="ADAL" clId="{454126D1-02F7-4D76-A3B3-8C1A00D8AA68}" dt="2023-10-11T11:38:53.943" v="3426" actId="1076"/>
          <ac:spMkLst>
            <pc:docMk/>
            <pc:sldMk cId="4178443189" sldId="284"/>
            <ac:spMk id="7" creationId="{70719408-AFE1-4DBD-8A0C-1EE317580D9D}"/>
          </ac:spMkLst>
        </pc:spChg>
      </pc:sldChg>
      <pc:sldChg chg="del">
        <pc:chgData name="Mohammad Salman" userId="cfd6754c-e613-4f6f-bb98-36aef69d8c31" providerId="ADAL" clId="{454126D1-02F7-4D76-A3B3-8C1A00D8AA68}" dt="2023-10-09T07:15:20.102" v="0" actId="2696"/>
        <pc:sldMkLst>
          <pc:docMk/>
          <pc:sldMk cId="1132301418" sldId="286"/>
        </pc:sldMkLst>
      </pc:sldChg>
      <pc:sldChg chg="del ord">
        <pc:chgData name="Mohammad Salman" userId="cfd6754c-e613-4f6f-bb98-36aef69d8c31" providerId="ADAL" clId="{454126D1-02F7-4D76-A3B3-8C1A00D8AA68}" dt="2023-10-11T11:37:22.010" v="3359" actId="47"/>
        <pc:sldMkLst>
          <pc:docMk/>
          <pc:sldMk cId="3437182616" sldId="287"/>
        </pc:sldMkLst>
      </pc:sldChg>
      <pc:sldChg chg="del">
        <pc:chgData name="Mohammad Salman" userId="cfd6754c-e613-4f6f-bb98-36aef69d8c31" providerId="ADAL" clId="{454126D1-02F7-4D76-A3B3-8C1A00D8AA68}" dt="2023-10-09T07:15:20.102" v="0" actId="2696"/>
        <pc:sldMkLst>
          <pc:docMk/>
          <pc:sldMk cId="1584440592" sldId="288"/>
        </pc:sldMkLst>
      </pc:sldChg>
      <pc:sldChg chg="addSp delSp modSp new del mod">
        <pc:chgData name="Mohammad Salman" userId="cfd6754c-e613-4f6f-bb98-36aef69d8c31" providerId="ADAL" clId="{454126D1-02F7-4D76-A3B3-8C1A00D8AA68}" dt="2023-10-10T11:33:36.635" v="27" actId="47"/>
        <pc:sldMkLst>
          <pc:docMk/>
          <pc:sldMk cId="2209410415" sldId="288"/>
        </pc:sldMkLst>
        <pc:spChg chg="del">
          <ac:chgData name="Mohammad Salman" userId="cfd6754c-e613-4f6f-bb98-36aef69d8c31" providerId="ADAL" clId="{454126D1-02F7-4D76-A3B3-8C1A00D8AA68}" dt="2023-10-10T11:33:26.919" v="24" actId="478"/>
          <ac:spMkLst>
            <pc:docMk/>
            <pc:sldMk cId="2209410415" sldId="288"/>
            <ac:spMk id="2" creationId="{742F2D61-F34F-46D2-03B3-7C690C9EBA69}"/>
          </ac:spMkLst>
        </pc:spChg>
        <pc:spChg chg="del mod">
          <ac:chgData name="Mohammad Salman" userId="cfd6754c-e613-4f6f-bb98-36aef69d8c31" providerId="ADAL" clId="{454126D1-02F7-4D76-A3B3-8C1A00D8AA68}" dt="2023-10-10T11:33:26.919" v="24" actId="478"/>
          <ac:spMkLst>
            <pc:docMk/>
            <pc:sldMk cId="2209410415" sldId="288"/>
            <ac:spMk id="3" creationId="{133D6475-7D6E-A50C-B5AE-742E7ED4F659}"/>
          </ac:spMkLst>
        </pc:spChg>
        <pc:spChg chg="add del mod">
          <ac:chgData name="Mohammad Salman" userId="cfd6754c-e613-4f6f-bb98-36aef69d8c31" providerId="ADAL" clId="{454126D1-02F7-4D76-A3B3-8C1A00D8AA68}" dt="2023-10-10T11:33:28.186" v="25" actId="478"/>
          <ac:spMkLst>
            <pc:docMk/>
            <pc:sldMk cId="2209410415" sldId="288"/>
            <ac:spMk id="5" creationId="{932C0CB1-909F-B1D3-9B25-1716A0C8A664}"/>
          </ac:spMkLst>
        </pc:spChg>
      </pc:sldChg>
      <pc:sldChg chg="addSp delSp modSp new mod">
        <pc:chgData name="Mohammad Salman" userId="cfd6754c-e613-4f6f-bb98-36aef69d8c31" providerId="ADAL" clId="{454126D1-02F7-4D76-A3B3-8C1A00D8AA68}" dt="2023-10-11T11:31:22.898" v="2888" actId="20577"/>
        <pc:sldMkLst>
          <pc:docMk/>
          <pc:sldMk cId="2683805641" sldId="288"/>
        </pc:sldMkLst>
        <pc:spChg chg="del">
          <ac:chgData name="Mohammad Salman" userId="cfd6754c-e613-4f6f-bb98-36aef69d8c31" providerId="ADAL" clId="{454126D1-02F7-4D76-A3B3-8C1A00D8AA68}" dt="2023-10-11T11:23:45.308" v="2723" actId="478"/>
          <ac:spMkLst>
            <pc:docMk/>
            <pc:sldMk cId="2683805641" sldId="288"/>
            <ac:spMk id="2" creationId="{29972DF6-BB6B-B519-319C-093FE4565BC0}"/>
          </ac:spMkLst>
        </pc:spChg>
        <pc:spChg chg="del">
          <ac:chgData name="Mohammad Salman" userId="cfd6754c-e613-4f6f-bb98-36aef69d8c31" providerId="ADAL" clId="{454126D1-02F7-4D76-A3B3-8C1A00D8AA68}" dt="2023-10-11T11:23:45.308" v="2723" actId="478"/>
          <ac:spMkLst>
            <pc:docMk/>
            <pc:sldMk cId="2683805641" sldId="288"/>
            <ac:spMk id="3" creationId="{54B35B5C-AC68-5EA5-F04C-3CB8829E2614}"/>
          </ac:spMkLst>
        </pc:spChg>
        <pc:spChg chg="add mod">
          <ac:chgData name="Mohammad Salman" userId="cfd6754c-e613-4f6f-bb98-36aef69d8c31" providerId="ADAL" clId="{454126D1-02F7-4D76-A3B3-8C1A00D8AA68}" dt="2023-10-11T11:30:34.086" v="2800" actId="20577"/>
          <ac:spMkLst>
            <pc:docMk/>
            <pc:sldMk cId="2683805641" sldId="288"/>
            <ac:spMk id="6" creationId="{96D9F869-D5B7-75E8-AD65-EA5E63548B5A}"/>
          </ac:spMkLst>
        </pc:spChg>
        <pc:spChg chg="add mod">
          <ac:chgData name="Mohammad Salman" userId="cfd6754c-e613-4f6f-bb98-36aef69d8c31" providerId="ADAL" clId="{454126D1-02F7-4D76-A3B3-8C1A00D8AA68}" dt="2023-10-11T11:31:22.898" v="2888" actId="20577"/>
          <ac:spMkLst>
            <pc:docMk/>
            <pc:sldMk cId="2683805641" sldId="288"/>
            <ac:spMk id="7" creationId="{D1CB341E-4CE8-FE32-AC88-0421989D95EF}"/>
          </ac:spMkLst>
        </pc:spChg>
        <pc:picChg chg="add mod">
          <ac:chgData name="Mohammad Salman" userId="cfd6754c-e613-4f6f-bb98-36aef69d8c31" providerId="ADAL" clId="{454126D1-02F7-4D76-A3B3-8C1A00D8AA68}" dt="2023-10-11T11:29:52.103" v="2727" actId="1076"/>
          <ac:picMkLst>
            <pc:docMk/>
            <pc:sldMk cId="2683805641" sldId="288"/>
            <ac:picMk id="5" creationId="{E5BAC148-CD68-69F4-3F21-091622B7F3FC}"/>
          </ac:picMkLst>
        </pc:picChg>
      </pc:sldChg>
      <pc:sldChg chg="addSp delSp modSp add del mod">
        <pc:chgData name="Mohammad Salman" userId="cfd6754c-e613-4f6f-bb98-36aef69d8c31" providerId="ADAL" clId="{454126D1-02F7-4D76-A3B3-8C1A00D8AA68}" dt="2023-10-11T11:21:39.215" v="2705" actId="47"/>
        <pc:sldMkLst>
          <pc:docMk/>
          <pc:sldMk cId="2887264928" sldId="288"/>
        </pc:sldMkLst>
        <pc:spChg chg="mod">
          <ac:chgData name="Mohammad Salman" userId="cfd6754c-e613-4f6f-bb98-36aef69d8c31" providerId="ADAL" clId="{454126D1-02F7-4D76-A3B3-8C1A00D8AA68}" dt="2023-10-10T11:37:05.883" v="337" actId="113"/>
          <ac:spMkLst>
            <pc:docMk/>
            <pc:sldMk cId="2887264928" sldId="288"/>
            <ac:spMk id="11" creationId="{CB6D5F41-02AE-21A1-BA36-C17588112ACE}"/>
          </ac:spMkLst>
        </pc:spChg>
        <pc:cxnChg chg="add del mod">
          <ac:chgData name="Mohammad Salman" userId="cfd6754c-e613-4f6f-bb98-36aef69d8c31" providerId="ADAL" clId="{454126D1-02F7-4D76-A3B3-8C1A00D8AA68}" dt="2023-10-10T11:36:10.411" v="327" actId="478"/>
          <ac:cxnSpMkLst>
            <pc:docMk/>
            <pc:sldMk cId="2887264928" sldId="288"/>
            <ac:cxnSpMk id="4" creationId="{8A7728CA-B149-4EE0-C2A5-AF70F42283AE}"/>
          </ac:cxnSpMkLst>
        </pc:cxnChg>
        <pc:cxnChg chg="add">
          <ac:chgData name="Mohammad Salman" userId="cfd6754c-e613-4f6f-bb98-36aef69d8c31" providerId="ADAL" clId="{454126D1-02F7-4D76-A3B3-8C1A00D8AA68}" dt="2023-10-10T11:36:18.112" v="328" actId="11529"/>
          <ac:cxnSpMkLst>
            <pc:docMk/>
            <pc:sldMk cId="2887264928" sldId="288"/>
            <ac:cxnSpMk id="12" creationId="{96221173-3A16-F3B2-3EF4-DFBCF5F99714}"/>
          </ac:cxnSpMkLst>
        </pc:cxnChg>
        <pc:cxnChg chg="add mod">
          <ac:chgData name="Mohammad Salman" userId="cfd6754c-e613-4f6f-bb98-36aef69d8c31" providerId="ADAL" clId="{454126D1-02F7-4D76-A3B3-8C1A00D8AA68}" dt="2023-10-10T11:36:31.992" v="331" actId="14100"/>
          <ac:cxnSpMkLst>
            <pc:docMk/>
            <pc:sldMk cId="2887264928" sldId="288"/>
            <ac:cxnSpMk id="13" creationId="{3EC66123-6E6F-D0F5-DFCA-A95DA20F4FA2}"/>
          </ac:cxnSpMkLst>
        </pc:cxnChg>
      </pc:sldChg>
      <pc:sldChg chg="addSp delSp modSp add mod modAnim">
        <pc:chgData name="Mohammad Salman" userId="cfd6754c-e613-4f6f-bb98-36aef69d8c31" providerId="ADAL" clId="{454126D1-02F7-4D76-A3B3-8C1A00D8AA68}" dt="2023-10-11T11:37:09.101" v="3358" actId="1036"/>
        <pc:sldMkLst>
          <pc:docMk/>
          <pc:sldMk cId="461890763" sldId="289"/>
        </pc:sldMkLst>
        <pc:spChg chg="add mod">
          <ac:chgData name="Mohammad Salman" userId="cfd6754c-e613-4f6f-bb98-36aef69d8c31" providerId="ADAL" clId="{454126D1-02F7-4D76-A3B3-8C1A00D8AA68}" dt="2023-10-11T11:37:09.101" v="3358" actId="1036"/>
          <ac:spMkLst>
            <pc:docMk/>
            <pc:sldMk cId="461890763" sldId="289"/>
            <ac:spMk id="4" creationId="{191556F9-5E87-2EFF-9F1E-A44F4E5AD310}"/>
          </ac:spMkLst>
        </pc:spChg>
        <pc:spChg chg="del">
          <ac:chgData name="Mohammad Salman" userId="cfd6754c-e613-4f6f-bb98-36aef69d8c31" providerId="ADAL" clId="{454126D1-02F7-4D76-A3B3-8C1A00D8AA68}" dt="2023-10-11T11:33:45.610" v="3331" actId="478"/>
          <ac:spMkLst>
            <pc:docMk/>
            <pc:sldMk cId="461890763" sldId="289"/>
            <ac:spMk id="6" creationId="{96D9F869-D5B7-75E8-AD65-EA5E63548B5A}"/>
          </ac:spMkLst>
        </pc:spChg>
        <pc:spChg chg="mod">
          <ac:chgData name="Mohammad Salman" userId="cfd6754c-e613-4f6f-bb98-36aef69d8c31" providerId="ADAL" clId="{454126D1-02F7-4D76-A3B3-8C1A00D8AA68}" dt="2023-10-11T11:33:28.975" v="3329" actId="113"/>
          <ac:spMkLst>
            <pc:docMk/>
            <pc:sldMk cId="461890763" sldId="289"/>
            <ac:spMk id="7" creationId="{D1CB341E-4CE8-FE32-AC88-0421989D95EF}"/>
          </ac:spMkLst>
        </pc:spChg>
        <pc:picChg chg="add mod">
          <ac:chgData name="Mohammad Salman" userId="cfd6754c-e613-4f6f-bb98-36aef69d8c31" providerId="ADAL" clId="{454126D1-02F7-4D76-A3B3-8C1A00D8AA68}" dt="2023-10-11T11:34:20.996" v="3337" actId="1076"/>
          <ac:picMkLst>
            <pc:docMk/>
            <pc:sldMk cId="461890763" sldId="289"/>
            <ac:picMk id="3" creationId="{53034190-F644-0EAF-CE47-AA86C60207F3}"/>
          </ac:picMkLst>
        </pc:picChg>
        <pc:picChg chg="del mod">
          <ac:chgData name="Mohammad Salman" userId="cfd6754c-e613-4f6f-bb98-36aef69d8c31" providerId="ADAL" clId="{454126D1-02F7-4D76-A3B3-8C1A00D8AA68}" dt="2023-10-11T11:34:12.332" v="3333" actId="478"/>
          <ac:picMkLst>
            <pc:docMk/>
            <pc:sldMk cId="461890763" sldId="289"/>
            <ac:picMk id="5" creationId="{E5BAC148-CD68-69F4-3F21-091622B7F3FC}"/>
          </ac:picMkLst>
        </pc:picChg>
      </pc:sldChg>
      <pc:sldChg chg="del">
        <pc:chgData name="Mohammad Salman" userId="cfd6754c-e613-4f6f-bb98-36aef69d8c31" providerId="ADAL" clId="{454126D1-02F7-4D76-A3B3-8C1A00D8AA68}" dt="2023-10-09T07:15:20.102" v="0" actId="2696"/>
        <pc:sldMkLst>
          <pc:docMk/>
          <pc:sldMk cId="945450396" sldId="289"/>
        </pc:sldMkLst>
      </pc:sldChg>
      <pc:sldChg chg="modSp add del mod setBg">
        <pc:chgData name="Mohammad Salman" userId="cfd6754c-e613-4f6f-bb98-36aef69d8c31" providerId="ADAL" clId="{454126D1-02F7-4D76-A3B3-8C1A00D8AA68}" dt="2023-10-10T14:54:29.757" v="467" actId="47"/>
        <pc:sldMkLst>
          <pc:docMk/>
          <pc:sldMk cId="1812946813" sldId="289"/>
        </pc:sldMkLst>
        <pc:spChg chg="mod">
          <ac:chgData name="Mohammad Salman" userId="cfd6754c-e613-4f6f-bb98-36aef69d8c31" providerId="ADAL" clId="{454126D1-02F7-4D76-A3B3-8C1A00D8AA68}" dt="2023-10-10T11:38:29.584" v="466" actId="14100"/>
          <ac:spMkLst>
            <pc:docMk/>
            <pc:sldMk cId="1812946813" sldId="289"/>
            <ac:spMk id="11" creationId="{CB6D5F41-02AE-21A1-BA36-C17588112ACE}"/>
          </ac:spMkLst>
        </pc:spChg>
      </pc:sldChg>
      <pc:sldChg chg="modSp add del mod">
        <pc:chgData name="Mohammad Salman" userId="cfd6754c-e613-4f6f-bb98-36aef69d8c31" providerId="ADAL" clId="{454126D1-02F7-4D76-A3B3-8C1A00D8AA68}" dt="2023-10-10T11:33:46.349" v="40" actId="47"/>
        <pc:sldMkLst>
          <pc:docMk/>
          <pc:sldMk cId="3349490243" sldId="289"/>
        </pc:sldMkLst>
        <pc:spChg chg="mod">
          <ac:chgData name="Mohammad Salman" userId="cfd6754c-e613-4f6f-bb98-36aef69d8c31" providerId="ADAL" clId="{454126D1-02F7-4D76-A3B3-8C1A00D8AA68}" dt="2023-10-10T11:33:41.440" v="39" actId="20577"/>
          <ac:spMkLst>
            <pc:docMk/>
            <pc:sldMk cId="3349490243" sldId="289"/>
            <ac:spMk id="11" creationId="{CB6D5F41-02AE-21A1-BA36-C17588112ACE}"/>
          </ac:spMkLst>
        </pc:spChg>
      </pc:sldChg>
      <pc:sldChg chg="del">
        <pc:chgData name="Mohammad Salman" userId="cfd6754c-e613-4f6f-bb98-36aef69d8c31" providerId="ADAL" clId="{454126D1-02F7-4D76-A3B3-8C1A00D8AA68}" dt="2023-10-09T07:15:20.102" v="0" actId="2696"/>
        <pc:sldMkLst>
          <pc:docMk/>
          <pc:sldMk cId="1882995592" sldId="290"/>
        </pc:sldMkLst>
      </pc:sldChg>
      <pc:sldChg chg="addSp delSp modSp new mod">
        <pc:chgData name="Mohammad Salman" userId="cfd6754c-e613-4f6f-bb98-36aef69d8c31" providerId="ADAL" clId="{454126D1-02F7-4D76-A3B3-8C1A00D8AA68}" dt="2023-10-11T11:36:38.942" v="3354" actId="1076"/>
        <pc:sldMkLst>
          <pc:docMk/>
          <pc:sldMk cId="2876224766" sldId="290"/>
        </pc:sldMkLst>
        <pc:spChg chg="del">
          <ac:chgData name="Mohammad Salman" userId="cfd6754c-e613-4f6f-bb98-36aef69d8c31" providerId="ADAL" clId="{454126D1-02F7-4D76-A3B3-8C1A00D8AA68}" dt="2023-10-11T11:36:05.595" v="3344" actId="478"/>
          <ac:spMkLst>
            <pc:docMk/>
            <pc:sldMk cId="2876224766" sldId="290"/>
            <ac:spMk id="2" creationId="{916D7081-13A6-BCF9-8D41-2CF39F04E08B}"/>
          </ac:spMkLst>
        </pc:spChg>
        <pc:spChg chg="del">
          <ac:chgData name="Mohammad Salman" userId="cfd6754c-e613-4f6f-bb98-36aef69d8c31" providerId="ADAL" clId="{454126D1-02F7-4D76-A3B3-8C1A00D8AA68}" dt="2023-10-11T11:36:05.595" v="3344" actId="478"/>
          <ac:spMkLst>
            <pc:docMk/>
            <pc:sldMk cId="2876224766" sldId="290"/>
            <ac:spMk id="3" creationId="{FCC7288E-216B-4C1D-E454-891725213AFB}"/>
          </ac:spMkLst>
        </pc:spChg>
        <pc:spChg chg="add mod">
          <ac:chgData name="Mohammad Salman" userId="cfd6754c-e613-4f6f-bb98-36aef69d8c31" providerId="ADAL" clId="{454126D1-02F7-4D76-A3B3-8C1A00D8AA68}" dt="2023-10-11T11:36:38.942" v="3354" actId="1076"/>
          <ac:spMkLst>
            <pc:docMk/>
            <pc:sldMk cId="2876224766" sldId="290"/>
            <ac:spMk id="6" creationId="{0971D5A8-2B3F-931F-060C-1F645902778F}"/>
          </ac:spMkLst>
        </pc:spChg>
        <pc:picChg chg="add mod">
          <ac:chgData name="Mohammad Salman" userId="cfd6754c-e613-4f6f-bb98-36aef69d8c31" providerId="ADAL" clId="{454126D1-02F7-4D76-A3B3-8C1A00D8AA68}" dt="2023-10-11T11:36:14.979" v="3349" actId="1076"/>
          <ac:picMkLst>
            <pc:docMk/>
            <pc:sldMk cId="2876224766" sldId="290"/>
            <ac:picMk id="5" creationId="{DEDF7497-2F10-4B4A-0AF6-E95792164AF4}"/>
          </ac:picMkLst>
        </pc:picChg>
      </pc:sldChg>
      <pc:sldChg chg="addSp delSp modSp new mod">
        <pc:chgData name="Mohammad Salman" userId="cfd6754c-e613-4f6f-bb98-36aef69d8c31" providerId="ADAL" clId="{454126D1-02F7-4D76-A3B3-8C1A00D8AA68}" dt="2023-10-12T06:48:21.909" v="8375" actId="1076"/>
        <pc:sldMkLst>
          <pc:docMk/>
          <pc:sldMk cId="154647255" sldId="291"/>
        </pc:sldMkLst>
        <pc:spChg chg="del">
          <ac:chgData name="Mohammad Salman" userId="cfd6754c-e613-4f6f-bb98-36aef69d8c31" providerId="ADAL" clId="{454126D1-02F7-4D76-A3B3-8C1A00D8AA68}" dt="2023-10-11T11:51:49.090" v="3881" actId="478"/>
          <ac:spMkLst>
            <pc:docMk/>
            <pc:sldMk cId="154647255" sldId="291"/>
            <ac:spMk id="2" creationId="{FCC48CAF-D4C4-3D15-1972-83F431A83606}"/>
          </ac:spMkLst>
        </pc:spChg>
        <pc:spChg chg="del">
          <ac:chgData name="Mohammad Salman" userId="cfd6754c-e613-4f6f-bb98-36aef69d8c31" providerId="ADAL" clId="{454126D1-02F7-4D76-A3B3-8C1A00D8AA68}" dt="2023-10-11T11:51:49.090" v="3881" actId="478"/>
          <ac:spMkLst>
            <pc:docMk/>
            <pc:sldMk cId="154647255" sldId="291"/>
            <ac:spMk id="3" creationId="{41224947-A3A8-AD11-2516-3408E967633F}"/>
          </ac:spMkLst>
        </pc:spChg>
        <pc:spChg chg="add del mod">
          <ac:chgData name="Mohammad Salman" userId="cfd6754c-e613-4f6f-bb98-36aef69d8c31" providerId="ADAL" clId="{454126D1-02F7-4D76-A3B3-8C1A00D8AA68}" dt="2023-10-11T12:09:36.576" v="4172" actId="478"/>
          <ac:spMkLst>
            <pc:docMk/>
            <pc:sldMk cId="154647255" sldId="291"/>
            <ac:spMk id="4" creationId="{3CE29DAE-96FE-35E0-49DE-F40846A670EC}"/>
          </ac:spMkLst>
        </pc:spChg>
        <pc:spChg chg="add del mod">
          <ac:chgData name="Mohammad Salman" userId="cfd6754c-e613-4f6f-bb98-36aef69d8c31" providerId="ADAL" clId="{454126D1-02F7-4D76-A3B3-8C1A00D8AA68}" dt="2023-10-11T12:09:51.525" v="4178" actId="478"/>
          <ac:spMkLst>
            <pc:docMk/>
            <pc:sldMk cId="154647255" sldId="291"/>
            <ac:spMk id="5" creationId="{424F9366-AADB-9D40-650E-0702FF29BD12}"/>
          </ac:spMkLst>
        </pc:spChg>
        <pc:spChg chg="add mod">
          <ac:chgData name="Mohammad Salman" userId="cfd6754c-e613-4f6f-bb98-36aef69d8c31" providerId="ADAL" clId="{454126D1-02F7-4D76-A3B3-8C1A00D8AA68}" dt="2023-10-12T06:44:43.413" v="8368" actId="1037"/>
          <ac:spMkLst>
            <pc:docMk/>
            <pc:sldMk cId="154647255" sldId="291"/>
            <ac:spMk id="7" creationId="{299F2D94-3657-2C11-4EAE-408EF9F9B856}"/>
          </ac:spMkLst>
        </pc:spChg>
        <pc:spChg chg="add mod">
          <ac:chgData name="Mohammad Salman" userId="cfd6754c-e613-4f6f-bb98-36aef69d8c31" providerId="ADAL" clId="{454126D1-02F7-4D76-A3B3-8C1A00D8AA68}" dt="2023-10-12T06:47:58.445" v="8370" actId="1076"/>
          <ac:spMkLst>
            <pc:docMk/>
            <pc:sldMk cId="154647255" sldId="291"/>
            <ac:spMk id="9" creationId="{35A012EE-F04B-75CC-F121-A9FA0BB277E9}"/>
          </ac:spMkLst>
        </pc:spChg>
        <pc:spChg chg="add mod">
          <ac:chgData name="Mohammad Salman" userId="cfd6754c-e613-4f6f-bb98-36aef69d8c31" providerId="ADAL" clId="{454126D1-02F7-4D76-A3B3-8C1A00D8AA68}" dt="2023-10-12T06:44:53.605" v="8369" actId="1076"/>
          <ac:spMkLst>
            <pc:docMk/>
            <pc:sldMk cId="154647255" sldId="291"/>
            <ac:spMk id="11" creationId="{2860BF70-B83F-A4F2-611F-0CBD03DEB1AE}"/>
          </ac:spMkLst>
        </pc:spChg>
        <pc:spChg chg="add del">
          <ac:chgData name="Mohammad Salman" userId="cfd6754c-e613-4f6f-bb98-36aef69d8c31" providerId="ADAL" clId="{454126D1-02F7-4D76-A3B3-8C1A00D8AA68}" dt="2023-10-11T12:19:35.859" v="4232" actId="22"/>
          <ac:spMkLst>
            <pc:docMk/>
            <pc:sldMk cId="154647255" sldId="291"/>
            <ac:spMk id="23" creationId="{68972E41-878F-9457-B435-21E1C7E5216E}"/>
          </ac:spMkLst>
        </pc:spChg>
        <pc:spChg chg="add mod">
          <ac:chgData name="Mohammad Salman" userId="cfd6754c-e613-4f6f-bb98-36aef69d8c31" providerId="ADAL" clId="{454126D1-02F7-4D76-A3B3-8C1A00D8AA68}" dt="2023-10-12T06:48:21.909" v="8375" actId="1076"/>
          <ac:spMkLst>
            <pc:docMk/>
            <pc:sldMk cId="154647255" sldId="291"/>
            <ac:spMk id="25" creationId="{576BA90B-F429-308E-EFFF-72911297B8B0}"/>
          </ac:spMkLst>
        </pc:spChg>
        <pc:cxnChg chg="add mod">
          <ac:chgData name="Mohammad Salman" userId="cfd6754c-e613-4f6f-bb98-36aef69d8c31" providerId="ADAL" clId="{454126D1-02F7-4D76-A3B3-8C1A00D8AA68}" dt="2023-10-12T06:48:18.923" v="8374" actId="14100"/>
          <ac:cxnSpMkLst>
            <pc:docMk/>
            <pc:sldMk cId="154647255" sldId="291"/>
            <ac:cxnSpMk id="13" creationId="{ADCEA028-7AE4-DC26-4904-6BF584C3FCC9}"/>
          </ac:cxnSpMkLst>
        </pc:cxnChg>
        <pc:cxnChg chg="add mod">
          <ac:chgData name="Mohammad Salman" userId="cfd6754c-e613-4f6f-bb98-36aef69d8c31" providerId="ADAL" clId="{454126D1-02F7-4D76-A3B3-8C1A00D8AA68}" dt="2023-10-12T06:48:13.445" v="8373" actId="14100"/>
          <ac:cxnSpMkLst>
            <pc:docMk/>
            <pc:sldMk cId="154647255" sldId="291"/>
            <ac:cxnSpMk id="14" creationId="{8AD5640E-59D7-D71B-5FA1-219008A32D8A}"/>
          </ac:cxnSpMkLst>
        </pc:cxnChg>
      </pc:sldChg>
      <pc:sldChg chg="del">
        <pc:chgData name="Mohammad Salman" userId="cfd6754c-e613-4f6f-bb98-36aef69d8c31" providerId="ADAL" clId="{454126D1-02F7-4D76-A3B3-8C1A00D8AA68}" dt="2023-10-09T07:15:20.102" v="0" actId="2696"/>
        <pc:sldMkLst>
          <pc:docMk/>
          <pc:sldMk cId="3141728720" sldId="291"/>
        </pc:sldMkLst>
      </pc:sldChg>
      <pc:sldChg chg="modSp new mod modNotesTx">
        <pc:chgData name="Mohammad Salman" userId="cfd6754c-e613-4f6f-bb98-36aef69d8c31" providerId="ADAL" clId="{454126D1-02F7-4D76-A3B3-8C1A00D8AA68}" dt="2023-10-23T14:38:42.713" v="16747"/>
        <pc:sldMkLst>
          <pc:docMk/>
          <pc:sldMk cId="40901800" sldId="292"/>
        </pc:sldMkLst>
        <pc:spChg chg="mod">
          <ac:chgData name="Mohammad Salman" userId="cfd6754c-e613-4f6f-bb98-36aef69d8c31" providerId="ADAL" clId="{454126D1-02F7-4D76-A3B3-8C1A00D8AA68}" dt="2023-10-11T11:39:21.257" v="3445" actId="20577"/>
          <ac:spMkLst>
            <pc:docMk/>
            <pc:sldMk cId="40901800" sldId="292"/>
            <ac:spMk id="2" creationId="{79DA2BD3-691B-1688-A4F8-B9D878B53F28}"/>
          </ac:spMkLst>
        </pc:spChg>
        <pc:spChg chg="mod">
          <ac:chgData name="Mohammad Salman" userId="cfd6754c-e613-4f6f-bb98-36aef69d8c31" providerId="ADAL" clId="{454126D1-02F7-4D76-A3B3-8C1A00D8AA68}" dt="2023-10-23T14:30:37.582" v="16689" actId="20577"/>
          <ac:spMkLst>
            <pc:docMk/>
            <pc:sldMk cId="40901800" sldId="292"/>
            <ac:spMk id="3" creationId="{DB6299A2-7375-8132-5B9E-84E80F7DD1A4}"/>
          </ac:spMkLst>
        </pc:spChg>
      </pc:sldChg>
      <pc:sldChg chg="del">
        <pc:chgData name="Mohammad Salman" userId="cfd6754c-e613-4f6f-bb98-36aef69d8c31" providerId="ADAL" clId="{454126D1-02F7-4D76-A3B3-8C1A00D8AA68}" dt="2023-10-09T07:15:20.102" v="0" actId="2696"/>
        <pc:sldMkLst>
          <pc:docMk/>
          <pc:sldMk cId="950762204" sldId="292"/>
        </pc:sldMkLst>
      </pc:sldChg>
      <pc:sldChg chg="add del">
        <pc:chgData name="Mohammad Salman" userId="cfd6754c-e613-4f6f-bb98-36aef69d8c31" providerId="ADAL" clId="{454126D1-02F7-4D76-A3B3-8C1A00D8AA68}" dt="2023-10-11T11:21:39.580" v="2707" actId="47"/>
        <pc:sldMkLst>
          <pc:docMk/>
          <pc:sldMk cId="1000108451" sldId="292"/>
        </pc:sldMkLst>
      </pc:sldChg>
      <pc:sldChg chg="addSp delSp modSp new mod ord delAnim modAnim modNotesTx">
        <pc:chgData name="Mohammad Salman" userId="cfd6754c-e613-4f6f-bb98-36aef69d8c31" providerId="ADAL" clId="{454126D1-02F7-4D76-A3B3-8C1A00D8AA68}" dt="2023-10-12T06:56:35.715" v="8426"/>
        <pc:sldMkLst>
          <pc:docMk/>
          <pc:sldMk cId="1609925171" sldId="293"/>
        </pc:sldMkLst>
        <pc:spChg chg="mod">
          <ac:chgData name="Mohammad Salman" userId="cfd6754c-e613-4f6f-bb98-36aef69d8c31" providerId="ADAL" clId="{454126D1-02F7-4D76-A3B3-8C1A00D8AA68}" dt="2023-10-11T11:53:24.075" v="3901" actId="5793"/>
          <ac:spMkLst>
            <pc:docMk/>
            <pc:sldMk cId="1609925171" sldId="293"/>
            <ac:spMk id="2" creationId="{D1322D4A-10E2-E33D-9063-C41A22DC7179}"/>
          </ac:spMkLst>
        </pc:spChg>
        <pc:spChg chg="mod">
          <ac:chgData name="Mohammad Salman" userId="cfd6754c-e613-4f6f-bb98-36aef69d8c31" providerId="ADAL" clId="{454126D1-02F7-4D76-A3B3-8C1A00D8AA68}" dt="2023-10-12T06:56:19.207" v="8424" actId="113"/>
          <ac:spMkLst>
            <pc:docMk/>
            <pc:sldMk cId="1609925171" sldId="293"/>
            <ac:spMk id="3" creationId="{69DC40E3-7046-CC46-2F11-67994AB0AA50}"/>
          </ac:spMkLst>
        </pc:spChg>
        <pc:spChg chg="add mod">
          <ac:chgData name="Mohammad Salman" userId="cfd6754c-e613-4f6f-bb98-36aef69d8c31" providerId="ADAL" clId="{454126D1-02F7-4D76-A3B3-8C1A00D8AA68}" dt="2023-10-12T06:52:34.465" v="8381" actId="20577"/>
          <ac:spMkLst>
            <pc:docMk/>
            <pc:sldMk cId="1609925171" sldId="293"/>
            <ac:spMk id="4" creationId="{2C18B67E-49BE-B4EE-4BE3-540170FBCF75}"/>
          </ac:spMkLst>
        </pc:spChg>
        <pc:spChg chg="add mod">
          <ac:chgData name="Mohammad Salman" userId="cfd6754c-e613-4f6f-bb98-36aef69d8c31" providerId="ADAL" clId="{454126D1-02F7-4D76-A3B3-8C1A00D8AA68}" dt="2023-10-11T13:51:48.365" v="7461" actId="1076"/>
          <ac:spMkLst>
            <pc:docMk/>
            <pc:sldMk cId="1609925171" sldId="293"/>
            <ac:spMk id="5" creationId="{99A58ED7-5DEC-8861-8DC2-525DA4140B49}"/>
          </ac:spMkLst>
        </pc:spChg>
        <pc:spChg chg="add del mod">
          <ac:chgData name="Mohammad Salman" userId="cfd6754c-e613-4f6f-bb98-36aef69d8c31" providerId="ADAL" clId="{454126D1-02F7-4D76-A3B3-8C1A00D8AA68}" dt="2023-10-11T13:51:55.261" v="7464"/>
          <ac:spMkLst>
            <pc:docMk/>
            <pc:sldMk cId="1609925171" sldId="293"/>
            <ac:spMk id="6" creationId="{62CA053C-2B26-3817-0660-8E6761C7113F}"/>
          </ac:spMkLst>
        </pc:spChg>
      </pc:sldChg>
      <pc:sldChg chg="del">
        <pc:chgData name="Mohammad Salman" userId="cfd6754c-e613-4f6f-bb98-36aef69d8c31" providerId="ADAL" clId="{454126D1-02F7-4D76-A3B3-8C1A00D8AA68}" dt="2023-10-09T07:15:20.102" v="0" actId="2696"/>
        <pc:sldMkLst>
          <pc:docMk/>
          <pc:sldMk cId="2421457051" sldId="293"/>
        </pc:sldMkLst>
      </pc:sldChg>
      <pc:sldChg chg="add del">
        <pc:chgData name="Mohammad Salman" userId="cfd6754c-e613-4f6f-bb98-36aef69d8c31" providerId="ADAL" clId="{454126D1-02F7-4D76-A3B3-8C1A00D8AA68}" dt="2023-10-11T11:21:39.752" v="2708" actId="47"/>
        <pc:sldMkLst>
          <pc:docMk/>
          <pc:sldMk cId="4218705758" sldId="293"/>
        </pc:sldMkLst>
      </pc:sldChg>
      <pc:sldChg chg="addSp delSp modSp new del mod setBg">
        <pc:chgData name="Mohammad Salman" userId="cfd6754c-e613-4f6f-bb98-36aef69d8c31" providerId="ADAL" clId="{454126D1-02F7-4D76-A3B3-8C1A00D8AA68}" dt="2023-10-11T11:21:42.232" v="2719" actId="47"/>
        <pc:sldMkLst>
          <pc:docMk/>
          <pc:sldMk cId="279401027" sldId="294"/>
        </pc:sldMkLst>
        <pc:spChg chg="del mod">
          <ac:chgData name="Mohammad Salman" userId="cfd6754c-e613-4f6f-bb98-36aef69d8c31" providerId="ADAL" clId="{454126D1-02F7-4D76-A3B3-8C1A00D8AA68}" dt="2023-10-10T15:35:05.095" v="1860" actId="478"/>
          <ac:spMkLst>
            <pc:docMk/>
            <pc:sldMk cId="279401027" sldId="294"/>
            <ac:spMk id="2" creationId="{4AD0027B-5DEE-0349-08E2-CB8DA17291A1}"/>
          </ac:spMkLst>
        </pc:spChg>
        <pc:spChg chg="del mod">
          <ac:chgData name="Mohammad Salman" userId="cfd6754c-e613-4f6f-bb98-36aef69d8c31" providerId="ADAL" clId="{454126D1-02F7-4D76-A3B3-8C1A00D8AA68}" dt="2023-10-10T15:35:05.095" v="1860" actId="478"/>
          <ac:spMkLst>
            <pc:docMk/>
            <pc:sldMk cId="279401027" sldId="294"/>
            <ac:spMk id="3" creationId="{E65DF359-8F33-E0A1-D201-1A40DD5C752F}"/>
          </ac:spMkLst>
        </pc:spChg>
        <pc:spChg chg="add del mod">
          <ac:chgData name="Mohammad Salman" userId="cfd6754c-e613-4f6f-bb98-36aef69d8c31" providerId="ADAL" clId="{454126D1-02F7-4D76-A3B3-8C1A00D8AA68}" dt="2023-10-10T15:35:06.457" v="1861" actId="478"/>
          <ac:spMkLst>
            <pc:docMk/>
            <pc:sldMk cId="279401027" sldId="294"/>
            <ac:spMk id="5" creationId="{838A5ED2-E098-F09D-F905-568B59F81280}"/>
          </ac:spMkLst>
        </pc:spChg>
        <pc:spChg chg="add del mod">
          <ac:chgData name="Mohammad Salman" userId="cfd6754c-e613-4f6f-bb98-36aef69d8c31" providerId="ADAL" clId="{454126D1-02F7-4D76-A3B3-8C1A00D8AA68}" dt="2023-10-10T15:35:06.457" v="1861" actId="478"/>
          <ac:spMkLst>
            <pc:docMk/>
            <pc:sldMk cId="279401027" sldId="294"/>
            <ac:spMk id="7" creationId="{FD1212EC-91C7-1880-3019-9AA2F08B108B}"/>
          </ac:spMkLst>
        </pc:spChg>
        <pc:spChg chg="add mod">
          <ac:chgData name="Mohammad Salman" userId="cfd6754c-e613-4f6f-bb98-36aef69d8c31" providerId="ADAL" clId="{454126D1-02F7-4D76-A3B3-8C1A00D8AA68}" dt="2023-10-10T15:37:06.549" v="1893" actId="164"/>
          <ac:spMkLst>
            <pc:docMk/>
            <pc:sldMk cId="279401027" sldId="294"/>
            <ac:spMk id="12" creationId="{4A0D2E37-4CC0-D8D2-287B-70FF9065024A}"/>
          </ac:spMkLst>
        </pc:spChg>
        <pc:spChg chg="add mod">
          <ac:chgData name="Mohammad Salman" userId="cfd6754c-e613-4f6f-bb98-36aef69d8c31" providerId="ADAL" clId="{454126D1-02F7-4D76-A3B3-8C1A00D8AA68}" dt="2023-10-10T15:37:06.549" v="1893" actId="164"/>
          <ac:spMkLst>
            <pc:docMk/>
            <pc:sldMk cId="279401027" sldId="294"/>
            <ac:spMk id="13" creationId="{1A48642C-B26C-E4B0-642B-12CD978C9A39}"/>
          </ac:spMkLst>
        </pc:spChg>
        <pc:spChg chg="add mod">
          <ac:chgData name="Mohammad Salman" userId="cfd6754c-e613-4f6f-bb98-36aef69d8c31" providerId="ADAL" clId="{454126D1-02F7-4D76-A3B3-8C1A00D8AA68}" dt="2023-10-10T15:37:38.188" v="1968" actId="1076"/>
          <ac:spMkLst>
            <pc:docMk/>
            <pc:sldMk cId="279401027" sldId="294"/>
            <ac:spMk id="15" creationId="{3FEEF4A4-0736-890C-F798-E8B6BDBB4328}"/>
          </ac:spMkLst>
        </pc:spChg>
        <pc:grpChg chg="add mod">
          <ac:chgData name="Mohammad Salman" userId="cfd6754c-e613-4f6f-bb98-36aef69d8c31" providerId="ADAL" clId="{454126D1-02F7-4D76-A3B3-8C1A00D8AA68}" dt="2023-10-10T15:37:06.549" v="1893" actId="164"/>
          <ac:grpSpMkLst>
            <pc:docMk/>
            <pc:sldMk cId="279401027" sldId="294"/>
            <ac:grpSpMk id="14" creationId="{4AC96749-DE22-69DD-AB72-66AE2D524126}"/>
          </ac:grpSpMkLst>
        </pc:grpChg>
        <pc:picChg chg="add mod">
          <ac:chgData name="Mohammad Salman" userId="cfd6754c-e613-4f6f-bb98-36aef69d8c31" providerId="ADAL" clId="{454126D1-02F7-4D76-A3B3-8C1A00D8AA68}" dt="2023-10-10T15:37:06.549" v="1893" actId="164"/>
          <ac:picMkLst>
            <pc:docMk/>
            <pc:sldMk cId="279401027" sldId="294"/>
            <ac:picMk id="9" creationId="{39C7C82A-6723-0E21-363F-6B7BA86156CC}"/>
          </ac:picMkLst>
        </pc:picChg>
        <pc:picChg chg="add del">
          <ac:chgData name="Mohammad Salman" userId="cfd6754c-e613-4f6f-bb98-36aef69d8c31" providerId="ADAL" clId="{454126D1-02F7-4D76-A3B3-8C1A00D8AA68}" dt="2023-10-10T15:35:27.508" v="1867" actId="22"/>
          <ac:picMkLst>
            <pc:docMk/>
            <pc:sldMk cId="279401027" sldId="294"/>
            <ac:picMk id="11" creationId="{AEC9BBD6-1EB5-739A-36A2-355BF5779AD1}"/>
          </ac:picMkLst>
        </pc:picChg>
      </pc:sldChg>
      <pc:sldChg chg="modSp new mod">
        <pc:chgData name="Mohammad Salman" userId="cfd6754c-e613-4f6f-bb98-36aef69d8c31" providerId="ADAL" clId="{454126D1-02F7-4D76-A3B3-8C1A00D8AA68}" dt="2023-10-11T12:01:08.523" v="4168" actId="27636"/>
        <pc:sldMkLst>
          <pc:docMk/>
          <pc:sldMk cId="878952464" sldId="294"/>
        </pc:sldMkLst>
        <pc:spChg chg="mod">
          <ac:chgData name="Mohammad Salman" userId="cfd6754c-e613-4f6f-bb98-36aef69d8c31" providerId="ADAL" clId="{454126D1-02F7-4D76-A3B3-8C1A00D8AA68}" dt="2023-10-11T12:00:30.285" v="4133" actId="20577"/>
          <ac:spMkLst>
            <pc:docMk/>
            <pc:sldMk cId="878952464" sldId="294"/>
            <ac:spMk id="2" creationId="{F2861D27-63B5-CA06-B816-33B3F326F64A}"/>
          </ac:spMkLst>
        </pc:spChg>
        <pc:spChg chg="mod">
          <ac:chgData name="Mohammad Salman" userId="cfd6754c-e613-4f6f-bb98-36aef69d8c31" providerId="ADAL" clId="{454126D1-02F7-4D76-A3B3-8C1A00D8AA68}" dt="2023-10-11T12:01:08.523" v="4168" actId="27636"/>
          <ac:spMkLst>
            <pc:docMk/>
            <pc:sldMk cId="878952464" sldId="294"/>
            <ac:spMk id="3" creationId="{91831A66-223A-857D-EF85-ADA6A9D50949}"/>
          </ac:spMkLst>
        </pc:spChg>
      </pc:sldChg>
      <pc:sldChg chg="del">
        <pc:chgData name="Mohammad Salman" userId="cfd6754c-e613-4f6f-bb98-36aef69d8c31" providerId="ADAL" clId="{454126D1-02F7-4D76-A3B3-8C1A00D8AA68}" dt="2023-10-09T07:15:20.102" v="0" actId="2696"/>
        <pc:sldMkLst>
          <pc:docMk/>
          <pc:sldMk cId="1374455111" sldId="294"/>
        </pc:sldMkLst>
      </pc:sldChg>
      <pc:sldChg chg="addSp delSp modSp new del mod ord modAnim">
        <pc:chgData name="Mohammad Salman" userId="cfd6754c-e613-4f6f-bb98-36aef69d8c31" providerId="ADAL" clId="{454126D1-02F7-4D76-A3B3-8C1A00D8AA68}" dt="2023-10-11T12:31:37.454" v="4499" actId="47"/>
        <pc:sldMkLst>
          <pc:docMk/>
          <pc:sldMk cId="3970895764" sldId="295"/>
        </pc:sldMkLst>
        <pc:spChg chg="del">
          <ac:chgData name="Mohammad Salman" userId="cfd6754c-e613-4f6f-bb98-36aef69d8c31" providerId="ADAL" clId="{454126D1-02F7-4D76-A3B3-8C1A00D8AA68}" dt="2023-10-11T12:25:29.361" v="4257" actId="478"/>
          <ac:spMkLst>
            <pc:docMk/>
            <pc:sldMk cId="3970895764" sldId="295"/>
            <ac:spMk id="2" creationId="{FC5C2BE1-97FD-851B-C4AD-ECC66C65B8F7}"/>
          </ac:spMkLst>
        </pc:spChg>
        <pc:spChg chg="del">
          <ac:chgData name="Mohammad Salman" userId="cfd6754c-e613-4f6f-bb98-36aef69d8c31" providerId="ADAL" clId="{454126D1-02F7-4D76-A3B3-8C1A00D8AA68}" dt="2023-10-11T12:25:29.361" v="4257" actId="478"/>
          <ac:spMkLst>
            <pc:docMk/>
            <pc:sldMk cId="3970895764" sldId="295"/>
            <ac:spMk id="3" creationId="{B447EF30-45C6-42F2-97A5-CDAEA6D50F64}"/>
          </ac:spMkLst>
        </pc:spChg>
        <pc:spChg chg="add del mod">
          <ac:chgData name="Mohammad Salman" userId="cfd6754c-e613-4f6f-bb98-36aef69d8c31" providerId="ADAL" clId="{454126D1-02F7-4D76-A3B3-8C1A00D8AA68}" dt="2023-10-11T12:26:07.448" v="4265" actId="478"/>
          <ac:spMkLst>
            <pc:docMk/>
            <pc:sldMk cId="3970895764" sldId="295"/>
            <ac:spMk id="5" creationId="{BCDD49A0-E2DA-EE07-21A8-4834E1C805DF}"/>
          </ac:spMkLst>
        </pc:spChg>
        <pc:spChg chg="add mod">
          <ac:chgData name="Mohammad Salman" userId="cfd6754c-e613-4f6f-bb98-36aef69d8c31" providerId="ADAL" clId="{454126D1-02F7-4D76-A3B3-8C1A00D8AA68}" dt="2023-10-11T12:30:41.407" v="4442" actId="20577"/>
          <ac:spMkLst>
            <pc:docMk/>
            <pc:sldMk cId="3970895764" sldId="295"/>
            <ac:spMk id="7" creationId="{0407F3F9-C73C-7E8D-1755-3CC24DA7F1F1}"/>
          </ac:spMkLst>
        </pc:spChg>
      </pc:sldChg>
      <pc:sldChg chg="del">
        <pc:chgData name="Mohammad Salman" userId="cfd6754c-e613-4f6f-bb98-36aef69d8c31" providerId="ADAL" clId="{454126D1-02F7-4D76-A3B3-8C1A00D8AA68}" dt="2023-10-09T07:15:20.102" v="0" actId="2696"/>
        <pc:sldMkLst>
          <pc:docMk/>
          <pc:sldMk cId="3976247955" sldId="295"/>
        </pc:sldMkLst>
      </pc:sldChg>
      <pc:sldChg chg="addSp delSp modSp add del mod modAnim modNotesTx">
        <pc:chgData name="Mohammad Salman" userId="cfd6754c-e613-4f6f-bb98-36aef69d8c31" providerId="ADAL" clId="{454126D1-02F7-4D76-A3B3-8C1A00D8AA68}" dt="2023-10-11T11:21:41.384" v="2716" actId="47"/>
        <pc:sldMkLst>
          <pc:docMk/>
          <pc:sldMk cId="4140770762" sldId="295"/>
        </pc:sldMkLst>
        <pc:spChg chg="del mod">
          <ac:chgData name="Mohammad Salman" userId="cfd6754c-e613-4f6f-bb98-36aef69d8c31" providerId="ADAL" clId="{454126D1-02F7-4D76-A3B3-8C1A00D8AA68}" dt="2023-10-10T15:18:23.706" v="1282" actId="478"/>
          <ac:spMkLst>
            <pc:docMk/>
            <pc:sldMk cId="4140770762" sldId="295"/>
            <ac:spMk id="4" creationId="{4FB27FE4-F5A6-9A04-9A9B-3B065DF510E1}"/>
          </ac:spMkLst>
        </pc:spChg>
        <pc:spChg chg="add mod">
          <ac:chgData name="Mohammad Salman" userId="cfd6754c-e613-4f6f-bb98-36aef69d8c31" providerId="ADAL" clId="{454126D1-02F7-4D76-A3B3-8C1A00D8AA68}" dt="2023-10-10T15:20:55.048" v="1377" actId="1076"/>
          <ac:spMkLst>
            <pc:docMk/>
            <pc:sldMk cId="4140770762" sldId="295"/>
            <ac:spMk id="5" creationId="{FAED8B89-5E0D-6658-620D-CE7B9DE4D7AF}"/>
          </ac:spMkLst>
        </pc:spChg>
        <pc:spChg chg="mod">
          <ac:chgData name="Mohammad Salman" userId="cfd6754c-e613-4f6f-bb98-36aef69d8c31" providerId="ADAL" clId="{454126D1-02F7-4D76-A3B3-8C1A00D8AA68}" dt="2023-10-10T15:18:09.574" v="1281"/>
          <ac:spMkLst>
            <pc:docMk/>
            <pc:sldMk cId="4140770762" sldId="295"/>
            <ac:spMk id="6" creationId="{1E04FE43-97AF-BB64-AB33-537F8002BCF0}"/>
          </ac:spMkLst>
        </pc:spChg>
        <pc:spChg chg="add mod">
          <ac:chgData name="Mohammad Salman" userId="cfd6754c-e613-4f6f-bb98-36aef69d8c31" providerId="ADAL" clId="{454126D1-02F7-4D76-A3B3-8C1A00D8AA68}" dt="2023-10-10T15:20:06.852" v="1355" actId="692"/>
          <ac:spMkLst>
            <pc:docMk/>
            <pc:sldMk cId="4140770762" sldId="295"/>
            <ac:spMk id="7" creationId="{D8C9178A-1B36-0C60-3300-44DD72D4B458}"/>
          </ac:spMkLst>
        </pc:spChg>
        <pc:spChg chg="mod">
          <ac:chgData name="Mohammad Salman" userId="cfd6754c-e613-4f6f-bb98-36aef69d8c31" providerId="ADAL" clId="{454126D1-02F7-4D76-A3B3-8C1A00D8AA68}" dt="2023-10-10T15:19:04.506" v="1341" actId="113"/>
          <ac:spMkLst>
            <pc:docMk/>
            <pc:sldMk cId="4140770762" sldId="295"/>
            <ac:spMk id="8" creationId="{9D134227-1512-7214-449E-841FD65B9D68}"/>
          </ac:spMkLst>
        </pc:spChg>
        <pc:spChg chg="add del mod">
          <ac:chgData name="Mohammad Salman" userId="cfd6754c-e613-4f6f-bb98-36aef69d8c31" providerId="ADAL" clId="{454126D1-02F7-4D76-A3B3-8C1A00D8AA68}" dt="2023-10-10T15:20:44.369" v="1373" actId="478"/>
          <ac:spMkLst>
            <pc:docMk/>
            <pc:sldMk cId="4140770762" sldId="295"/>
            <ac:spMk id="9" creationId="{A7DFC841-9EA1-031A-9DE4-3D4A6F406694}"/>
          </ac:spMkLst>
        </pc:spChg>
        <pc:spChg chg="add mod">
          <ac:chgData name="Mohammad Salman" userId="cfd6754c-e613-4f6f-bb98-36aef69d8c31" providerId="ADAL" clId="{454126D1-02F7-4D76-A3B3-8C1A00D8AA68}" dt="2023-10-10T15:21:07.555" v="1386" actId="5793"/>
          <ac:spMkLst>
            <pc:docMk/>
            <pc:sldMk cId="4140770762" sldId="295"/>
            <ac:spMk id="10" creationId="{27636199-D736-B3E4-EFD8-58EBEC25D65B}"/>
          </ac:spMkLst>
        </pc:spChg>
        <pc:spChg chg="add mod">
          <ac:chgData name="Mohammad Salman" userId="cfd6754c-e613-4f6f-bb98-36aef69d8c31" providerId="ADAL" clId="{454126D1-02F7-4D76-A3B3-8C1A00D8AA68}" dt="2023-10-10T15:21:18.262" v="1389" actId="14100"/>
          <ac:spMkLst>
            <pc:docMk/>
            <pc:sldMk cId="4140770762" sldId="295"/>
            <ac:spMk id="11" creationId="{A1B2481B-43B7-DFF4-882C-4E8EC3764132}"/>
          </ac:spMkLst>
        </pc:spChg>
        <pc:spChg chg="add mod">
          <ac:chgData name="Mohammad Salman" userId="cfd6754c-e613-4f6f-bb98-36aef69d8c31" providerId="ADAL" clId="{454126D1-02F7-4D76-A3B3-8C1A00D8AA68}" dt="2023-10-10T15:23:44.847" v="1467" actId="1076"/>
          <ac:spMkLst>
            <pc:docMk/>
            <pc:sldMk cId="4140770762" sldId="295"/>
            <ac:spMk id="12" creationId="{9CD6597A-A835-B696-C03B-A995122DC458}"/>
          </ac:spMkLst>
        </pc:spChg>
      </pc:sldChg>
      <pc:sldChg chg="del">
        <pc:chgData name="Mohammad Salman" userId="cfd6754c-e613-4f6f-bb98-36aef69d8c31" providerId="ADAL" clId="{454126D1-02F7-4D76-A3B3-8C1A00D8AA68}" dt="2023-10-09T07:15:20.102" v="0" actId="2696"/>
        <pc:sldMkLst>
          <pc:docMk/>
          <pc:sldMk cId="500188760" sldId="296"/>
        </pc:sldMkLst>
      </pc:sldChg>
      <pc:sldChg chg="addSp delSp modSp new mod modAnim">
        <pc:chgData name="Mohammad Salman" userId="cfd6754c-e613-4f6f-bb98-36aef69d8c31" providerId="ADAL" clId="{454126D1-02F7-4D76-A3B3-8C1A00D8AA68}" dt="2023-10-11T13:14:09.542" v="5611"/>
        <pc:sldMkLst>
          <pc:docMk/>
          <pc:sldMk cId="1946559835" sldId="296"/>
        </pc:sldMkLst>
        <pc:spChg chg="del">
          <ac:chgData name="Mohammad Salman" userId="cfd6754c-e613-4f6f-bb98-36aef69d8c31" providerId="ADAL" clId="{454126D1-02F7-4D76-A3B3-8C1A00D8AA68}" dt="2023-10-11T12:26:47.245" v="4275" actId="478"/>
          <ac:spMkLst>
            <pc:docMk/>
            <pc:sldMk cId="1946559835" sldId="296"/>
            <ac:spMk id="2" creationId="{C9D19E71-4098-7D54-FD97-98CA8A3ED857}"/>
          </ac:spMkLst>
        </pc:spChg>
        <pc:spChg chg="del">
          <ac:chgData name="Mohammad Salman" userId="cfd6754c-e613-4f6f-bb98-36aef69d8c31" providerId="ADAL" clId="{454126D1-02F7-4D76-A3B3-8C1A00D8AA68}" dt="2023-10-11T12:26:47.245" v="4275" actId="478"/>
          <ac:spMkLst>
            <pc:docMk/>
            <pc:sldMk cId="1946559835" sldId="296"/>
            <ac:spMk id="3" creationId="{711772BF-DA9A-6192-AF23-1B10F59A5138}"/>
          </ac:spMkLst>
        </pc:spChg>
        <pc:spChg chg="add mod">
          <ac:chgData name="Mohammad Salman" userId="cfd6754c-e613-4f6f-bb98-36aef69d8c31" providerId="ADAL" clId="{454126D1-02F7-4D76-A3B3-8C1A00D8AA68}" dt="2023-10-11T13:11:33.003" v="5572" actId="1076"/>
          <ac:spMkLst>
            <pc:docMk/>
            <pc:sldMk cId="1946559835" sldId="296"/>
            <ac:spMk id="4" creationId="{D8E6CD3F-7AF0-0CAE-E956-36EC1D0B6972}"/>
          </ac:spMkLst>
        </pc:spChg>
        <pc:spChg chg="add mod">
          <ac:chgData name="Mohammad Salman" userId="cfd6754c-e613-4f6f-bb98-36aef69d8c31" providerId="ADAL" clId="{454126D1-02F7-4D76-A3B3-8C1A00D8AA68}" dt="2023-10-11T13:11:28.692" v="5571" actId="1076"/>
          <ac:spMkLst>
            <pc:docMk/>
            <pc:sldMk cId="1946559835" sldId="296"/>
            <ac:spMk id="5" creationId="{32CC3AE2-CC6D-06BC-702E-99C22E4FACA5}"/>
          </ac:spMkLst>
        </pc:spChg>
        <pc:spChg chg="add mod">
          <ac:chgData name="Mohammad Salman" userId="cfd6754c-e613-4f6f-bb98-36aef69d8c31" providerId="ADAL" clId="{454126D1-02F7-4D76-A3B3-8C1A00D8AA68}" dt="2023-10-11T13:13:53.861" v="5609" actId="1035"/>
          <ac:spMkLst>
            <pc:docMk/>
            <pc:sldMk cId="1946559835" sldId="296"/>
            <ac:spMk id="7" creationId="{B21F4192-B2C4-F237-3F6E-BAB9B967877E}"/>
          </ac:spMkLst>
        </pc:spChg>
      </pc:sldChg>
      <pc:sldChg chg="addSp delSp modSp add del mod delAnim modAnim modNotesTx">
        <pc:chgData name="Mohammad Salman" userId="cfd6754c-e613-4f6f-bb98-36aef69d8c31" providerId="ADAL" clId="{454126D1-02F7-4D76-A3B3-8C1A00D8AA68}" dt="2023-10-11T11:21:41.687" v="2717" actId="47"/>
        <pc:sldMkLst>
          <pc:docMk/>
          <pc:sldMk cId="3912310554" sldId="296"/>
        </pc:sldMkLst>
        <pc:spChg chg="add del mod">
          <ac:chgData name="Mohammad Salman" userId="cfd6754c-e613-4f6f-bb98-36aef69d8c31" providerId="ADAL" clId="{454126D1-02F7-4D76-A3B3-8C1A00D8AA68}" dt="2023-10-10T15:25:39.840" v="1560" actId="478"/>
          <ac:spMkLst>
            <pc:docMk/>
            <pc:sldMk cId="3912310554" sldId="296"/>
            <ac:spMk id="2" creationId="{BA8FBB84-7064-5AF1-CA86-2101A53480D8}"/>
          </ac:spMkLst>
        </pc:spChg>
        <pc:spChg chg="add mod">
          <ac:chgData name="Mohammad Salman" userId="cfd6754c-e613-4f6f-bb98-36aef69d8c31" providerId="ADAL" clId="{454126D1-02F7-4D76-A3B3-8C1A00D8AA68}" dt="2023-10-10T15:25:51.082" v="1562" actId="1076"/>
          <ac:spMkLst>
            <pc:docMk/>
            <pc:sldMk cId="3912310554" sldId="296"/>
            <ac:spMk id="4" creationId="{CBB431AC-53C2-74DF-3A03-1901B4FE7CE8}"/>
          </ac:spMkLst>
        </pc:spChg>
        <pc:spChg chg="mod">
          <ac:chgData name="Mohammad Salman" userId="cfd6754c-e613-4f6f-bb98-36aef69d8c31" providerId="ADAL" clId="{454126D1-02F7-4D76-A3B3-8C1A00D8AA68}" dt="2023-10-10T15:25:22.282" v="1556"/>
          <ac:spMkLst>
            <pc:docMk/>
            <pc:sldMk cId="3912310554" sldId="296"/>
            <ac:spMk id="8" creationId="{9D134227-1512-7214-449E-841FD65B9D68}"/>
          </ac:spMkLst>
        </pc:spChg>
        <pc:spChg chg="add mod">
          <ac:chgData name="Mohammad Salman" userId="cfd6754c-e613-4f6f-bb98-36aef69d8c31" providerId="ADAL" clId="{454126D1-02F7-4D76-A3B3-8C1A00D8AA68}" dt="2023-10-10T15:25:57.079" v="1566" actId="1035"/>
          <ac:spMkLst>
            <pc:docMk/>
            <pc:sldMk cId="3912310554" sldId="296"/>
            <ac:spMk id="9" creationId="{2E4F77D7-BB73-5D69-5BFC-BE62EE7CA059}"/>
          </ac:spMkLst>
        </pc:spChg>
        <pc:spChg chg="mod">
          <ac:chgData name="Mohammad Salman" userId="cfd6754c-e613-4f6f-bb98-36aef69d8c31" providerId="ADAL" clId="{454126D1-02F7-4D76-A3B3-8C1A00D8AA68}" dt="2023-10-11T07:33:05.063" v="2680" actId="20577"/>
          <ac:spMkLst>
            <pc:docMk/>
            <pc:sldMk cId="3912310554" sldId="296"/>
            <ac:spMk id="10" creationId="{27636199-D736-B3E4-EFD8-58EBEC25D65B}"/>
          </ac:spMkLst>
        </pc:spChg>
        <pc:spChg chg="mod">
          <ac:chgData name="Mohammad Salman" userId="cfd6754c-e613-4f6f-bb98-36aef69d8c31" providerId="ADAL" clId="{454126D1-02F7-4D76-A3B3-8C1A00D8AA68}" dt="2023-10-11T07:33:12.038" v="2681" actId="14100"/>
          <ac:spMkLst>
            <pc:docMk/>
            <pc:sldMk cId="3912310554" sldId="296"/>
            <ac:spMk id="11" creationId="{A1B2481B-43B7-DFF4-882C-4E8EC3764132}"/>
          </ac:spMkLst>
        </pc:spChg>
        <pc:spChg chg="mod">
          <ac:chgData name="Mohammad Salman" userId="cfd6754c-e613-4f6f-bb98-36aef69d8c31" providerId="ADAL" clId="{454126D1-02F7-4D76-A3B3-8C1A00D8AA68}" dt="2023-10-10T15:24:28.584" v="1555" actId="1076"/>
          <ac:spMkLst>
            <pc:docMk/>
            <pc:sldMk cId="3912310554" sldId="296"/>
            <ac:spMk id="12" creationId="{9CD6597A-A835-B696-C03B-A995122DC458}"/>
          </ac:spMkLst>
        </pc:spChg>
      </pc:sldChg>
      <pc:sldChg chg="addSp delSp modSp add del mod delAnim modAnim">
        <pc:chgData name="Mohammad Salman" userId="cfd6754c-e613-4f6f-bb98-36aef69d8c31" providerId="ADAL" clId="{454126D1-02F7-4D76-A3B3-8C1A00D8AA68}" dt="2023-10-11T11:21:41.952" v="2718" actId="47"/>
        <pc:sldMkLst>
          <pc:docMk/>
          <pc:sldMk cId="1112018465" sldId="297"/>
        </pc:sldMkLst>
        <pc:spChg chg="add del mod">
          <ac:chgData name="Mohammad Salman" userId="cfd6754c-e613-4f6f-bb98-36aef69d8c31" providerId="ADAL" clId="{454126D1-02F7-4D76-A3B3-8C1A00D8AA68}" dt="2023-10-10T15:31:05.356" v="1826" actId="478"/>
          <ac:spMkLst>
            <pc:docMk/>
            <pc:sldMk cId="1112018465" sldId="297"/>
            <ac:spMk id="2" creationId="{F17BDA65-14F3-B7C7-71DE-0A5B4B37A61D}"/>
          </ac:spMkLst>
        </pc:spChg>
        <pc:spChg chg="del">
          <ac:chgData name="Mohammad Salman" userId="cfd6754c-e613-4f6f-bb98-36aef69d8c31" providerId="ADAL" clId="{454126D1-02F7-4D76-A3B3-8C1A00D8AA68}" dt="2023-10-10T15:29:25.275" v="1599" actId="478"/>
          <ac:spMkLst>
            <pc:docMk/>
            <pc:sldMk cId="1112018465" sldId="297"/>
            <ac:spMk id="4" creationId="{CBB431AC-53C2-74DF-3A03-1901B4FE7CE8}"/>
          </ac:spMkLst>
        </pc:spChg>
        <pc:spChg chg="del">
          <ac:chgData name="Mohammad Salman" userId="cfd6754c-e613-4f6f-bb98-36aef69d8c31" providerId="ADAL" clId="{454126D1-02F7-4D76-A3B3-8C1A00D8AA68}" dt="2023-10-10T15:29:14.521" v="1595" actId="478"/>
          <ac:spMkLst>
            <pc:docMk/>
            <pc:sldMk cId="1112018465" sldId="297"/>
            <ac:spMk id="5" creationId="{FAED8B89-5E0D-6658-620D-CE7B9DE4D7AF}"/>
          </ac:spMkLst>
        </pc:spChg>
        <pc:spChg chg="del">
          <ac:chgData name="Mohammad Salman" userId="cfd6754c-e613-4f6f-bb98-36aef69d8c31" providerId="ADAL" clId="{454126D1-02F7-4D76-A3B3-8C1A00D8AA68}" dt="2023-10-10T15:29:14.521" v="1595" actId="478"/>
          <ac:spMkLst>
            <pc:docMk/>
            <pc:sldMk cId="1112018465" sldId="297"/>
            <ac:spMk id="7" creationId="{D8C9178A-1B36-0C60-3300-44DD72D4B458}"/>
          </ac:spMkLst>
        </pc:spChg>
        <pc:spChg chg="mod">
          <ac:chgData name="Mohammad Salman" userId="cfd6754c-e613-4f6f-bb98-36aef69d8c31" providerId="ADAL" clId="{454126D1-02F7-4D76-A3B3-8C1A00D8AA68}" dt="2023-10-10T15:33:14.201" v="1850" actId="1076"/>
          <ac:spMkLst>
            <pc:docMk/>
            <pc:sldMk cId="1112018465" sldId="297"/>
            <ac:spMk id="8" creationId="{9D134227-1512-7214-449E-841FD65B9D68}"/>
          </ac:spMkLst>
        </pc:spChg>
        <pc:spChg chg="del">
          <ac:chgData name="Mohammad Salman" userId="cfd6754c-e613-4f6f-bb98-36aef69d8c31" providerId="ADAL" clId="{454126D1-02F7-4D76-A3B3-8C1A00D8AA68}" dt="2023-10-10T15:29:25.998" v="1600" actId="478"/>
          <ac:spMkLst>
            <pc:docMk/>
            <pc:sldMk cId="1112018465" sldId="297"/>
            <ac:spMk id="9" creationId="{2E4F77D7-BB73-5D69-5BFC-BE62EE7CA059}"/>
          </ac:spMkLst>
        </pc:spChg>
        <pc:spChg chg="del">
          <ac:chgData name="Mohammad Salman" userId="cfd6754c-e613-4f6f-bb98-36aef69d8c31" providerId="ADAL" clId="{454126D1-02F7-4D76-A3B3-8C1A00D8AA68}" dt="2023-10-10T15:29:14.521" v="1595" actId="478"/>
          <ac:spMkLst>
            <pc:docMk/>
            <pc:sldMk cId="1112018465" sldId="297"/>
            <ac:spMk id="10" creationId="{27636199-D736-B3E4-EFD8-58EBEC25D65B}"/>
          </ac:spMkLst>
        </pc:spChg>
        <pc:spChg chg="del">
          <ac:chgData name="Mohammad Salman" userId="cfd6754c-e613-4f6f-bb98-36aef69d8c31" providerId="ADAL" clId="{454126D1-02F7-4D76-A3B3-8C1A00D8AA68}" dt="2023-10-10T15:29:14.521" v="1595" actId="478"/>
          <ac:spMkLst>
            <pc:docMk/>
            <pc:sldMk cId="1112018465" sldId="297"/>
            <ac:spMk id="11" creationId="{A1B2481B-43B7-DFF4-882C-4E8EC3764132}"/>
          </ac:spMkLst>
        </pc:spChg>
        <pc:spChg chg="del">
          <ac:chgData name="Mohammad Salman" userId="cfd6754c-e613-4f6f-bb98-36aef69d8c31" providerId="ADAL" clId="{454126D1-02F7-4D76-A3B3-8C1A00D8AA68}" dt="2023-10-10T15:29:16.131" v="1596" actId="478"/>
          <ac:spMkLst>
            <pc:docMk/>
            <pc:sldMk cId="1112018465" sldId="297"/>
            <ac:spMk id="12" creationId="{9CD6597A-A835-B696-C03B-A995122DC458}"/>
          </ac:spMkLst>
        </pc:spChg>
        <pc:spChg chg="add mod">
          <ac:chgData name="Mohammad Salman" userId="cfd6754c-e613-4f6f-bb98-36aef69d8c31" providerId="ADAL" clId="{454126D1-02F7-4D76-A3B3-8C1A00D8AA68}" dt="2023-10-10T15:33:52.904" v="1853" actId="164"/>
          <ac:spMkLst>
            <pc:docMk/>
            <pc:sldMk cId="1112018465" sldId="297"/>
            <ac:spMk id="14" creationId="{A7B64B02-2D26-B220-35FF-7448485E9081}"/>
          </ac:spMkLst>
        </pc:spChg>
        <pc:grpChg chg="add mod">
          <ac:chgData name="Mohammad Salman" userId="cfd6754c-e613-4f6f-bb98-36aef69d8c31" providerId="ADAL" clId="{454126D1-02F7-4D76-A3B3-8C1A00D8AA68}" dt="2023-10-10T15:33:52.904" v="1853" actId="164"/>
          <ac:grpSpMkLst>
            <pc:docMk/>
            <pc:sldMk cId="1112018465" sldId="297"/>
            <ac:grpSpMk id="15" creationId="{D70E6103-EBCC-2D54-383B-7A0C6DC2C06A}"/>
          </ac:grpSpMkLst>
        </pc:grpChg>
        <pc:picChg chg="add mod">
          <ac:chgData name="Mohammad Salman" userId="cfd6754c-e613-4f6f-bb98-36aef69d8c31" providerId="ADAL" clId="{454126D1-02F7-4D76-A3B3-8C1A00D8AA68}" dt="2023-10-10T15:33:52.904" v="1853" actId="164"/>
          <ac:picMkLst>
            <pc:docMk/>
            <pc:sldMk cId="1112018465" sldId="297"/>
            <ac:picMk id="13" creationId="{4728F3DC-1B7C-AA02-FB20-60AEBF674C09}"/>
          </ac:picMkLst>
        </pc:picChg>
      </pc:sldChg>
      <pc:sldChg chg="addSp delSp modSp add mod modAnim">
        <pc:chgData name="Mohammad Salman" userId="cfd6754c-e613-4f6f-bb98-36aef69d8c31" providerId="ADAL" clId="{454126D1-02F7-4D76-A3B3-8C1A00D8AA68}" dt="2023-10-12T06:50:41.243" v="8379"/>
        <pc:sldMkLst>
          <pc:docMk/>
          <pc:sldMk cId="1907023488" sldId="297"/>
        </pc:sldMkLst>
        <pc:spChg chg="add mod">
          <ac:chgData name="Mohammad Salman" userId="cfd6754c-e613-4f6f-bb98-36aef69d8c31" providerId="ADAL" clId="{454126D1-02F7-4D76-A3B3-8C1A00D8AA68}" dt="2023-10-11T12:36:11.300" v="4902" actId="113"/>
          <ac:spMkLst>
            <pc:docMk/>
            <pc:sldMk cId="1907023488" sldId="297"/>
            <ac:spMk id="2" creationId="{A7B34CBF-9BF2-48A8-822F-C7874CB17140}"/>
          </ac:spMkLst>
        </pc:spChg>
        <pc:spChg chg="add mod">
          <ac:chgData name="Mohammad Salman" userId="cfd6754c-e613-4f6f-bb98-36aef69d8c31" providerId="ADAL" clId="{454126D1-02F7-4D76-A3B3-8C1A00D8AA68}" dt="2023-10-11T12:38:34.884" v="4979" actId="1076"/>
          <ac:spMkLst>
            <pc:docMk/>
            <pc:sldMk cId="1907023488" sldId="297"/>
            <ac:spMk id="4" creationId="{D4912255-37C4-CD58-F03B-AB8B14B23275}"/>
          </ac:spMkLst>
        </pc:spChg>
        <pc:spChg chg="mod">
          <ac:chgData name="Mohammad Salman" userId="cfd6754c-e613-4f6f-bb98-36aef69d8c31" providerId="ADAL" clId="{454126D1-02F7-4D76-A3B3-8C1A00D8AA68}" dt="2023-10-11T12:33:27.487" v="4674" actId="1076"/>
          <ac:spMkLst>
            <pc:docMk/>
            <pc:sldMk cId="1907023488" sldId="297"/>
            <ac:spMk id="7" creationId="{0407F3F9-C73C-7E8D-1755-3CC24DA7F1F1}"/>
          </ac:spMkLst>
        </pc:spChg>
        <pc:graphicFrameChg chg="add del mod modGraphic">
          <ac:chgData name="Mohammad Salman" userId="cfd6754c-e613-4f6f-bb98-36aef69d8c31" providerId="ADAL" clId="{454126D1-02F7-4D76-A3B3-8C1A00D8AA68}" dt="2023-10-11T12:38:00.503" v="4965" actId="21"/>
          <ac:graphicFrameMkLst>
            <pc:docMk/>
            <pc:sldMk cId="1907023488" sldId="297"/>
            <ac:graphicFrameMk id="5" creationId="{36A79E0B-1ACC-C823-A924-0DFAAB1F3F27}"/>
          </ac:graphicFrameMkLst>
        </pc:graphicFrameChg>
      </pc:sldChg>
      <pc:sldChg chg="del">
        <pc:chgData name="Mohammad Salman" userId="cfd6754c-e613-4f6f-bb98-36aef69d8c31" providerId="ADAL" clId="{454126D1-02F7-4D76-A3B3-8C1A00D8AA68}" dt="2023-10-09T07:15:20.102" v="0" actId="2696"/>
        <pc:sldMkLst>
          <pc:docMk/>
          <pc:sldMk cId="3642196621" sldId="297"/>
        </pc:sldMkLst>
      </pc:sldChg>
      <pc:sldChg chg="del">
        <pc:chgData name="Mohammad Salman" userId="cfd6754c-e613-4f6f-bb98-36aef69d8c31" providerId="ADAL" clId="{454126D1-02F7-4D76-A3B3-8C1A00D8AA68}" dt="2023-10-09T07:15:20.102" v="0" actId="2696"/>
        <pc:sldMkLst>
          <pc:docMk/>
          <pc:sldMk cId="1947073215" sldId="298"/>
        </pc:sldMkLst>
      </pc:sldChg>
      <pc:sldChg chg="addSp delSp modSp new mod addAnim delAnim modAnim modNotesTx">
        <pc:chgData name="Mohammad Salman" userId="cfd6754c-e613-4f6f-bb98-36aef69d8c31" providerId="ADAL" clId="{454126D1-02F7-4D76-A3B3-8C1A00D8AA68}" dt="2023-10-23T14:47:04.593" v="16923" actId="113"/>
        <pc:sldMkLst>
          <pc:docMk/>
          <pc:sldMk cId="1998496767" sldId="298"/>
        </pc:sldMkLst>
        <pc:spChg chg="del">
          <ac:chgData name="Mohammad Salman" userId="cfd6754c-e613-4f6f-bb98-36aef69d8c31" providerId="ADAL" clId="{454126D1-02F7-4D76-A3B3-8C1A00D8AA68}" dt="2023-10-11T12:38:04.807" v="4967" actId="478"/>
          <ac:spMkLst>
            <pc:docMk/>
            <pc:sldMk cId="1998496767" sldId="298"/>
            <ac:spMk id="2" creationId="{A62E8417-29C4-CC20-FDC3-A194B1FC6A6B}"/>
          </ac:spMkLst>
        </pc:spChg>
        <pc:spChg chg="del">
          <ac:chgData name="Mohammad Salman" userId="cfd6754c-e613-4f6f-bb98-36aef69d8c31" providerId="ADAL" clId="{454126D1-02F7-4D76-A3B3-8C1A00D8AA68}" dt="2023-10-11T12:38:04.807" v="4967" actId="478"/>
          <ac:spMkLst>
            <pc:docMk/>
            <pc:sldMk cId="1998496767" sldId="298"/>
            <ac:spMk id="3" creationId="{4A63FC97-98D6-9CF4-F087-56758C2266A7}"/>
          </ac:spMkLst>
        </pc:spChg>
        <pc:spChg chg="add mod">
          <ac:chgData name="Mohammad Salman" userId="cfd6754c-e613-4f6f-bb98-36aef69d8c31" providerId="ADAL" clId="{454126D1-02F7-4D76-A3B3-8C1A00D8AA68}" dt="2023-10-11T12:41:02.045" v="5037" actId="1076"/>
          <ac:spMkLst>
            <pc:docMk/>
            <pc:sldMk cId="1998496767" sldId="298"/>
            <ac:spMk id="6" creationId="{5ED2C707-AD5A-D7E4-DE74-669148398951}"/>
          </ac:spMkLst>
        </pc:spChg>
        <pc:spChg chg="add mod">
          <ac:chgData name="Mohammad Salman" userId="cfd6754c-e613-4f6f-bb98-36aef69d8c31" providerId="ADAL" clId="{454126D1-02F7-4D76-A3B3-8C1A00D8AA68}" dt="2023-10-11T13:08:01.236" v="5320" actId="20577"/>
          <ac:spMkLst>
            <pc:docMk/>
            <pc:sldMk cId="1998496767" sldId="298"/>
            <ac:spMk id="13" creationId="{9F18B4B9-2998-8AE9-8ADE-87F83A54EEB4}"/>
          </ac:spMkLst>
        </pc:spChg>
        <pc:spChg chg="add mod">
          <ac:chgData name="Mohammad Salman" userId="cfd6754c-e613-4f6f-bb98-36aef69d8c31" providerId="ADAL" clId="{454126D1-02F7-4D76-A3B3-8C1A00D8AA68}" dt="2023-10-11T12:43:57.147" v="5076" actId="207"/>
          <ac:spMkLst>
            <pc:docMk/>
            <pc:sldMk cId="1998496767" sldId="298"/>
            <ac:spMk id="15" creationId="{CDDDE6CC-C385-FD4F-B334-55C719DB359F}"/>
          </ac:spMkLst>
        </pc:spChg>
        <pc:spChg chg="add mod">
          <ac:chgData name="Mohammad Salman" userId="cfd6754c-e613-4f6f-bb98-36aef69d8c31" providerId="ADAL" clId="{454126D1-02F7-4D76-A3B3-8C1A00D8AA68}" dt="2023-10-11T12:47:17.657" v="5258" actId="14100"/>
          <ac:spMkLst>
            <pc:docMk/>
            <pc:sldMk cId="1998496767" sldId="298"/>
            <ac:spMk id="19" creationId="{5EBD389B-46E1-AA0C-7817-E5EA474E0D33}"/>
          </ac:spMkLst>
        </pc:spChg>
        <pc:spChg chg="add mod">
          <ac:chgData name="Mohammad Salman" userId="cfd6754c-e613-4f6f-bb98-36aef69d8c31" providerId="ADAL" clId="{454126D1-02F7-4D76-A3B3-8C1A00D8AA68}" dt="2023-10-11T12:47:05.281" v="5256" actId="14100"/>
          <ac:spMkLst>
            <pc:docMk/>
            <pc:sldMk cId="1998496767" sldId="298"/>
            <ac:spMk id="20" creationId="{CFABE055-3C1A-79FB-B945-A1EBF2C63F2D}"/>
          </ac:spMkLst>
        </pc:spChg>
        <pc:graphicFrameChg chg="add mod modGraphic">
          <ac:chgData name="Mohammad Salman" userId="cfd6754c-e613-4f6f-bb98-36aef69d8c31" providerId="ADAL" clId="{454126D1-02F7-4D76-A3B3-8C1A00D8AA68}" dt="2023-10-11T12:41:40.291" v="5043" actId="1076"/>
          <ac:graphicFrameMkLst>
            <pc:docMk/>
            <pc:sldMk cId="1998496767" sldId="298"/>
            <ac:graphicFrameMk id="4" creationId="{0F9DFF4F-1FE7-7467-DCB2-E06A947428EE}"/>
          </ac:graphicFrameMkLst>
        </pc:graphicFrameChg>
        <pc:graphicFrameChg chg="add mod modGraphic">
          <ac:chgData name="Mohammad Salman" userId="cfd6754c-e613-4f6f-bb98-36aef69d8c31" providerId="ADAL" clId="{454126D1-02F7-4D76-A3B3-8C1A00D8AA68}" dt="2023-10-11T12:43:29.558" v="5065" actId="14100"/>
          <ac:graphicFrameMkLst>
            <pc:docMk/>
            <pc:sldMk cId="1998496767" sldId="298"/>
            <ac:graphicFrameMk id="5" creationId="{37841469-265D-8D8A-4380-2046BCD2F5DA}"/>
          </ac:graphicFrameMkLst>
        </pc:graphicFrameChg>
        <pc:graphicFrameChg chg="add del mod modGraphic">
          <ac:chgData name="Mohammad Salman" userId="cfd6754c-e613-4f6f-bb98-36aef69d8c31" providerId="ADAL" clId="{454126D1-02F7-4D76-A3B3-8C1A00D8AA68}" dt="2023-10-11T12:45:11.133" v="5118" actId="1076"/>
          <ac:graphicFrameMkLst>
            <pc:docMk/>
            <pc:sldMk cId="1998496767" sldId="298"/>
            <ac:graphicFrameMk id="7" creationId="{0885D560-7C7B-64B5-7106-29A13C798C49}"/>
          </ac:graphicFrameMkLst>
        </pc:graphicFrameChg>
        <pc:cxnChg chg="add mod">
          <ac:chgData name="Mohammad Salman" userId="cfd6754c-e613-4f6f-bb98-36aef69d8c31" providerId="ADAL" clId="{454126D1-02F7-4D76-A3B3-8C1A00D8AA68}" dt="2023-10-11T12:45:11.133" v="5118" actId="1076"/>
          <ac:cxnSpMkLst>
            <pc:docMk/>
            <pc:sldMk cId="1998496767" sldId="298"/>
            <ac:cxnSpMk id="9" creationId="{41F828CB-9D06-74BE-54C9-7F574BA62CA4}"/>
          </ac:cxnSpMkLst>
        </pc:cxnChg>
        <pc:cxnChg chg="add mod">
          <ac:chgData name="Mohammad Salman" userId="cfd6754c-e613-4f6f-bb98-36aef69d8c31" providerId="ADAL" clId="{454126D1-02F7-4D76-A3B3-8C1A00D8AA68}" dt="2023-10-11T12:47:17.657" v="5258" actId="14100"/>
          <ac:cxnSpMkLst>
            <pc:docMk/>
            <pc:sldMk cId="1998496767" sldId="298"/>
            <ac:cxnSpMk id="22" creationId="{4C83179C-54E9-A1AB-D1A8-0D7203C59067}"/>
          </ac:cxnSpMkLst>
        </pc:cxnChg>
      </pc:sldChg>
      <pc:sldChg chg="addSp delSp modSp new del mod setBg">
        <pc:chgData name="Mohammad Salman" userId="cfd6754c-e613-4f6f-bb98-36aef69d8c31" providerId="ADAL" clId="{454126D1-02F7-4D76-A3B3-8C1A00D8AA68}" dt="2023-10-10T15:33:43.523" v="1852" actId="47"/>
        <pc:sldMkLst>
          <pc:docMk/>
          <pc:sldMk cId="2861603632" sldId="298"/>
        </pc:sldMkLst>
        <pc:spChg chg="del">
          <ac:chgData name="Mohammad Salman" userId="cfd6754c-e613-4f6f-bb98-36aef69d8c31" providerId="ADAL" clId="{454126D1-02F7-4D76-A3B3-8C1A00D8AA68}" dt="2023-10-10T15:31:24.714" v="1830" actId="478"/>
          <ac:spMkLst>
            <pc:docMk/>
            <pc:sldMk cId="2861603632" sldId="298"/>
            <ac:spMk id="2" creationId="{7348970F-DA8F-F97B-D502-E623FA9FD97E}"/>
          </ac:spMkLst>
        </pc:spChg>
        <pc:spChg chg="del">
          <ac:chgData name="Mohammad Salman" userId="cfd6754c-e613-4f6f-bb98-36aef69d8c31" providerId="ADAL" clId="{454126D1-02F7-4D76-A3B3-8C1A00D8AA68}" dt="2023-10-10T15:31:24.714" v="1830" actId="478"/>
          <ac:spMkLst>
            <pc:docMk/>
            <pc:sldMk cId="2861603632" sldId="298"/>
            <ac:spMk id="3" creationId="{3F9CDA4C-CF77-64EB-BB50-CCCB7E018D4C}"/>
          </ac:spMkLst>
        </pc:spChg>
        <pc:spChg chg="add mod">
          <ac:chgData name="Mohammad Salman" userId="cfd6754c-e613-4f6f-bb98-36aef69d8c31" providerId="ADAL" clId="{454126D1-02F7-4D76-A3B3-8C1A00D8AA68}" dt="2023-10-10T15:32:36.008" v="1846" actId="2085"/>
          <ac:spMkLst>
            <pc:docMk/>
            <pc:sldMk cId="2861603632" sldId="298"/>
            <ac:spMk id="6" creationId="{3A8711BE-12C0-687E-2738-781CDC6B5DBF}"/>
          </ac:spMkLst>
        </pc:spChg>
        <pc:picChg chg="add mod">
          <ac:chgData name="Mohammad Salman" userId="cfd6754c-e613-4f6f-bb98-36aef69d8c31" providerId="ADAL" clId="{454126D1-02F7-4D76-A3B3-8C1A00D8AA68}" dt="2023-10-10T15:31:52.549" v="1835" actId="1076"/>
          <ac:picMkLst>
            <pc:docMk/>
            <pc:sldMk cId="2861603632" sldId="298"/>
            <ac:picMk id="5" creationId="{14AB4048-4DC4-B2C1-78D1-40BBB8B8407B}"/>
          </ac:picMkLst>
        </pc:picChg>
      </pc:sldChg>
      <pc:sldChg chg="delSp new del mod">
        <pc:chgData name="Mohammad Salman" userId="cfd6754c-e613-4f6f-bb98-36aef69d8c31" providerId="ADAL" clId="{454126D1-02F7-4D76-A3B3-8C1A00D8AA68}" dt="2023-10-10T15:39:01.806" v="1973" actId="47"/>
        <pc:sldMkLst>
          <pc:docMk/>
          <pc:sldMk cId="3264498986" sldId="298"/>
        </pc:sldMkLst>
        <pc:spChg chg="del">
          <ac:chgData name="Mohammad Salman" userId="cfd6754c-e613-4f6f-bb98-36aef69d8c31" providerId="ADAL" clId="{454126D1-02F7-4D76-A3B3-8C1A00D8AA68}" dt="2023-10-10T15:38:25.499" v="1971" actId="478"/>
          <ac:spMkLst>
            <pc:docMk/>
            <pc:sldMk cId="3264498986" sldId="298"/>
            <ac:spMk id="2" creationId="{0DE2FD64-2C3D-05AC-2DE2-418D6FB906E4}"/>
          </ac:spMkLst>
        </pc:spChg>
        <pc:spChg chg="del">
          <ac:chgData name="Mohammad Salman" userId="cfd6754c-e613-4f6f-bb98-36aef69d8c31" providerId="ADAL" clId="{454126D1-02F7-4D76-A3B3-8C1A00D8AA68}" dt="2023-10-10T15:38:25.499" v="1971" actId="478"/>
          <ac:spMkLst>
            <pc:docMk/>
            <pc:sldMk cId="3264498986" sldId="298"/>
            <ac:spMk id="3" creationId="{DB3D598E-0452-C2CC-6E67-79909904EE0B}"/>
          </ac:spMkLst>
        </pc:spChg>
      </pc:sldChg>
      <pc:sldChg chg="addSp delSp modSp add del mod modAnim">
        <pc:chgData name="Mohammad Salman" userId="cfd6754c-e613-4f6f-bb98-36aef69d8c31" providerId="ADAL" clId="{454126D1-02F7-4D76-A3B3-8C1A00D8AA68}" dt="2023-10-11T11:21:42.719" v="2720" actId="47"/>
        <pc:sldMkLst>
          <pc:docMk/>
          <pc:sldMk cId="1670950150" sldId="299"/>
        </pc:sldMkLst>
        <pc:spChg chg="add del mod">
          <ac:chgData name="Mohammad Salman" userId="cfd6754c-e613-4f6f-bb98-36aef69d8c31" providerId="ADAL" clId="{454126D1-02F7-4D76-A3B3-8C1A00D8AA68}" dt="2023-10-10T15:44:05.688" v="2174" actId="478"/>
          <ac:spMkLst>
            <pc:docMk/>
            <pc:sldMk cId="1670950150" sldId="299"/>
            <ac:spMk id="3" creationId="{80E50226-A9BE-8405-2444-2C0D0C3F523D}"/>
          </ac:spMkLst>
        </pc:spChg>
        <pc:spChg chg="mod">
          <ac:chgData name="Mohammad Salman" userId="cfd6754c-e613-4f6f-bb98-36aef69d8c31" providerId="ADAL" clId="{454126D1-02F7-4D76-A3B3-8C1A00D8AA68}" dt="2023-10-10T15:41:44.322" v="2171" actId="20577"/>
          <ac:spMkLst>
            <pc:docMk/>
            <pc:sldMk cId="1670950150" sldId="299"/>
            <ac:spMk id="4" creationId="{4FB27FE4-F5A6-9A04-9A9B-3B065DF510E1}"/>
          </ac:spMkLst>
        </pc:spChg>
        <pc:spChg chg="add del">
          <ac:chgData name="Mohammad Salman" userId="cfd6754c-e613-4f6f-bb98-36aef69d8c31" providerId="ADAL" clId="{454126D1-02F7-4D76-A3B3-8C1A00D8AA68}" dt="2023-10-10T15:44:20.596" v="2178" actId="22"/>
          <ac:spMkLst>
            <pc:docMk/>
            <pc:sldMk cId="1670950150" sldId="299"/>
            <ac:spMk id="6" creationId="{67A69409-CCC1-05BD-4204-D13E71FECE94}"/>
          </ac:spMkLst>
        </pc:spChg>
        <pc:spChg chg="add mod">
          <ac:chgData name="Mohammad Salman" userId="cfd6754c-e613-4f6f-bb98-36aef69d8c31" providerId="ADAL" clId="{454126D1-02F7-4D76-A3B3-8C1A00D8AA68}" dt="2023-10-10T15:45:12.355" v="2202" actId="1076"/>
          <ac:spMkLst>
            <pc:docMk/>
            <pc:sldMk cId="1670950150" sldId="299"/>
            <ac:spMk id="8" creationId="{E1C5530F-317A-F84F-4EB6-6A7DE48727E6}"/>
          </ac:spMkLst>
        </pc:spChg>
        <pc:spChg chg="add mod">
          <ac:chgData name="Mohammad Salman" userId="cfd6754c-e613-4f6f-bb98-36aef69d8c31" providerId="ADAL" clId="{454126D1-02F7-4D76-A3B3-8C1A00D8AA68}" dt="2023-10-10T15:45:20.508" v="2208" actId="20577"/>
          <ac:spMkLst>
            <pc:docMk/>
            <pc:sldMk cId="1670950150" sldId="299"/>
            <ac:spMk id="10" creationId="{28778111-07D6-463C-F9E2-4EF142E203CD}"/>
          </ac:spMkLst>
        </pc:spChg>
      </pc:sldChg>
      <pc:sldChg chg="del">
        <pc:chgData name="Mohammad Salman" userId="cfd6754c-e613-4f6f-bb98-36aef69d8c31" providerId="ADAL" clId="{454126D1-02F7-4D76-A3B3-8C1A00D8AA68}" dt="2023-10-09T07:15:20.102" v="0" actId="2696"/>
        <pc:sldMkLst>
          <pc:docMk/>
          <pc:sldMk cId="2091017785" sldId="299"/>
        </pc:sldMkLst>
      </pc:sldChg>
      <pc:sldChg chg="addSp delSp modSp new mod modAnim">
        <pc:chgData name="Mohammad Salman" userId="cfd6754c-e613-4f6f-bb98-36aef69d8c31" providerId="ADAL" clId="{454126D1-02F7-4D76-A3B3-8C1A00D8AA68}" dt="2023-10-11T13:24:32.082" v="6090"/>
        <pc:sldMkLst>
          <pc:docMk/>
          <pc:sldMk cId="3725457146" sldId="299"/>
        </pc:sldMkLst>
        <pc:spChg chg="del">
          <ac:chgData name="Mohammad Salman" userId="cfd6754c-e613-4f6f-bb98-36aef69d8c31" providerId="ADAL" clId="{454126D1-02F7-4D76-A3B3-8C1A00D8AA68}" dt="2023-10-11T13:17:48.298" v="5613" actId="478"/>
          <ac:spMkLst>
            <pc:docMk/>
            <pc:sldMk cId="3725457146" sldId="299"/>
            <ac:spMk id="2" creationId="{485A4E75-3915-BD76-26AA-6510C985B5E0}"/>
          </ac:spMkLst>
        </pc:spChg>
        <pc:spChg chg="del">
          <ac:chgData name="Mohammad Salman" userId="cfd6754c-e613-4f6f-bb98-36aef69d8c31" providerId="ADAL" clId="{454126D1-02F7-4D76-A3B3-8C1A00D8AA68}" dt="2023-10-11T13:17:48.298" v="5613" actId="478"/>
          <ac:spMkLst>
            <pc:docMk/>
            <pc:sldMk cId="3725457146" sldId="299"/>
            <ac:spMk id="3" creationId="{DBA0E367-2A15-B387-915C-12D3FA73B7B3}"/>
          </ac:spMkLst>
        </pc:spChg>
        <pc:spChg chg="add mod">
          <ac:chgData name="Mohammad Salman" userId="cfd6754c-e613-4f6f-bb98-36aef69d8c31" providerId="ADAL" clId="{454126D1-02F7-4D76-A3B3-8C1A00D8AA68}" dt="2023-10-11T13:18:11.697" v="5620" actId="1076"/>
          <ac:spMkLst>
            <pc:docMk/>
            <pc:sldMk cId="3725457146" sldId="299"/>
            <ac:spMk id="5" creationId="{3E6907C3-2878-2956-78C2-02930FC88016}"/>
          </ac:spMkLst>
        </pc:spChg>
        <pc:spChg chg="add mod">
          <ac:chgData name="Mohammad Salman" userId="cfd6754c-e613-4f6f-bb98-36aef69d8c31" providerId="ADAL" clId="{454126D1-02F7-4D76-A3B3-8C1A00D8AA68}" dt="2023-10-11T13:18:29.765" v="5624" actId="14100"/>
          <ac:spMkLst>
            <pc:docMk/>
            <pc:sldMk cId="3725457146" sldId="299"/>
            <ac:spMk id="6" creationId="{961508B1-B0BA-CA34-D032-F5D9D673B0CE}"/>
          </ac:spMkLst>
        </pc:spChg>
        <pc:spChg chg="add mod">
          <ac:chgData name="Mohammad Salman" userId="cfd6754c-e613-4f6f-bb98-36aef69d8c31" providerId="ADAL" clId="{454126D1-02F7-4D76-A3B3-8C1A00D8AA68}" dt="2023-10-11T13:19:51.359" v="5654" actId="1076"/>
          <ac:spMkLst>
            <pc:docMk/>
            <pc:sldMk cId="3725457146" sldId="299"/>
            <ac:spMk id="8" creationId="{E4271AB3-7609-87F5-C45A-1DD2996F70E4}"/>
          </ac:spMkLst>
        </pc:spChg>
        <pc:spChg chg="add mod">
          <ac:chgData name="Mohammad Salman" userId="cfd6754c-e613-4f6f-bb98-36aef69d8c31" providerId="ADAL" clId="{454126D1-02F7-4D76-A3B3-8C1A00D8AA68}" dt="2023-10-11T13:21:47.672" v="5846" actId="113"/>
          <ac:spMkLst>
            <pc:docMk/>
            <pc:sldMk cId="3725457146" sldId="299"/>
            <ac:spMk id="9" creationId="{EB469519-60B2-3A65-2EAA-6387592E2647}"/>
          </ac:spMkLst>
        </pc:spChg>
      </pc:sldChg>
      <pc:sldChg chg="addSp modSp add mod modAnim">
        <pc:chgData name="Mohammad Salman" userId="cfd6754c-e613-4f6f-bb98-36aef69d8c31" providerId="ADAL" clId="{454126D1-02F7-4D76-A3B3-8C1A00D8AA68}" dt="2023-10-11T13:24:27.617" v="6089"/>
        <pc:sldMkLst>
          <pc:docMk/>
          <pc:sldMk cId="2110960431" sldId="300"/>
        </pc:sldMkLst>
        <pc:spChg chg="add mod">
          <ac:chgData name="Mohammad Salman" userId="cfd6754c-e613-4f6f-bb98-36aef69d8c31" providerId="ADAL" clId="{454126D1-02F7-4D76-A3B3-8C1A00D8AA68}" dt="2023-10-11T13:22:54.419" v="5859" actId="1035"/>
          <ac:spMkLst>
            <pc:docMk/>
            <pc:sldMk cId="2110960431" sldId="300"/>
            <ac:spMk id="2" creationId="{3891438C-C16F-8BCD-13D7-969ECCBB454B}"/>
          </ac:spMkLst>
        </pc:spChg>
        <pc:spChg chg="mod">
          <ac:chgData name="Mohammad Salman" userId="cfd6754c-e613-4f6f-bb98-36aef69d8c31" providerId="ADAL" clId="{454126D1-02F7-4D76-A3B3-8C1A00D8AA68}" dt="2023-10-11T13:22:50.242" v="5855" actId="1076"/>
          <ac:spMkLst>
            <pc:docMk/>
            <pc:sldMk cId="2110960431" sldId="300"/>
            <ac:spMk id="5" creationId="{3E6907C3-2878-2956-78C2-02930FC88016}"/>
          </ac:spMkLst>
        </pc:spChg>
        <pc:spChg chg="mod">
          <ac:chgData name="Mohammad Salman" userId="cfd6754c-e613-4f6f-bb98-36aef69d8c31" providerId="ADAL" clId="{454126D1-02F7-4D76-A3B3-8C1A00D8AA68}" dt="2023-10-11T13:22:31.330" v="5850" actId="20577"/>
          <ac:spMkLst>
            <pc:docMk/>
            <pc:sldMk cId="2110960431" sldId="300"/>
            <ac:spMk id="8" creationId="{E4271AB3-7609-87F5-C45A-1DD2996F70E4}"/>
          </ac:spMkLst>
        </pc:spChg>
        <pc:spChg chg="mod">
          <ac:chgData name="Mohammad Salman" userId="cfd6754c-e613-4f6f-bb98-36aef69d8c31" providerId="ADAL" clId="{454126D1-02F7-4D76-A3B3-8C1A00D8AA68}" dt="2023-10-11T13:24:08.025" v="6087" actId="113"/>
          <ac:spMkLst>
            <pc:docMk/>
            <pc:sldMk cId="2110960431" sldId="300"/>
            <ac:spMk id="9" creationId="{EB469519-60B2-3A65-2EAA-6387592E2647}"/>
          </ac:spMkLst>
        </pc:spChg>
      </pc:sldChg>
      <pc:sldChg chg="add del">
        <pc:chgData name="Mohammad Salman" userId="cfd6754c-e613-4f6f-bb98-36aef69d8c31" providerId="ADAL" clId="{454126D1-02F7-4D76-A3B3-8C1A00D8AA68}" dt="2023-10-10T15:47:27.194" v="2215" actId="2890"/>
        <pc:sldMkLst>
          <pc:docMk/>
          <pc:sldMk cId="2940952486" sldId="300"/>
        </pc:sldMkLst>
      </pc:sldChg>
      <pc:sldChg chg="addSp delSp modSp add del mod modAnim">
        <pc:chgData name="Mohammad Salman" userId="cfd6754c-e613-4f6f-bb98-36aef69d8c31" providerId="ADAL" clId="{454126D1-02F7-4D76-A3B3-8C1A00D8AA68}" dt="2023-10-11T11:21:45.298" v="2721" actId="47"/>
        <pc:sldMkLst>
          <pc:docMk/>
          <pc:sldMk cId="3270060390" sldId="300"/>
        </pc:sldMkLst>
        <pc:spChg chg="add mod">
          <ac:chgData name="Mohammad Salman" userId="cfd6754c-e613-4f6f-bb98-36aef69d8c31" providerId="ADAL" clId="{454126D1-02F7-4D76-A3B3-8C1A00D8AA68}" dt="2023-10-10T16:01:10.759" v="2670" actId="6549"/>
          <ac:spMkLst>
            <pc:docMk/>
            <pc:sldMk cId="3270060390" sldId="300"/>
            <ac:spMk id="3" creationId="{64F01BA7-9C57-443D-FA7D-CA7FAA0B927F}"/>
          </ac:spMkLst>
        </pc:spChg>
        <pc:spChg chg="mod">
          <ac:chgData name="Mohammad Salman" userId="cfd6754c-e613-4f6f-bb98-36aef69d8c31" providerId="ADAL" clId="{454126D1-02F7-4D76-A3B3-8C1A00D8AA68}" dt="2023-10-10T15:50:32.530" v="2419" actId="20577"/>
          <ac:spMkLst>
            <pc:docMk/>
            <pc:sldMk cId="3270060390" sldId="300"/>
            <ac:spMk id="4" creationId="{4FB27FE4-F5A6-9A04-9A9B-3B065DF510E1}"/>
          </ac:spMkLst>
        </pc:spChg>
        <pc:spChg chg="add mod">
          <ac:chgData name="Mohammad Salman" userId="cfd6754c-e613-4f6f-bb98-36aef69d8c31" providerId="ADAL" clId="{454126D1-02F7-4D76-A3B3-8C1A00D8AA68}" dt="2023-10-10T16:01:21.168" v="2679" actId="1037"/>
          <ac:spMkLst>
            <pc:docMk/>
            <pc:sldMk cId="3270060390" sldId="300"/>
            <ac:spMk id="5" creationId="{1651E383-38A1-B6BA-2354-8A9DB19E2753}"/>
          </ac:spMkLst>
        </pc:spChg>
        <pc:spChg chg="add mod">
          <ac:chgData name="Mohammad Salman" userId="cfd6754c-e613-4f6f-bb98-36aef69d8c31" providerId="ADAL" clId="{454126D1-02F7-4D76-A3B3-8C1A00D8AA68}" dt="2023-10-10T16:00:44.134" v="2666" actId="113"/>
          <ac:spMkLst>
            <pc:docMk/>
            <pc:sldMk cId="3270060390" sldId="300"/>
            <ac:spMk id="6" creationId="{BED176C4-D4E4-FCB7-8605-9A8E79A5B133}"/>
          </ac:spMkLst>
        </pc:spChg>
        <pc:spChg chg="del">
          <ac:chgData name="Mohammad Salman" userId="cfd6754c-e613-4f6f-bb98-36aef69d8c31" providerId="ADAL" clId="{454126D1-02F7-4D76-A3B3-8C1A00D8AA68}" dt="2023-10-10T15:48:45.911" v="2380" actId="478"/>
          <ac:spMkLst>
            <pc:docMk/>
            <pc:sldMk cId="3270060390" sldId="300"/>
            <ac:spMk id="8" creationId="{E1C5530F-317A-F84F-4EB6-6A7DE48727E6}"/>
          </ac:spMkLst>
        </pc:spChg>
        <pc:spChg chg="mod">
          <ac:chgData name="Mohammad Salman" userId="cfd6754c-e613-4f6f-bb98-36aef69d8c31" providerId="ADAL" clId="{454126D1-02F7-4D76-A3B3-8C1A00D8AA68}" dt="2023-10-10T15:50:39.634" v="2421" actId="1076"/>
          <ac:spMkLst>
            <pc:docMk/>
            <pc:sldMk cId="3270060390" sldId="300"/>
            <ac:spMk id="10" creationId="{28778111-07D6-463C-F9E2-4EF142E203CD}"/>
          </ac:spMkLst>
        </pc:spChg>
      </pc:sldChg>
      <pc:sldChg chg="del">
        <pc:chgData name="Mohammad Salman" userId="cfd6754c-e613-4f6f-bb98-36aef69d8c31" providerId="ADAL" clId="{454126D1-02F7-4D76-A3B3-8C1A00D8AA68}" dt="2023-10-09T07:15:20.102" v="0" actId="2696"/>
        <pc:sldMkLst>
          <pc:docMk/>
          <pc:sldMk cId="3350833312" sldId="300"/>
        </pc:sldMkLst>
      </pc:sldChg>
      <pc:sldChg chg="modSp add mod ord">
        <pc:chgData name="Mohammad Salman" userId="cfd6754c-e613-4f6f-bb98-36aef69d8c31" providerId="ADAL" clId="{454126D1-02F7-4D76-A3B3-8C1A00D8AA68}" dt="2023-10-11T13:28:50.587" v="6104" actId="207"/>
        <pc:sldMkLst>
          <pc:docMk/>
          <pc:sldMk cId="564995372" sldId="301"/>
        </pc:sldMkLst>
        <pc:spChg chg="mod">
          <ac:chgData name="Mohammad Salman" userId="cfd6754c-e613-4f6f-bb98-36aef69d8c31" providerId="ADAL" clId="{454126D1-02F7-4D76-A3B3-8C1A00D8AA68}" dt="2023-10-11T13:28:50.587" v="6104" actId="207"/>
          <ac:spMkLst>
            <pc:docMk/>
            <pc:sldMk cId="564995372" sldId="301"/>
            <ac:spMk id="3" creationId="{69DC40E3-7046-CC46-2F11-67994AB0AA50}"/>
          </ac:spMkLst>
        </pc:spChg>
      </pc:sldChg>
      <pc:sldChg chg="del">
        <pc:chgData name="Mohammad Salman" userId="cfd6754c-e613-4f6f-bb98-36aef69d8c31" providerId="ADAL" clId="{454126D1-02F7-4D76-A3B3-8C1A00D8AA68}" dt="2023-10-09T07:15:20.102" v="0" actId="2696"/>
        <pc:sldMkLst>
          <pc:docMk/>
          <pc:sldMk cId="2842388961" sldId="301"/>
        </pc:sldMkLst>
      </pc:sldChg>
      <pc:sldChg chg="addSp delSp modSp new mod modAnim">
        <pc:chgData name="Mohammad Salman" userId="cfd6754c-e613-4f6f-bb98-36aef69d8c31" providerId="ADAL" clId="{454126D1-02F7-4D76-A3B3-8C1A00D8AA68}" dt="2023-10-11T13:38:09.223" v="6533" actId="1076"/>
        <pc:sldMkLst>
          <pc:docMk/>
          <pc:sldMk cId="3490661209" sldId="302"/>
        </pc:sldMkLst>
        <pc:spChg chg="del">
          <ac:chgData name="Mohammad Salman" userId="cfd6754c-e613-4f6f-bb98-36aef69d8c31" providerId="ADAL" clId="{454126D1-02F7-4D76-A3B3-8C1A00D8AA68}" dt="2023-10-11T13:29:14.003" v="6106" actId="478"/>
          <ac:spMkLst>
            <pc:docMk/>
            <pc:sldMk cId="3490661209" sldId="302"/>
            <ac:spMk id="2" creationId="{951E675A-0C70-214B-D45B-EF51BFD82D0D}"/>
          </ac:spMkLst>
        </pc:spChg>
        <pc:spChg chg="del">
          <ac:chgData name="Mohammad Salman" userId="cfd6754c-e613-4f6f-bb98-36aef69d8c31" providerId="ADAL" clId="{454126D1-02F7-4D76-A3B3-8C1A00D8AA68}" dt="2023-10-11T13:29:14.003" v="6106" actId="478"/>
          <ac:spMkLst>
            <pc:docMk/>
            <pc:sldMk cId="3490661209" sldId="302"/>
            <ac:spMk id="3" creationId="{7BBB8A8B-95B0-CB2E-F2E1-60435F446FEF}"/>
          </ac:spMkLst>
        </pc:spChg>
        <pc:spChg chg="add del mod">
          <ac:chgData name="Mohammad Salman" userId="cfd6754c-e613-4f6f-bb98-36aef69d8c31" providerId="ADAL" clId="{454126D1-02F7-4D76-A3B3-8C1A00D8AA68}" dt="2023-10-11T13:29:42.024" v="6134" actId="478"/>
          <ac:spMkLst>
            <pc:docMk/>
            <pc:sldMk cId="3490661209" sldId="302"/>
            <ac:spMk id="5" creationId="{745FEE51-C9D5-2513-0807-9DE910C1524D}"/>
          </ac:spMkLst>
        </pc:spChg>
        <pc:spChg chg="add mod">
          <ac:chgData name="Mohammad Salman" userId="cfd6754c-e613-4f6f-bb98-36aef69d8c31" providerId="ADAL" clId="{454126D1-02F7-4D76-A3B3-8C1A00D8AA68}" dt="2023-10-11T13:33:14.013" v="6439" actId="1076"/>
          <ac:spMkLst>
            <pc:docMk/>
            <pc:sldMk cId="3490661209" sldId="302"/>
            <ac:spMk id="7" creationId="{F3040A58-8478-D123-0DE8-0BDEC38F02B5}"/>
          </ac:spMkLst>
        </pc:spChg>
        <pc:spChg chg="add mod">
          <ac:chgData name="Mohammad Salman" userId="cfd6754c-e613-4f6f-bb98-36aef69d8c31" providerId="ADAL" clId="{454126D1-02F7-4D76-A3B3-8C1A00D8AA68}" dt="2023-10-11T13:38:09.223" v="6533" actId="1076"/>
          <ac:spMkLst>
            <pc:docMk/>
            <pc:sldMk cId="3490661209" sldId="302"/>
            <ac:spMk id="8" creationId="{231ED54C-12B4-B898-86EC-A45BA4F3670F}"/>
          </ac:spMkLst>
        </pc:spChg>
        <pc:spChg chg="add mod">
          <ac:chgData name="Mohammad Salman" userId="cfd6754c-e613-4f6f-bb98-36aef69d8c31" providerId="ADAL" clId="{454126D1-02F7-4D76-A3B3-8C1A00D8AA68}" dt="2023-10-11T13:36:15.015" v="6521" actId="1076"/>
          <ac:spMkLst>
            <pc:docMk/>
            <pc:sldMk cId="3490661209" sldId="302"/>
            <ac:spMk id="10" creationId="{6A09B4FC-EF99-6591-ACEA-A6A72ECA6485}"/>
          </ac:spMkLst>
        </pc:spChg>
        <pc:spChg chg="add mod">
          <ac:chgData name="Mohammad Salman" userId="cfd6754c-e613-4f6f-bb98-36aef69d8c31" providerId="ADAL" clId="{454126D1-02F7-4D76-A3B3-8C1A00D8AA68}" dt="2023-10-11T13:35:00.924" v="6515" actId="14100"/>
          <ac:spMkLst>
            <pc:docMk/>
            <pc:sldMk cId="3490661209" sldId="302"/>
            <ac:spMk id="11" creationId="{37AE8C54-1913-0A7F-94EA-D0A9272717E6}"/>
          </ac:spMkLst>
        </pc:spChg>
      </pc:sldChg>
      <pc:sldChg chg="addSp delSp modSp new mod modAnim">
        <pc:chgData name="Mohammad Salman" userId="cfd6754c-e613-4f6f-bb98-36aef69d8c31" providerId="ADAL" clId="{454126D1-02F7-4D76-A3B3-8C1A00D8AA68}" dt="2023-10-23T14:48:24.804" v="16942" actId="20577"/>
        <pc:sldMkLst>
          <pc:docMk/>
          <pc:sldMk cId="1316404369" sldId="303"/>
        </pc:sldMkLst>
        <pc:spChg chg="del">
          <ac:chgData name="Mohammad Salman" userId="cfd6754c-e613-4f6f-bb98-36aef69d8c31" providerId="ADAL" clId="{454126D1-02F7-4D76-A3B3-8C1A00D8AA68}" dt="2023-10-11T13:36:56.604" v="6523" actId="478"/>
          <ac:spMkLst>
            <pc:docMk/>
            <pc:sldMk cId="1316404369" sldId="303"/>
            <ac:spMk id="2" creationId="{DCF23ADE-CC3B-21F3-1F17-B450AE6112CE}"/>
          </ac:spMkLst>
        </pc:spChg>
        <pc:spChg chg="del">
          <ac:chgData name="Mohammad Salman" userId="cfd6754c-e613-4f6f-bb98-36aef69d8c31" providerId="ADAL" clId="{454126D1-02F7-4D76-A3B3-8C1A00D8AA68}" dt="2023-10-11T13:36:56.604" v="6523" actId="478"/>
          <ac:spMkLst>
            <pc:docMk/>
            <pc:sldMk cId="1316404369" sldId="303"/>
            <ac:spMk id="3" creationId="{9FFA0176-CEF4-45AA-C4AA-5D018ACBEBD4}"/>
          </ac:spMkLst>
        </pc:spChg>
        <pc:spChg chg="add mod">
          <ac:chgData name="Mohammad Salman" userId="cfd6754c-e613-4f6f-bb98-36aef69d8c31" providerId="ADAL" clId="{454126D1-02F7-4D76-A3B3-8C1A00D8AA68}" dt="2023-10-11T13:38:58.367" v="6661" actId="1076"/>
          <ac:spMkLst>
            <pc:docMk/>
            <pc:sldMk cId="1316404369" sldId="303"/>
            <ac:spMk id="4" creationId="{74314248-FF68-7E1C-F9D7-696AB90F1282}"/>
          </ac:spMkLst>
        </pc:spChg>
        <pc:spChg chg="add mod">
          <ac:chgData name="Mohammad Salman" userId="cfd6754c-e613-4f6f-bb98-36aef69d8c31" providerId="ADAL" clId="{454126D1-02F7-4D76-A3B3-8C1A00D8AA68}" dt="2023-10-11T13:47:56.221" v="7256" actId="403"/>
          <ac:spMkLst>
            <pc:docMk/>
            <pc:sldMk cId="1316404369" sldId="303"/>
            <ac:spMk id="5" creationId="{A8B623E2-8153-D0D0-ABAC-97C034C1D99C}"/>
          </ac:spMkLst>
        </pc:spChg>
        <pc:spChg chg="add mod">
          <ac:chgData name="Mohammad Salman" userId="cfd6754c-e613-4f6f-bb98-36aef69d8c31" providerId="ADAL" clId="{454126D1-02F7-4D76-A3B3-8C1A00D8AA68}" dt="2023-10-11T13:47:55.225" v="7254" actId="403"/>
          <ac:spMkLst>
            <pc:docMk/>
            <pc:sldMk cId="1316404369" sldId="303"/>
            <ac:spMk id="6" creationId="{EB609A19-62BC-5952-56EB-2C4469389DA4}"/>
          </ac:spMkLst>
        </pc:spChg>
        <pc:spChg chg="add mod">
          <ac:chgData name="Mohammad Salman" userId="cfd6754c-e613-4f6f-bb98-36aef69d8c31" providerId="ADAL" clId="{454126D1-02F7-4D76-A3B3-8C1A00D8AA68}" dt="2023-10-11T13:43:16.219" v="6932" actId="1076"/>
          <ac:spMkLst>
            <pc:docMk/>
            <pc:sldMk cId="1316404369" sldId="303"/>
            <ac:spMk id="7" creationId="{94E8CBB0-AB77-4655-9F04-8607E0EBB5E4}"/>
          </ac:spMkLst>
        </pc:spChg>
        <pc:spChg chg="add mod">
          <ac:chgData name="Mohammad Salman" userId="cfd6754c-e613-4f6f-bb98-36aef69d8c31" providerId="ADAL" clId="{454126D1-02F7-4D76-A3B3-8C1A00D8AA68}" dt="2023-10-11T13:43:16.219" v="6932" actId="1076"/>
          <ac:spMkLst>
            <pc:docMk/>
            <pc:sldMk cId="1316404369" sldId="303"/>
            <ac:spMk id="8" creationId="{52CEF37B-35C5-01FB-04C0-CB5639AFB6C9}"/>
          </ac:spMkLst>
        </pc:spChg>
        <pc:spChg chg="add mod">
          <ac:chgData name="Mohammad Salman" userId="cfd6754c-e613-4f6f-bb98-36aef69d8c31" providerId="ADAL" clId="{454126D1-02F7-4D76-A3B3-8C1A00D8AA68}" dt="2023-10-23T14:48:24.804" v="16942" actId="20577"/>
          <ac:spMkLst>
            <pc:docMk/>
            <pc:sldMk cId="1316404369" sldId="303"/>
            <ac:spMk id="9" creationId="{AE29FD5B-EF25-87B8-1A4E-4AC570AD2906}"/>
          </ac:spMkLst>
        </pc:spChg>
      </pc:sldChg>
      <pc:sldChg chg="modSp new mod modAnim">
        <pc:chgData name="Mohammad Salman" userId="cfd6754c-e613-4f6f-bb98-36aef69d8c31" providerId="ADAL" clId="{454126D1-02F7-4D76-A3B3-8C1A00D8AA68}" dt="2023-10-12T07:01:05.589" v="8427" actId="113"/>
        <pc:sldMkLst>
          <pc:docMk/>
          <pc:sldMk cId="2482811545" sldId="304"/>
        </pc:sldMkLst>
        <pc:spChg chg="mod">
          <ac:chgData name="Mohammad Salman" userId="cfd6754c-e613-4f6f-bb98-36aef69d8c31" providerId="ADAL" clId="{454126D1-02F7-4D76-A3B3-8C1A00D8AA68}" dt="2023-10-11T13:53:04.180" v="7563" actId="20577"/>
          <ac:spMkLst>
            <pc:docMk/>
            <pc:sldMk cId="2482811545" sldId="304"/>
            <ac:spMk id="2" creationId="{D91C4036-5767-27B0-8109-19080CAAC2C7}"/>
          </ac:spMkLst>
        </pc:spChg>
        <pc:spChg chg="mod">
          <ac:chgData name="Mohammad Salman" userId="cfd6754c-e613-4f6f-bb98-36aef69d8c31" providerId="ADAL" clId="{454126D1-02F7-4D76-A3B3-8C1A00D8AA68}" dt="2023-10-12T07:01:05.589" v="8427" actId="113"/>
          <ac:spMkLst>
            <pc:docMk/>
            <pc:sldMk cId="2482811545" sldId="304"/>
            <ac:spMk id="3" creationId="{1FE718A4-A348-6BD8-776C-075ECC2BC305}"/>
          </ac:spMkLst>
        </pc:spChg>
      </pc:sldChg>
      <pc:sldChg chg="modSp add mod setBg modAnim modNotesTx">
        <pc:chgData name="Mohammad Salman" userId="cfd6754c-e613-4f6f-bb98-36aef69d8c31" providerId="ADAL" clId="{454126D1-02F7-4D76-A3B3-8C1A00D8AA68}" dt="2023-10-23T14:49:20.618" v="16943"/>
        <pc:sldMkLst>
          <pc:docMk/>
          <pc:sldMk cId="123915193" sldId="305"/>
        </pc:sldMkLst>
        <pc:spChg chg="mod">
          <ac:chgData name="Mohammad Salman" userId="cfd6754c-e613-4f6f-bb98-36aef69d8c31" providerId="ADAL" clId="{454126D1-02F7-4D76-A3B3-8C1A00D8AA68}" dt="2023-10-11T13:56:04.490" v="7974" actId="20577"/>
          <ac:spMkLst>
            <pc:docMk/>
            <pc:sldMk cId="123915193" sldId="305"/>
            <ac:spMk id="2" creationId="{D91C4036-5767-27B0-8109-19080CAAC2C7}"/>
          </ac:spMkLst>
        </pc:spChg>
        <pc:spChg chg="mod">
          <ac:chgData name="Mohammad Salman" userId="cfd6754c-e613-4f6f-bb98-36aef69d8c31" providerId="ADAL" clId="{454126D1-02F7-4D76-A3B3-8C1A00D8AA68}" dt="2023-10-11T14:08:56.927" v="8240" actId="20577"/>
          <ac:spMkLst>
            <pc:docMk/>
            <pc:sldMk cId="123915193" sldId="305"/>
            <ac:spMk id="3" creationId="{1FE718A4-A348-6BD8-776C-075ECC2BC305}"/>
          </ac:spMkLst>
        </pc:spChg>
      </pc:sldChg>
      <pc:sldChg chg="modSp new del mod setBg">
        <pc:chgData name="Mohammad Salman" userId="cfd6754c-e613-4f6f-bb98-36aef69d8c31" providerId="ADAL" clId="{454126D1-02F7-4D76-A3B3-8C1A00D8AA68}" dt="2023-10-23T14:59:56.344" v="17276" actId="47"/>
        <pc:sldMkLst>
          <pc:docMk/>
          <pc:sldMk cId="2396193046" sldId="306"/>
        </pc:sldMkLst>
        <pc:spChg chg="mod">
          <ac:chgData name="Mohammad Salman" userId="cfd6754c-e613-4f6f-bb98-36aef69d8c31" providerId="ADAL" clId="{454126D1-02F7-4D76-A3B3-8C1A00D8AA68}" dt="2023-10-11T14:09:48.947" v="8245" actId="20577"/>
          <ac:spMkLst>
            <pc:docMk/>
            <pc:sldMk cId="2396193046" sldId="306"/>
            <ac:spMk id="2" creationId="{E71333CD-7DDA-09BE-490D-4947A98853FE}"/>
          </ac:spMkLst>
        </pc:spChg>
        <pc:spChg chg="mod">
          <ac:chgData name="Mohammad Salman" userId="cfd6754c-e613-4f6f-bb98-36aef69d8c31" providerId="ADAL" clId="{454126D1-02F7-4D76-A3B3-8C1A00D8AA68}" dt="2023-10-12T07:01:28.601" v="8428" actId="400"/>
          <ac:spMkLst>
            <pc:docMk/>
            <pc:sldMk cId="2396193046" sldId="306"/>
            <ac:spMk id="3" creationId="{C74140B8-1BCA-3D84-2BE8-A2BDE988F39A}"/>
          </ac:spMkLst>
        </pc:spChg>
      </pc:sldChg>
      <pc:sldChg chg="addSp delSp modSp new mod setBg modClrScheme chgLayout">
        <pc:chgData name="Mohammad Salman" userId="cfd6754c-e613-4f6f-bb98-36aef69d8c31" providerId="ADAL" clId="{454126D1-02F7-4D76-A3B3-8C1A00D8AA68}" dt="2023-10-13T04:54:10.287" v="10796" actId="20577"/>
        <pc:sldMkLst>
          <pc:docMk/>
          <pc:sldMk cId="1037380333" sldId="307"/>
        </pc:sldMkLst>
        <pc:spChg chg="del mod ord">
          <ac:chgData name="Mohammad Salman" userId="cfd6754c-e613-4f6f-bb98-36aef69d8c31" providerId="ADAL" clId="{454126D1-02F7-4D76-A3B3-8C1A00D8AA68}" dt="2023-10-12T07:01:39.408" v="8430" actId="700"/>
          <ac:spMkLst>
            <pc:docMk/>
            <pc:sldMk cId="1037380333" sldId="307"/>
            <ac:spMk id="2" creationId="{0BE920F7-F182-BFC1-D0CE-35E16A85A914}"/>
          </ac:spMkLst>
        </pc:spChg>
        <pc:spChg chg="del mod ord">
          <ac:chgData name="Mohammad Salman" userId="cfd6754c-e613-4f6f-bb98-36aef69d8c31" providerId="ADAL" clId="{454126D1-02F7-4D76-A3B3-8C1A00D8AA68}" dt="2023-10-12T07:01:39.408" v="8430" actId="700"/>
          <ac:spMkLst>
            <pc:docMk/>
            <pc:sldMk cId="1037380333" sldId="307"/>
            <ac:spMk id="3" creationId="{533E9DAB-92C4-550F-6628-0F595CF27D51}"/>
          </ac:spMkLst>
        </pc:spChg>
        <pc:spChg chg="add mod ord">
          <ac:chgData name="Mohammad Salman" userId="cfd6754c-e613-4f6f-bb98-36aef69d8c31" providerId="ADAL" clId="{454126D1-02F7-4D76-A3B3-8C1A00D8AA68}" dt="2023-10-12T07:01:50.743" v="8464" actId="113"/>
          <ac:spMkLst>
            <pc:docMk/>
            <pc:sldMk cId="1037380333" sldId="307"/>
            <ac:spMk id="4" creationId="{FD5AAB6D-ECE3-3805-BA6C-57C04A793342}"/>
          </ac:spMkLst>
        </pc:spChg>
        <pc:spChg chg="add mod ord">
          <ac:chgData name="Mohammad Salman" userId="cfd6754c-e613-4f6f-bb98-36aef69d8c31" providerId="ADAL" clId="{454126D1-02F7-4D76-A3B3-8C1A00D8AA68}" dt="2023-10-13T04:54:10.287" v="10796" actId="20577"/>
          <ac:spMkLst>
            <pc:docMk/>
            <pc:sldMk cId="1037380333" sldId="307"/>
            <ac:spMk id="5" creationId="{4108EDF8-03AD-1F11-C0E6-AF903B0EC31A}"/>
          </ac:spMkLst>
        </pc:spChg>
      </pc:sldChg>
      <pc:sldChg chg="modSp new mod ord">
        <pc:chgData name="Mohammad Salman" userId="cfd6754c-e613-4f6f-bb98-36aef69d8c31" providerId="ADAL" clId="{454126D1-02F7-4D76-A3B3-8C1A00D8AA68}" dt="2023-10-13T04:55:19.847" v="10830"/>
        <pc:sldMkLst>
          <pc:docMk/>
          <pc:sldMk cId="1960393696" sldId="308"/>
        </pc:sldMkLst>
        <pc:spChg chg="mod">
          <ac:chgData name="Mohammad Salman" userId="cfd6754c-e613-4f6f-bb98-36aef69d8c31" providerId="ADAL" clId="{454126D1-02F7-4D76-A3B3-8C1A00D8AA68}" dt="2023-10-12T07:08:20.251" v="8550" actId="113"/>
          <ac:spMkLst>
            <pc:docMk/>
            <pc:sldMk cId="1960393696" sldId="308"/>
            <ac:spMk id="2" creationId="{BFBEAB8E-7D8D-065A-0078-1BB358BB373C}"/>
          </ac:spMkLst>
        </pc:spChg>
        <pc:spChg chg="mod">
          <ac:chgData name="Mohammad Salman" userId="cfd6754c-e613-4f6f-bb98-36aef69d8c31" providerId="ADAL" clId="{454126D1-02F7-4D76-A3B3-8C1A00D8AA68}" dt="2023-10-12T07:12:20.323" v="8824" actId="113"/>
          <ac:spMkLst>
            <pc:docMk/>
            <pc:sldMk cId="1960393696" sldId="308"/>
            <ac:spMk id="3" creationId="{241973D2-32A2-5A0C-0002-F20B334A9C23}"/>
          </ac:spMkLst>
        </pc:spChg>
      </pc:sldChg>
      <pc:sldChg chg="modSp new mod ord modAnim">
        <pc:chgData name="Mohammad Salman" userId="cfd6754c-e613-4f6f-bb98-36aef69d8c31" providerId="ADAL" clId="{454126D1-02F7-4D76-A3B3-8C1A00D8AA68}" dt="2023-10-23T14:50:32.563" v="16945" actId="113"/>
        <pc:sldMkLst>
          <pc:docMk/>
          <pc:sldMk cId="614641063" sldId="309"/>
        </pc:sldMkLst>
        <pc:spChg chg="mod">
          <ac:chgData name="Mohammad Salman" userId="cfd6754c-e613-4f6f-bb98-36aef69d8c31" providerId="ADAL" clId="{454126D1-02F7-4D76-A3B3-8C1A00D8AA68}" dt="2023-10-13T04:59:32.542" v="11003" actId="20577"/>
          <ac:spMkLst>
            <pc:docMk/>
            <pc:sldMk cId="614641063" sldId="309"/>
            <ac:spMk id="2" creationId="{B74486E8-0D4B-9206-44C3-BFFFBC1B37C0}"/>
          </ac:spMkLst>
        </pc:spChg>
        <pc:spChg chg="mod">
          <ac:chgData name="Mohammad Salman" userId="cfd6754c-e613-4f6f-bb98-36aef69d8c31" providerId="ADAL" clId="{454126D1-02F7-4D76-A3B3-8C1A00D8AA68}" dt="2023-10-23T14:50:32.563" v="16945" actId="113"/>
          <ac:spMkLst>
            <pc:docMk/>
            <pc:sldMk cId="614641063" sldId="309"/>
            <ac:spMk id="3" creationId="{3A2717CC-DD48-DA7B-B7CF-C2A3F51882F6}"/>
          </ac:spMkLst>
        </pc:spChg>
      </pc:sldChg>
      <pc:sldChg chg="addSp delSp modSp new del mod">
        <pc:chgData name="Mohammad Salman" userId="cfd6754c-e613-4f6f-bb98-36aef69d8c31" providerId="ADAL" clId="{454126D1-02F7-4D76-A3B3-8C1A00D8AA68}" dt="2023-10-23T14:59:44.079" v="17274" actId="47"/>
        <pc:sldMkLst>
          <pc:docMk/>
          <pc:sldMk cId="2519546048" sldId="310"/>
        </pc:sldMkLst>
        <pc:spChg chg="del">
          <ac:chgData name="Mohammad Salman" userId="cfd6754c-e613-4f6f-bb98-36aef69d8c31" providerId="ADAL" clId="{454126D1-02F7-4D76-A3B3-8C1A00D8AA68}" dt="2023-10-12T07:22:24.324" v="8826" actId="478"/>
          <ac:spMkLst>
            <pc:docMk/>
            <pc:sldMk cId="2519546048" sldId="310"/>
            <ac:spMk id="2" creationId="{50D7758F-FCB7-0A5C-C301-3761038BE108}"/>
          </ac:spMkLst>
        </pc:spChg>
        <pc:spChg chg="del">
          <ac:chgData name="Mohammad Salman" userId="cfd6754c-e613-4f6f-bb98-36aef69d8c31" providerId="ADAL" clId="{454126D1-02F7-4D76-A3B3-8C1A00D8AA68}" dt="2023-10-12T07:22:24.324" v="8826" actId="478"/>
          <ac:spMkLst>
            <pc:docMk/>
            <pc:sldMk cId="2519546048" sldId="310"/>
            <ac:spMk id="3" creationId="{897C4A3C-E72F-B27F-5FA1-2B2DE20BD01B}"/>
          </ac:spMkLst>
        </pc:spChg>
        <pc:spChg chg="add del mod">
          <ac:chgData name="Mohammad Salman" userId="cfd6754c-e613-4f6f-bb98-36aef69d8c31" providerId="ADAL" clId="{454126D1-02F7-4D76-A3B3-8C1A00D8AA68}" dt="2023-10-12T07:22:32.354" v="8829" actId="478"/>
          <ac:spMkLst>
            <pc:docMk/>
            <pc:sldMk cId="2519546048" sldId="310"/>
            <ac:spMk id="5" creationId="{C4339A8C-F5DA-712B-CA99-87830FF82FA8}"/>
          </ac:spMkLst>
        </pc:spChg>
        <pc:spChg chg="add mod">
          <ac:chgData name="Mohammad Salman" userId="cfd6754c-e613-4f6f-bb98-36aef69d8c31" providerId="ADAL" clId="{454126D1-02F7-4D76-A3B3-8C1A00D8AA68}" dt="2023-10-12T07:24:47.512" v="8851" actId="1076"/>
          <ac:spMkLst>
            <pc:docMk/>
            <pc:sldMk cId="2519546048" sldId="310"/>
            <ac:spMk id="9" creationId="{127FC0D6-A1ED-A014-3D47-727A67D65AC9}"/>
          </ac:spMkLst>
        </pc:spChg>
        <pc:spChg chg="add mod">
          <ac:chgData name="Mohammad Salman" userId="cfd6754c-e613-4f6f-bb98-36aef69d8c31" providerId="ADAL" clId="{454126D1-02F7-4D76-A3B3-8C1A00D8AA68}" dt="2023-10-12T07:24:53.458" v="8852" actId="1076"/>
          <ac:spMkLst>
            <pc:docMk/>
            <pc:sldMk cId="2519546048" sldId="310"/>
            <ac:spMk id="11" creationId="{AB31D206-937F-F100-C009-EDA0ECF4F2FC}"/>
          </ac:spMkLst>
        </pc:spChg>
        <pc:picChg chg="add del mod">
          <ac:chgData name="Mohammad Salman" userId="cfd6754c-e613-4f6f-bb98-36aef69d8c31" providerId="ADAL" clId="{454126D1-02F7-4D76-A3B3-8C1A00D8AA68}" dt="2023-10-12T07:23:27.225" v="8835" actId="478"/>
          <ac:picMkLst>
            <pc:docMk/>
            <pc:sldMk cId="2519546048" sldId="310"/>
            <ac:picMk id="7" creationId="{9AE99092-25F2-7274-36EA-8FC917333801}"/>
          </ac:picMkLst>
        </pc:picChg>
      </pc:sldChg>
      <pc:sldChg chg="addSp modSp add del mod">
        <pc:chgData name="Mohammad Salman" userId="cfd6754c-e613-4f6f-bb98-36aef69d8c31" providerId="ADAL" clId="{454126D1-02F7-4D76-A3B3-8C1A00D8AA68}" dt="2023-10-23T14:59:47.946" v="17275" actId="47"/>
        <pc:sldMkLst>
          <pc:docMk/>
          <pc:sldMk cId="252365486" sldId="311"/>
        </pc:sldMkLst>
        <pc:spChg chg="add mod">
          <ac:chgData name="Mohammad Salman" userId="cfd6754c-e613-4f6f-bb98-36aef69d8c31" providerId="ADAL" clId="{454126D1-02F7-4D76-A3B3-8C1A00D8AA68}" dt="2023-10-12T07:27:04.825" v="8869" actId="1076"/>
          <ac:spMkLst>
            <pc:docMk/>
            <pc:sldMk cId="252365486" sldId="311"/>
            <ac:spMk id="3" creationId="{22E2814E-C7BE-C24E-047F-F366C97B7B7F}"/>
          </ac:spMkLst>
        </pc:spChg>
        <pc:spChg chg="mod">
          <ac:chgData name="Mohammad Salman" userId="cfd6754c-e613-4f6f-bb98-36aef69d8c31" providerId="ADAL" clId="{454126D1-02F7-4D76-A3B3-8C1A00D8AA68}" dt="2023-10-12T07:25:57.358" v="8863" actId="14100"/>
          <ac:spMkLst>
            <pc:docMk/>
            <pc:sldMk cId="252365486" sldId="311"/>
            <ac:spMk id="9" creationId="{127FC0D6-A1ED-A014-3D47-727A67D65AC9}"/>
          </ac:spMkLst>
        </pc:spChg>
        <pc:spChg chg="mod">
          <ac:chgData name="Mohammad Salman" userId="cfd6754c-e613-4f6f-bb98-36aef69d8c31" providerId="ADAL" clId="{454126D1-02F7-4D76-A3B3-8C1A00D8AA68}" dt="2023-10-12T07:25:36.480" v="8859" actId="14100"/>
          <ac:spMkLst>
            <pc:docMk/>
            <pc:sldMk cId="252365486" sldId="311"/>
            <ac:spMk id="11" creationId="{AB31D206-937F-F100-C009-EDA0ECF4F2FC}"/>
          </ac:spMkLst>
        </pc:spChg>
      </pc:sldChg>
      <pc:sldChg chg="addSp delSp modSp new add del mod delAnim modAnim modNotesTx">
        <pc:chgData name="Mohammad Salman" userId="cfd6754c-e613-4f6f-bb98-36aef69d8c31" providerId="ADAL" clId="{454126D1-02F7-4D76-A3B3-8C1A00D8AA68}" dt="2023-10-23T14:54:48.773" v="17081" actId="47"/>
        <pc:sldMkLst>
          <pc:docMk/>
          <pc:sldMk cId="1167907444" sldId="312"/>
        </pc:sldMkLst>
        <pc:spChg chg="del">
          <ac:chgData name="Mohammad Salman" userId="cfd6754c-e613-4f6f-bb98-36aef69d8c31" providerId="ADAL" clId="{454126D1-02F7-4D76-A3B3-8C1A00D8AA68}" dt="2023-10-12T08:45:21.480" v="8871" actId="478"/>
          <ac:spMkLst>
            <pc:docMk/>
            <pc:sldMk cId="1167907444" sldId="312"/>
            <ac:spMk id="2" creationId="{AEED3AA0-0CAE-7569-FFC3-ADD048803F94}"/>
          </ac:spMkLst>
        </pc:spChg>
        <pc:spChg chg="del">
          <ac:chgData name="Mohammad Salman" userId="cfd6754c-e613-4f6f-bb98-36aef69d8c31" providerId="ADAL" clId="{454126D1-02F7-4D76-A3B3-8C1A00D8AA68}" dt="2023-10-12T08:45:21.480" v="8871" actId="478"/>
          <ac:spMkLst>
            <pc:docMk/>
            <pc:sldMk cId="1167907444" sldId="312"/>
            <ac:spMk id="3" creationId="{08F5BBC6-98B1-D0CA-1063-CCA4C5493C4E}"/>
          </ac:spMkLst>
        </pc:spChg>
        <pc:spChg chg="add del mod">
          <ac:chgData name="Mohammad Salman" userId="cfd6754c-e613-4f6f-bb98-36aef69d8c31" providerId="ADAL" clId="{454126D1-02F7-4D76-A3B3-8C1A00D8AA68}" dt="2023-10-12T08:48:24.112" v="8874" actId="478"/>
          <ac:spMkLst>
            <pc:docMk/>
            <pc:sldMk cId="1167907444" sldId="312"/>
            <ac:spMk id="4" creationId="{373985CE-3CB5-2F7D-C31E-115F4DB890CC}"/>
          </ac:spMkLst>
        </pc:spChg>
        <pc:spChg chg="add del mod">
          <ac:chgData name="Mohammad Salman" userId="cfd6754c-e613-4f6f-bb98-36aef69d8c31" providerId="ADAL" clId="{454126D1-02F7-4D76-A3B3-8C1A00D8AA68}" dt="2023-10-12T12:36:52.943" v="8974" actId="478"/>
          <ac:spMkLst>
            <pc:docMk/>
            <pc:sldMk cId="1167907444" sldId="312"/>
            <ac:spMk id="6" creationId="{5DB9F77E-EB44-47C3-9889-77EED6FF9619}"/>
          </ac:spMkLst>
        </pc:spChg>
        <pc:spChg chg="add mod">
          <ac:chgData name="Mohammad Salman" userId="cfd6754c-e613-4f6f-bb98-36aef69d8c31" providerId="ADAL" clId="{454126D1-02F7-4D76-A3B3-8C1A00D8AA68}" dt="2023-10-12T12:40:20.950" v="9037" actId="692"/>
          <ac:spMkLst>
            <pc:docMk/>
            <pc:sldMk cId="1167907444" sldId="312"/>
            <ac:spMk id="8" creationId="{375480FB-E028-9ED0-CED5-92EF68F48053}"/>
          </ac:spMkLst>
        </pc:spChg>
        <pc:spChg chg="add del mod">
          <ac:chgData name="Mohammad Salman" userId="cfd6754c-e613-4f6f-bb98-36aef69d8c31" providerId="ADAL" clId="{454126D1-02F7-4D76-A3B3-8C1A00D8AA68}" dt="2023-10-12T12:36:54.869" v="8975" actId="478"/>
          <ac:spMkLst>
            <pc:docMk/>
            <pc:sldMk cId="1167907444" sldId="312"/>
            <ac:spMk id="9" creationId="{409729B5-27A1-AD4D-9AD1-1FF083056388}"/>
          </ac:spMkLst>
        </pc:spChg>
        <pc:spChg chg="add del mod">
          <ac:chgData name="Mohammad Salman" userId="cfd6754c-e613-4f6f-bb98-36aef69d8c31" providerId="ADAL" clId="{454126D1-02F7-4D76-A3B3-8C1A00D8AA68}" dt="2023-10-12T12:36:54.869" v="8975" actId="478"/>
          <ac:spMkLst>
            <pc:docMk/>
            <pc:sldMk cId="1167907444" sldId="312"/>
            <ac:spMk id="10" creationId="{1E669A46-4D64-8F78-EDC7-D37520317D0A}"/>
          </ac:spMkLst>
        </pc:spChg>
        <pc:spChg chg="add mod">
          <ac:chgData name="Mohammad Salman" userId="cfd6754c-e613-4f6f-bb98-36aef69d8c31" providerId="ADAL" clId="{454126D1-02F7-4D76-A3B3-8C1A00D8AA68}" dt="2023-10-12T12:37:39.541" v="8992" actId="14100"/>
          <ac:spMkLst>
            <pc:docMk/>
            <pc:sldMk cId="1167907444" sldId="312"/>
            <ac:spMk id="12" creationId="{42C6212C-D373-8EB0-8639-D4B8FF5E0A56}"/>
          </ac:spMkLst>
        </pc:spChg>
        <pc:spChg chg="add mod">
          <ac:chgData name="Mohammad Salman" userId="cfd6754c-e613-4f6f-bb98-36aef69d8c31" providerId="ADAL" clId="{454126D1-02F7-4D76-A3B3-8C1A00D8AA68}" dt="2023-10-12T12:40:39.145" v="9038" actId="1076"/>
          <ac:spMkLst>
            <pc:docMk/>
            <pc:sldMk cId="1167907444" sldId="312"/>
            <ac:spMk id="14" creationId="{95CBFF2E-7EB6-CF2C-94E9-33184E1A51A7}"/>
          </ac:spMkLst>
        </pc:spChg>
        <pc:spChg chg="add mod">
          <ac:chgData name="Mohammad Salman" userId="cfd6754c-e613-4f6f-bb98-36aef69d8c31" providerId="ADAL" clId="{454126D1-02F7-4D76-A3B3-8C1A00D8AA68}" dt="2023-10-12T12:41:30.113" v="9042" actId="14100"/>
          <ac:spMkLst>
            <pc:docMk/>
            <pc:sldMk cId="1167907444" sldId="312"/>
            <ac:spMk id="15" creationId="{3D9FC4E6-8EDF-F1D1-62FB-B295C0CBF43E}"/>
          </ac:spMkLst>
        </pc:spChg>
        <pc:spChg chg="add mod">
          <ac:chgData name="Mohammad Salman" userId="cfd6754c-e613-4f6f-bb98-36aef69d8c31" providerId="ADAL" clId="{454126D1-02F7-4D76-A3B3-8C1A00D8AA68}" dt="2023-10-12T12:42:35.840" v="9050" actId="14100"/>
          <ac:spMkLst>
            <pc:docMk/>
            <pc:sldMk cId="1167907444" sldId="312"/>
            <ac:spMk id="16" creationId="{579B3EB6-39D6-D59F-05DD-70C5464F62E5}"/>
          </ac:spMkLst>
        </pc:spChg>
      </pc:sldChg>
      <pc:sldChg chg="addSp delSp modSp add del mod setBg modAnim chgLayout">
        <pc:chgData name="Mohammad Salman" userId="cfd6754c-e613-4f6f-bb98-36aef69d8c31" providerId="ADAL" clId="{454126D1-02F7-4D76-A3B3-8C1A00D8AA68}" dt="2023-10-23T14:59:41.990" v="17273" actId="47"/>
        <pc:sldMkLst>
          <pc:docMk/>
          <pc:sldMk cId="1594803917" sldId="313"/>
        </pc:sldMkLst>
        <pc:spChg chg="add mod">
          <ac:chgData name="Mohammad Salman" userId="cfd6754c-e613-4f6f-bb98-36aef69d8c31" providerId="ADAL" clId="{454126D1-02F7-4D76-A3B3-8C1A00D8AA68}" dt="2023-10-12T14:02:43.266" v="10744" actId="700"/>
          <ac:spMkLst>
            <pc:docMk/>
            <pc:sldMk cId="1594803917" sldId="313"/>
            <ac:spMk id="2" creationId="{4F791480-322F-FA4C-37FF-A64B7EE0F7AA}"/>
          </ac:spMkLst>
        </pc:spChg>
        <pc:spChg chg="add mod">
          <ac:chgData name="Mohammad Salman" userId="cfd6754c-e613-4f6f-bb98-36aef69d8c31" providerId="ADAL" clId="{454126D1-02F7-4D76-A3B3-8C1A00D8AA68}" dt="2023-10-12T14:02:56.478" v="10794" actId="20577"/>
          <ac:spMkLst>
            <pc:docMk/>
            <pc:sldMk cId="1594803917" sldId="313"/>
            <ac:spMk id="3" creationId="{38832E82-689C-BBD6-0BA1-B51438F487F6}"/>
          </ac:spMkLst>
        </pc:spChg>
        <pc:spChg chg="del">
          <ac:chgData name="Mohammad Salman" userId="cfd6754c-e613-4f6f-bb98-36aef69d8c31" providerId="ADAL" clId="{454126D1-02F7-4D76-A3B3-8C1A00D8AA68}" dt="2023-10-12T12:47:31.160" v="9309" actId="478"/>
          <ac:spMkLst>
            <pc:docMk/>
            <pc:sldMk cId="1594803917" sldId="313"/>
            <ac:spMk id="6" creationId="{5DB9F77E-EB44-47C3-9889-77EED6FF9619}"/>
          </ac:spMkLst>
        </pc:spChg>
        <pc:spChg chg="del mod">
          <ac:chgData name="Mohammad Salman" userId="cfd6754c-e613-4f6f-bb98-36aef69d8c31" providerId="ADAL" clId="{454126D1-02F7-4D76-A3B3-8C1A00D8AA68}" dt="2023-10-12T12:47:31.160" v="9309" actId="478"/>
          <ac:spMkLst>
            <pc:docMk/>
            <pc:sldMk cId="1594803917" sldId="313"/>
            <ac:spMk id="8" creationId="{375480FB-E028-9ED0-CED5-92EF68F48053}"/>
          </ac:spMkLst>
        </pc:spChg>
        <pc:spChg chg="del">
          <ac:chgData name="Mohammad Salman" userId="cfd6754c-e613-4f6f-bb98-36aef69d8c31" providerId="ADAL" clId="{454126D1-02F7-4D76-A3B3-8C1A00D8AA68}" dt="2023-10-12T12:47:31.160" v="9309" actId="478"/>
          <ac:spMkLst>
            <pc:docMk/>
            <pc:sldMk cId="1594803917" sldId="313"/>
            <ac:spMk id="9" creationId="{409729B5-27A1-AD4D-9AD1-1FF083056388}"/>
          </ac:spMkLst>
        </pc:spChg>
        <pc:spChg chg="del">
          <ac:chgData name="Mohammad Salman" userId="cfd6754c-e613-4f6f-bb98-36aef69d8c31" providerId="ADAL" clId="{454126D1-02F7-4D76-A3B3-8C1A00D8AA68}" dt="2023-10-12T12:47:31.160" v="9309" actId="478"/>
          <ac:spMkLst>
            <pc:docMk/>
            <pc:sldMk cId="1594803917" sldId="313"/>
            <ac:spMk id="10" creationId="{1E669A46-4D64-8F78-EDC7-D37520317D0A}"/>
          </ac:spMkLst>
        </pc:spChg>
      </pc:sldChg>
      <pc:sldChg chg="addSp delSp modSp new add del mod">
        <pc:chgData name="Mohammad Salman" userId="cfd6754c-e613-4f6f-bb98-36aef69d8c31" providerId="ADAL" clId="{454126D1-02F7-4D76-A3B3-8C1A00D8AA68}" dt="2023-10-23T14:59:22.796" v="17266" actId="47"/>
        <pc:sldMkLst>
          <pc:docMk/>
          <pc:sldMk cId="6464253" sldId="314"/>
        </pc:sldMkLst>
        <pc:spChg chg="del">
          <ac:chgData name="Mohammad Salman" userId="cfd6754c-e613-4f6f-bb98-36aef69d8c31" providerId="ADAL" clId="{454126D1-02F7-4D76-A3B3-8C1A00D8AA68}" dt="2023-10-12T12:44:47.960" v="9269" actId="478"/>
          <ac:spMkLst>
            <pc:docMk/>
            <pc:sldMk cId="6464253" sldId="314"/>
            <ac:spMk id="2" creationId="{BCAE2742-8976-D665-447D-FDD7D851379D}"/>
          </ac:spMkLst>
        </pc:spChg>
        <pc:spChg chg="del mod">
          <ac:chgData name="Mohammad Salman" userId="cfd6754c-e613-4f6f-bb98-36aef69d8c31" providerId="ADAL" clId="{454126D1-02F7-4D76-A3B3-8C1A00D8AA68}" dt="2023-10-12T12:44:52.682" v="9271" actId="478"/>
          <ac:spMkLst>
            <pc:docMk/>
            <pc:sldMk cId="6464253" sldId="314"/>
            <ac:spMk id="3" creationId="{4CD74A75-1DF2-9386-00C1-9C058CD1D706}"/>
          </ac:spMkLst>
        </pc:spChg>
        <pc:spChg chg="add mod">
          <ac:chgData name="Mohammad Salman" userId="cfd6754c-e613-4f6f-bb98-36aef69d8c31" providerId="ADAL" clId="{454126D1-02F7-4D76-A3B3-8C1A00D8AA68}" dt="2023-10-12T12:45:34.290" v="9288" actId="113"/>
          <ac:spMkLst>
            <pc:docMk/>
            <pc:sldMk cId="6464253" sldId="314"/>
            <ac:spMk id="4" creationId="{4FF4304A-37AD-8200-D15C-A8A3AAB3CA59}"/>
          </ac:spMkLst>
        </pc:spChg>
        <pc:spChg chg="add del">
          <ac:chgData name="Mohammad Salman" userId="cfd6754c-e613-4f6f-bb98-36aef69d8c31" providerId="ADAL" clId="{454126D1-02F7-4D76-A3B3-8C1A00D8AA68}" dt="2023-10-12T12:45:56.400" v="9290" actId="22"/>
          <ac:spMkLst>
            <pc:docMk/>
            <pc:sldMk cId="6464253" sldId="314"/>
            <ac:spMk id="6" creationId="{96580C19-64F5-D04B-8920-B44E99181492}"/>
          </ac:spMkLst>
        </pc:spChg>
        <pc:spChg chg="add del">
          <ac:chgData name="Mohammad Salman" userId="cfd6754c-e613-4f6f-bb98-36aef69d8c31" providerId="ADAL" clId="{454126D1-02F7-4D76-A3B3-8C1A00D8AA68}" dt="2023-10-12T12:46:11.700" v="9292" actId="478"/>
          <ac:spMkLst>
            <pc:docMk/>
            <pc:sldMk cId="6464253" sldId="314"/>
            <ac:spMk id="8" creationId="{64F23241-CB0C-C37C-2D69-1176D222246F}"/>
          </ac:spMkLst>
        </pc:spChg>
        <pc:spChg chg="add mod">
          <ac:chgData name="Mohammad Salman" userId="cfd6754c-e613-4f6f-bb98-36aef69d8c31" providerId="ADAL" clId="{454126D1-02F7-4D76-A3B3-8C1A00D8AA68}" dt="2023-10-12T12:47:05.582" v="9308" actId="1076"/>
          <ac:spMkLst>
            <pc:docMk/>
            <pc:sldMk cId="6464253" sldId="314"/>
            <ac:spMk id="10" creationId="{D3BC0BFA-537A-D05B-8724-E418FA64464D}"/>
          </ac:spMkLst>
        </pc:spChg>
        <pc:spChg chg="add mod">
          <ac:chgData name="Mohammad Salman" userId="cfd6754c-e613-4f6f-bb98-36aef69d8c31" providerId="ADAL" clId="{454126D1-02F7-4D76-A3B3-8C1A00D8AA68}" dt="2023-10-12T12:47:02.072" v="9307" actId="1076"/>
          <ac:spMkLst>
            <pc:docMk/>
            <pc:sldMk cId="6464253" sldId="314"/>
            <ac:spMk id="12" creationId="{5F7D2672-39DD-7B21-91E9-E04F42F29743}"/>
          </ac:spMkLst>
        </pc:spChg>
      </pc:sldChg>
      <pc:sldChg chg="addSp delSp modSp add del mod addAnim delAnim modAnim modNotesTx">
        <pc:chgData name="Mohammad Salman" userId="cfd6754c-e613-4f6f-bb98-36aef69d8c31" providerId="ADAL" clId="{454126D1-02F7-4D76-A3B3-8C1A00D8AA68}" dt="2023-10-23T14:59:28.104" v="17267" actId="47"/>
        <pc:sldMkLst>
          <pc:docMk/>
          <pc:sldMk cId="4182110731" sldId="315"/>
        </pc:sldMkLst>
        <pc:spChg chg="add mod">
          <ac:chgData name="Mohammad Salman" userId="cfd6754c-e613-4f6f-bb98-36aef69d8c31" providerId="ADAL" clId="{454126D1-02F7-4D76-A3B3-8C1A00D8AA68}" dt="2023-10-12T13:05:23.471" v="9915" actId="20577"/>
          <ac:spMkLst>
            <pc:docMk/>
            <pc:sldMk cId="4182110731" sldId="315"/>
            <ac:spMk id="2" creationId="{6A3AB300-A80D-8330-448D-D92F1C45BB5B}"/>
          </ac:spMkLst>
        </pc:spChg>
        <pc:spChg chg="add del mod">
          <ac:chgData name="Mohammad Salman" userId="cfd6754c-e613-4f6f-bb98-36aef69d8c31" providerId="ADAL" clId="{454126D1-02F7-4D76-A3B3-8C1A00D8AA68}" dt="2023-10-12T13:02:23.701" v="9862" actId="478"/>
          <ac:spMkLst>
            <pc:docMk/>
            <pc:sldMk cId="4182110731" sldId="315"/>
            <ac:spMk id="4" creationId="{6981D0AB-CD9A-EC0E-37A6-D8370DAB1BEC}"/>
          </ac:spMkLst>
        </pc:spChg>
        <pc:spChg chg="mod">
          <ac:chgData name="Mohammad Salman" userId="cfd6754c-e613-4f6f-bb98-36aef69d8c31" providerId="ADAL" clId="{454126D1-02F7-4D76-A3B3-8C1A00D8AA68}" dt="2023-10-12T13:03:57.552" v="9885" actId="1076"/>
          <ac:spMkLst>
            <pc:docMk/>
            <pc:sldMk cId="4182110731" sldId="315"/>
            <ac:spMk id="8" creationId="{375480FB-E028-9ED0-CED5-92EF68F48053}"/>
          </ac:spMkLst>
        </pc:spChg>
        <pc:spChg chg="mod">
          <ac:chgData name="Mohammad Salman" userId="cfd6754c-e613-4f6f-bb98-36aef69d8c31" providerId="ADAL" clId="{454126D1-02F7-4D76-A3B3-8C1A00D8AA68}" dt="2023-10-12T13:03:38.860" v="9873" actId="1076"/>
          <ac:spMkLst>
            <pc:docMk/>
            <pc:sldMk cId="4182110731" sldId="315"/>
            <ac:spMk id="12" creationId="{42C6212C-D373-8EB0-8639-D4B8FF5E0A56}"/>
          </ac:spMkLst>
        </pc:spChg>
        <pc:spChg chg="del">
          <ac:chgData name="Mohammad Salman" userId="cfd6754c-e613-4f6f-bb98-36aef69d8c31" providerId="ADAL" clId="{454126D1-02F7-4D76-A3B3-8C1A00D8AA68}" dt="2023-10-12T12:47:38.591" v="9311" actId="478"/>
          <ac:spMkLst>
            <pc:docMk/>
            <pc:sldMk cId="4182110731" sldId="315"/>
            <ac:spMk id="14" creationId="{95CBFF2E-7EB6-CF2C-94E9-33184E1A51A7}"/>
          </ac:spMkLst>
        </pc:spChg>
        <pc:spChg chg="del">
          <ac:chgData name="Mohammad Salman" userId="cfd6754c-e613-4f6f-bb98-36aef69d8c31" providerId="ADAL" clId="{454126D1-02F7-4D76-A3B3-8C1A00D8AA68}" dt="2023-10-12T12:52:36.892" v="9691" actId="478"/>
          <ac:spMkLst>
            <pc:docMk/>
            <pc:sldMk cId="4182110731" sldId="315"/>
            <ac:spMk id="15" creationId="{3D9FC4E6-8EDF-F1D1-62FB-B295C0CBF43E}"/>
          </ac:spMkLst>
        </pc:spChg>
        <pc:spChg chg="del mod">
          <ac:chgData name="Mohammad Salman" userId="cfd6754c-e613-4f6f-bb98-36aef69d8c31" providerId="ADAL" clId="{454126D1-02F7-4D76-A3B3-8C1A00D8AA68}" dt="2023-10-12T12:52:33.380" v="9690" actId="478"/>
          <ac:spMkLst>
            <pc:docMk/>
            <pc:sldMk cId="4182110731" sldId="315"/>
            <ac:spMk id="16" creationId="{579B3EB6-39D6-D59F-05DD-70C5464F62E5}"/>
          </ac:spMkLst>
        </pc:spChg>
      </pc:sldChg>
      <pc:sldChg chg="delSp modSp add del mod delAnim modAnim">
        <pc:chgData name="Mohammad Salman" userId="cfd6754c-e613-4f6f-bb98-36aef69d8c31" providerId="ADAL" clId="{454126D1-02F7-4D76-A3B3-8C1A00D8AA68}" dt="2023-10-23T14:59:32.072" v="17268" actId="47"/>
        <pc:sldMkLst>
          <pc:docMk/>
          <pc:sldMk cId="4216913355" sldId="316"/>
        </pc:sldMkLst>
        <pc:spChg chg="mod">
          <ac:chgData name="Mohammad Salman" userId="cfd6754c-e613-4f6f-bb98-36aef69d8c31" providerId="ADAL" clId="{454126D1-02F7-4D76-A3B3-8C1A00D8AA68}" dt="2023-10-12T13:08:36.056" v="10245" actId="20577"/>
          <ac:spMkLst>
            <pc:docMk/>
            <pc:sldMk cId="4216913355" sldId="316"/>
            <ac:spMk id="2" creationId="{6A3AB300-A80D-8330-448D-D92F1C45BB5B}"/>
          </ac:spMkLst>
        </pc:spChg>
        <pc:spChg chg="del">
          <ac:chgData name="Mohammad Salman" userId="cfd6754c-e613-4f6f-bb98-36aef69d8c31" providerId="ADAL" clId="{454126D1-02F7-4D76-A3B3-8C1A00D8AA68}" dt="2023-10-12T13:06:25.612" v="9927" actId="478"/>
          <ac:spMkLst>
            <pc:docMk/>
            <pc:sldMk cId="4216913355" sldId="316"/>
            <ac:spMk id="4" creationId="{6981D0AB-CD9A-EC0E-37A6-D8370DAB1BEC}"/>
          </ac:spMkLst>
        </pc:spChg>
        <pc:spChg chg="mod">
          <ac:chgData name="Mohammad Salman" userId="cfd6754c-e613-4f6f-bb98-36aef69d8c31" providerId="ADAL" clId="{454126D1-02F7-4D76-A3B3-8C1A00D8AA68}" dt="2023-10-12T13:06:19.280" v="9926" actId="14100"/>
          <ac:spMkLst>
            <pc:docMk/>
            <pc:sldMk cId="4216913355" sldId="316"/>
            <ac:spMk id="8" creationId="{375480FB-E028-9ED0-CED5-92EF68F48053}"/>
          </ac:spMkLst>
        </pc:spChg>
      </pc:sldChg>
      <pc:sldChg chg="modSp add del modAnim">
        <pc:chgData name="Mohammad Salman" userId="cfd6754c-e613-4f6f-bb98-36aef69d8c31" providerId="ADAL" clId="{454126D1-02F7-4D76-A3B3-8C1A00D8AA68}" dt="2023-10-23T14:59:35.007" v="17269" actId="47"/>
        <pc:sldMkLst>
          <pc:docMk/>
          <pc:sldMk cId="3261891925" sldId="317"/>
        </pc:sldMkLst>
        <pc:spChg chg="mod">
          <ac:chgData name="Mohammad Salman" userId="cfd6754c-e613-4f6f-bb98-36aef69d8c31" providerId="ADAL" clId="{454126D1-02F7-4D76-A3B3-8C1A00D8AA68}" dt="2023-10-12T13:10:57.255" v="10571" actId="113"/>
          <ac:spMkLst>
            <pc:docMk/>
            <pc:sldMk cId="3261891925" sldId="317"/>
            <ac:spMk id="2" creationId="{6A3AB300-A80D-8330-448D-D92F1C45BB5B}"/>
          </ac:spMkLst>
        </pc:spChg>
      </pc:sldChg>
      <pc:sldChg chg="add del">
        <pc:chgData name="Mohammad Salman" userId="cfd6754c-e613-4f6f-bb98-36aef69d8c31" providerId="ADAL" clId="{454126D1-02F7-4D76-A3B3-8C1A00D8AA68}" dt="2023-10-23T14:59:37.173" v="17270" actId="47"/>
        <pc:sldMkLst>
          <pc:docMk/>
          <pc:sldMk cId="2631318392" sldId="318"/>
        </pc:sldMkLst>
      </pc:sldChg>
      <pc:sldChg chg="addSp delSp modSp new del mod delAnim modAnim">
        <pc:chgData name="Mohammad Salman" userId="cfd6754c-e613-4f6f-bb98-36aef69d8c31" providerId="ADAL" clId="{454126D1-02F7-4D76-A3B3-8C1A00D8AA68}" dt="2023-10-23T14:59:38.953" v="17271" actId="47"/>
        <pc:sldMkLst>
          <pc:docMk/>
          <pc:sldMk cId="3638447244" sldId="319"/>
        </pc:sldMkLst>
        <pc:spChg chg="del">
          <ac:chgData name="Mohammad Salman" userId="cfd6754c-e613-4f6f-bb98-36aef69d8c31" providerId="ADAL" clId="{454126D1-02F7-4D76-A3B3-8C1A00D8AA68}" dt="2023-10-12T13:31:25.567" v="10574" actId="478"/>
          <ac:spMkLst>
            <pc:docMk/>
            <pc:sldMk cId="3638447244" sldId="319"/>
            <ac:spMk id="2" creationId="{D1C35050-C694-0F5D-95B8-478363B62A1D}"/>
          </ac:spMkLst>
        </pc:spChg>
        <pc:spChg chg="del">
          <ac:chgData name="Mohammad Salman" userId="cfd6754c-e613-4f6f-bb98-36aef69d8c31" providerId="ADAL" clId="{454126D1-02F7-4D76-A3B3-8C1A00D8AA68}" dt="2023-10-12T13:31:25.567" v="10574" actId="478"/>
          <ac:spMkLst>
            <pc:docMk/>
            <pc:sldMk cId="3638447244" sldId="319"/>
            <ac:spMk id="3" creationId="{2E05AF7A-96AB-7907-56F6-F17F1BEA390C}"/>
          </ac:spMkLst>
        </pc:spChg>
        <pc:spChg chg="add mod">
          <ac:chgData name="Mohammad Salman" userId="cfd6754c-e613-4f6f-bb98-36aef69d8c31" providerId="ADAL" clId="{454126D1-02F7-4D76-A3B3-8C1A00D8AA68}" dt="2023-10-12T13:32:50.673" v="10619" actId="1035"/>
          <ac:spMkLst>
            <pc:docMk/>
            <pc:sldMk cId="3638447244" sldId="319"/>
            <ac:spMk id="6" creationId="{2ABCBFC9-A073-0389-5DD3-36EF94D4AE4D}"/>
          </ac:spMkLst>
        </pc:spChg>
        <pc:spChg chg="add mod">
          <ac:chgData name="Mohammad Salman" userId="cfd6754c-e613-4f6f-bb98-36aef69d8c31" providerId="ADAL" clId="{454126D1-02F7-4D76-A3B3-8C1A00D8AA68}" dt="2023-10-12T13:32:46.619" v="10601" actId="1035"/>
          <ac:spMkLst>
            <pc:docMk/>
            <pc:sldMk cId="3638447244" sldId="319"/>
            <ac:spMk id="7" creationId="{505AD314-9585-2979-5285-644FC3E360E7}"/>
          </ac:spMkLst>
        </pc:spChg>
        <pc:spChg chg="add mod">
          <ac:chgData name="Mohammad Salman" userId="cfd6754c-e613-4f6f-bb98-36aef69d8c31" providerId="ADAL" clId="{454126D1-02F7-4D76-A3B3-8C1A00D8AA68}" dt="2023-10-12T13:32:50.673" v="10619" actId="1035"/>
          <ac:spMkLst>
            <pc:docMk/>
            <pc:sldMk cId="3638447244" sldId="319"/>
            <ac:spMk id="9" creationId="{BFF3D9CF-3700-1E05-11E9-583A26F16D25}"/>
          </ac:spMkLst>
        </pc:spChg>
        <pc:spChg chg="add mod">
          <ac:chgData name="Mohammad Salman" userId="cfd6754c-e613-4f6f-bb98-36aef69d8c31" providerId="ADAL" clId="{454126D1-02F7-4D76-A3B3-8C1A00D8AA68}" dt="2023-10-12T13:31:49.724" v="10575"/>
          <ac:spMkLst>
            <pc:docMk/>
            <pc:sldMk cId="3638447244" sldId="319"/>
            <ac:spMk id="10" creationId="{E5125599-FDE6-AA80-E933-1953E6696101}"/>
          </ac:spMkLst>
        </pc:spChg>
        <pc:spChg chg="add mod">
          <ac:chgData name="Mohammad Salman" userId="cfd6754c-e613-4f6f-bb98-36aef69d8c31" providerId="ADAL" clId="{454126D1-02F7-4D76-A3B3-8C1A00D8AA68}" dt="2023-10-12T13:32:46.619" v="10601" actId="1035"/>
          <ac:spMkLst>
            <pc:docMk/>
            <pc:sldMk cId="3638447244" sldId="319"/>
            <ac:spMk id="15" creationId="{6E59E4F7-87F7-F41B-9933-747BCB6D019C}"/>
          </ac:spMkLst>
        </pc:spChg>
        <pc:spChg chg="add mod">
          <ac:chgData name="Mohammad Salman" userId="cfd6754c-e613-4f6f-bb98-36aef69d8c31" providerId="ADAL" clId="{454126D1-02F7-4D76-A3B3-8C1A00D8AA68}" dt="2023-10-12T13:32:46.619" v="10601" actId="1035"/>
          <ac:spMkLst>
            <pc:docMk/>
            <pc:sldMk cId="3638447244" sldId="319"/>
            <ac:spMk id="16" creationId="{07168CB0-0FB3-4CEC-47D8-642503566800}"/>
          </ac:spMkLst>
        </pc:spChg>
        <pc:spChg chg="add mod">
          <ac:chgData name="Mohammad Salman" userId="cfd6754c-e613-4f6f-bb98-36aef69d8c31" providerId="ADAL" clId="{454126D1-02F7-4D76-A3B3-8C1A00D8AA68}" dt="2023-10-12T13:31:49.724" v="10575"/>
          <ac:spMkLst>
            <pc:docMk/>
            <pc:sldMk cId="3638447244" sldId="319"/>
            <ac:spMk id="17" creationId="{66675C83-6D65-EDD0-02D3-B91F544AB3D5}"/>
          </ac:spMkLst>
        </pc:spChg>
        <pc:spChg chg="add mod">
          <ac:chgData name="Mohammad Salman" userId="cfd6754c-e613-4f6f-bb98-36aef69d8c31" providerId="ADAL" clId="{454126D1-02F7-4D76-A3B3-8C1A00D8AA68}" dt="2023-10-12T13:33:21.356" v="10623" actId="20577"/>
          <ac:spMkLst>
            <pc:docMk/>
            <pc:sldMk cId="3638447244" sldId="319"/>
            <ac:spMk id="19" creationId="{E0D48214-8A44-6653-20B0-A5395C0D2F68}"/>
          </ac:spMkLst>
        </pc:spChg>
        <pc:grpChg chg="add del mod">
          <ac:chgData name="Mohammad Salman" userId="cfd6754c-e613-4f6f-bb98-36aef69d8c31" providerId="ADAL" clId="{454126D1-02F7-4D76-A3B3-8C1A00D8AA68}" dt="2023-10-12T13:35:53.066" v="10661" actId="478"/>
          <ac:grpSpMkLst>
            <pc:docMk/>
            <pc:sldMk cId="3638447244" sldId="319"/>
            <ac:grpSpMk id="11" creationId="{94CBCB8B-9A6C-0936-34E5-6DF90EABD3F0}"/>
          </ac:grpSpMkLst>
        </pc:grpChg>
        <pc:grpChg chg="add del mod">
          <ac:chgData name="Mohammad Salman" userId="cfd6754c-e613-4f6f-bb98-36aef69d8c31" providerId="ADAL" clId="{454126D1-02F7-4D76-A3B3-8C1A00D8AA68}" dt="2023-10-12T13:35:56.139" v="10663" actId="478"/>
          <ac:grpSpMkLst>
            <pc:docMk/>
            <pc:sldMk cId="3638447244" sldId="319"/>
            <ac:grpSpMk id="20" creationId="{50B1C6B7-FD3F-0545-661F-84305F891F0E}"/>
          </ac:grpSpMkLst>
        </pc:grpChg>
        <pc:grpChg chg="add mod">
          <ac:chgData name="Mohammad Salman" userId="cfd6754c-e613-4f6f-bb98-36aef69d8c31" providerId="ADAL" clId="{454126D1-02F7-4D76-A3B3-8C1A00D8AA68}" dt="2023-10-12T13:35:53.543" v="10662"/>
          <ac:grpSpMkLst>
            <pc:docMk/>
            <pc:sldMk cId="3638447244" sldId="319"/>
            <ac:grpSpMk id="23" creationId="{83A04224-0B48-D307-BD10-CF8A697F4ECC}"/>
          </ac:grpSpMkLst>
        </pc:grpChg>
        <pc:grpChg chg="add mod">
          <ac:chgData name="Mohammad Salman" userId="cfd6754c-e613-4f6f-bb98-36aef69d8c31" providerId="ADAL" clId="{454126D1-02F7-4D76-A3B3-8C1A00D8AA68}" dt="2023-10-12T13:36:04.230" v="10665" actId="1076"/>
          <ac:grpSpMkLst>
            <pc:docMk/>
            <pc:sldMk cId="3638447244" sldId="319"/>
            <ac:grpSpMk id="26" creationId="{8E9FB1B6-C592-32DF-A8CC-0281EC4B1514}"/>
          </ac:grpSpMkLst>
        </pc:grpChg>
        <pc:graphicFrameChg chg="add mod modGraphic">
          <ac:chgData name="Mohammad Salman" userId="cfd6754c-e613-4f6f-bb98-36aef69d8c31" providerId="ADAL" clId="{454126D1-02F7-4D76-A3B3-8C1A00D8AA68}" dt="2023-10-12T13:34:00.236" v="10639" actId="20577"/>
          <ac:graphicFrameMkLst>
            <pc:docMk/>
            <pc:sldMk cId="3638447244" sldId="319"/>
            <ac:graphicFrameMk id="4" creationId="{385CF278-F2CF-A295-130C-E8F0E763CD6F}"/>
          </ac:graphicFrameMkLst>
        </pc:graphicFrameChg>
        <pc:graphicFrameChg chg="add mod modGraphic">
          <ac:chgData name="Mohammad Salman" userId="cfd6754c-e613-4f6f-bb98-36aef69d8c31" providerId="ADAL" clId="{454126D1-02F7-4D76-A3B3-8C1A00D8AA68}" dt="2023-10-12T13:33:58.101" v="10636" actId="20577"/>
          <ac:graphicFrameMkLst>
            <pc:docMk/>
            <pc:sldMk cId="3638447244" sldId="319"/>
            <ac:graphicFrameMk id="5" creationId="{7721CB80-115D-5F3F-ACA7-64925A2940C2}"/>
          </ac:graphicFrameMkLst>
        </pc:graphicFrameChg>
        <pc:graphicFrameChg chg="add mod modGraphic">
          <ac:chgData name="Mohammad Salman" userId="cfd6754c-e613-4f6f-bb98-36aef69d8c31" providerId="ADAL" clId="{454126D1-02F7-4D76-A3B3-8C1A00D8AA68}" dt="2023-10-12T13:37:42.854" v="10718" actId="20577"/>
          <ac:graphicFrameMkLst>
            <pc:docMk/>
            <pc:sldMk cId="3638447244" sldId="319"/>
            <ac:graphicFrameMk id="8" creationId="{7A363CE4-F268-613A-DF2D-05B786D233DE}"/>
          </ac:graphicFrameMkLst>
        </pc:graphicFrameChg>
        <pc:graphicFrameChg chg="add mod modGraphic">
          <ac:chgData name="Mohammad Salman" userId="cfd6754c-e613-4f6f-bb98-36aef69d8c31" providerId="ADAL" clId="{454126D1-02F7-4D76-A3B3-8C1A00D8AA68}" dt="2023-10-12T13:38:20.227" v="10742" actId="20577"/>
          <ac:graphicFrameMkLst>
            <pc:docMk/>
            <pc:sldMk cId="3638447244" sldId="319"/>
            <ac:graphicFrameMk id="18" creationId="{130C7124-743B-C8F2-D700-D7EA432540B8}"/>
          </ac:graphicFrameMkLst>
        </pc:graphicFrameChg>
        <pc:inkChg chg="mod">
          <ac:chgData name="Mohammad Salman" userId="cfd6754c-e613-4f6f-bb98-36aef69d8c31" providerId="ADAL" clId="{454126D1-02F7-4D76-A3B3-8C1A00D8AA68}" dt="2023-10-12T13:31:49.724" v="10575"/>
          <ac:inkMkLst>
            <pc:docMk/>
            <pc:sldMk cId="3638447244" sldId="319"/>
            <ac:inkMk id="12" creationId="{979BAE14-8EB4-3F2A-3690-BB540DC016C8}"/>
          </ac:inkMkLst>
        </pc:inkChg>
        <pc:inkChg chg="mod">
          <ac:chgData name="Mohammad Salman" userId="cfd6754c-e613-4f6f-bb98-36aef69d8c31" providerId="ADAL" clId="{454126D1-02F7-4D76-A3B3-8C1A00D8AA68}" dt="2023-10-12T13:31:49.724" v="10575"/>
          <ac:inkMkLst>
            <pc:docMk/>
            <pc:sldMk cId="3638447244" sldId="319"/>
            <ac:inkMk id="13" creationId="{B35C8609-6C6A-D6AC-8F6C-4C513EE4D0CE}"/>
          </ac:inkMkLst>
        </pc:inkChg>
        <pc:inkChg chg="add del mod">
          <ac:chgData name="Mohammad Salman" userId="cfd6754c-e613-4f6f-bb98-36aef69d8c31" providerId="ADAL" clId="{454126D1-02F7-4D76-A3B3-8C1A00D8AA68}" dt="2023-10-12T13:32:26.901" v="10582" actId="478"/>
          <ac:inkMkLst>
            <pc:docMk/>
            <pc:sldMk cId="3638447244" sldId="319"/>
            <ac:inkMk id="14" creationId="{4FFE22B9-18E3-4BF0-DEF4-55EF512EBF30}"/>
          </ac:inkMkLst>
        </pc:inkChg>
        <pc:inkChg chg="mod">
          <ac:chgData name="Mohammad Salman" userId="cfd6754c-e613-4f6f-bb98-36aef69d8c31" providerId="ADAL" clId="{454126D1-02F7-4D76-A3B3-8C1A00D8AA68}" dt="2023-10-12T13:32:28.737" v="10583"/>
          <ac:inkMkLst>
            <pc:docMk/>
            <pc:sldMk cId="3638447244" sldId="319"/>
            <ac:inkMk id="21" creationId="{60B8FEB3-1C45-88A3-CF0C-39B42CE3EE27}"/>
          </ac:inkMkLst>
        </pc:inkChg>
        <pc:inkChg chg="mod">
          <ac:chgData name="Mohammad Salman" userId="cfd6754c-e613-4f6f-bb98-36aef69d8c31" providerId="ADAL" clId="{454126D1-02F7-4D76-A3B3-8C1A00D8AA68}" dt="2023-10-12T13:32:28.737" v="10583"/>
          <ac:inkMkLst>
            <pc:docMk/>
            <pc:sldMk cId="3638447244" sldId="319"/>
            <ac:inkMk id="22" creationId="{A16344F3-8F61-EFD3-AFCD-5086690B31DE}"/>
          </ac:inkMkLst>
        </pc:inkChg>
        <pc:inkChg chg="mod">
          <ac:chgData name="Mohammad Salman" userId="cfd6754c-e613-4f6f-bb98-36aef69d8c31" providerId="ADAL" clId="{454126D1-02F7-4D76-A3B3-8C1A00D8AA68}" dt="2023-10-12T13:35:53.543" v="10662"/>
          <ac:inkMkLst>
            <pc:docMk/>
            <pc:sldMk cId="3638447244" sldId="319"/>
            <ac:inkMk id="24" creationId="{29809419-4946-1363-FF37-7539D38EDC10}"/>
          </ac:inkMkLst>
        </pc:inkChg>
        <pc:inkChg chg="mod">
          <ac:chgData name="Mohammad Salman" userId="cfd6754c-e613-4f6f-bb98-36aef69d8c31" providerId="ADAL" clId="{454126D1-02F7-4D76-A3B3-8C1A00D8AA68}" dt="2023-10-12T13:35:53.543" v="10662"/>
          <ac:inkMkLst>
            <pc:docMk/>
            <pc:sldMk cId="3638447244" sldId="319"/>
            <ac:inkMk id="25" creationId="{CA46F840-0027-3025-077C-8D537E290328}"/>
          </ac:inkMkLst>
        </pc:inkChg>
        <pc:inkChg chg="mod">
          <ac:chgData name="Mohammad Salman" userId="cfd6754c-e613-4f6f-bb98-36aef69d8c31" providerId="ADAL" clId="{454126D1-02F7-4D76-A3B3-8C1A00D8AA68}" dt="2023-10-12T13:35:56.538" v="10664"/>
          <ac:inkMkLst>
            <pc:docMk/>
            <pc:sldMk cId="3638447244" sldId="319"/>
            <ac:inkMk id="27" creationId="{A705D707-7030-8E1B-5948-BF8C27898E12}"/>
          </ac:inkMkLst>
        </pc:inkChg>
        <pc:inkChg chg="mod">
          <ac:chgData name="Mohammad Salman" userId="cfd6754c-e613-4f6f-bb98-36aef69d8c31" providerId="ADAL" clId="{454126D1-02F7-4D76-A3B3-8C1A00D8AA68}" dt="2023-10-12T13:35:56.538" v="10664"/>
          <ac:inkMkLst>
            <pc:docMk/>
            <pc:sldMk cId="3638447244" sldId="319"/>
            <ac:inkMk id="28" creationId="{57995E94-612A-3550-54E9-CCC91033BF94}"/>
          </ac:inkMkLst>
        </pc:inkChg>
      </pc:sldChg>
      <pc:sldChg chg="addSp delSp modSp add del mod modAnim">
        <pc:chgData name="Mohammad Salman" userId="cfd6754c-e613-4f6f-bb98-36aef69d8c31" providerId="ADAL" clId="{454126D1-02F7-4D76-A3B3-8C1A00D8AA68}" dt="2023-10-23T14:59:40.503" v="17272" actId="47"/>
        <pc:sldMkLst>
          <pc:docMk/>
          <pc:sldMk cId="968711774" sldId="320"/>
        </pc:sldMkLst>
        <pc:spChg chg="add mod">
          <ac:chgData name="Mohammad Salman" userId="cfd6754c-e613-4f6f-bb98-36aef69d8c31" providerId="ADAL" clId="{454126D1-02F7-4D76-A3B3-8C1A00D8AA68}" dt="2023-10-12T13:34:35.921" v="10647" actId="1076"/>
          <ac:spMkLst>
            <pc:docMk/>
            <pc:sldMk cId="968711774" sldId="320"/>
            <ac:spMk id="3" creationId="{0C6F4021-E97B-5968-75CC-B54E072BF74A}"/>
          </ac:spMkLst>
        </pc:spChg>
        <pc:spChg chg="add mod">
          <ac:chgData name="Mohammad Salman" userId="cfd6754c-e613-4f6f-bb98-36aef69d8c31" providerId="ADAL" clId="{454126D1-02F7-4D76-A3B3-8C1A00D8AA68}" dt="2023-10-12T13:36:42.988" v="10691" actId="403"/>
          <ac:spMkLst>
            <pc:docMk/>
            <pc:sldMk cId="968711774" sldId="320"/>
            <ac:spMk id="24" creationId="{6A672552-72CF-591E-296E-CECA63277F96}"/>
          </ac:spMkLst>
        </pc:spChg>
        <pc:grpChg chg="mod">
          <ac:chgData name="Mohammad Salman" userId="cfd6754c-e613-4f6f-bb98-36aef69d8c31" providerId="ADAL" clId="{454126D1-02F7-4D76-A3B3-8C1A00D8AA68}" dt="2023-10-12T13:34:51.677" v="10649" actId="14100"/>
          <ac:grpSpMkLst>
            <pc:docMk/>
            <pc:sldMk cId="968711774" sldId="320"/>
            <ac:grpSpMk id="11" creationId="{94CBCB8B-9A6C-0936-34E5-6DF90EABD3F0}"/>
          </ac:grpSpMkLst>
        </pc:grpChg>
        <pc:grpChg chg="del">
          <ac:chgData name="Mohammad Salman" userId="cfd6754c-e613-4f6f-bb98-36aef69d8c31" providerId="ADAL" clId="{454126D1-02F7-4D76-A3B3-8C1A00D8AA68}" dt="2023-10-12T13:34:42.417" v="10648" actId="478"/>
          <ac:grpSpMkLst>
            <pc:docMk/>
            <pc:sldMk cId="968711774" sldId="320"/>
            <ac:grpSpMk id="20" creationId="{50B1C6B7-FD3F-0545-661F-84305F891F0E}"/>
          </ac:grpSpMkLst>
        </pc:grpChg>
        <pc:graphicFrameChg chg="mod">
          <ac:chgData name="Mohammad Salman" userId="cfd6754c-e613-4f6f-bb98-36aef69d8c31" providerId="ADAL" clId="{454126D1-02F7-4D76-A3B3-8C1A00D8AA68}" dt="2023-10-12T13:37:54.838" v="10719"/>
          <ac:graphicFrameMkLst>
            <pc:docMk/>
            <pc:sldMk cId="968711774" sldId="320"/>
            <ac:graphicFrameMk id="8" creationId="{7A363CE4-F268-613A-DF2D-05B786D233DE}"/>
          </ac:graphicFrameMkLst>
        </pc:graphicFrameChg>
        <pc:graphicFrameChg chg="mod">
          <ac:chgData name="Mohammad Salman" userId="cfd6754c-e613-4f6f-bb98-36aef69d8c31" providerId="ADAL" clId="{454126D1-02F7-4D76-A3B3-8C1A00D8AA68}" dt="2023-10-12T13:38:34.419" v="10743"/>
          <ac:graphicFrameMkLst>
            <pc:docMk/>
            <pc:sldMk cId="968711774" sldId="320"/>
            <ac:graphicFrameMk id="18" creationId="{130C7124-743B-C8F2-D700-D7EA432540B8}"/>
          </ac:graphicFrameMkLst>
        </pc:graphicFrameChg>
        <pc:inkChg chg="add del">
          <ac:chgData name="Mohammad Salman" userId="cfd6754c-e613-4f6f-bb98-36aef69d8c31" providerId="ADAL" clId="{454126D1-02F7-4D76-A3B3-8C1A00D8AA68}" dt="2023-10-12T13:35:05.185" v="10651" actId="9405"/>
          <ac:inkMkLst>
            <pc:docMk/>
            <pc:sldMk cId="968711774" sldId="320"/>
            <ac:inkMk id="14" creationId="{F290A8FF-F14B-720E-7FAC-751F01EE84FE}"/>
          </ac:inkMkLst>
        </pc:inkChg>
        <pc:inkChg chg="add mod">
          <ac:chgData name="Mohammad Salman" userId="cfd6754c-e613-4f6f-bb98-36aef69d8c31" providerId="ADAL" clId="{454126D1-02F7-4D76-A3B3-8C1A00D8AA68}" dt="2023-10-12T13:35:47.694" v="10660" actId="14100"/>
          <ac:inkMkLst>
            <pc:docMk/>
            <pc:sldMk cId="968711774" sldId="320"/>
            <ac:inkMk id="23" creationId="{1D983752-0C91-E5D4-473B-8FAA978687F0}"/>
          </ac:inkMkLst>
        </pc:inkChg>
      </pc:sldChg>
      <pc:sldChg chg="addSp delSp modSp add mod">
        <pc:chgData name="Mohammad Salman" userId="cfd6754c-e613-4f6f-bb98-36aef69d8c31" providerId="ADAL" clId="{454126D1-02F7-4D76-A3B3-8C1A00D8AA68}" dt="2023-10-13T10:07:24.680" v="15829" actId="1076"/>
        <pc:sldMkLst>
          <pc:docMk/>
          <pc:sldMk cId="1928249115" sldId="321"/>
        </pc:sldMkLst>
        <pc:spChg chg="add del">
          <ac:chgData name="Mohammad Salman" userId="cfd6754c-e613-4f6f-bb98-36aef69d8c31" providerId="ADAL" clId="{454126D1-02F7-4D76-A3B3-8C1A00D8AA68}" dt="2023-10-13T10:07:11.221" v="15823" actId="22"/>
          <ac:spMkLst>
            <pc:docMk/>
            <pc:sldMk cId="1928249115" sldId="321"/>
            <ac:spMk id="3" creationId="{ECF740D2-E4E6-071F-8A38-90FC09BB82B4}"/>
          </ac:spMkLst>
        </pc:spChg>
        <pc:spChg chg="mod">
          <ac:chgData name="Mohammad Salman" userId="cfd6754c-e613-4f6f-bb98-36aef69d8c31" providerId="ADAL" clId="{454126D1-02F7-4D76-A3B3-8C1A00D8AA68}" dt="2023-10-13T04:54:34.573" v="10827" actId="20577"/>
          <ac:spMkLst>
            <pc:docMk/>
            <pc:sldMk cId="1928249115" sldId="321"/>
            <ac:spMk id="4" creationId="{FD5AAB6D-ECE3-3805-BA6C-57C04A793342}"/>
          </ac:spMkLst>
        </pc:spChg>
        <pc:spChg chg="mod">
          <ac:chgData name="Mohammad Salman" userId="cfd6754c-e613-4f6f-bb98-36aef69d8c31" providerId="ADAL" clId="{454126D1-02F7-4D76-A3B3-8C1A00D8AA68}" dt="2023-10-13T06:36:49.153" v="12790" actId="27636"/>
          <ac:spMkLst>
            <pc:docMk/>
            <pc:sldMk cId="1928249115" sldId="321"/>
            <ac:spMk id="5" creationId="{4108EDF8-03AD-1F11-C0E6-AF903B0EC31A}"/>
          </ac:spMkLst>
        </pc:spChg>
        <pc:spChg chg="add mod">
          <ac:chgData name="Mohammad Salman" userId="cfd6754c-e613-4f6f-bb98-36aef69d8c31" providerId="ADAL" clId="{454126D1-02F7-4D76-A3B3-8C1A00D8AA68}" dt="2023-10-13T10:07:24.680" v="15829" actId="1076"/>
          <ac:spMkLst>
            <pc:docMk/>
            <pc:sldMk cId="1928249115" sldId="321"/>
            <ac:spMk id="7" creationId="{126B1C4A-6BDB-3BDD-8580-B10D903ED9CD}"/>
          </ac:spMkLst>
        </pc:spChg>
      </pc:sldChg>
      <pc:sldChg chg="new del ord">
        <pc:chgData name="Mohammad Salman" userId="cfd6754c-e613-4f6f-bb98-36aef69d8c31" providerId="ADAL" clId="{454126D1-02F7-4D76-A3B3-8C1A00D8AA68}" dt="2023-10-13T04:55:25.174" v="10831" actId="47"/>
        <pc:sldMkLst>
          <pc:docMk/>
          <pc:sldMk cId="3194618490" sldId="322"/>
        </pc:sldMkLst>
      </pc:sldChg>
      <pc:sldChg chg="addSp delSp modSp new mod modAnim modNotesTx">
        <pc:chgData name="Mohammad Salman" userId="cfd6754c-e613-4f6f-bb98-36aef69d8c31" providerId="ADAL" clId="{454126D1-02F7-4D76-A3B3-8C1A00D8AA68}" dt="2023-10-23T14:49:49.448" v="16944" actId="113"/>
        <pc:sldMkLst>
          <pc:docMk/>
          <pc:sldMk cId="3814044307" sldId="322"/>
        </pc:sldMkLst>
        <pc:spChg chg="del">
          <ac:chgData name="Mohammad Salman" userId="cfd6754c-e613-4f6f-bb98-36aef69d8c31" providerId="ADAL" clId="{454126D1-02F7-4D76-A3B3-8C1A00D8AA68}" dt="2023-10-13T04:57:10.985" v="10833" actId="478"/>
          <ac:spMkLst>
            <pc:docMk/>
            <pc:sldMk cId="3814044307" sldId="322"/>
            <ac:spMk id="2" creationId="{6E959285-F3B2-62A3-BF53-7F13E3589F05}"/>
          </ac:spMkLst>
        </pc:spChg>
        <pc:spChg chg="del">
          <ac:chgData name="Mohammad Salman" userId="cfd6754c-e613-4f6f-bb98-36aef69d8c31" providerId="ADAL" clId="{454126D1-02F7-4D76-A3B3-8C1A00D8AA68}" dt="2023-10-13T04:57:10.985" v="10833" actId="478"/>
          <ac:spMkLst>
            <pc:docMk/>
            <pc:sldMk cId="3814044307" sldId="322"/>
            <ac:spMk id="3" creationId="{C0BE6EB9-4127-1529-6A8E-C1EFD1B4FDAA}"/>
          </ac:spMkLst>
        </pc:spChg>
        <pc:spChg chg="add mod">
          <ac:chgData name="Mohammad Salman" userId="cfd6754c-e613-4f6f-bb98-36aef69d8c31" providerId="ADAL" clId="{454126D1-02F7-4D76-A3B3-8C1A00D8AA68}" dt="2023-10-13T04:58:34.899" v="10974" actId="1076"/>
          <ac:spMkLst>
            <pc:docMk/>
            <pc:sldMk cId="3814044307" sldId="322"/>
            <ac:spMk id="5" creationId="{B016FA9A-0E61-3074-1759-6EAF5A666E08}"/>
          </ac:spMkLst>
        </pc:spChg>
        <pc:spChg chg="add mod">
          <ac:chgData name="Mohammad Salman" userId="cfd6754c-e613-4f6f-bb98-36aef69d8c31" providerId="ADAL" clId="{454126D1-02F7-4D76-A3B3-8C1A00D8AA68}" dt="2023-10-23T14:49:49.448" v="16944" actId="113"/>
          <ac:spMkLst>
            <pc:docMk/>
            <pc:sldMk cId="3814044307" sldId="322"/>
            <ac:spMk id="6" creationId="{F48367D4-395C-9B36-BF1C-FDE66B3E6091}"/>
          </ac:spMkLst>
        </pc:spChg>
      </pc:sldChg>
      <pc:sldChg chg="addSp delSp modSp new mod modAnim">
        <pc:chgData name="Mohammad Salman" userId="cfd6754c-e613-4f6f-bb98-36aef69d8c31" providerId="ADAL" clId="{454126D1-02F7-4D76-A3B3-8C1A00D8AA68}" dt="2023-10-13T05:17:36.932" v="11773"/>
        <pc:sldMkLst>
          <pc:docMk/>
          <pc:sldMk cId="1709129438" sldId="323"/>
        </pc:sldMkLst>
        <pc:spChg chg="del">
          <ac:chgData name="Mohammad Salman" userId="cfd6754c-e613-4f6f-bb98-36aef69d8c31" providerId="ADAL" clId="{454126D1-02F7-4D76-A3B3-8C1A00D8AA68}" dt="2023-10-13T05:03:54.784" v="11012" actId="478"/>
          <ac:spMkLst>
            <pc:docMk/>
            <pc:sldMk cId="1709129438" sldId="323"/>
            <ac:spMk id="2" creationId="{C20E93F8-CD47-3918-310A-07757B0FF726}"/>
          </ac:spMkLst>
        </pc:spChg>
        <pc:spChg chg="del">
          <ac:chgData name="Mohammad Salman" userId="cfd6754c-e613-4f6f-bb98-36aef69d8c31" providerId="ADAL" clId="{454126D1-02F7-4D76-A3B3-8C1A00D8AA68}" dt="2023-10-13T05:03:54.784" v="11012" actId="478"/>
          <ac:spMkLst>
            <pc:docMk/>
            <pc:sldMk cId="1709129438" sldId="323"/>
            <ac:spMk id="3" creationId="{76664870-7FD7-4414-B3BA-FF0E187B856F}"/>
          </ac:spMkLst>
        </pc:spChg>
        <pc:spChg chg="add mod">
          <ac:chgData name="Mohammad Salman" userId="cfd6754c-e613-4f6f-bb98-36aef69d8c31" providerId="ADAL" clId="{454126D1-02F7-4D76-A3B3-8C1A00D8AA68}" dt="2023-10-13T05:09:27.232" v="11032" actId="1076"/>
          <ac:spMkLst>
            <pc:docMk/>
            <pc:sldMk cId="1709129438" sldId="323"/>
            <ac:spMk id="5" creationId="{8AEB449A-AD5D-3957-6500-F057D2519393}"/>
          </ac:spMkLst>
        </pc:spChg>
        <pc:spChg chg="add mod">
          <ac:chgData name="Mohammad Salman" userId="cfd6754c-e613-4f6f-bb98-36aef69d8c31" providerId="ADAL" clId="{454126D1-02F7-4D76-A3B3-8C1A00D8AA68}" dt="2023-10-13T05:09:18.796" v="11030" actId="1076"/>
          <ac:spMkLst>
            <pc:docMk/>
            <pc:sldMk cId="1709129438" sldId="323"/>
            <ac:spMk id="7" creationId="{64B62188-1071-B7CA-EE3C-710AD42458B6}"/>
          </ac:spMkLst>
        </pc:spChg>
        <pc:spChg chg="add mod">
          <ac:chgData name="Mohammad Salman" userId="cfd6754c-e613-4f6f-bb98-36aef69d8c31" providerId="ADAL" clId="{454126D1-02F7-4D76-A3B3-8C1A00D8AA68}" dt="2023-10-13T05:17:28.622" v="11772" actId="14100"/>
          <ac:spMkLst>
            <pc:docMk/>
            <pc:sldMk cId="1709129438" sldId="323"/>
            <ac:spMk id="10" creationId="{F4EB8AA2-1CC6-93C1-7EB9-1D11B6846B06}"/>
          </ac:spMkLst>
        </pc:spChg>
        <pc:picChg chg="add del">
          <ac:chgData name="Mohammad Salman" userId="cfd6754c-e613-4f6f-bb98-36aef69d8c31" providerId="ADAL" clId="{454126D1-02F7-4D76-A3B3-8C1A00D8AA68}" dt="2023-10-13T05:11:19.242" v="11034" actId="21"/>
          <ac:picMkLst>
            <pc:docMk/>
            <pc:sldMk cId="1709129438" sldId="323"/>
            <ac:picMk id="9" creationId="{0843A03F-104B-339D-85FF-4C47C978E991}"/>
          </ac:picMkLst>
        </pc:picChg>
      </pc:sldChg>
      <pc:sldChg chg="addSp delSp modSp new mod setBg modAnim modNotesTx">
        <pc:chgData name="Mohammad Salman" userId="cfd6754c-e613-4f6f-bb98-36aef69d8c31" providerId="ADAL" clId="{454126D1-02F7-4D76-A3B3-8C1A00D8AA68}" dt="2023-10-23T14:51:39.504" v="17068" actId="1076"/>
        <pc:sldMkLst>
          <pc:docMk/>
          <pc:sldMk cId="2505475559" sldId="324"/>
        </pc:sldMkLst>
        <pc:spChg chg="del">
          <ac:chgData name="Mohammad Salman" userId="cfd6754c-e613-4f6f-bb98-36aef69d8c31" providerId="ADAL" clId="{454126D1-02F7-4D76-A3B3-8C1A00D8AA68}" dt="2023-10-13T05:11:22.111" v="11036" actId="478"/>
          <ac:spMkLst>
            <pc:docMk/>
            <pc:sldMk cId="2505475559" sldId="324"/>
            <ac:spMk id="2" creationId="{64B9BBFB-43E5-DE44-68B4-DEC546093226}"/>
          </ac:spMkLst>
        </pc:spChg>
        <pc:spChg chg="del">
          <ac:chgData name="Mohammad Salman" userId="cfd6754c-e613-4f6f-bb98-36aef69d8c31" providerId="ADAL" clId="{454126D1-02F7-4D76-A3B3-8C1A00D8AA68}" dt="2023-10-13T05:11:22.111" v="11036" actId="478"/>
          <ac:spMkLst>
            <pc:docMk/>
            <pc:sldMk cId="2505475559" sldId="324"/>
            <ac:spMk id="3" creationId="{46E50ADD-608F-5CC2-0D9D-4BCE995B7E26}"/>
          </ac:spMkLst>
        </pc:spChg>
        <pc:spChg chg="add mod">
          <ac:chgData name="Mohammad Salman" userId="cfd6754c-e613-4f6f-bb98-36aef69d8c31" providerId="ADAL" clId="{454126D1-02F7-4D76-A3B3-8C1A00D8AA68}" dt="2023-10-13T05:18:44.293" v="11851" actId="14100"/>
          <ac:spMkLst>
            <pc:docMk/>
            <pc:sldMk cId="2505475559" sldId="324"/>
            <ac:spMk id="5" creationId="{0C0B61F4-6F45-C227-A6EA-D9AD79611461}"/>
          </ac:spMkLst>
        </pc:spChg>
        <pc:spChg chg="add mod">
          <ac:chgData name="Mohammad Salman" userId="cfd6754c-e613-4f6f-bb98-36aef69d8c31" providerId="ADAL" clId="{454126D1-02F7-4D76-A3B3-8C1A00D8AA68}" dt="2023-10-23T14:51:39.504" v="17068" actId="1076"/>
          <ac:spMkLst>
            <pc:docMk/>
            <pc:sldMk cId="2505475559" sldId="324"/>
            <ac:spMk id="8" creationId="{3995876C-14F0-72C7-CE4D-45F2E42EFD81}"/>
          </ac:spMkLst>
        </pc:spChg>
        <pc:spChg chg="add mod">
          <ac:chgData name="Mohammad Salman" userId="cfd6754c-e613-4f6f-bb98-36aef69d8c31" providerId="ADAL" clId="{454126D1-02F7-4D76-A3B3-8C1A00D8AA68}" dt="2023-10-13T05:18:22.178" v="11850" actId="1076"/>
          <ac:spMkLst>
            <pc:docMk/>
            <pc:sldMk cId="2505475559" sldId="324"/>
            <ac:spMk id="9" creationId="{F1ED21E2-96F1-7A49-7A77-2B805222AAD5}"/>
          </ac:spMkLst>
        </pc:spChg>
        <pc:picChg chg="add del mod">
          <ac:chgData name="Mohammad Salman" userId="cfd6754c-e613-4f6f-bb98-36aef69d8c31" providerId="ADAL" clId="{454126D1-02F7-4D76-A3B3-8C1A00D8AA68}" dt="2023-10-13T05:12:54.228" v="11046" actId="478"/>
          <ac:picMkLst>
            <pc:docMk/>
            <pc:sldMk cId="2505475559" sldId="324"/>
            <ac:picMk id="4" creationId="{40A6A419-E6F6-F66D-5B2F-0A9D6CF8CB9D}"/>
          </ac:picMkLst>
        </pc:picChg>
        <pc:picChg chg="add mod ord">
          <ac:chgData name="Mohammad Salman" userId="cfd6754c-e613-4f6f-bb98-36aef69d8c31" providerId="ADAL" clId="{454126D1-02F7-4D76-A3B3-8C1A00D8AA68}" dt="2023-10-13T05:13:06.623" v="11050" actId="1076"/>
          <ac:picMkLst>
            <pc:docMk/>
            <pc:sldMk cId="2505475559" sldId="324"/>
            <ac:picMk id="7" creationId="{BC822CE0-0824-BB57-ABE5-266E68900830}"/>
          </ac:picMkLst>
        </pc:picChg>
      </pc:sldChg>
      <pc:sldChg chg="modSp add mod modAnim modNotesTx">
        <pc:chgData name="Mohammad Salman" userId="cfd6754c-e613-4f6f-bb98-36aef69d8c31" providerId="ADAL" clId="{454126D1-02F7-4D76-A3B3-8C1A00D8AA68}" dt="2023-10-23T14:52:48.986" v="17079" actId="113"/>
        <pc:sldMkLst>
          <pc:docMk/>
          <pc:sldMk cId="1632110737" sldId="325"/>
        </pc:sldMkLst>
        <pc:spChg chg="mod">
          <ac:chgData name="Mohammad Salman" userId="cfd6754c-e613-4f6f-bb98-36aef69d8c31" providerId="ADAL" clId="{454126D1-02F7-4D76-A3B3-8C1A00D8AA68}" dt="2023-10-13T05:20:58.135" v="11864" actId="14100"/>
          <ac:spMkLst>
            <pc:docMk/>
            <pc:sldMk cId="1632110737" sldId="325"/>
            <ac:spMk id="5" creationId="{8AEB449A-AD5D-3957-6500-F057D2519393}"/>
          </ac:spMkLst>
        </pc:spChg>
        <pc:spChg chg="mod">
          <ac:chgData name="Mohammad Salman" userId="cfd6754c-e613-4f6f-bb98-36aef69d8c31" providerId="ADAL" clId="{454126D1-02F7-4D76-A3B3-8C1A00D8AA68}" dt="2023-10-13T05:24:47.970" v="12094" actId="1076"/>
          <ac:spMkLst>
            <pc:docMk/>
            <pc:sldMk cId="1632110737" sldId="325"/>
            <ac:spMk id="7" creationId="{64B62188-1071-B7CA-EE3C-710AD42458B6}"/>
          </ac:spMkLst>
        </pc:spChg>
        <pc:spChg chg="mod">
          <ac:chgData name="Mohammad Salman" userId="cfd6754c-e613-4f6f-bb98-36aef69d8c31" providerId="ADAL" clId="{454126D1-02F7-4D76-A3B3-8C1A00D8AA68}" dt="2023-10-23T14:52:48.986" v="17079" actId="113"/>
          <ac:spMkLst>
            <pc:docMk/>
            <pc:sldMk cId="1632110737" sldId="325"/>
            <ac:spMk id="10" creationId="{F4EB8AA2-1CC6-93C1-7EB9-1D11B6846B06}"/>
          </ac:spMkLst>
        </pc:spChg>
      </pc:sldChg>
      <pc:sldChg chg="addSp delSp modSp new mod modAnim">
        <pc:chgData name="Mohammad Salman" userId="cfd6754c-e613-4f6f-bb98-36aef69d8c31" providerId="ADAL" clId="{454126D1-02F7-4D76-A3B3-8C1A00D8AA68}" dt="2023-10-23T14:53:24.408" v="17080" actId="692"/>
        <pc:sldMkLst>
          <pc:docMk/>
          <pc:sldMk cId="1932394779" sldId="326"/>
        </pc:sldMkLst>
        <pc:spChg chg="del">
          <ac:chgData name="Mohammad Salman" userId="cfd6754c-e613-4f6f-bb98-36aef69d8c31" providerId="ADAL" clId="{454126D1-02F7-4D76-A3B3-8C1A00D8AA68}" dt="2023-10-13T05:28:12.338" v="12203" actId="478"/>
          <ac:spMkLst>
            <pc:docMk/>
            <pc:sldMk cId="1932394779" sldId="326"/>
            <ac:spMk id="2" creationId="{95275495-8F7A-1926-1CA8-CA5B48E4036D}"/>
          </ac:spMkLst>
        </pc:spChg>
        <pc:spChg chg="del">
          <ac:chgData name="Mohammad Salman" userId="cfd6754c-e613-4f6f-bb98-36aef69d8c31" providerId="ADAL" clId="{454126D1-02F7-4D76-A3B3-8C1A00D8AA68}" dt="2023-10-13T05:28:12.338" v="12203" actId="478"/>
          <ac:spMkLst>
            <pc:docMk/>
            <pc:sldMk cId="1932394779" sldId="326"/>
            <ac:spMk id="3" creationId="{FD081D0D-7964-817F-B69E-26D5C74C8156}"/>
          </ac:spMkLst>
        </pc:spChg>
        <pc:spChg chg="add mod">
          <ac:chgData name="Mohammad Salman" userId="cfd6754c-e613-4f6f-bb98-36aef69d8c31" providerId="ADAL" clId="{454126D1-02F7-4D76-A3B3-8C1A00D8AA68}" dt="2023-10-13T06:23:10.771" v="12245" actId="20577"/>
          <ac:spMkLst>
            <pc:docMk/>
            <pc:sldMk cId="1932394779" sldId="326"/>
            <ac:spMk id="5" creationId="{9709B33E-1C8C-E33B-D26B-1DDE2CB5D49E}"/>
          </ac:spMkLst>
        </pc:spChg>
        <pc:spChg chg="add mod">
          <ac:chgData name="Mohammad Salman" userId="cfd6754c-e613-4f6f-bb98-36aef69d8c31" providerId="ADAL" clId="{454126D1-02F7-4D76-A3B3-8C1A00D8AA68}" dt="2023-10-13T06:23:16.344" v="12248" actId="20577"/>
          <ac:spMkLst>
            <pc:docMk/>
            <pc:sldMk cId="1932394779" sldId="326"/>
            <ac:spMk id="7" creationId="{A29A9EB4-D91C-CB59-04A8-B3ABC89981A3}"/>
          </ac:spMkLst>
        </pc:spChg>
        <pc:spChg chg="add mod">
          <ac:chgData name="Mohammad Salman" userId="cfd6754c-e613-4f6f-bb98-36aef69d8c31" providerId="ADAL" clId="{454126D1-02F7-4D76-A3B3-8C1A00D8AA68}" dt="2023-10-13T06:26:33.309" v="12423" actId="14100"/>
          <ac:spMkLst>
            <pc:docMk/>
            <pc:sldMk cId="1932394779" sldId="326"/>
            <ac:spMk id="8" creationId="{AA5FBDE8-0BB0-7083-489B-625A04BB91CC}"/>
          </ac:spMkLst>
        </pc:spChg>
        <pc:spChg chg="add mod">
          <ac:chgData name="Mohammad Salman" userId="cfd6754c-e613-4f6f-bb98-36aef69d8c31" providerId="ADAL" clId="{454126D1-02F7-4D76-A3B3-8C1A00D8AA68}" dt="2023-10-13T06:26:01.890" v="12422" actId="20577"/>
          <ac:spMkLst>
            <pc:docMk/>
            <pc:sldMk cId="1932394779" sldId="326"/>
            <ac:spMk id="16" creationId="{1B5B72CE-25D6-78B8-C737-E315FAEAA6EE}"/>
          </ac:spMkLst>
        </pc:spChg>
        <pc:cxnChg chg="add mod">
          <ac:chgData name="Mohammad Salman" userId="cfd6754c-e613-4f6f-bb98-36aef69d8c31" providerId="ADAL" clId="{454126D1-02F7-4D76-A3B3-8C1A00D8AA68}" dt="2023-10-23T14:53:24.408" v="17080" actId="692"/>
          <ac:cxnSpMkLst>
            <pc:docMk/>
            <pc:sldMk cId="1932394779" sldId="326"/>
            <ac:cxnSpMk id="10" creationId="{21C6B757-C363-9DF5-6D59-EFA9C1FEDE6A}"/>
          </ac:cxnSpMkLst>
        </pc:cxnChg>
      </pc:sldChg>
      <pc:sldChg chg="addSp delSp modSp new mod setBg modAnim">
        <pc:chgData name="Mohammad Salman" userId="cfd6754c-e613-4f6f-bb98-36aef69d8c31" providerId="ADAL" clId="{454126D1-02F7-4D76-A3B3-8C1A00D8AA68}" dt="2023-10-13T06:35:04.701" v="12583" actId="1076"/>
        <pc:sldMkLst>
          <pc:docMk/>
          <pc:sldMk cId="2051861120" sldId="327"/>
        </pc:sldMkLst>
        <pc:spChg chg="del">
          <ac:chgData name="Mohammad Salman" userId="cfd6754c-e613-4f6f-bb98-36aef69d8c31" providerId="ADAL" clId="{454126D1-02F7-4D76-A3B3-8C1A00D8AA68}" dt="2023-10-13T06:33:03.259" v="12504" actId="478"/>
          <ac:spMkLst>
            <pc:docMk/>
            <pc:sldMk cId="2051861120" sldId="327"/>
            <ac:spMk id="2" creationId="{0496759E-FC39-D41C-881B-5FCBDE1F487B}"/>
          </ac:spMkLst>
        </pc:spChg>
        <pc:spChg chg="del">
          <ac:chgData name="Mohammad Salman" userId="cfd6754c-e613-4f6f-bb98-36aef69d8c31" providerId="ADAL" clId="{454126D1-02F7-4D76-A3B3-8C1A00D8AA68}" dt="2023-10-13T06:33:03.259" v="12504" actId="478"/>
          <ac:spMkLst>
            <pc:docMk/>
            <pc:sldMk cId="2051861120" sldId="327"/>
            <ac:spMk id="3" creationId="{F7B78404-1B23-A1D0-87DD-AF76F021F013}"/>
          </ac:spMkLst>
        </pc:spChg>
        <pc:spChg chg="add del">
          <ac:chgData name="Mohammad Salman" userId="cfd6754c-e613-4f6f-bb98-36aef69d8c31" providerId="ADAL" clId="{454126D1-02F7-4D76-A3B3-8C1A00D8AA68}" dt="2023-10-13T06:33:05.209" v="12506" actId="22"/>
          <ac:spMkLst>
            <pc:docMk/>
            <pc:sldMk cId="2051861120" sldId="327"/>
            <ac:spMk id="5" creationId="{9BEBDCE4-8132-92DB-8B8F-4540E8EC0865}"/>
          </ac:spMkLst>
        </pc:spChg>
        <pc:spChg chg="add mod">
          <ac:chgData name="Mohammad Salman" userId="cfd6754c-e613-4f6f-bb98-36aef69d8c31" providerId="ADAL" clId="{454126D1-02F7-4D76-A3B3-8C1A00D8AA68}" dt="2023-10-13T06:34:03.305" v="12517" actId="1076"/>
          <ac:spMkLst>
            <pc:docMk/>
            <pc:sldMk cId="2051861120" sldId="327"/>
            <ac:spMk id="7" creationId="{71D5FD62-5D25-68AA-42AC-309EB098BC6C}"/>
          </ac:spMkLst>
        </pc:spChg>
        <pc:spChg chg="add mod">
          <ac:chgData name="Mohammad Salman" userId="cfd6754c-e613-4f6f-bb98-36aef69d8c31" providerId="ADAL" clId="{454126D1-02F7-4D76-A3B3-8C1A00D8AA68}" dt="2023-10-13T06:35:04.701" v="12583" actId="1076"/>
          <ac:spMkLst>
            <pc:docMk/>
            <pc:sldMk cId="2051861120" sldId="327"/>
            <ac:spMk id="9" creationId="{8AA51FA9-FA16-9888-8696-F17D0B36CB0B}"/>
          </ac:spMkLst>
        </pc:spChg>
        <pc:spChg chg="add mod">
          <ac:chgData name="Mohammad Salman" userId="cfd6754c-e613-4f6f-bb98-36aef69d8c31" providerId="ADAL" clId="{454126D1-02F7-4D76-A3B3-8C1A00D8AA68}" dt="2023-10-13T06:34:45.284" v="12574" actId="1076"/>
          <ac:spMkLst>
            <pc:docMk/>
            <pc:sldMk cId="2051861120" sldId="327"/>
            <ac:spMk id="10" creationId="{21159AE3-EEF6-B6DB-D71B-D1FA846CE77D}"/>
          </ac:spMkLst>
        </pc:spChg>
        <pc:spChg chg="add del mod">
          <ac:chgData name="Mohammad Salman" userId="cfd6754c-e613-4f6f-bb98-36aef69d8c31" providerId="ADAL" clId="{454126D1-02F7-4D76-A3B3-8C1A00D8AA68}" dt="2023-10-13T06:34:36.672" v="12569"/>
          <ac:spMkLst>
            <pc:docMk/>
            <pc:sldMk cId="2051861120" sldId="327"/>
            <ac:spMk id="11" creationId="{A76A45B7-1AB4-2063-D874-B2C9FC462AB8}"/>
          </ac:spMkLst>
        </pc:spChg>
      </pc:sldChg>
      <pc:sldChg chg="addSp delSp modSp new mod modAnim">
        <pc:chgData name="Mohammad Salman" userId="cfd6754c-e613-4f6f-bb98-36aef69d8c31" providerId="ADAL" clId="{454126D1-02F7-4D76-A3B3-8C1A00D8AA68}" dt="2023-10-13T10:01:45.743" v="15284" actId="20577"/>
        <pc:sldMkLst>
          <pc:docMk/>
          <pc:sldMk cId="1616281572" sldId="328"/>
        </pc:sldMkLst>
        <pc:spChg chg="del mod">
          <ac:chgData name="Mohammad Salman" userId="cfd6754c-e613-4f6f-bb98-36aef69d8c31" providerId="ADAL" clId="{454126D1-02F7-4D76-A3B3-8C1A00D8AA68}" dt="2023-10-13T06:36:57.657" v="12791" actId="478"/>
          <ac:spMkLst>
            <pc:docMk/>
            <pc:sldMk cId="1616281572" sldId="328"/>
            <ac:spMk id="2" creationId="{B842A571-0B44-EC53-C08D-B8298B79830E}"/>
          </ac:spMkLst>
        </pc:spChg>
        <pc:spChg chg="del">
          <ac:chgData name="Mohammad Salman" userId="cfd6754c-e613-4f6f-bb98-36aef69d8c31" providerId="ADAL" clId="{454126D1-02F7-4D76-A3B3-8C1A00D8AA68}" dt="2023-10-13T06:36:57.657" v="12791" actId="478"/>
          <ac:spMkLst>
            <pc:docMk/>
            <pc:sldMk cId="1616281572" sldId="328"/>
            <ac:spMk id="3" creationId="{1FCB2ECD-8892-5FB2-B1EC-83A6AC32C1C3}"/>
          </ac:spMkLst>
        </pc:spChg>
        <pc:spChg chg="add mod">
          <ac:chgData name="Mohammad Salman" userId="cfd6754c-e613-4f6f-bb98-36aef69d8c31" providerId="ADAL" clId="{454126D1-02F7-4D76-A3B3-8C1A00D8AA68}" dt="2023-10-13T06:43:20.939" v="12805" actId="1076"/>
          <ac:spMkLst>
            <pc:docMk/>
            <pc:sldMk cId="1616281572" sldId="328"/>
            <ac:spMk id="5" creationId="{53D72DDB-A1F1-C1C1-B330-0FD1BBA247BC}"/>
          </ac:spMkLst>
        </pc:spChg>
        <pc:spChg chg="add mod">
          <ac:chgData name="Mohammad Salman" userId="cfd6754c-e613-4f6f-bb98-36aef69d8c31" providerId="ADAL" clId="{454126D1-02F7-4D76-A3B3-8C1A00D8AA68}" dt="2023-10-13T06:43:30.500" v="12806" actId="1076"/>
          <ac:spMkLst>
            <pc:docMk/>
            <pc:sldMk cId="1616281572" sldId="328"/>
            <ac:spMk id="7" creationId="{143D2B1A-90FB-310D-9235-F30F33EFFF82}"/>
          </ac:spMkLst>
        </pc:spChg>
        <pc:spChg chg="add mod">
          <ac:chgData name="Mohammad Salman" userId="cfd6754c-e613-4f6f-bb98-36aef69d8c31" providerId="ADAL" clId="{454126D1-02F7-4D76-A3B3-8C1A00D8AA68}" dt="2023-10-13T06:44:43.884" v="12811" actId="14100"/>
          <ac:spMkLst>
            <pc:docMk/>
            <pc:sldMk cId="1616281572" sldId="328"/>
            <ac:spMk id="8" creationId="{316F45E7-7073-75E6-0D85-276A77BD9389}"/>
          </ac:spMkLst>
        </pc:spChg>
        <pc:spChg chg="add mod">
          <ac:chgData name="Mohammad Salman" userId="cfd6754c-e613-4f6f-bb98-36aef69d8c31" providerId="ADAL" clId="{454126D1-02F7-4D76-A3B3-8C1A00D8AA68}" dt="2023-10-13T06:45:17.332" v="12819" actId="14100"/>
          <ac:spMkLst>
            <pc:docMk/>
            <pc:sldMk cId="1616281572" sldId="328"/>
            <ac:spMk id="9" creationId="{D8550195-2626-BFF9-0D77-C5771A812663}"/>
          </ac:spMkLst>
        </pc:spChg>
        <pc:spChg chg="add mod">
          <ac:chgData name="Mohammad Salman" userId="cfd6754c-e613-4f6f-bb98-36aef69d8c31" providerId="ADAL" clId="{454126D1-02F7-4D76-A3B3-8C1A00D8AA68}" dt="2023-10-13T10:01:45.743" v="15284" actId="20577"/>
          <ac:spMkLst>
            <pc:docMk/>
            <pc:sldMk cId="1616281572" sldId="328"/>
            <ac:spMk id="10" creationId="{BBA0509F-1998-68B7-D9EF-E24767BE6DF9}"/>
          </ac:spMkLst>
        </pc:spChg>
      </pc:sldChg>
      <pc:sldChg chg="addSp delSp modSp new mod modAnim">
        <pc:chgData name="Mohammad Salman" userId="cfd6754c-e613-4f6f-bb98-36aef69d8c31" providerId="ADAL" clId="{454126D1-02F7-4D76-A3B3-8C1A00D8AA68}" dt="2023-10-13T09:13:00.545" v="14493" actId="1076"/>
        <pc:sldMkLst>
          <pc:docMk/>
          <pc:sldMk cId="3257530067" sldId="329"/>
        </pc:sldMkLst>
        <pc:spChg chg="del">
          <ac:chgData name="Mohammad Salman" userId="cfd6754c-e613-4f6f-bb98-36aef69d8c31" providerId="ADAL" clId="{454126D1-02F7-4D76-A3B3-8C1A00D8AA68}" dt="2023-10-13T08:46:50.955" v="13849" actId="478"/>
          <ac:spMkLst>
            <pc:docMk/>
            <pc:sldMk cId="3257530067" sldId="329"/>
            <ac:spMk id="2" creationId="{C61F44D8-5625-38C9-2B23-18EC3B3CAC3B}"/>
          </ac:spMkLst>
        </pc:spChg>
        <pc:spChg chg="del">
          <ac:chgData name="Mohammad Salman" userId="cfd6754c-e613-4f6f-bb98-36aef69d8c31" providerId="ADAL" clId="{454126D1-02F7-4D76-A3B3-8C1A00D8AA68}" dt="2023-10-13T08:46:50.955" v="13849" actId="478"/>
          <ac:spMkLst>
            <pc:docMk/>
            <pc:sldMk cId="3257530067" sldId="329"/>
            <ac:spMk id="3" creationId="{8EF41206-6D22-5349-7771-E3B27E3F271D}"/>
          </ac:spMkLst>
        </pc:spChg>
        <pc:spChg chg="add mod">
          <ac:chgData name="Mohammad Salman" userId="cfd6754c-e613-4f6f-bb98-36aef69d8c31" providerId="ADAL" clId="{454126D1-02F7-4D76-A3B3-8C1A00D8AA68}" dt="2023-10-13T08:57:05.241" v="14480" actId="20577"/>
          <ac:spMkLst>
            <pc:docMk/>
            <pc:sldMk cId="3257530067" sldId="329"/>
            <ac:spMk id="4" creationId="{68AD1676-D69E-155E-FF97-4EF780A6CCE1}"/>
          </ac:spMkLst>
        </pc:spChg>
        <pc:spChg chg="add mod">
          <ac:chgData name="Mohammad Salman" userId="cfd6754c-e613-4f6f-bb98-36aef69d8c31" providerId="ADAL" clId="{454126D1-02F7-4D76-A3B3-8C1A00D8AA68}" dt="2023-10-13T08:52:48.563" v="14076" actId="1076"/>
          <ac:spMkLst>
            <pc:docMk/>
            <pc:sldMk cId="3257530067" sldId="329"/>
            <ac:spMk id="6" creationId="{439B7750-0609-7A4C-63FE-A1ACABEC9FE2}"/>
          </ac:spMkLst>
        </pc:spChg>
        <pc:spChg chg="add mod">
          <ac:chgData name="Mohammad Salman" userId="cfd6754c-e613-4f6f-bb98-36aef69d8c31" providerId="ADAL" clId="{454126D1-02F7-4D76-A3B3-8C1A00D8AA68}" dt="2023-10-13T08:53:31.847" v="14169" actId="14100"/>
          <ac:spMkLst>
            <pc:docMk/>
            <pc:sldMk cId="3257530067" sldId="329"/>
            <ac:spMk id="7" creationId="{2DA89379-BF51-ACD9-BF64-E64466271750}"/>
          </ac:spMkLst>
        </pc:spChg>
        <pc:spChg chg="add mod">
          <ac:chgData name="Mohammad Salman" userId="cfd6754c-e613-4f6f-bb98-36aef69d8c31" providerId="ADAL" clId="{454126D1-02F7-4D76-A3B3-8C1A00D8AA68}" dt="2023-10-13T08:57:22.857" v="14485" actId="1076"/>
          <ac:spMkLst>
            <pc:docMk/>
            <pc:sldMk cId="3257530067" sldId="329"/>
            <ac:spMk id="9" creationId="{C03C7B1A-7CBE-04BF-DF89-413FCA62045D}"/>
          </ac:spMkLst>
        </pc:spChg>
        <pc:spChg chg="add mod">
          <ac:chgData name="Mohammad Salman" userId="cfd6754c-e613-4f6f-bb98-36aef69d8c31" providerId="ADAL" clId="{454126D1-02F7-4D76-A3B3-8C1A00D8AA68}" dt="2023-10-13T09:13:00.545" v="14493" actId="1076"/>
          <ac:spMkLst>
            <pc:docMk/>
            <pc:sldMk cId="3257530067" sldId="329"/>
            <ac:spMk id="11" creationId="{A227F8E6-8712-C702-DC14-DE3AACDE4664}"/>
          </ac:spMkLst>
        </pc:spChg>
      </pc:sldChg>
      <pc:sldChg chg="addSp delSp modSp new mod modAnim">
        <pc:chgData name="Mohammad Salman" userId="cfd6754c-e613-4f6f-bb98-36aef69d8c31" providerId="ADAL" clId="{454126D1-02F7-4D76-A3B3-8C1A00D8AA68}" dt="2023-10-13T08:48:25.689" v="14053"/>
        <pc:sldMkLst>
          <pc:docMk/>
          <pc:sldMk cId="1021929119" sldId="330"/>
        </pc:sldMkLst>
        <pc:spChg chg="del">
          <ac:chgData name="Mohammad Salman" userId="cfd6754c-e613-4f6f-bb98-36aef69d8c31" providerId="ADAL" clId="{454126D1-02F7-4D76-A3B3-8C1A00D8AA68}" dt="2023-10-13T06:47:07.674" v="12821" actId="478"/>
          <ac:spMkLst>
            <pc:docMk/>
            <pc:sldMk cId="1021929119" sldId="330"/>
            <ac:spMk id="2" creationId="{9E0FCC8D-6D0E-671B-2173-D4BF21422C39}"/>
          </ac:spMkLst>
        </pc:spChg>
        <pc:spChg chg="del">
          <ac:chgData name="Mohammad Salman" userId="cfd6754c-e613-4f6f-bb98-36aef69d8c31" providerId="ADAL" clId="{454126D1-02F7-4D76-A3B3-8C1A00D8AA68}" dt="2023-10-13T06:47:07.674" v="12821" actId="478"/>
          <ac:spMkLst>
            <pc:docMk/>
            <pc:sldMk cId="1021929119" sldId="330"/>
            <ac:spMk id="3" creationId="{EA7A51D6-D46B-4E91-0586-BF1C0C3C0FDA}"/>
          </ac:spMkLst>
        </pc:spChg>
        <pc:spChg chg="add mod">
          <ac:chgData name="Mohammad Salman" userId="cfd6754c-e613-4f6f-bb98-36aef69d8c31" providerId="ADAL" clId="{454126D1-02F7-4D76-A3B3-8C1A00D8AA68}" dt="2023-10-13T08:33:35.081" v="13231" actId="1036"/>
          <ac:spMkLst>
            <pc:docMk/>
            <pc:sldMk cId="1021929119" sldId="330"/>
            <ac:spMk id="6" creationId="{11DAFA97-74E5-A382-E034-AF336A56ECE7}"/>
          </ac:spMkLst>
        </pc:spChg>
        <pc:spChg chg="add del mod">
          <ac:chgData name="Mohammad Salman" userId="cfd6754c-e613-4f6f-bb98-36aef69d8c31" providerId="ADAL" clId="{454126D1-02F7-4D76-A3B3-8C1A00D8AA68}" dt="2023-10-13T08:33:48.569" v="13232" actId="478"/>
          <ac:spMkLst>
            <pc:docMk/>
            <pc:sldMk cId="1021929119" sldId="330"/>
            <ac:spMk id="7" creationId="{D2D80D38-842B-73E0-8D5F-D439018201F9}"/>
          </ac:spMkLst>
        </pc:spChg>
        <pc:spChg chg="add mod">
          <ac:chgData name="Mohammad Salman" userId="cfd6754c-e613-4f6f-bb98-36aef69d8c31" providerId="ADAL" clId="{454126D1-02F7-4D76-A3B3-8C1A00D8AA68}" dt="2023-10-13T08:33:35.081" v="13231" actId="1036"/>
          <ac:spMkLst>
            <pc:docMk/>
            <pc:sldMk cId="1021929119" sldId="330"/>
            <ac:spMk id="9" creationId="{FB2DAAA1-9844-210E-F2B2-2C54B6A9986F}"/>
          </ac:spMkLst>
        </pc:spChg>
        <pc:spChg chg="add del mod">
          <ac:chgData name="Mohammad Salman" userId="cfd6754c-e613-4f6f-bb98-36aef69d8c31" providerId="ADAL" clId="{454126D1-02F7-4D76-A3B3-8C1A00D8AA68}" dt="2023-10-13T08:33:48.569" v="13232" actId="478"/>
          <ac:spMkLst>
            <pc:docMk/>
            <pc:sldMk cId="1021929119" sldId="330"/>
            <ac:spMk id="10" creationId="{C0942DBE-B124-B958-4C8C-510DC4261362}"/>
          </ac:spMkLst>
        </pc:spChg>
        <pc:spChg chg="add del mod">
          <ac:chgData name="Mohammad Salman" userId="cfd6754c-e613-4f6f-bb98-36aef69d8c31" providerId="ADAL" clId="{454126D1-02F7-4D76-A3B3-8C1A00D8AA68}" dt="2023-10-13T08:33:48.569" v="13232" actId="478"/>
          <ac:spMkLst>
            <pc:docMk/>
            <pc:sldMk cId="1021929119" sldId="330"/>
            <ac:spMk id="11" creationId="{CBCF4982-ABC8-4873-4941-7121117CEE2F}"/>
          </ac:spMkLst>
        </pc:spChg>
        <pc:spChg chg="add del mod">
          <ac:chgData name="Mohammad Salman" userId="cfd6754c-e613-4f6f-bb98-36aef69d8c31" providerId="ADAL" clId="{454126D1-02F7-4D76-A3B3-8C1A00D8AA68}" dt="2023-10-13T08:33:48.569" v="13232" actId="478"/>
          <ac:spMkLst>
            <pc:docMk/>
            <pc:sldMk cId="1021929119" sldId="330"/>
            <ac:spMk id="12" creationId="{A9BF6588-3B05-881F-1FB3-FF8E865BE569}"/>
          </ac:spMkLst>
        </pc:spChg>
        <pc:spChg chg="add del mod">
          <ac:chgData name="Mohammad Salman" userId="cfd6754c-e613-4f6f-bb98-36aef69d8c31" providerId="ADAL" clId="{454126D1-02F7-4D76-A3B3-8C1A00D8AA68}" dt="2023-10-13T08:33:48.569" v="13232" actId="478"/>
          <ac:spMkLst>
            <pc:docMk/>
            <pc:sldMk cId="1021929119" sldId="330"/>
            <ac:spMk id="13" creationId="{9EFA5174-3B0C-92B8-1A0D-3CCD4E494E49}"/>
          </ac:spMkLst>
        </pc:spChg>
        <pc:spChg chg="add del mod">
          <ac:chgData name="Mohammad Salman" userId="cfd6754c-e613-4f6f-bb98-36aef69d8c31" providerId="ADAL" clId="{454126D1-02F7-4D76-A3B3-8C1A00D8AA68}" dt="2023-10-13T08:33:48.569" v="13232" actId="478"/>
          <ac:spMkLst>
            <pc:docMk/>
            <pc:sldMk cId="1021929119" sldId="330"/>
            <ac:spMk id="15" creationId="{E113DA33-2AD0-4171-9670-2FFAE0A8F0C6}"/>
          </ac:spMkLst>
        </pc:spChg>
        <pc:spChg chg="add mod">
          <ac:chgData name="Mohammad Salman" userId="cfd6754c-e613-4f6f-bb98-36aef69d8c31" providerId="ADAL" clId="{454126D1-02F7-4D76-A3B3-8C1A00D8AA68}" dt="2023-10-13T08:36:20.223" v="13318" actId="1035"/>
          <ac:spMkLst>
            <pc:docMk/>
            <pc:sldMk cId="1021929119" sldId="330"/>
            <ac:spMk id="24" creationId="{28F8002E-07BA-1B5B-C2A4-F7E079B5624C}"/>
          </ac:spMkLst>
        </pc:spChg>
        <pc:spChg chg="add mod">
          <ac:chgData name="Mohammad Salman" userId="cfd6754c-e613-4f6f-bb98-36aef69d8c31" providerId="ADAL" clId="{454126D1-02F7-4D76-A3B3-8C1A00D8AA68}" dt="2023-10-13T08:34:03.878" v="13256" actId="1035"/>
          <ac:spMkLst>
            <pc:docMk/>
            <pc:sldMk cId="1021929119" sldId="330"/>
            <ac:spMk id="26" creationId="{9460BEA8-5C78-6DDD-BEA2-EBE87A3368AA}"/>
          </ac:spMkLst>
        </pc:spChg>
        <pc:spChg chg="add del mod">
          <ac:chgData name="Mohammad Salman" userId="cfd6754c-e613-4f6f-bb98-36aef69d8c31" providerId="ADAL" clId="{454126D1-02F7-4D76-A3B3-8C1A00D8AA68}" dt="2023-10-13T08:48:25.094" v="14052" actId="478"/>
          <ac:spMkLst>
            <pc:docMk/>
            <pc:sldMk cId="1021929119" sldId="330"/>
            <ac:spMk id="31" creationId="{31CA98DC-3D18-0B67-5CCF-FC8843B8F84B}"/>
          </ac:spMkLst>
        </pc:spChg>
        <pc:spChg chg="add mod">
          <ac:chgData name="Mohammad Salman" userId="cfd6754c-e613-4f6f-bb98-36aef69d8c31" providerId="ADAL" clId="{454126D1-02F7-4D76-A3B3-8C1A00D8AA68}" dt="2023-10-13T08:36:20.223" v="13318" actId="1035"/>
          <ac:spMkLst>
            <pc:docMk/>
            <pc:sldMk cId="1021929119" sldId="330"/>
            <ac:spMk id="32" creationId="{CAD8DD05-5971-99BE-1F56-CF27B962463D}"/>
          </ac:spMkLst>
        </pc:spChg>
        <pc:spChg chg="add mod">
          <ac:chgData name="Mohammad Salman" userId="cfd6754c-e613-4f6f-bb98-36aef69d8c31" providerId="ADAL" clId="{454126D1-02F7-4D76-A3B3-8C1A00D8AA68}" dt="2023-10-13T08:37:34.911" v="13335" actId="20577"/>
          <ac:spMkLst>
            <pc:docMk/>
            <pc:sldMk cId="1021929119" sldId="330"/>
            <ac:spMk id="33" creationId="{FB72E214-7BE8-4038-86C9-4AB7DB108EF4}"/>
          </ac:spMkLst>
        </pc:spChg>
        <pc:spChg chg="add del mod">
          <ac:chgData name="Mohammad Salman" userId="cfd6754c-e613-4f6f-bb98-36aef69d8c31" providerId="ADAL" clId="{454126D1-02F7-4D76-A3B3-8C1A00D8AA68}" dt="2023-10-13T08:48:22.237" v="14049" actId="478"/>
          <ac:spMkLst>
            <pc:docMk/>
            <pc:sldMk cId="1021929119" sldId="330"/>
            <ac:spMk id="36" creationId="{75E87513-71E9-2573-EC6B-04B5ECB01B11}"/>
          </ac:spMkLst>
        </pc:spChg>
        <pc:spChg chg="add del mod">
          <ac:chgData name="Mohammad Salman" userId="cfd6754c-e613-4f6f-bb98-36aef69d8c31" providerId="ADAL" clId="{454126D1-02F7-4D76-A3B3-8C1A00D8AA68}" dt="2023-10-13T08:48:24.628" v="14051"/>
          <ac:spMkLst>
            <pc:docMk/>
            <pc:sldMk cId="1021929119" sldId="330"/>
            <ac:spMk id="40" creationId="{2E3DA3F9-BC76-DF9E-FCD0-6512D49AD1E4}"/>
          </ac:spMkLst>
        </pc:spChg>
        <pc:spChg chg="add del mod">
          <ac:chgData name="Mohammad Salman" userId="cfd6754c-e613-4f6f-bb98-36aef69d8c31" providerId="ADAL" clId="{454126D1-02F7-4D76-A3B3-8C1A00D8AA68}" dt="2023-10-13T08:48:24.628" v="14051"/>
          <ac:spMkLst>
            <pc:docMk/>
            <pc:sldMk cId="1021929119" sldId="330"/>
            <ac:spMk id="41" creationId="{528EF69C-D190-E48F-365A-21D0FB57105B}"/>
          </ac:spMkLst>
        </pc:spChg>
        <pc:spChg chg="add mod">
          <ac:chgData name="Mohammad Salman" userId="cfd6754c-e613-4f6f-bb98-36aef69d8c31" providerId="ADAL" clId="{454126D1-02F7-4D76-A3B3-8C1A00D8AA68}" dt="2023-10-13T08:48:25.689" v="14053"/>
          <ac:spMkLst>
            <pc:docMk/>
            <pc:sldMk cId="1021929119" sldId="330"/>
            <ac:spMk id="42" creationId="{A8DD94BE-C09A-BC9F-BB69-A879BC006648}"/>
          </ac:spMkLst>
        </pc:spChg>
        <pc:spChg chg="add mod">
          <ac:chgData name="Mohammad Salman" userId="cfd6754c-e613-4f6f-bb98-36aef69d8c31" providerId="ADAL" clId="{454126D1-02F7-4D76-A3B3-8C1A00D8AA68}" dt="2023-10-13T08:48:25.689" v="14053"/>
          <ac:spMkLst>
            <pc:docMk/>
            <pc:sldMk cId="1021929119" sldId="330"/>
            <ac:spMk id="43" creationId="{75BAE523-ED0E-2999-6066-DE3F86C4C410}"/>
          </ac:spMkLst>
        </pc:spChg>
        <pc:grpChg chg="add del mod">
          <ac:chgData name="Mohammad Salman" userId="cfd6754c-e613-4f6f-bb98-36aef69d8c31" providerId="ADAL" clId="{454126D1-02F7-4D76-A3B3-8C1A00D8AA68}" dt="2023-10-13T08:33:48.569" v="13232" actId="478"/>
          <ac:grpSpMkLst>
            <pc:docMk/>
            <pc:sldMk cId="1021929119" sldId="330"/>
            <ac:grpSpMk id="16" creationId="{B5C54552-E438-9890-2F58-485B4FC6E68C}"/>
          </ac:grpSpMkLst>
        </pc:grpChg>
        <pc:grpChg chg="add del mod">
          <ac:chgData name="Mohammad Salman" userId="cfd6754c-e613-4f6f-bb98-36aef69d8c31" providerId="ADAL" clId="{454126D1-02F7-4D76-A3B3-8C1A00D8AA68}" dt="2023-10-13T08:33:48.569" v="13232" actId="478"/>
          <ac:grpSpMkLst>
            <pc:docMk/>
            <pc:sldMk cId="1021929119" sldId="330"/>
            <ac:grpSpMk id="19" creationId="{1AC9A17E-B8D9-94F2-3555-64F3C0B9B7D2}"/>
          </ac:grpSpMkLst>
        </pc:grpChg>
        <pc:grpChg chg="add mod">
          <ac:chgData name="Mohammad Salman" userId="cfd6754c-e613-4f6f-bb98-36aef69d8c31" providerId="ADAL" clId="{454126D1-02F7-4D76-A3B3-8C1A00D8AA68}" dt="2023-10-13T08:36:20.223" v="13318" actId="1035"/>
          <ac:grpSpMkLst>
            <pc:docMk/>
            <pc:sldMk cId="1021929119" sldId="330"/>
            <ac:grpSpMk id="27" creationId="{8F805106-E557-1166-66C4-B7EDA91EBAE7}"/>
          </ac:grpSpMkLst>
        </pc:grpChg>
        <pc:grpChg chg="add mod">
          <ac:chgData name="Mohammad Salman" userId="cfd6754c-e613-4f6f-bb98-36aef69d8c31" providerId="ADAL" clId="{454126D1-02F7-4D76-A3B3-8C1A00D8AA68}" dt="2023-10-13T08:36:37.166" v="13321" actId="692"/>
          <ac:grpSpMkLst>
            <pc:docMk/>
            <pc:sldMk cId="1021929119" sldId="330"/>
            <ac:grpSpMk id="37" creationId="{2749C4CB-05F4-E4C6-3DAC-B3A5ED4205FE}"/>
          </ac:grpSpMkLst>
        </pc:grpChg>
        <pc:graphicFrameChg chg="add del mod">
          <ac:chgData name="Mohammad Salman" userId="cfd6754c-e613-4f6f-bb98-36aef69d8c31" providerId="ADAL" clId="{454126D1-02F7-4D76-A3B3-8C1A00D8AA68}" dt="2023-10-13T08:33:48.569" v="13232" actId="478"/>
          <ac:graphicFrameMkLst>
            <pc:docMk/>
            <pc:sldMk cId="1021929119" sldId="330"/>
            <ac:graphicFrameMk id="4" creationId="{4FC19EAC-ECDF-519F-D08C-E2E30D3D2759}"/>
          </ac:graphicFrameMkLst>
        </pc:graphicFrameChg>
        <pc:graphicFrameChg chg="add del mod">
          <ac:chgData name="Mohammad Salman" userId="cfd6754c-e613-4f6f-bb98-36aef69d8c31" providerId="ADAL" clId="{454126D1-02F7-4D76-A3B3-8C1A00D8AA68}" dt="2023-10-13T08:33:48.569" v="13232" actId="478"/>
          <ac:graphicFrameMkLst>
            <pc:docMk/>
            <pc:sldMk cId="1021929119" sldId="330"/>
            <ac:graphicFrameMk id="5" creationId="{4FEA0295-4473-E3CB-75FF-7385AEBCA127}"/>
          </ac:graphicFrameMkLst>
        </pc:graphicFrameChg>
        <pc:graphicFrameChg chg="add del mod">
          <ac:chgData name="Mohammad Salman" userId="cfd6754c-e613-4f6f-bb98-36aef69d8c31" providerId="ADAL" clId="{454126D1-02F7-4D76-A3B3-8C1A00D8AA68}" dt="2023-10-13T08:33:48.569" v="13232" actId="478"/>
          <ac:graphicFrameMkLst>
            <pc:docMk/>
            <pc:sldMk cId="1021929119" sldId="330"/>
            <ac:graphicFrameMk id="8" creationId="{0D956DD6-DD5D-3C69-5D9D-2EC14638C785}"/>
          </ac:graphicFrameMkLst>
        </pc:graphicFrameChg>
        <pc:graphicFrameChg chg="add del mod">
          <ac:chgData name="Mohammad Salman" userId="cfd6754c-e613-4f6f-bb98-36aef69d8c31" providerId="ADAL" clId="{454126D1-02F7-4D76-A3B3-8C1A00D8AA68}" dt="2023-10-13T08:33:48.569" v="13232" actId="478"/>
          <ac:graphicFrameMkLst>
            <pc:docMk/>
            <pc:sldMk cId="1021929119" sldId="330"/>
            <ac:graphicFrameMk id="14" creationId="{20F1BEDB-81D0-AD12-8FB8-1CFD666D80D9}"/>
          </ac:graphicFrameMkLst>
        </pc:graphicFrameChg>
        <pc:graphicFrameChg chg="add mod modGraphic">
          <ac:chgData name="Mohammad Salman" userId="cfd6754c-e613-4f6f-bb98-36aef69d8c31" providerId="ADAL" clId="{454126D1-02F7-4D76-A3B3-8C1A00D8AA68}" dt="2023-10-13T08:38:17.971" v="13343" actId="20577"/>
          <ac:graphicFrameMkLst>
            <pc:docMk/>
            <pc:sldMk cId="1021929119" sldId="330"/>
            <ac:graphicFrameMk id="22" creationId="{B070AA9F-5B9D-91EB-F394-7227C7DEF62E}"/>
          </ac:graphicFrameMkLst>
        </pc:graphicFrameChg>
        <pc:graphicFrameChg chg="add mod modGraphic">
          <ac:chgData name="Mohammad Salman" userId="cfd6754c-e613-4f6f-bb98-36aef69d8c31" providerId="ADAL" clId="{454126D1-02F7-4D76-A3B3-8C1A00D8AA68}" dt="2023-10-13T08:37:20.349" v="13328" actId="20577"/>
          <ac:graphicFrameMkLst>
            <pc:docMk/>
            <pc:sldMk cId="1021929119" sldId="330"/>
            <ac:graphicFrameMk id="23" creationId="{DBA9FA41-3857-C595-7B73-37679A7858D6}"/>
          </ac:graphicFrameMkLst>
        </pc:graphicFrameChg>
        <pc:graphicFrameChg chg="add mod modGraphic">
          <ac:chgData name="Mohammad Salman" userId="cfd6754c-e613-4f6f-bb98-36aef69d8c31" providerId="ADAL" clId="{454126D1-02F7-4D76-A3B3-8C1A00D8AA68}" dt="2023-10-13T08:37:56.926" v="13340" actId="207"/>
          <ac:graphicFrameMkLst>
            <pc:docMk/>
            <pc:sldMk cId="1021929119" sldId="330"/>
            <ac:graphicFrameMk id="25" creationId="{4A06B4BB-4627-027C-8BA7-E6E0A0E25F8F}"/>
          </ac:graphicFrameMkLst>
        </pc:graphicFrameChg>
        <pc:graphicFrameChg chg="add del mod">
          <ac:chgData name="Mohammad Salman" userId="cfd6754c-e613-4f6f-bb98-36aef69d8c31" providerId="ADAL" clId="{454126D1-02F7-4D76-A3B3-8C1A00D8AA68}" dt="2023-10-13T08:35:25.655" v="13280"/>
          <ac:graphicFrameMkLst>
            <pc:docMk/>
            <pc:sldMk cId="1021929119" sldId="330"/>
            <ac:graphicFrameMk id="34" creationId="{999D53B1-91C0-DC8C-2F25-007B2D78FE84}"/>
          </ac:graphicFrameMkLst>
        </pc:graphicFrameChg>
        <pc:graphicFrameChg chg="add mod modGraphic">
          <ac:chgData name="Mohammad Salman" userId="cfd6754c-e613-4f6f-bb98-36aef69d8c31" providerId="ADAL" clId="{454126D1-02F7-4D76-A3B3-8C1A00D8AA68}" dt="2023-10-13T08:37:03.248" v="13324" actId="2166"/>
          <ac:graphicFrameMkLst>
            <pc:docMk/>
            <pc:sldMk cId="1021929119" sldId="330"/>
            <ac:graphicFrameMk id="35" creationId="{6B0D53E2-2AE7-74A0-D67D-885C34EE6C82}"/>
          </ac:graphicFrameMkLst>
        </pc:graphicFrameChg>
        <pc:inkChg chg="mod">
          <ac:chgData name="Mohammad Salman" userId="cfd6754c-e613-4f6f-bb98-36aef69d8c31" providerId="ADAL" clId="{454126D1-02F7-4D76-A3B3-8C1A00D8AA68}" dt="2023-10-13T08:33:29.941" v="13199"/>
          <ac:inkMkLst>
            <pc:docMk/>
            <pc:sldMk cId="1021929119" sldId="330"/>
            <ac:inkMk id="17" creationId="{D18C194F-47F6-1827-E2BB-52B26704D90B}"/>
          </ac:inkMkLst>
        </pc:inkChg>
        <pc:inkChg chg="mod">
          <ac:chgData name="Mohammad Salman" userId="cfd6754c-e613-4f6f-bb98-36aef69d8c31" providerId="ADAL" clId="{454126D1-02F7-4D76-A3B3-8C1A00D8AA68}" dt="2023-10-13T08:33:29.941" v="13199"/>
          <ac:inkMkLst>
            <pc:docMk/>
            <pc:sldMk cId="1021929119" sldId="330"/>
            <ac:inkMk id="18" creationId="{2007E239-BDFE-C86C-0176-C9E18D7033AA}"/>
          </ac:inkMkLst>
        </pc:inkChg>
        <pc:inkChg chg="mod">
          <ac:chgData name="Mohammad Salman" userId="cfd6754c-e613-4f6f-bb98-36aef69d8c31" providerId="ADAL" clId="{454126D1-02F7-4D76-A3B3-8C1A00D8AA68}" dt="2023-10-13T08:33:29.941" v="13199"/>
          <ac:inkMkLst>
            <pc:docMk/>
            <pc:sldMk cId="1021929119" sldId="330"/>
            <ac:inkMk id="20" creationId="{CF77688B-8C67-1188-88E9-0801B60A9149}"/>
          </ac:inkMkLst>
        </pc:inkChg>
        <pc:inkChg chg="mod">
          <ac:chgData name="Mohammad Salman" userId="cfd6754c-e613-4f6f-bb98-36aef69d8c31" providerId="ADAL" clId="{454126D1-02F7-4D76-A3B3-8C1A00D8AA68}" dt="2023-10-13T08:33:29.941" v="13199"/>
          <ac:inkMkLst>
            <pc:docMk/>
            <pc:sldMk cId="1021929119" sldId="330"/>
            <ac:inkMk id="21" creationId="{469BDBBE-287F-BDB3-AAD6-56E2660FCDCC}"/>
          </ac:inkMkLst>
        </pc:inkChg>
        <pc:inkChg chg="mod">
          <ac:chgData name="Mohammad Salman" userId="cfd6754c-e613-4f6f-bb98-36aef69d8c31" providerId="ADAL" clId="{454126D1-02F7-4D76-A3B3-8C1A00D8AA68}" dt="2023-10-13T08:34:00.878" v="13233"/>
          <ac:inkMkLst>
            <pc:docMk/>
            <pc:sldMk cId="1021929119" sldId="330"/>
            <ac:inkMk id="28" creationId="{EA91FDEA-2BD6-5427-B630-991D273E220B}"/>
          </ac:inkMkLst>
        </pc:inkChg>
        <pc:inkChg chg="mod">
          <ac:chgData name="Mohammad Salman" userId="cfd6754c-e613-4f6f-bb98-36aef69d8c31" providerId="ADAL" clId="{454126D1-02F7-4D76-A3B3-8C1A00D8AA68}" dt="2023-10-13T08:34:00.878" v="13233"/>
          <ac:inkMkLst>
            <pc:docMk/>
            <pc:sldMk cId="1021929119" sldId="330"/>
            <ac:inkMk id="29" creationId="{450FAE7E-FD50-5631-22E4-67D9238B3AD8}"/>
          </ac:inkMkLst>
        </pc:inkChg>
        <pc:inkChg chg="add del mod">
          <ac:chgData name="Mohammad Salman" userId="cfd6754c-e613-4f6f-bb98-36aef69d8c31" providerId="ADAL" clId="{454126D1-02F7-4D76-A3B3-8C1A00D8AA68}" dt="2023-10-13T08:34:49.895" v="13260" actId="478"/>
          <ac:inkMkLst>
            <pc:docMk/>
            <pc:sldMk cId="1021929119" sldId="330"/>
            <ac:inkMk id="30" creationId="{FBB9AF83-4845-3B09-5353-4269FDBDFD4B}"/>
          </ac:inkMkLst>
        </pc:inkChg>
        <pc:inkChg chg="mod">
          <ac:chgData name="Mohammad Salman" userId="cfd6754c-e613-4f6f-bb98-36aef69d8c31" providerId="ADAL" clId="{454126D1-02F7-4D76-A3B3-8C1A00D8AA68}" dt="2023-10-13T08:36:23.085" v="13319"/>
          <ac:inkMkLst>
            <pc:docMk/>
            <pc:sldMk cId="1021929119" sldId="330"/>
            <ac:inkMk id="38" creationId="{402639D0-66CF-AB58-E07E-E93AE210210E}"/>
          </ac:inkMkLst>
        </pc:inkChg>
        <pc:inkChg chg="mod">
          <ac:chgData name="Mohammad Salman" userId="cfd6754c-e613-4f6f-bb98-36aef69d8c31" providerId="ADAL" clId="{454126D1-02F7-4D76-A3B3-8C1A00D8AA68}" dt="2023-10-13T08:36:23.085" v="13319"/>
          <ac:inkMkLst>
            <pc:docMk/>
            <pc:sldMk cId="1021929119" sldId="330"/>
            <ac:inkMk id="39" creationId="{DC7B081E-F6F2-CD21-DDB8-B1D1FAE3F95B}"/>
          </ac:inkMkLst>
        </pc:inkChg>
      </pc:sldChg>
      <pc:sldChg chg="addSp modSp add mod modAnim">
        <pc:chgData name="Mohammad Salman" userId="cfd6754c-e613-4f6f-bb98-36aef69d8c31" providerId="ADAL" clId="{454126D1-02F7-4D76-A3B3-8C1A00D8AA68}" dt="2023-10-13T12:26:24.025" v="16560" actId="20577"/>
        <pc:sldMkLst>
          <pc:docMk/>
          <pc:sldMk cId="706029930" sldId="331"/>
        </pc:sldMkLst>
        <pc:spChg chg="add mod">
          <ac:chgData name="Mohammad Salman" userId="cfd6754c-e613-4f6f-bb98-36aef69d8c31" providerId="ADAL" clId="{454126D1-02F7-4D76-A3B3-8C1A00D8AA68}" dt="2023-10-13T10:02:05.545" v="15285" actId="1076"/>
          <ac:spMkLst>
            <pc:docMk/>
            <pc:sldMk cId="706029930" sldId="331"/>
            <ac:spMk id="2" creationId="{582A18A0-E4C5-1DE6-1CCA-4A7473CFD47C}"/>
          </ac:spMkLst>
        </pc:spChg>
        <pc:spChg chg="add mod">
          <ac:chgData name="Mohammad Salman" userId="cfd6754c-e613-4f6f-bb98-36aef69d8c31" providerId="ADAL" clId="{454126D1-02F7-4D76-A3B3-8C1A00D8AA68}" dt="2023-10-13T12:26:24.025" v="16560" actId="20577"/>
          <ac:spMkLst>
            <pc:docMk/>
            <pc:sldMk cId="706029930" sldId="331"/>
            <ac:spMk id="3" creationId="{48DE35C7-3D28-A183-906E-37F8D33142B1}"/>
          </ac:spMkLst>
        </pc:spChg>
        <pc:spChg chg="mod">
          <ac:chgData name="Mohammad Salman" userId="cfd6754c-e613-4f6f-bb98-36aef69d8c31" providerId="ADAL" clId="{454126D1-02F7-4D76-A3B3-8C1A00D8AA68}" dt="2023-10-13T08:31:48.240" v="13032" actId="20577"/>
          <ac:spMkLst>
            <pc:docMk/>
            <pc:sldMk cId="706029930" sldId="331"/>
            <ac:spMk id="5" creationId="{53D72DDB-A1F1-C1C1-B330-0FD1BBA247BC}"/>
          </ac:spMkLst>
        </pc:spChg>
        <pc:spChg chg="mod">
          <ac:chgData name="Mohammad Salman" userId="cfd6754c-e613-4f6f-bb98-36aef69d8c31" providerId="ADAL" clId="{454126D1-02F7-4D76-A3B3-8C1A00D8AA68}" dt="2023-10-13T08:32:41.187" v="13196" actId="113"/>
          <ac:spMkLst>
            <pc:docMk/>
            <pc:sldMk cId="706029930" sldId="331"/>
            <ac:spMk id="10" creationId="{BBA0509F-1998-68B7-D9EF-E24767BE6DF9}"/>
          </ac:spMkLst>
        </pc:spChg>
      </pc:sldChg>
      <pc:sldChg chg="modSp add mod modAnim">
        <pc:chgData name="Mohammad Salman" userId="cfd6754c-e613-4f6f-bb98-36aef69d8c31" providerId="ADAL" clId="{454126D1-02F7-4D76-A3B3-8C1A00D8AA68}" dt="2023-10-13T08:42:22.199" v="13645" actId="20577"/>
        <pc:sldMkLst>
          <pc:docMk/>
          <pc:sldMk cId="1078115417" sldId="332"/>
        </pc:sldMkLst>
        <pc:spChg chg="mod">
          <ac:chgData name="Mohammad Salman" userId="cfd6754c-e613-4f6f-bb98-36aef69d8c31" providerId="ADAL" clId="{454126D1-02F7-4D76-A3B3-8C1A00D8AA68}" dt="2023-10-13T08:40:50.390" v="13454" actId="1076"/>
          <ac:spMkLst>
            <pc:docMk/>
            <pc:sldMk cId="1078115417" sldId="332"/>
            <ac:spMk id="2" creationId="{582A18A0-E4C5-1DE6-1CCA-4A7473CFD47C}"/>
          </ac:spMkLst>
        </pc:spChg>
        <pc:spChg chg="mod">
          <ac:chgData name="Mohammad Salman" userId="cfd6754c-e613-4f6f-bb98-36aef69d8c31" providerId="ADAL" clId="{454126D1-02F7-4D76-A3B3-8C1A00D8AA68}" dt="2023-10-13T08:42:22.199" v="13645" actId="20577"/>
          <ac:spMkLst>
            <pc:docMk/>
            <pc:sldMk cId="1078115417" sldId="332"/>
            <ac:spMk id="3" creationId="{48DE35C7-3D28-A183-906E-37F8D33142B1}"/>
          </ac:spMkLst>
        </pc:spChg>
        <pc:spChg chg="mod">
          <ac:chgData name="Mohammad Salman" userId="cfd6754c-e613-4f6f-bb98-36aef69d8c31" providerId="ADAL" clId="{454126D1-02F7-4D76-A3B3-8C1A00D8AA68}" dt="2023-10-13T08:41:30.830" v="13580" actId="113"/>
          <ac:spMkLst>
            <pc:docMk/>
            <pc:sldMk cId="1078115417" sldId="332"/>
            <ac:spMk id="10" creationId="{BBA0509F-1998-68B7-D9EF-E24767BE6DF9}"/>
          </ac:spMkLst>
        </pc:spChg>
      </pc:sldChg>
      <pc:sldChg chg="addSp delSp modSp add mod modAnim modNotesTx">
        <pc:chgData name="Mohammad Salman" userId="cfd6754c-e613-4f6f-bb98-36aef69d8c31" providerId="ADAL" clId="{454126D1-02F7-4D76-A3B3-8C1A00D8AA68}" dt="2023-10-23T14:56:35.727" v="17105" actId="20577"/>
        <pc:sldMkLst>
          <pc:docMk/>
          <pc:sldMk cId="1081571375" sldId="333"/>
        </pc:sldMkLst>
        <pc:spChg chg="add mod">
          <ac:chgData name="Mohammad Salman" userId="cfd6754c-e613-4f6f-bb98-36aef69d8c31" providerId="ADAL" clId="{454126D1-02F7-4D76-A3B3-8C1A00D8AA68}" dt="2023-10-13T08:44:15.132" v="13714" actId="692"/>
          <ac:spMkLst>
            <pc:docMk/>
            <pc:sldMk cId="1081571375" sldId="333"/>
            <ac:spMk id="3" creationId="{7D696B12-7518-F6F9-538C-BB2B201A89C5}"/>
          </ac:spMkLst>
        </pc:spChg>
        <pc:spChg chg="add mod">
          <ac:chgData name="Mohammad Salman" userId="cfd6754c-e613-4f6f-bb98-36aef69d8c31" providerId="ADAL" clId="{454126D1-02F7-4D76-A3B3-8C1A00D8AA68}" dt="2023-10-23T14:56:35.727" v="17105" actId="20577"/>
          <ac:spMkLst>
            <pc:docMk/>
            <pc:sldMk cId="1081571375" sldId="333"/>
            <ac:spMk id="4" creationId="{547C7476-32AC-D1A3-A8F3-BB54BD2FCE5C}"/>
          </ac:spMkLst>
        </pc:spChg>
        <pc:spChg chg="mod">
          <ac:chgData name="Mohammad Salman" userId="cfd6754c-e613-4f6f-bb98-36aef69d8c31" providerId="ADAL" clId="{454126D1-02F7-4D76-A3B3-8C1A00D8AA68}" dt="2023-10-13T08:48:10.662" v="14047" actId="1076"/>
          <ac:spMkLst>
            <pc:docMk/>
            <pc:sldMk cId="1081571375" sldId="333"/>
            <ac:spMk id="31" creationId="{31CA98DC-3D18-0B67-5CCF-FC8843B8F84B}"/>
          </ac:spMkLst>
        </pc:spChg>
        <pc:spChg chg="mod">
          <ac:chgData name="Mohammad Salman" userId="cfd6754c-e613-4f6f-bb98-36aef69d8c31" providerId="ADAL" clId="{454126D1-02F7-4D76-A3B3-8C1A00D8AA68}" dt="2023-10-13T08:48:14.536" v="14048" actId="1076"/>
          <ac:spMkLst>
            <pc:docMk/>
            <pc:sldMk cId="1081571375" sldId="333"/>
            <ac:spMk id="36" creationId="{75E87513-71E9-2573-EC6B-04B5ECB01B11}"/>
          </ac:spMkLst>
        </pc:spChg>
        <pc:grpChg chg="del">
          <ac:chgData name="Mohammad Salman" userId="cfd6754c-e613-4f6f-bb98-36aef69d8c31" providerId="ADAL" clId="{454126D1-02F7-4D76-A3B3-8C1A00D8AA68}" dt="2023-10-13T08:42:50.542" v="13653" actId="478"/>
          <ac:grpSpMkLst>
            <pc:docMk/>
            <pc:sldMk cId="1081571375" sldId="333"/>
            <ac:grpSpMk id="37" creationId="{2749C4CB-05F4-E4C6-3DAC-B3A5ED4205FE}"/>
          </ac:grpSpMkLst>
        </pc:grpChg>
        <pc:graphicFrameChg chg="modGraphic">
          <ac:chgData name="Mohammad Salman" userId="cfd6754c-e613-4f6f-bb98-36aef69d8c31" providerId="ADAL" clId="{454126D1-02F7-4D76-A3B3-8C1A00D8AA68}" dt="2023-10-13T08:43:31.650" v="13661" actId="20577"/>
          <ac:graphicFrameMkLst>
            <pc:docMk/>
            <pc:sldMk cId="1081571375" sldId="333"/>
            <ac:graphicFrameMk id="22" creationId="{B070AA9F-5B9D-91EB-F394-7227C7DEF62E}"/>
          </ac:graphicFrameMkLst>
        </pc:graphicFrameChg>
        <pc:inkChg chg="add mod">
          <ac:chgData name="Mohammad Salman" userId="cfd6754c-e613-4f6f-bb98-36aef69d8c31" providerId="ADAL" clId="{454126D1-02F7-4D76-A3B3-8C1A00D8AA68}" dt="2023-10-13T08:43:24.481" v="13659" actId="692"/>
          <ac:inkMkLst>
            <pc:docMk/>
            <pc:sldMk cId="1081571375" sldId="333"/>
            <ac:inkMk id="2" creationId="{F56E228F-3C47-238A-1B25-A4EA39F722AD}"/>
          </ac:inkMkLst>
        </pc:inkChg>
      </pc:sldChg>
      <pc:sldChg chg="addSp delSp modSp new mod modAnim">
        <pc:chgData name="Mohammad Salman" userId="cfd6754c-e613-4f6f-bb98-36aef69d8c31" providerId="ADAL" clId="{454126D1-02F7-4D76-A3B3-8C1A00D8AA68}" dt="2023-10-13T09:46:45.800" v="14902" actId="478"/>
        <pc:sldMkLst>
          <pc:docMk/>
          <pc:sldMk cId="2016582350" sldId="334"/>
        </pc:sldMkLst>
        <pc:spChg chg="del">
          <ac:chgData name="Mohammad Salman" userId="cfd6754c-e613-4f6f-bb98-36aef69d8c31" providerId="ADAL" clId="{454126D1-02F7-4D76-A3B3-8C1A00D8AA68}" dt="2023-10-13T08:56:20.053" v="14303" actId="478"/>
          <ac:spMkLst>
            <pc:docMk/>
            <pc:sldMk cId="2016582350" sldId="334"/>
            <ac:spMk id="2" creationId="{38E9AE0F-7BA8-C19D-303E-22C67972CE6A}"/>
          </ac:spMkLst>
        </pc:spChg>
        <pc:spChg chg="del">
          <ac:chgData name="Mohammad Salman" userId="cfd6754c-e613-4f6f-bb98-36aef69d8c31" providerId="ADAL" clId="{454126D1-02F7-4D76-A3B3-8C1A00D8AA68}" dt="2023-10-13T08:56:20.053" v="14303" actId="478"/>
          <ac:spMkLst>
            <pc:docMk/>
            <pc:sldMk cId="2016582350" sldId="334"/>
            <ac:spMk id="3" creationId="{C3160093-46B7-713B-B21C-47C4340E531A}"/>
          </ac:spMkLst>
        </pc:spChg>
        <pc:spChg chg="add mod">
          <ac:chgData name="Mohammad Salman" userId="cfd6754c-e613-4f6f-bb98-36aef69d8c31" providerId="ADAL" clId="{454126D1-02F7-4D76-A3B3-8C1A00D8AA68}" dt="2023-10-13T09:28:18.958" v="14507" actId="692"/>
          <ac:spMkLst>
            <pc:docMk/>
            <pc:sldMk cId="2016582350" sldId="334"/>
            <ac:spMk id="4" creationId="{D44C611C-0043-328B-A6AA-1E71ADE215FC}"/>
          </ac:spMkLst>
        </pc:spChg>
        <pc:spChg chg="add mod">
          <ac:chgData name="Mohammad Salman" userId="cfd6754c-e613-4f6f-bb98-36aef69d8c31" providerId="ADAL" clId="{454126D1-02F7-4D76-A3B3-8C1A00D8AA68}" dt="2023-10-13T09:46:29.762" v="14900" actId="207"/>
          <ac:spMkLst>
            <pc:docMk/>
            <pc:sldMk cId="2016582350" sldId="334"/>
            <ac:spMk id="6" creationId="{79CCD7B8-81F3-FAB8-CFF8-9DD006220761}"/>
          </ac:spMkLst>
        </pc:spChg>
        <pc:spChg chg="add del">
          <ac:chgData name="Mohammad Salman" userId="cfd6754c-e613-4f6f-bb98-36aef69d8c31" providerId="ADAL" clId="{454126D1-02F7-4D76-A3B3-8C1A00D8AA68}" dt="2023-10-13T09:39:07.544" v="14591" actId="22"/>
          <ac:spMkLst>
            <pc:docMk/>
            <pc:sldMk cId="2016582350" sldId="334"/>
            <ac:spMk id="8" creationId="{D1C322B9-6796-89DB-87C0-F760A224151D}"/>
          </ac:spMkLst>
        </pc:spChg>
        <pc:spChg chg="add del mod">
          <ac:chgData name="Mohammad Salman" userId="cfd6754c-e613-4f6f-bb98-36aef69d8c31" providerId="ADAL" clId="{454126D1-02F7-4D76-A3B3-8C1A00D8AA68}" dt="2023-10-13T09:46:45.800" v="14902" actId="478"/>
          <ac:spMkLst>
            <pc:docMk/>
            <pc:sldMk cId="2016582350" sldId="334"/>
            <ac:spMk id="10" creationId="{F24127AE-38BA-C74D-4D1D-49FBF2FF39F7}"/>
          </ac:spMkLst>
        </pc:spChg>
      </pc:sldChg>
      <pc:sldChg chg="new del setBg">
        <pc:chgData name="Mohammad Salman" userId="cfd6754c-e613-4f6f-bb98-36aef69d8c31" providerId="ADAL" clId="{454126D1-02F7-4D76-A3B3-8C1A00D8AA68}" dt="2023-10-23T15:01:24.620" v="17283" actId="47"/>
        <pc:sldMkLst>
          <pc:docMk/>
          <pc:sldMk cId="1730952584" sldId="335"/>
        </pc:sldMkLst>
      </pc:sldChg>
      <pc:sldChg chg="addSp delSp modSp new mod ord modAnim">
        <pc:chgData name="Mohammad Salman" userId="cfd6754c-e613-4f6f-bb98-36aef69d8c31" providerId="ADAL" clId="{454126D1-02F7-4D76-A3B3-8C1A00D8AA68}" dt="2023-10-23T14:58:08.815" v="17265" actId="14100"/>
        <pc:sldMkLst>
          <pc:docMk/>
          <pc:sldMk cId="65632039" sldId="336"/>
        </pc:sldMkLst>
        <pc:spChg chg="del">
          <ac:chgData name="Mohammad Salman" userId="cfd6754c-e613-4f6f-bb98-36aef69d8c31" providerId="ADAL" clId="{454126D1-02F7-4D76-A3B3-8C1A00D8AA68}" dt="2023-10-13T09:41:24.112" v="14753" actId="478"/>
          <ac:spMkLst>
            <pc:docMk/>
            <pc:sldMk cId="65632039" sldId="336"/>
            <ac:spMk id="2" creationId="{157D2D56-3FB0-69DA-203A-FE131B4EEFCA}"/>
          </ac:spMkLst>
        </pc:spChg>
        <pc:spChg chg="add mod">
          <ac:chgData name="Mohammad Salman" userId="cfd6754c-e613-4f6f-bb98-36aef69d8c31" providerId="ADAL" clId="{454126D1-02F7-4D76-A3B3-8C1A00D8AA68}" dt="2023-10-23T14:58:08.815" v="17265" actId="14100"/>
          <ac:spMkLst>
            <pc:docMk/>
            <pc:sldMk cId="65632039" sldId="336"/>
            <ac:spMk id="2" creationId="{352F8906-B9E9-09EB-BD71-730F151A034C}"/>
          </ac:spMkLst>
        </pc:spChg>
        <pc:spChg chg="del">
          <ac:chgData name="Mohammad Salman" userId="cfd6754c-e613-4f6f-bb98-36aef69d8c31" providerId="ADAL" clId="{454126D1-02F7-4D76-A3B3-8C1A00D8AA68}" dt="2023-10-13T09:41:24.112" v="14753" actId="478"/>
          <ac:spMkLst>
            <pc:docMk/>
            <pc:sldMk cId="65632039" sldId="336"/>
            <ac:spMk id="3" creationId="{46DE8313-4F6C-345E-4808-A0EF2F19FD7F}"/>
          </ac:spMkLst>
        </pc:spChg>
        <pc:spChg chg="add mod">
          <ac:chgData name="Mohammad Salman" userId="cfd6754c-e613-4f6f-bb98-36aef69d8c31" providerId="ADAL" clId="{454126D1-02F7-4D76-A3B3-8C1A00D8AA68}" dt="2023-10-13T09:41:51.992" v="14809" actId="1036"/>
          <ac:spMkLst>
            <pc:docMk/>
            <pc:sldMk cId="65632039" sldId="336"/>
            <ac:spMk id="4" creationId="{712E7235-EFB4-4414-8A06-5BA773F09E97}"/>
          </ac:spMkLst>
        </pc:spChg>
        <pc:spChg chg="add mod">
          <ac:chgData name="Mohammad Salman" userId="cfd6754c-e613-4f6f-bb98-36aef69d8c31" providerId="ADAL" clId="{454126D1-02F7-4D76-A3B3-8C1A00D8AA68}" dt="2023-10-13T09:41:51.992" v="14809" actId="1036"/>
          <ac:spMkLst>
            <pc:docMk/>
            <pc:sldMk cId="65632039" sldId="336"/>
            <ac:spMk id="5" creationId="{CA7C50C7-E58F-5EF6-60CF-51A611D8A86B}"/>
          </ac:spMkLst>
        </pc:spChg>
        <pc:spChg chg="add mod">
          <ac:chgData name="Mohammad Salman" userId="cfd6754c-e613-4f6f-bb98-36aef69d8c31" providerId="ADAL" clId="{454126D1-02F7-4D76-A3B3-8C1A00D8AA68}" dt="2023-10-13T09:41:51.992" v="14809" actId="1036"/>
          <ac:spMkLst>
            <pc:docMk/>
            <pc:sldMk cId="65632039" sldId="336"/>
            <ac:spMk id="8" creationId="{D945A7DF-3A48-0B1E-0CEC-ED1F3244AE43}"/>
          </ac:spMkLst>
        </pc:spChg>
        <pc:spChg chg="add del mod">
          <ac:chgData name="Mohammad Salman" userId="cfd6754c-e613-4f6f-bb98-36aef69d8c31" providerId="ADAL" clId="{454126D1-02F7-4D76-A3B3-8C1A00D8AA68}" dt="2023-10-13T09:45:42.180" v="14891" actId="478"/>
          <ac:spMkLst>
            <pc:docMk/>
            <pc:sldMk cId="65632039" sldId="336"/>
            <ac:spMk id="10" creationId="{7FA93BCC-DFE8-04B5-7C04-92400C363B6B}"/>
          </ac:spMkLst>
        </pc:spChg>
        <pc:spChg chg="add mod">
          <ac:chgData name="Mohammad Salman" userId="cfd6754c-e613-4f6f-bb98-36aef69d8c31" providerId="ADAL" clId="{454126D1-02F7-4D76-A3B3-8C1A00D8AA68}" dt="2023-10-13T09:41:51.992" v="14809" actId="1036"/>
          <ac:spMkLst>
            <pc:docMk/>
            <pc:sldMk cId="65632039" sldId="336"/>
            <ac:spMk id="14" creationId="{43752CA3-89F7-AA6C-2456-CD0B9296210B}"/>
          </ac:spMkLst>
        </pc:spChg>
        <pc:spChg chg="add del mod">
          <ac:chgData name="Mohammad Salman" userId="cfd6754c-e613-4f6f-bb98-36aef69d8c31" providerId="ADAL" clId="{454126D1-02F7-4D76-A3B3-8C1A00D8AA68}" dt="2023-10-13T09:45:42.180" v="14891" actId="478"/>
          <ac:spMkLst>
            <pc:docMk/>
            <pc:sldMk cId="65632039" sldId="336"/>
            <ac:spMk id="15" creationId="{A9ECBB4C-F8E1-00AB-DF45-314C5F90E5A8}"/>
          </ac:spMkLst>
        </pc:spChg>
        <pc:spChg chg="add mod">
          <ac:chgData name="Mohammad Salman" userId="cfd6754c-e613-4f6f-bb98-36aef69d8c31" providerId="ADAL" clId="{454126D1-02F7-4D76-A3B3-8C1A00D8AA68}" dt="2023-10-13T09:41:51.992" v="14809" actId="1036"/>
          <ac:spMkLst>
            <pc:docMk/>
            <pc:sldMk cId="65632039" sldId="336"/>
            <ac:spMk id="20" creationId="{8D8A1CB4-8497-35CE-6985-44123EB7F5C7}"/>
          </ac:spMkLst>
        </pc:spChg>
        <pc:spChg chg="add del mod">
          <ac:chgData name="Mohammad Salman" userId="cfd6754c-e613-4f6f-bb98-36aef69d8c31" providerId="ADAL" clId="{454126D1-02F7-4D76-A3B3-8C1A00D8AA68}" dt="2023-10-13T09:44:28.236" v="14860" actId="478"/>
          <ac:spMkLst>
            <pc:docMk/>
            <pc:sldMk cId="65632039" sldId="336"/>
            <ac:spMk id="21" creationId="{5C673EF0-C069-2327-DF11-D9717FBC2AD1}"/>
          </ac:spMkLst>
        </pc:spChg>
        <pc:spChg chg="add mod">
          <ac:chgData name="Mohammad Salman" userId="cfd6754c-e613-4f6f-bb98-36aef69d8c31" providerId="ADAL" clId="{454126D1-02F7-4D76-A3B3-8C1A00D8AA68}" dt="2023-10-13T09:41:39.667" v="14755"/>
          <ac:spMkLst>
            <pc:docMk/>
            <pc:sldMk cId="65632039" sldId="336"/>
            <ac:spMk id="22" creationId="{75416D3E-1928-F79D-166C-BD6D1B3D95DB}"/>
          </ac:spMkLst>
        </pc:spChg>
        <pc:spChg chg="add mod">
          <ac:chgData name="Mohammad Salman" userId="cfd6754c-e613-4f6f-bb98-36aef69d8c31" providerId="ADAL" clId="{454126D1-02F7-4D76-A3B3-8C1A00D8AA68}" dt="2023-10-13T09:45:52.058" v="14898" actId="1036"/>
          <ac:spMkLst>
            <pc:docMk/>
            <pc:sldMk cId="65632039" sldId="336"/>
            <ac:spMk id="24" creationId="{C042BF12-AF3F-7358-774F-10FDDE5A318C}"/>
          </ac:spMkLst>
        </pc:spChg>
        <pc:spChg chg="add mod">
          <ac:chgData name="Mohammad Salman" userId="cfd6754c-e613-4f6f-bb98-36aef69d8c31" providerId="ADAL" clId="{454126D1-02F7-4D76-A3B3-8C1A00D8AA68}" dt="2023-10-13T09:45:52.058" v="14898" actId="1036"/>
          <ac:spMkLst>
            <pc:docMk/>
            <pc:sldMk cId="65632039" sldId="336"/>
            <ac:spMk id="25" creationId="{CD675D70-7662-DE71-7047-5F4836123CB1}"/>
          </ac:spMkLst>
        </pc:spChg>
        <pc:spChg chg="add mod">
          <ac:chgData name="Mohammad Salman" userId="cfd6754c-e613-4f6f-bb98-36aef69d8c31" providerId="ADAL" clId="{454126D1-02F7-4D76-A3B3-8C1A00D8AA68}" dt="2023-10-13T09:45:52.058" v="14898" actId="1036"/>
          <ac:spMkLst>
            <pc:docMk/>
            <pc:sldMk cId="65632039" sldId="336"/>
            <ac:spMk id="30" creationId="{6A82D56E-F848-6D87-317F-C79A7F913A7E}"/>
          </ac:spMkLst>
        </pc:spChg>
        <pc:grpChg chg="add mod">
          <ac:chgData name="Mohammad Salman" userId="cfd6754c-e613-4f6f-bb98-36aef69d8c31" providerId="ADAL" clId="{454126D1-02F7-4D76-A3B3-8C1A00D8AA68}" dt="2023-10-13T09:41:51.992" v="14809" actId="1036"/>
          <ac:grpSpMkLst>
            <pc:docMk/>
            <pc:sldMk cId="65632039" sldId="336"/>
            <ac:grpSpMk id="11" creationId="{DD1A5A83-0C23-AD34-F61C-E8A3E441CADB}"/>
          </ac:grpSpMkLst>
        </pc:grpChg>
        <pc:grpChg chg="add del mod">
          <ac:chgData name="Mohammad Salman" userId="cfd6754c-e613-4f6f-bb98-36aef69d8c31" providerId="ADAL" clId="{454126D1-02F7-4D76-A3B3-8C1A00D8AA68}" dt="2023-10-13T09:44:29.550" v="14861" actId="478"/>
          <ac:grpSpMkLst>
            <pc:docMk/>
            <pc:sldMk cId="65632039" sldId="336"/>
            <ac:grpSpMk id="17" creationId="{F2BD47CB-D521-FE6A-DB24-389AC13657BC}"/>
          </ac:grpSpMkLst>
        </pc:grpChg>
        <pc:grpChg chg="add mod">
          <ac:chgData name="Mohammad Salman" userId="cfd6754c-e613-4f6f-bb98-36aef69d8c31" providerId="ADAL" clId="{454126D1-02F7-4D76-A3B3-8C1A00D8AA68}" dt="2023-10-13T09:45:52.058" v="14898" actId="1036"/>
          <ac:grpSpMkLst>
            <pc:docMk/>
            <pc:sldMk cId="65632039" sldId="336"/>
            <ac:grpSpMk id="27" creationId="{B7EB697B-D1CA-C285-14CD-FCE9F3DD5D54}"/>
          </ac:grpSpMkLst>
        </pc:grpChg>
        <pc:graphicFrameChg chg="add del mod modGraphic">
          <ac:chgData name="Mohammad Salman" userId="cfd6754c-e613-4f6f-bb98-36aef69d8c31" providerId="ADAL" clId="{454126D1-02F7-4D76-A3B3-8C1A00D8AA68}" dt="2023-10-13T09:45:42.180" v="14891" actId="478"/>
          <ac:graphicFrameMkLst>
            <pc:docMk/>
            <pc:sldMk cId="65632039" sldId="336"/>
            <ac:graphicFrameMk id="6" creationId="{D5BA6DEC-99BD-0B77-F37A-31916DABB00F}"/>
          </ac:graphicFrameMkLst>
        </pc:graphicFrameChg>
        <pc:graphicFrameChg chg="add mod">
          <ac:chgData name="Mohammad Salman" userId="cfd6754c-e613-4f6f-bb98-36aef69d8c31" providerId="ADAL" clId="{454126D1-02F7-4D76-A3B3-8C1A00D8AA68}" dt="2023-10-13T09:41:51.992" v="14809" actId="1036"/>
          <ac:graphicFrameMkLst>
            <pc:docMk/>
            <pc:sldMk cId="65632039" sldId="336"/>
            <ac:graphicFrameMk id="7" creationId="{C5580DBF-D856-B3D9-AFA0-E879E42E5455}"/>
          </ac:graphicFrameMkLst>
        </pc:graphicFrameChg>
        <pc:graphicFrameChg chg="add mod">
          <ac:chgData name="Mohammad Salman" userId="cfd6754c-e613-4f6f-bb98-36aef69d8c31" providerId="ADAL" clId="{454126D1-02F7-4D76-A3B3-8C1A00D8AA68}" dt="2023-10-13T09:41:51.992" v="14809" actId="1036"/>
          <ac:graphicFrameMkLst>
            <pc:docMk/>
            <pc:sldMk cId="65632039" sldId="336"/>
            <ac:graphicFrameMk id="9" creationId="{13503B7B-C7DC-CC10-2105-BAA280AA6C28}"/>
          </ac:graphicFrameMkLst>
        </pc:graphicFrameChg>
        <pc:graphicFrameChg chg="add del mod">
          <ac:chgData name="Mohammad Salman" userId="cfd6754c-e613-4f6f-bb98-36aef69d8c31" providerId="ADAL" clId="{454126D1-02F7-4D76-A3B3-8C1A00D8AA68}" dt="2023-10-13T09:44:28.236" v="14860" actId="478"/>
          <ac:graphicFrameMkLst>
            <pc:docMk/>
            <pc:sldMk cId="65632039" sldId="336"/>
            <ac:graphicFrameMk id="16" creationId="{901B602B-E822-5538-0CCB-E28C54E471F6}"/>
          </ac:graphicFrameMkLst>
        </pc:graphicFrameChg>
        <pc:graphicFrameChg chg="add mod">
          <ac:chgData name="Mohammad Salman" userId="cfd6754c-e613-4f6f-bb98-36aef69d8c31" providerId="ADAL" clId="{454126D1-02F7-4D76-A3B3-8C1A00D8AA68}" dt="2023-10-13T09:45:52.058" v="14898" actId="1036"/>
          <ac:graphicFrameMkLst>
            <pc:docMk/>
            <pc:sldMk cId="65632039" sldId="336"/>
            <ac:graphicFrameMk id="23" creationId="{984D8921-6F9E-208E-FC86-E5F1A44F7FDD}"/>
          </ac:graphicFrameMkLst>
        </pc:graphicFrameChg>
        <pc:graphicFrameChg chg="add mod">
          <ac:chgData name="Mohammad Salman" userId="cfd6754c-e613-4f6f-bb98-36aef69d8c31" providerId="ADAL" clId="{454126D1-02F7-4D76-A3B3-8C1A00D8AA68}" dt="2023-10-13T09:45:52.058" v="14898" actId="1036"/>
          <ac:graphicFrameMkLst>
            <pc:docMk/>
            <pc:sldMk cId="65632039" sldId="336"/>
            <ac:graphicFrameMk id="26" creationId="{FA4BA4A2-FF83-37C2-F0DC-7D47819F77A0}"/>
          </ac:graphicFrameMkLst>
        </pc:graphicFrameChg>
        <pc:inkChg chg="mod">
          <ac:chgData name="Mohammad Salman" userId="cfd6754c-e613-4f6f-bb98-36aef69d8c31" providerId="ADAL" clId="{454126D1-02F7-4D76-A3B3-8C1A00D8AA68}" dt="2023-10-13T09:41:31.745" v="14754"/>
          <ac:inkMkLst>
            <pc:docMk/>
            <pc:sldMk cId="65632039" sldId="336"/>
            <ac:inkMk id="12" creationId="{941820EC-3FCE-0EA6-D6A3-F5FFEA35A043}"/>
          </ac:inkMkLst>
        </pc:inkChg>
        <pc:inkChg chg="mod">
          <ac:chgData name="Mohammad Salman" userId="cfd6754c-e613-4f6f-bb98-36aef69d8c31" providerId="ADAL" clId="{454126D1-02F7-4D76-A3B3-8C1A00D8AA68}" dt="2023-10-13T09:41:31.745" v="14754"/>
          <ac:inkMkLst>
            <pc:docMk/>
            <pc:sldMk cId="65632039" sldId="336"/>
            <ac:inkMk id="13" creationId="{797DD440-8756-A310-4943-AD3EF2E4CBAE}"/>
          </ac:inkMkLst>
        </pc:inkChg>
        <pc:inkChg chg="mod">
          <ac:chgData name="Mohammad Salman" userId="cfd6754c-e613-4f6f-bb98-36aef69d8c31" providerId="ADAL" clId="{454126D1-02F7-4D76-A3B3-8C1A00D8AA68}" dt="2023-10-13T09:41:31.745" v="14754"/>
          <ac:inkMkLst>
            <pc:docMk/>
            <pc:sldMk cId="65632039" sldId="336"/>
            <ac:inkMk id="18" creationId="{B1EFCC8A-EE35-64BC-B334-F28AB1E18154}"/>
          </ac:inkMkLst>
        </pc:inkChg>
        <pc:inkChg chg="mod">
          <ac:chgData name="Mohammad Salman" userId="cfd6754c-e613-4f6f-bb98-36aef69d8c31" providerId="ADAL" clId="{454126D1-02F7-4D76-A3B3-8C1A00D8AA68}" dt="2023-10-13T09:41:31.745" v="14754"/>
          <ac:inkMkLst>
            <pc:docMk/>
            <pc:sldMk cId="65632039" sldId="336"/>
            <ac:inkMk id="19" creationId="{03E6C7A5-3610-597A-4F4D-EC82132D7D52}"/>
          </ac:inkMkLst>
        </pc:inkChg>
        <pc:inkChg chg="mod">
          <ac:chgData name="Mohammad Salman" userId="cfd6754c-e613-4f6f-bb98-36aef69d8c31" providerId="ADAL" clId="{454126D1-02F7-4D76-A3B3-8C1A00D8AA68}" dt="2023-10-13T09:45:42.509" v="14892"/>
          <ac:inkMkLst>
            <pc:docMk/>
            <pc:sldMk cId="65632039" sldId="336"/>
            <ac:inkMk id="28" creationId="{E7817152-D632-D5B4-8D2F-13D29B6CBE58}"/>
          </ac:inkMkLst>
        </pc:inkChg>
        <pc:inkChg chg="mod">
          <ac:chgData name="Mohammad Salman" userId="cfd6754c-e613-4f6f-bb98-36aef69d8c31" providerId="ADAL" clId="{454126D1-02F7-4D76-A3B3-8C1A00D8AA68}" dt="2023-10-13T09:45:42.509" v="14892"/>
          <ac:inkMkLst>
            <pc:docMk/>
            <pc:sldMk cId="65632039" sldId="336"/>
            <ac:inkMk id="29" creationId="{B1371A3B-A1BF-7C75-4D9F-E8E77EDE91B6}"/>
          </ac:inkMkLst>
        </pc:inkChg>
      </pc:sldChg>
      <pc:sldChg chg="add">
        <pc:chgData name="Mohammad Salman" userId="cfd6754c-e613-4f6f-bb98-36aef69d8c31" providerId="ADAL" clId="{454126D1-02F7-4D76-A3B3-8C1A00D8AA68}" dt="2023-10-13T09:45:18.086" v="14890" actId="2890"/>
        <pc:sldMkLst>
          <pc:docMk/>
          <pc:sldMk cId="2166184140" sldId="337"/>
        </pc:sldMkLst>
      </pc:sldChg>
      <pc:sldChg chg="delSp modSp add mod modAnim">
        <pc:chgData name="Mohammad Salman" userId="cfd6754c-e613-4f6f-bb98-36aef69d8c31" providerId="ADAL" clId="{454126D1-02F7-4D76-A3B3-8C1A00D8AA68}" dt="2023-10-13T09:51:31.367" v="14936" actId="478"/>
        <pc:sldMkLst>
          <pc:docMk/>
          <pc:sldMk cId="489873637" sldId="338"/>
        </pc:sldMkLst>
        <pc:spChg chg="mod">
          <ac:chgData name="Mohammad Salman" userId="cfd6754c-e613-4f6f-bb98-36aef69d8c31" providerId="ADAL" clId="{454126D1-02F7-4D76-A3B3-8C1A00D8AA68}" dt="2023-10-13T09:50:44.304" v="14933" actId="207"/>
          <ac:spMkLst>
            <pc:docMk/>
            <pc:sldMk cId="489873637" sldId="338"/>
            <ac:spMk id="6" creationId="{79CCD7B8-81F3-FAB8-CFF8-9DD006220761}"/>
          </ac:spMkLst>
        </pc:spChg>
        <pc:spChg chg="del">
          <ac:chgData name="Mohammad Salman" userId="cfd6754c-e613-4f6f-bb98-36aef69d8c31" providerId="ADAL" clId="{454126D1-02F7-4D76-A3B3-8C1A00D8AA68}" dt="2023-10-13T09:51:31.367" v="14936" actId="478"/>
          <ac:spMkLst>
            <pc:docMk/>
            <pc:sldMk cId="489873637" sldId="338"/>
            <ac:spMk id="10" creationId="{F24127AE-38BA-C74D-4D1D-49FBF2FF39F7}"/>
          </ac:spMkLst>
        </pc:spChg>
      </pc:sldChg>
      <pc:sldChg chg="addSp modSp add mod">
        <pc:chgData name="Mohammad Salman" userId="cfd6754c-e613-4f6f-bb98-36aef69d8c31" providerId="ADAL" clId="{454126D1-02F7-4D76-A3B3-8C1A00D8AA68}" dt="2023-10-13T09:50:01.047" v="14928" actId="1076"/>
        <pc:sldMkLst>
          <pc:docMk/>
          <pc:sldMk cId="1259541928" sldId="339"/>
        </pc:sldMkLst>
        <pc:spChg chg="add mod">
          <ac:chgData name="Mohammad Salman" userId="cfd6754c-e613-4f6f-bb98-36aef69d8c31" providerId="ADAL" clId="{454126D1-02F7-4D76-A3B3-8C1A00D8AA68}" dt="2023-10-13T09:49:07.075" v="14919" actId="20577"/>
          <ac:spMkLst>
            <pc:docMk/>
            <pc:sldMk cId="1259541928" sldId="339"/>
            <ac:spMk id="3" creationId="{8112228F-C29E-5941-8E69-4BD55E70BCF5}"/>
          </ac:spMkLst>
        </pc:spChg>
        <pc:grpChg chg="add mod">
          <ac:chgData name="Mohammad Salman" userId="cfd6754c-e613-4f6f-bb98-36aef69d8c31" providerId="ADAL" clId="{454126D1-02F7-4D76-A3B3-8C1A00D8AA68}" dt="2023-10-13T09:50:01.047" v="14928" actId="1076"/>
          <ac:grpSpMkLst>
            <pc:docMk/>
            <pc:sldMk cId="1259541928" sldId="339"/>
            <ac:grpSpMk id="16" creationId="{07B08DF7-2496-D771-F73D-FC4324CB1801}"/>
          </ac:grpSpMkLst>
        </pc:grpChg>
        <pc:graphicFrameChg chg="add mod modGraphic">
          <ac:chgData name="Mohammad Salman" userId="cfd6754c-e613-4f6f-bb98-36aef69d8c31" providerId="ADAL" clId="{454126D1-02F7-4D76-A3B3-8C1A00D8AA68}" dt="2023-10-13T09:49:34.520" v="14925" actId="207"/>
          <ac:graphicFrameMkLst>
            <pc:docMk/>
            <pc:sldMk cId="1259541928" sldId="339"/>
            <ac:graphicFrameMk id="2" creationId="{8AECEE62-4A67-3155-FFAA-1D03AE9CD583}"/>
          </ac:graphicFrameMkLst>
        </pc:graphicFrameChg>
        <pc:graphicFrameChg chg="modGraphic">
          <ac:chgData name="Mohammad Salman" userId="cfd6754c-e613-4f6f-bb98-36aef69d8c31" providerId="ADAL" clId="{454126D1-02F7-4D76-A3B3-8C1A00D8AA68}" dt="2023-10-13T09:49:13.909" v="14924" actId="20577"/>
          <ac:graphicFrameMkLst>
            <pc:docMk/>
            <pc:sldMk cId="1259541928" sldId="339"/>
            <ac:graphicFrameMk id="6" creationId="{D5BA6DEC-99BD-0B77-F37A-31916DABB00F}"/>
          </ac:graphicFrameMkLst>
        </pc:graphicFrameChg>
        <pc:inkChg chg="mod">
          <ac:chgData name="Mohammad Salman" userId="cfd6754c-e613-4f6f-bb98-36aef69d8c31" providerId="ADAL" clId="{454126D1-02F7-4D76-A3B3-8C1A00D8AA68}" dt="2023-10-13T09:49:43.531" v="14926"/>
          <ac:inkMkLst>
            <pc:docMk/>
            <pc:sldMk cId="1259541928" sldId="339"/>
            <ac:inkMk id="17" creationId="{DE86BC3A-9C16-105C-8DB9-DB275C8F9166}"/>
          </ac:inkMkLst>
        </pc:inkChg>
        <pc:inkChg chg="mod">
          <ac:chgData name="Mohammad Salman" userId="cfd6754c-e613-4f6f-bb98-36aef69d8c31" providerId="ADAL" clId="{454126D1-02F7-4D76-A3B3-8C1A00D8AA68}" dt="2023-10-13T09:49:43.531" v="14926"/>
          <ac:inkMkLst>
            <pc:docMk/>
            <pc:sldMk cId="1259541928" sldId="339"/>
            <ac:inkMk id="18" creationId="{7A12B070-373C-417B-F46F-2575082CA5D7}"/>
          </ac:inkMkLst>
        </pc:inkChg>
      </pc:sldChg>
      <pc:sldChg chg="modSp add modAnim modNotesTx">
        <pc:chgData name="Mohammad Salman" userId="cfd6754c-e613-4f6f-bb98-36aef69d8c31" providerId="ADAL" clId="{454126D1-02F7-4D76-A3B3-8C1A00D8AA68}" dt="2023-10-13T12:25:10.305" v="16559" actId="20577"/>
        <pc:sldMkLst>
          <pc:docMk/>
          <pc:sldMk cId="3691961261" sldId="340"/>
        </pc:sldMkLst>
        <pc:spChg chg="mod">
          <ac:chgData name="Mohammad Salman" userId="cfd6754c-e613-4f6f-bb98-36aef69d8c31" providerId="ADAL" clId="{454126D1-02F7-4D76-A3B3-8C1A00D8AA68}" dt="2023-10-13T12:24:21.625" v="16470" actId="20577"/>
          <ac:spMkLst>
            <pc:docMk/>
            <pc:sldMk cId="3691961261" sldId="340"/>
            <ac:spMk id="10" creationId="{F24127AE-38BA-C74D-4D1D-49FBF2FF39F7}"/>
          </ac:spMkLst>
        </pc:spChg>
      </pc:sldChg>
      <pc:sldChg chg="modSp new mod setBg">
        <pc:chgData name="Mohammad Salman" userId="cfd6754c-e613-4f6f-bb98-36aef69d8c31" providerId="ADAL" clId="{454126D1-02F7-4D76-A3B3-8C1A00D8AA68}" dt="2023-10-13T12:19:12.841" v="16352" actId="113"/>
        <pc:sldMkLst>
          <pc:docMk/>
          <pc:sldMk cId="2231044382" sldId="341"/>
        </pc:sldMkLst>
        <pc:spChg chg="mod">
          <ac:chgData name="Mohammad Salman" userId="cfd6754c-e613-4f6f-bb98-36aef69d8c31" providerId="ADAL" clId="{454126D1-02F7-4D76-A3B3-8C1A00D8AA68}" dt="2023-10-13T09:55:19.679" v="14960" actId="20577"/>
          <ac:spMkLst>
            <pc:docMk/>
            <pc:sldMk cId="2231044382" sldId="341"/>
            <ac:spMk id="2" creationId="{CCA0952D-F889-2FE9-541E-89D734FB66AF}"/>
          </ac:spMkLst>
        </pc:spChg>
        <pc:spChg chg="mod">
          <ac:chgData name="Mohammad Salman" userId="cfd6754c-e613-4f6f-bb98-36aef69d8c31" providerId="ADAL" clId="{454126D1-02F7-4D76-A3B3-8C1A00D8AA68}" dt="2023-10-13T12:19:12.841" v="16352" actId="113"/>
          <ac:spMkLst>
            <pc:docMk/>
            <pc:sldMk cId="2231044382" sldId="341"/>
            <ac:spMk id="3" creationId="{4908A5EA-0579-0FD9-33D5-1C957D5812FE}"/>
          </ac:spMkLst>
        </pc:spChg>
      </pc:sldChg>
      <pc:sldChg chg="modSp new mod modAnim">
        <pc:chgData name="Mohammad Salman" userId="cfd6754c-e613-4f6f-bb98-36aef69d8c31" providerId="ADAL" clId="{454126D1-02F7-4D76-A3B3-8C1A00D8AA68}" dt="2023-10-13T10:00:28.867" v="15282" actId="27636"/>
        <pc:sldMkLst>
          <pc:docMk/>
          <pc:sldMk cId="3582599377" sldId="342"/>
        </pc:sldMkLst>
        <pc:spChg chg="mod">
          <ac:chgData name="Mohammad Salman" userId="cfd6754c-e613-4f6f-bb98-36aef69d8c31" providerId="ADAL" clId="{454126D1-02F7-4D76-A3B3-8C1A00D8AA68}" dt="2023-10-13T09:57:03.921" v="15214" actId="404"/>
          <ac:spMkLst>
            <pc:docMk/>
            <pc:sldMk cId="3582599377" sldId="342"/>
            <ac:spMk id="2" creationId="{60D02782-E7C4-3944-F6BC-96D7559BE2BD}"/>
          </ac:spMkLst>
        </pc:spChg>
        <pc:spChg chg="mod">
          <ac:chgData name="Mohammad Salman" userId="cfd6754c-e613-4f6f-bb98-36aef69d8c31" providerId="ADAL" clId="{454126D1-02F7-4D76-A3B3-8C1A00D8AA68}" dt="2023-10-13T10:00:28.867" v="15282" actId="27636"/>
          <ac:spMkLst>
            <pc:docMk/>
            <pc:sldMk cId="3582599377" sldId="342"/>
            <ac:spMk id="3" creationId="{4D72D825-2DDA-4B22-CFD6-ED64A25D1A0F}"/>
          </ac:spMkLst>
        </pc:spChg>
      </pc:sldChg>
      <pc:sldChg chg="modSp new mod">
        <pc:chgData name="Mohammad Salman" userId="cfd6754c-e613-4f6f-bb98-36aef69d8c31" providerId="ADAL" clId="{454126D1-02F7-4D76-A3B3-8C1A00D8AA68}" dt="2023-10-13T10:53:42.729" v="16066" actId="20577"/>
        <pc:sldMkLst>
          <pc:docMk/>
          <pc:sldMk cId="697961277" sldId="343"/>
        </pc:sldMkLst>
        <pc:spChg chg="mod">
          <ac:chgData name="Mohammad Salman" userId="cfd6754c-e613-4f6f-bb98-36aef69d8c31" providerId="ADAL" clId="{454126D1-02F7-4D76-A3B3-8C1A00D8AA68}" dt="2023-10-13T10:03:35.422" v="15431" actId="5793"/>
          <ac:spMkLst>
            <pc:docMk/>
            <pc:sldMk cId="697961277" sldId="343"/>
            <ac:spMk id="2" creationId="{9F607F91-1010-09BD-D8AF-5C7E5941893D}"/>
          </ac:spMkLst>
        </pc:spChg>
        <pc:spChg chg="mod">
          <ac:chgData name="Mohammad Salman" userId="cfd6754c-e613-4f6f-bb98-36aef69d8c31" providerId="ADAL" clId="{454126D1-02F7-4D76-A3B3-8C1A00D8AA68}" dt="2023-10-13T10:53:42.729" v="16066" actId="20577"/>
          <ac:spMkLst>
            <pc:docMk/>
            <pc:sldMk cId="697961277" sldId="343"/>
            <ac:spMk id="3" creationId="{8907F92F-F960-222F-BFDB-818FADFA0543}"/>
          </ac:spMkLst>
        </pc:spChg>
      </pc:sldChg>
      <pc:sldChg chg="modSp add mod modAnim">
        <pc:chgData name="Mohammad Salman" userId="cfd6754c-e613-4f6f-bb98-36aef69d8c31" providerId="ADAL" clId="{454126D1-02F7-4D76-A3B3-8C1A00D8AA68}" dt="2023-10-13T12:20:17.756" v="16394" actId="20577"/>
        <pc:sldMkLst>
          <pc:docMk/>
          <pc:sldMk cId="3335697626" sldId="344"/>
        </pc:sldMkLst>
        <pc:spChg chg="mod">
          <ac:chgData name="Mohammad Salman" userId="cfd6754c-e613-4f6f-bb98-36aef69d8c31" providerId="ADAL" clId="{454126D1-02F7-4D76-A3B3-8C1A00D8AA68}" dt="2023-10-13T12:20:14.910" v="16386" actId="1038"/>
          <ac:spMkLst>
            <pc:docMk/>
            <pc:sldMk cId="3335697626" sldId="344"/>
            <ac:spMk id="2" creationId="{60D02782-E7C4-3944-F6BC-96D7559BE2BD}"/>
          </ac:spMkLst>
        </pc:spChg>
        <pc:spChg chg="mod">
          <ac:chgData name="Mohammad Salman" userId="cfd6754c-e613-4f6f-bb98-36aef69d8c31" providerId="ADAL" clId="{454126D1-02F7-4D76-A3B3-8C1A00D8AA68}" dt="2023-10-13T12:20:17.756" v="16394" actId="20577"/>
          <ac:spMkLst>
            <pc:docMk/>
            <pc:sldMk cId="3335697626" sldId="344"/>
            <ac:spMk id="3" creationId="{4D72D825-2DDA-4B22-CFD6-ED64A25D1A0F}"/>
          </ac:spMkLst>
        </pc:spChg>
      </pc:sldChg>
      <pc:sldChg chg="modSp add mod">
        <pc:chgData name="Mohammad Salman" userId="cfd6754c-e613-4f6f-bb98-36aef69d8c31" providerId="ADAL" clId="{454126D1-02F7-4D76-A3B3-8C1A00D8AA68}" dt="2023-10-13T10:08:07.585" v="15939" actId="113"/>
        <pc:sldMkLst>
          <pc:docMk/>
          <pc:sldMk cId="2619972654" sldId="345"/>
        </pc:sldMkLst>
        <pc:spChg chg="mod">
          <ac:chgData name="Mohammad Salman" userId="cfd6754c-e613-4f6f-bb98-36aef69d8c31" providerId="ADAL" clId="{454126D1-02F7-4D76-A3B3-8C1A00D8AA68}" dt="2023-10-13T10:08:07.585" v="15939" actId="113"/>
          <ac:spMkLst>
            <pc:docMk/>
            <pc:sldMk cId="2619972654" sldId="345"/>
            <ac:spMk id="3" creationId="{4D72D825-2DDA-4B22-CFD6-ED64A25D1A0F}"/>
          </ac:spMkLst>
        </pc:spChg>
      </pc:sldChg>
    </pc:docChg>
  </pc:docChgLst>
  <pc:docChgLst>
    <pc:chgData name="Mohammad Salman" userId="cfd6754c-e613-4f6f-bb98-36aef69d8c31" providerId="ADAL" clId="{8A4AC86B-8A4E-4D42-B2D3-93B0C982EBD3}"/>
    <pc:docChg chg="undo redo custSel addSld delSld modSld sldOrd modMainMaster">
      <pc:chgData name="Mohammad Salman" userId="cfd6754c-e613-4f6f-bb98-36aef69d8c31" providerId="ADAL" clId="{8A4AC86B-8A4E-4D42-B2D3-93B0C982EBD3}" dt="2023-10-08T14:20:46.921" v="17920" actId="2696"/>
      <pc:docMkLst>
        <pc:docMk/>
      </pc:docMkLst>
      <pc:sldChg chg="modSp new mod setBg">
        <pc:chgData name="Mohammad Salman" userId="cfd6754c-e613-4f6f-bb98-36aef69d8c31" providerId="ADAL" clId="{8A4AC86B-8A4E-4D42-B2D3-93B0C982EBD3}" dt="2023-10-02T09:24:21.671" v="71"/>
        <pc:sldMkLst>
          <pc:docMk/>
          <pc:sldMk cId="820814297" sldId="256"/>
        </pc:sldMkLst>
        <pc:spChg chg="mod">
          <ac:chgData name="Mohammad Salman" userId="cfd6754c-e613-4f6f-bb98-36aef69d8c31" providerId="ADAL" clId="{8A4AC86B-8A4E-4D42-B2D3-93B0C982EBD3}" dt="2023-10-02T09:23:13.235" v="34" actId="20577"/>
          <ac:spMkLst>
            <pc:docMk/>
            <pc:sldMk cId="820814297" sldId="256"/>
            <ac:spMk id="2" creationId="{1A4007F2-327F-9D77-691A-A278377E8E71}"/>
          </ac:spMkLst>
        </pc:spChg>
        <pc:spChg chg="mod">
          <ac:chgData name="Mohammad Salman" userId="cfd6754c-e613-4f6f-bb98-36aef69d8c31" providerId="ADAL" clId="{8A4AC86B-8A4E-4D42-B2D3-93B0C982EBD3}" dt="2023-10-02T09:23:37.076" v="70" actId="20577"/>
          <ac:spMkLst>
            <pc:docMk/>
            <pc:sldMk cId="820814297" sldId="256"/>
            <ac:spMk id="3" creationId="{B454DBB6-33DD-361C-8A5E-C8CDA16318C3}"/>
          </ac:spMkLst>
        </pc:spChg>
      </pc:sldChg>
      <pc:sldChg chg="addSp delSp modSp new mod setBg modClrScheme chgLayout">
        <pc:chgData name="Mohammad Salman" userId="cfd6754c-e613-4f6f-bb98-36aef69d8c31" providerId="ADAL" clId="{8A4AC86B-8A4E-4D42-B2D3-93B0C982EBD3}" dt="2023-10-02T12:31:15.874" v="826" actId="1076"/>
        <pc:sldMkLst>
          <pc:docMk/>
          <pc:sldMk cId="1159067475" sldId="257"/>
        </pc:sldMkLst>
        <pc:spChg chg="del mod ord">
          <ac:chgData name="Mohammad Salman" userId="cfd6754c-e613-4f6f-bb98-36aef69d8c31" providerId="ADAL" clId="{8A4AC86B-8A4E-4D42-B2D3-93B0C982EBD3}" dt="2023-10-02T09:24:26.470" v="73" actId="700"/>
          <ac:spMkLst>
            <pc:docMk/>
            <pc:sldMk cId="1159067475" sldId="257"/>
            <ac:spMk id="2" creationId="{527E3864-AC89-FA3D-39FF-DE9D7A1F788C}"/>
          </ac:spMkLst>
        </pc:spChg>
        <pc:spChg chg="add del">
          <ac:chgData name="Mohammad Salman" userId="cfd6754c-e613-4f6f-bb98-36aef69d8c31" providerId="ADAL" clId="{8A4AC86B-8A4E-4D42-B2D3-93B0C982EBD3}" dt="2023-10-02T12:31:00.912" v="818" actId="22"/>
          <ac:spMkLst>
            <pc:docMk/>
            <pc:sldMk cId="1159067475" sldId="257"/>
            <ac:spMk id="3" creationId="{A336727B-48D6-DAE5-3AE9-EE5552924494}"/>
          </ac:spMkLst>
        </pc:spChg>
        <pc:spChg chg="del mod ord">
          <ac:chgData name="Mohammad Salman" userId="cfd6754c-e613-4f6f-bb98-36aef69d8c31" providerId="ADAL" clId="{8A4AC86B-8A4E-4D42-B2D3-93B0C982EBD3}" dt="2023-10-02T09:24:26.470" v="73" actId="700"/>
          <ac:spMkLst>
            <pc:docMk/>
            <pc:sldMk cId="1159067475" sldId="257"/>
            <ac:spMk id="3" creationId="{ED4E19ED-4EBA-B455-E62A-DE4ACEEB6B0C}"/>
          </ac:spMkLst>
        </pc:spChg>
        <pc:spChg chg="add mod ord">
          <ac:chgData name="Mohammad Salman" userId="cfd6754c-e613-4f6f-bb98-36aef69d8c31" providerId="ADAL" clId="{8A4AC86B-8A4E-4D42-B2D3-93B0C982EBD3}" dt="2023-10-02T09:24:31.751" v="97" actId="20577"/>
          <ac:spMkLst>
            <pc:docMk/>
            <pc:sldMk cId="1159067475" sldId="257"/>
            <ac:spMk id="4" creationId="{1444BC10-939A-36FB-1034-7A30F2CEF98B}"/>
          </ac:spMkLst>
        </pc:spChg>
        <pc:spChg chg="add mod ord">
          <ac:chgData name="Mohammad Salman" userId="cfd6754c-e613-4f6f-bb98-36aef69d8c31" providerId="ADAL" clId="{8A4AC86B-8A4E-4D42-B2D3-93B0C982EBD3}" dt="2023-10-02T09:24:26.470" v="73" actId="700"/>
          <ac:spMkLst>
            <pc:docMk/>
            <pc:sldMk cId="1159067475" sldId="257"/>
            <ac:spMk id="5" creationId="{1055A9FA-B429-F8DF-E19A-5E0FB47530FC}"/>
          </ac:spMkLst>
        </pc:spChg>
        <pc:spChg chg="add mod">
          <ac:chgData name="Mohammad Salman" userId="cfd6754c-e613-4f6f-bb98-36aef69d8c31" providerId="ADAL" clId="{8A4AC86B-8A4E-4D42-B2D3-93B0C982EBD3}" dt="2023-10-02T12:31:15.874" v="826" actId="1076"/>
          <ac:spMkLst>
            <pc:docMk/>
            <pc:sldMk cId="1159067475" sldId="257"/>
            <ac:spMk id="7" creationId="{A8C904E5-7B3B-16C9-2429-7826A4F953A4}"/>
          </ac:spMkLst>
        </pc:spChg>
      </pc:sldChg>
      <pc:sldChg chg="addSp modSp new mod">
        <pc:chgData name="Mohammad Salman" userId="cfd6754c-e613-4f6f-bb98-36aef69d8c31" providerId="ADAL" clId="{8A4AC86B-8A4E-4D42-B2D3-93B0C982EBD3}" dt="2023-10-02T12:18:08.293" v="488" actId="20577"/>
        <pc:sldMkLst>
          <pc:docMk/>
          <pc:sldMk cId="2256080464" sldId="258"/>
        </pc:sldMkLst>
        <pc:spChg chg="mod">
          <ac:chgData name="Mohammad Salman" userId="cfd6754c-e613-4f6f-bb98-36aef69d8c31" providerId="ADAL" clId="{8A4AC86B-8A4E-4D42-B2D3-93B0C982EBD3}" dt="2023-10-02T09:28:30.761" v="130" actId="20577"/>
          <ac:spMkLst>
            <pc:docMk/>
            <pc:sldMk cId="2256080464" sldId="258"/>
            <ac:spMk id="2" creationId="{69E816A9-97AA-1CBE-BE70-66E58BE09B14}"/>
          </ac:spMkLst>
        </pc:spChg>
        <pc:spChg chg="mod">
          <ac:chgData name="Mohammad Salman" userId="cfd6754c-e613-4f6f-bb98-36aef69d8c31" providerId="ADAL" clId="{8A4AC86B-8A4E-4D42-B2D3-93B0C982EBD3}" dt="2023-10-02T12:18:08.293" v="488" actId="20577"/>
          <ac:spMkLst>
            <pc:docMk/>
            <pc:sldMk cId="2256080464" sldId="258"/>
            <ac:spMk id="3" creationId="{3E6FB8EA-21DF-641F-11D5-C69693EBB87B}"/>
          </ac:spMkLst>
        </pc:spChg>
        <pc:spChg chg="add mod">
          <ac:chgData name="Mohammad Salman" userId="cfd6754c-e613-4f6f-bb98-36aef69d8c31" providerId="ADAL" clId="{8A4AC86B-8A4E-4D42-B2D3-93B0C982EBD3}" dt="2023-10-02T12:17:15.336" v="442" actId="14100"/>
          <ac:spMkLst>
            <pc:docMk/>
            <pc:sldMk cId="2256080464" sldId="258"/>
            <ac:spMk id="5" creationId="{2E70A8B2-9050-CA28-F95C-BD4BBBA864CE}"/>
          </ac:spMkLst>
        </pc:spChg>
      </pc:sldChg>
      <pc:sldChg chg="addSp modSp add mod">
        <pc:chgData name="Mohammad Salman" userId="cfd6754c-e613-4f6f-bb98-36aef69d8c31" providerId="ADAL" clId="{8A4AC86B-8A4E-4D42-B2D3-93B0C982EBD3}" dt="2023-10-02T12:19:42.706" v="602" actId="692"/>
        <pc:sldMkLst>
          <pc:docMk/>
          <pc:sldMk cId="3148050435" sldId="259"/>
        </pc:sldMkLst>
        <pc:spChg chg="mod">
          <ac:chgData name="Mohammad Salman" userId="cfd6754c-e613-4f6f-bb98-36aef69d8c31" providerId="ADAL" clId="{8A4AC86B-8A4E-4D42-B2D3-93B0C982EBD3}" dt="2023-10-02T12:18:23.145" v="490" actId="14100"/>
          <ac:spMkLst>
            <pc:docMk/>
            <pc:sldMk cId="3148050435" sldId="259"/>
            <ac:spMk id="3" creationId="{3E6FB8EA-21DF-641F-11D5-C69693EBB87B}"/>
          </ac:spMkLst>
        </pc:spChg>
        <pc:spChg chg="add mod">
          <ac:chgData name="Mohammad Salman" userId="cfd6754c-e613-4f6f-bb98-36aef69d8c31" providerId="ADAL" clId="{8A4AC86B-8A4E-4D42-B2D3-93B0C982EBD3}" dt="2023-10-02T12:19:42.706" v="602" actId="692"/>
          <ac:spMkLst>
            <pc:docMk/>
            <pc:sldMk cId="3148050435" sldId="259"/>
            <ac:spMk id="4" creationId="{71B3F386-0194-EDD7-6B9F-A5037C22A556}"/>
          </ac:spMkLst>
        </pc:spChg>
        <pc:spChg chg="mod">
          <ac:chgData name="Mohammad Salman" userId="cfd6754c-e613-4f6f-bb98-36aef69d8c31" providerId="ADAL" clId="{8A4AC86B-8A4E-4D42-B2D3-93B0C982EBD3}" dt="2023-10-02T12:17:07.839" v="441" actId="14100"/>
          <ac:spMkLst>
            <pc:docMk/>
            <pc:sldMk cId="3148050435" sldId="259"/>
            <ac:spMk id="5" creationId="{2E70A8B2-9050-CA28-F95C-BD4BBBA864CE}"/>
          </ac:spMkLst>
        </pc:spChg>
      </pc:sldChg>
      <pc:sldChg chg="addSp delSp modSp new mod">
        <pc:chgData name="Mohammad Salman" userId="cfd6754c-e613-4f6f-bb98-36aef69d8c31" providerId="ADAL" clId="{8A4AC86B-8A4E-4D42-B2D3-93B0C982EBD3}" dt="2023-10-02T12:28:35.823" v="812" actId="1076"/>
        <pc:sldMkLst>
          <pc:docMk/>
          <pc:sldMk cId="3225791972" sldId="260"/>
        </pc:sldMkLst>
        <pc:spChg chg="del">
          <ac:chgData name="Mohammad Salman" userId="cfd6754c-e613-4f6f-bb98-36aef69d8c31" providerId="ADAL" clId="{8A4AC86B-8A4E-4D42-B2D3-93B0C982EBD3}" dt="2023-10-02T12:23:36.285" v="604" actId="478"/>
          <ac:spMkLst>
            <pc:docMk/>
            <pc:sldMk cId="3225791972" sldId="260"/>
            <ac:spMk id="2" creationId="{746FCAD6-68C2-8770-CAA5-D2D520908286}"/>
          </ac:spMkLst>
        </pc:spChg>
        <pc:spChg chg="del">
          <ac:chgData name="Mohammad Salman" userId="cfd6754c-e613-4f6f-bb98-36aef69d8c31" providerId="ADAL" clId="{8A4AC86B-8A4E-4D42-B2D3-93B0C982EBD3}" dt="2023-10-02T12:23:36.285" v="604" actId="478"/>
          <ac:spMkLst>
            <pc:docMk/>
            <pc:sldMk cId="3225791972" sldId="260"/>
            <ac:spMk id="3" creationId="{E010476B-76A2-B6C0-569F-93ABA30FF7A2}"/>
          </ac:spMkLst>
        </pc:spChg>
        <pc:spChg chg="add mod">
          <ac:chgData name="Mohammad Salman" userId="cfd6754c-e613-4f6f-bb98-36aef69d8c31" providerId="ADAL" clId="{8A4AC86B-8A4E-4D42-B2D3-93B0C982EBD3}" dt="2023-10-02T12:23:51.833" v="607" actId="1076"/>
          <ac:spMkLst>
            <pc:docMk/>
            <pc:sldMk cId="3225791972" sldId="260"/>
            <ac:spMk id="5" creationId="{5FC47A34-96EF-7F24-F3EA-E1293C23F58D}"/>
          </ac:spMkLst>
        </pc:spChg>
        <pc:spChg chg="add mod">
          <ac:chgData name="Mohammad Salman" userId="cfd6754c-e613-4f6f-bb98-36aef69d8c31" providerId="ADAL" clId="{8A4AC86B-8A4E-4D42-B2D3-93B0C982EBD3}" dt="2023-10-02T12:26:03.507" v="617" actId="14100"/>
          <ac:spMkLst>
            <pc:docMk/>
            <pc:sldMk cId="3225791972" sldId="260"/>
            <ac:spMk id="7" creationId="{4893F7ED-8E8B-E56F-73C6-25FEEA1CB7B0}"/>
          </ac:spMkLst>
        </pc:spChg>
        <pc:spChg chg="add mod">
          <ac:chgData name="Mohammad Salman" userId="cfd6754c-e613-4f6f-bb98-36aef69d8c31" providerId="ADAL" clId="{8A4AC86B-8A4E-4D42-B2D3-93B0C982EBD3}" dt="2023-10-02T12:27:34.727" v="808" actId="113"/>
          <ac:spMkLst>
            <pc:docMk/>
            <pc:sldMk cId="3225791972" sldId="260"/>
            <ac:spMk id="8" creationId="{FAC0F936-D806-1F32-FB9E-9D3CB7385A51}"/>
          </ac:spMkLst>
        </pc:spChg>
        <pc:picChg chg="add mod">
          <ac:chgData name="Mohammad Salman" userId="cfd6754c-e613-4f6f-bb98-36aef69d8c31" providerId="ADAL" clId="{8A4AC86B-8A4E-4D42-B2D3-93B0C982EBD3}" dt="2023-10-02T12:28:35.823" v="812" actId="1076"/>
          <ac:picMkLst>
            <pc:docMk/>
            <pc:sldMk cId="3225791972" sldId="260"/>
            <ac:picMk id="10" creationId="{FB404A08-9D4F-2452-D97C-7BAF66CFCF0F}"/>
          </ac:picMkLst>
        </pc:picChg>
      </pc:sldChg>
      <pc:sldChg chg="addSp delSp modSp new mod setBg chgLayout">
        <pc:chgData name="Mohammad Salman" userId="cfd6754c-e613-4f6f-bb98-36aef69d8c31" providerId="ADAL" clId="{8A4AC86B-8A4E-4D42-B2D3-93B0C982EBD3}" dt="2023-10-04T15:10:53.194" v="6177" actId="1076"/>
        <pc:sldMkLst>
          <pc:docMk/>
          <pc:sldMk cId="2443470399" sldId="261"/>
        </pc:sldMkLst>
        <pc:spChg chg="del">
          <ac:chgData name="Mohammad Salman" userId="cfd6754c-e613-4f6f-bb98-36aef69d8c31" providerId="ADAL" clId="{8A4AC86B-8A4E-4D42-B2D3-93B0C982EBD3}" dt="2023-10-02T12:30:30.093" v="814" actId="478"/>
          <ac:spMkLst>
            <pc:docMk/>
            <pc:sldMk cId="2443470399" sldId="261"/>
            <ac:spMk id="2" creationId="{FDE0CE3D-B121-DBB3-17D6-7831BC8DD9A6}"/>
          </ac:spMkLst>
        </pc:spChg>
        <pc:spChg chg="del">
          <ac:chgData name="Mohammad Salman" userId="cfd6754c-e613-4f6f-bb98-36aef69d8c31" providerId="ADAL" clId="{8A4AC86B-8A4E-4D42-B2D3-93B0C982EBD3}" dt="2023-10-02T12:30:30.093" v="814" actId="478"/>
          <ac:spMkLst>
            <pc:docMk/>
            <pc:sldMk cId="2443470399" sldId="261"/>
            <ac:spMk id="3" creationId="{17BAC142-A6D3-548F-7980-F8FA491B831F}"/>
          </ac:spMkLst>
        </pc:spChg>
        <pc:spChg chg="add del mod">
          <ac:chgData name="Mohammad Salman" userId="cfd6754c-e613-4f6f-bb98-36aef69d8c31" providerId="ADAL" clId="{8A4AC86B-8A4E-4D42-B2D3-93B0C982EBD3}" dt="2023-10-02T12:35:46.746" v="940" actId="478"/>
          <ac:spMkLst>
            <pc:docMk/>
            <pc:sldMk cId="2443470399" sldId="261"/>
            <ac:spMk id="4" creationId="{808B7266-4EF8-C9C1-79CB-AAB6AC878B8C}"/>
          </ac:spMkLst>
        </pc:spChg>
        <pc:spChg chg="add del mod">
          <ac:chgData name="Mohammad Salman" userId="cfd6754c-e613-4f6f-bb98-36aef69d8c31" providerId="ADAL" clId="{8A4AC86B-8A4E-4D42-B2D3-93B0C982EBD3}" dt="2023-10-02T12:35:46.746" v="940" actId="478"/>
          <ac:spMkLst>
            <pc:docMk/>
            <pc:sldMk cId="2443470399" sldId="261"/>
            <ac:spMk id="5" creationId="{E4A7C437-7A54-2F9A-83BD-B13A480B33B5}"/>
          </ac:spMkLst>
        </pc:spChg>
        <pc:spChg chg="add del mod">
          <ac:chgData name="Mohammad Salman" userId="cfd6754c-e613-4f6f-bb98-36aef69d8c31" providerId="ADAL" clId="{8A4AC86B-8A4E-4D42-B2D3-93B0C982EBD3}" dt="2023-10-02T12:35:47.474" v="941" actId="478"/>
          <ac:spMkLst>
            <pc:docMk/>
            <pc:sldMk cId="2443470399" sldId="261"/>
            <ac:spMk id="7" creationId="{5382DC52-595F-80F8-BBC4-C4B2750ABF5E}"/>
          </ac:spMkLst>
        </pc:spChg>
        <pc:spChg chg="add del mod">
          <ac:chgData name="Mohammad Salman" userId="cfd6754c-e613-4f6f-bb98-36aef69d8c31" providerId="ADAL" clId="{8A4AC86B-8A4E-4D42-B2D3-93B0C982EBD3}" dt="2023-10-02T12:35:47.474" v="941" actId="478"/>
          <ac:spMkLst>
            <pc:docMk/>
            <pc:sldMk cId="2443470399" sldId="261"/>
            <ac:spMk id="9" creationId="{EABAA157-C413-C504-918C-F2EE6FFB9F03}"/>
          </ac:spMkLst>
        </pc:spChg>
        <pc:spChg chg="add mod">
          <ac:chgData name="Mohammad Salman" userId="cfd6754c-e613-4f6f-bb98-36aef69d8c31" providerId="ADAL" clId="{8A4AC86B-8A4E-4D42-B2D3-93B0C982EBD3}" dt="2023-10-02T12:37:39.834" v="967" actId="164"/>
          <ac:spMkLst>
            <pc:docMk/>
            <pc:sldMk cId="2443470399" sldId="261"/>
            <ac:spMk id="12" creationId="{6088AE6C-8ACB-0CED-D0B9-918AF36804A7}"/>
          </ac:spMkLst>
        </pc:spChg>
        <pc:spChg chg="add mod">
          <ac:chgData name="Mohammad Salman" userId="cfd6754c-e613-4f6f-bb98-36aef69d8c31" providerId="ADAL" clId="{8A4AC86B-8A4E-4D42-B2D3-93B0C982EBD3}" dt="2023-10-02T12:37:39.834" v="967" actId="164"/>
          <ac:spMkLst>
            <pc:docMk/>
            <pc:sldMk cId="2443470399" sldId="261"/>
            <ac:spMk id="13" creationId="{C0A1CE49-1ADA-9970-51D7-72C7D444186E}"/>
          </ac:spMkLst>
        </pc:spChg>
        <pc:spChg chg="add mod">
          <ac:chgData name="Mohammad Salman" userId="cfd6754c-e613-4f6f-bb98-36aef69d8c31" providerId="ADAL" clId="{8A4AC86B-8A4E-4D42-B2D3-93B0C982EBD3}" dt="2023-10-02T12:37:39.834" v="967" actId="164"/>
          <ac:spMkLst>
            <pc:docMk/>
            <pc:sldMk cId="2443470399" sldId="261"/>
            <ac:spMk id="14" creationId="{9554909B-CC48-6122-86F3-E096B698CC50}"/>
          </ac:spMkLst>
        </pc:spChg>
        <pc:spChg chg="add mod">
          <ac:chgData name="Mohammad Salman" userId="cfd6754c-e613-4f6f-bb98-36aef69d8c31" providerId="ADAL" clId="{8A4AC86B-8A4E-4D42-B2D3-93B0C982EBD3}" dt="2023-10-02T15:00:10.425" v="4858" actId="20577"/>
          <ac:spMkLst>
            <pc:docMk/>
            <pc:sldMk cId="2443470399" sldId="261"/>
            <ac:spMk id="16" creationId="{5E672A66-1BA6-56F9-0869-7933925737AD}"/>
          </ac:spMkLst>
        </pc:spChg>
        <pc:grpChg chg="add mod">
          <ac:chgData name="Mohammad Salman" userId="cfd6754c-e613-4f6f-bb98-36aef69d8c31" providerId="ADAL" clId="{8A4AC86B-8A4E-4D42-B2D3-93B0C982EBD3}" dt="2023-10-04T15:10:53.194" v="6177" actId="1076"/>
          <ac:grpSpMkLst>
            <pc:docMk/>
            <pc:sldMk cId="2443470399" sldId="261"/>
            <ac:grpSpMk id="15" creationId="{2583904C-6E82-21EC-1CA0-7ED04BFC2821}"/>
          </ac:grpSpMkLst>
        </pc:grpChg>
        <pc:picChg chg="add mod">
          <ac:chgData name="Mohammad Salman" userId="cfd6754c-e613-4f6f-bb98-36aef69d8c31" providerId="ADAL" clId="{8A4AC86B-8A4E-4D42-B2D3-93B0C982EBD3}" dt="2023-10-02T12:37:39.834" v="967" actId="164"/>
          <ac:picMkLst>
            <pc:docMk/>
            <pc:sldMk cId="2443470399" sldId="261"/>
            <ac:picMk id="11" creationId="{347FF366-63D1-E05B-3229-DE0E53646FC0}"/>
          </ac:picMkLst>
        </pc:picChg>
      </pc:sldChg>
      <pc:sldChg chg="addSp delSp modSp add mod">
        <pc:chgData name="Mohammad Salman" userId="cfd6754c-e613-4f6f-bb98-36aef69d8c31" providerId="ADAL" clId="{8A4AC86B-8A4E-4D42-B2D3-93B0C982EBD3}" dt="2023-10-02T13:45:48.374" v="2128" actId="22"/>
        <pc:sldMkLst>
          <pc:docMk/>
          <pc:sldMk cId="3626842008" sldId="262"/>
        </pc:sldMkLst>
        <pc:spChg chg="add mod">
          <ac:chgData name="Mohammad Salman" userId="cfd6754c-e613-4f6f-bb98-36aef69d8c31" providerId="ADAL" clId="{8A4AC86B-8A4E-4D42-B2D3-93B0C982EBD3}" dt="2023-10-02T12:38:58.941" v="983" actId="164"/>
          <ac:spMkLst>
            <pc:docMk/>
            <pc:sldMk cId="3626842008" sldId="262"/>
            <ac:spMk id="4" creationId="{E2E80D68-522C-EFB1-3E6E-149D7FA57C29}"/>
          </ac:spMkLst>
        </pc:spChg>
        <pc:spChg chg="add mod">
          <ac:chgData name="Mohammad Salman" userId="cfd6754c-e613-4f6f-bb98-36aef69d8c31" providerId="ADAL" clId="{8A4AC86B-8A4E-4D42-B2D3-93B0C982EBD3}" dt="2023-10-02T12:38:58.941" v="983" actId="164"/>
          <ac:spMkLst>
            <pc:docMk/>
            <pc:sldMk cId="3626842008" sldId="262"/>
            <ac:spMk id="5" creationId="{8CB4A5F9-1A28-A65E-B1F9-9E0140A40BEF}"/>
          </ac:spMkLst>
        </pc:spChg>
        <pc:grpChg chg="add mod">
          <ac:chgData name="Mohammad Salman" userId="cfd6754c-e613-4f6f-bb98-36aef69d8c31" providerId="ADAL" clId="{8A4AC86B-8A4E-4D42-B2D3-93B0C982EBD3}" dt="2023-10-02T12:41:01.478" v="1006" actId="1076"/>
          <ac:grpSpMkLst>
            <pc:docMk/>
            <pc:sldMk cId="3626842008" sldId="262"/>
            <ac:grpSpMk id="6" creationId="{ECCFA210-FE17-A1F9-9BC6-BB369B9D7AC4}"/>
          </ac:grpSpMkLst>
        </pc:grpChg>
        <pc:grpChg chg="del">
          <ac:chgData name="Mohammad Salman" userId="cfd6754c-e613-4f6f-bb98-36aef69d8c31" providerId="ADAL" clId="{8A4AC86B-8A4E-4D42-B2D3-93B0C982EBD3}" dt="2023-10-02T12:38:05.772" v="969" actId="478"/>
          <ac:grpSpMkLst>
            <pc:docMk/>
            <pc:sldMk cId="3626842008" sldId="262"/>
            <ac:grpSpMk id="15" creationId="{2583904C-6E82-21EC-1CA0-7ED04BFC2821}"/>
          </ac:grpSpMkLst>
        </pc:grpChg>
        <pc:picChg chg="add mod">
          <ac:chgData name="Mohammad Salman" userId="cfd6754c-e613-4f6f-bb98-36aef69d8c31" providerId="ADAL" clId="{8A4AC86B-8A4E-4D42-B2D3-93B0C982EBD3}" dt="2023-10-02T12:38:58.941" v="983" actId="164"/>
          <ac:picMkLst>
            <pc:docMk/>
            <pc:sldMk cId="3626842008" sldId="262"/>
            <ac:picMk id="3" creationId="{D766EDA6-C7CC-4995-29A9-228FFBC69C78}"/>
          </ac:picMkLst>
        </pc:picChg>
        <pc:picChg chg="add mod">
          <ac:chgData name="Mohammad Salman" userId="cfd6754c-e613-4f6f-bb98-36aef69d8c31" providerId="ADAL" clId="{8A4AC86B-8A4E-4D42-B2D3-93B0C982EBD3}" dt="2023-10-02T12:40:55.588" v="1004" actId="1076"/>
          <ac:picMkLst>
            <pc:docMk/>
            <pc:sldMk cId="3626842008" sldId="262"/>
            <ac:picMk id="8" creationId="{B147E892-5417-6B5E-FCFF-20043E294728}"/>
          </ac:picMkLst>
        </pc:picChg>
        <pc:picChg chg="add del mod">
          <ac:chgData name="Mohammad Salman" userId="cfd6754c-e613-4f6f-bb98-36aef69d8c31" providerId="ADAL" clId="{8A4AC86B-8A4E-4D42-B2D3-93B0C982EBD3}" dt="2023-10-02T12:40:39.360" v="999" actId="21"/>
          <ac:picMkLst>
            <pc:docMk/>
            <pc:sldMk cId="3626842008" sldId="262"/>
            <ac:picMk id="10" creationId="{41CF4215-2694-A354-CBF1-FFB2D16F9D7D}"/>
          </ac:picMkLst>
        </pc:picChg>
        <pc:picChg chg="add del">
          <ac:chgData name="Mohammad Salman" userId="cfd6754c-e613-4f6f-bb98-36aef69d8c31" providerId="ADAL" clId="{8A4AC86B-8A4E-4D42-B2D3-93B0C982EBD3}" dt="2023-10-02T13:45:42.883" v="2126" actId="22"/>
          <ac:picMkLst>
            <pc:docMk/>
            <pc:sldMk cId="3626842008" sldId="262"/>
            <ac:picMk id="17" creationId="{ACBF2B11-4D16-2B7F-560D-6C559B3BD86A}"/>
          </ac:picMkLst>
        </pc:picChg>
        <pc:picChg chg="add del">
          <ac:chgData name="Mohammad Salman" userId="cfd6754c-e613-4f6f-bb98-36aef69d8c31" providerId="ADAL" clId="{8A4AC86B-8A4E-4D42-B2D3-93B0C982EBD3}" dt="2023-10-02T13:45:48.374" v="2128" actId="22"/>
          <ac:picMkLst>
            <pc:docMk/>
            <pc:sldMk cId="3626842008" sldId="262"/>
            <ac:picMk id="19" creationId="{4C0B5253-AA90-0DD6-DAB0-B2E373AF6F4E}"/>
          </ac:picMkLst>
        </pc:picChg>
      </pc:sldChg>
      <pc:sldChg chg="addSp delSp modSp add mod">
        <pc:chgData name="Mohammad Salman" userId="cfd6754c-e613-4f6f-bb98-36aef69d8c31" providerId="ADAL" clId="{8A4AC86B-8A4E-4D42-B2D3-93B0C982EBD3}" dt="2023-10-02T12:40:50.509" v="1003" actId="1076"/>
        <pc:sldMkLst>
          <pc:docMk/>
          <pc:sldMk cId="3111145702" sldId="263"/>
        </pc:sldMkLst>
        <pc:grpChg chg="del">
          <ac:chgData name="Mohammad Salman" userId="cfd6754c-e613-4f6f-bb98-36aef69d8c31" providerId="ADAL" clId="{8A4AC86B-8A4E-4D42-B2D3-93B0C982EBD3}" dt="2023-10-02T12:40:44.863" v="1001" actId="478"/>
          <ac:grpSpMkLst>
            <pc:docMk/>
            <pc:sldMk cId="3111145702" sldId="263"/>
            <ac:grpSpMk id="6" creationId="{ECCFA210-FE17-A1F9-9BC6-BB369B9D7AC4}"/>
          </ac:grpSpMkLst>
        </pc:grpChg>
        <pc:picChg chg="add mod">
          <ac:chgData name="Mohammad Salman" userId="cfd6754c-e613-4f6f-bb98-36aef69d8c31" providerId="ADAL" clId="{8A4AC86B-8A4E-4D42-B2D3-93B0C982EBD3}" dt="2023-10-02T12:40:50.509" v="1003" actId="1076"/>
          <ac:picMkLst>
            <pc:docMk/>
            <pc:sldMk cId="3111145702" sldId="263"/>
            <ac:picMk id="2" creationId="{DAF8F8FD-B527-EC04-E5D4-F62AFE46647B}"/>
          </ac:picMkLst>
        </pc:picChg>
        <pc:picChg chg="del">
          <ac:chgData name="Mohammad Salman" userId="cfd6754c-e613-4f6f-bb98-36aef69d8c31" providerId="ADAL" clId="{8A4AC86B-8A4E-4D42-B2D3-93B0C982EBD3}" dt="2023-10-02T12:40:44.863" v="1001" actId="478"/>
          <ac:picMkLst>
            <pc:docMk/>
            <pc:sldMk cId="3111145702" sldId="263"/>
            <ac:picMk id="8" creationId="{B147E892-5417-6B5E-FCFF-20043E294728}"/>
          </ac:picMkLst>
        </pc:picChg>
      </pc:sldChg>
      <pc:sldChg chg="addSp delSp modSp new mod">
        <pc:chgData name="Mohammad Salman" userId="cfd6754c-e613-4f6f-bb98-36aef69d8c31" providerId="ADAL" clId="{8A4AC86B-8A4E-4D42-B2D3-93B0C982EBD3}" dt="2023-10-02T13:26:29.405" v="1472" actId="1076"/>
        <pc:sldMkLst>
          <pc:docMk/>
          <pc:sldMk cId="961084928" sldId="264"/>
        </pc:sldMkLst>
        <pc:spChg chg="del">
          <ac:chgData name="Mohammad Salman" userId="cfd6754c-e613-4f6f-bb98-36aef69d8c31" providerId="ADAL" clId="{8A4AC86B-8A4E-4D42-B2D3-93B0C982EBD3}" dt="2023-10-02T13:08:12.921" v="1081" actId="478"/>
          <ac:spMkLst>
            <pc:docMk/>
            <pc:sldMk cId="961084928" sldId="264"/>
            <ac:spMk id="2" creationId="{CFD2BF08-3D35-B564-FE25-4C92D5A60118}"/>
          </ac:spMkLst>
        </pc:spChg>
        <pc:spChg chg="del">
          <ac:chgData name="Mohammad Salman" userId="cfd6754c-e613-4f6f-bb98-36aef69d8c31" providerId="ADAL" clId="{8A4AC86B-8A4E-4D42-B2D3-93B0C982EBD3}" dt="2023-10-02T13:08:12.921" v="1081" actId="478"/>
          <ac:spMkLst>
            <pc:docMk/>
            <pc:sldMk cId="961084928" sldId="264"/>
            <ac:spMk id="3" creationId="{004C09D8-35AC-925C-515F-E413A03B3618}"/>
          </ac:spMkLst>
        </pc:spChg>
        <pc:spChg chg="add mod">
          <ac:chgData name="Mohammad Salman" userId="cfd6754c-e613-4f6f-bb98-36aef69d8c31" providerId="ADAL" clId="{8A4AC86B-8A4E-4D42-B2D3-93B0C982EBD3}" dt="2023-10-02T13:24:05.095" v="1287" actId="1076"/>
          <ac:spMkLst>
            <pc:docMk/>
            <pc:sldMk cId="961084928" sldId="264"/>
            <ac:spMk id="5" creationId="{C8092C46-0A4D-0028-E93C-B86D19882BE9}"/>
          </ac:spMkLst>
        </pc:spChg>
        <pc:spChg chg="add mod">
          <ac:chgData name="Mohammad Salman" userId="cfd6754c-e613-4f6f-bb98-36aef69d8c31" providerId="ADAL" clId="{8A4AC86B-8A4E-4D42-B2D3-93B0C982EBD3}" dt="2023-10-02T13:24:29.712" v="1290" actId="1076"/>
          <ac:spMkLst>
            <pc:docMk/>
            <pc:sldMk cId="961084928" sldId="264"/>
            <ac:spMk id="7" creationId="{8F155811-5D7C-C8F9-9F64-CB5ECF17F2B4}"/>
          </ac:spMkLst>
        </pc:spChg>
        <pc:spChg chg="add del mod">
          <ac:chgData name="Mohammad Salman" userId="cfd6754c-e613-4f6f-bb98-36aef69d8c31" providerId="ADAL" clId="{8A4AC86B-8A4E-4D42-B2D3-93B0C982EBD3}" dt="2023-10-02T13:21:56.613" v="1216" actId="21"/>
          <ac:spMkLst>
            <pc:docMk/>
            <pc:sldMk cId="961084928" sldId="264"/>
            <ac:spMk id="9" creationId="{EE0AFD3F-20F4-5679-3DC4-97AC69115B09}"/>
          </ac:spMkLst>
        </pc:spChg>
        <pc:spChg chg="add mod">
          <ac:chgData name="Mohammad Salman" userId="cfd6754c-e613-4f6f-bb98-36aef69d8c31" providerId="ADAL" clId="{8A4AC86B-8A4E-4D42-B2D3-93B0C982EBD3}" dt="2023-10-02T13:24:59.363" v="1291" actId="1076"/>
          <ac:spMkLst>
            <pc:docMk/>
            <pc:sldMk cId="961084928" sldId="264"/>
            <ac:spMk id="10" creationId="{D33D980C-E4FE-D77A-DF9B-C8BC5285C9AB}"/>
          </ac:spMkLst>
        </pc:spChg>
        <pc:spChg chg="add mod">
          <ac:chgData name="Mohammad Salman" userId="cfd6754c-e613-4f6f-bb98-36aef69d8c31" providerId="ADAL" clId="{8A4AC86B-8A4E-4D42-B2D3-93B0C982EBD3}" dt="2023-10-02T13:26:29.405" v="1472" actId="1076"/>
          <ac:spMkLst>
            <pc:docMk/>
            <pc:sldMk cId="961084928" sldId="264"/>
            <ac:spMk id="11" creationId="{CB6D5F41-02AE-21A1-BA36-C17588112ACE}"/>
          </ac:spMkLst>
        </pc:spChg>
      </pc:sldChg>
      <pc:sldChg chg="modSp new del mod ord setBg">
        <pc:chgData name="Mohammad Salman" userId="cfd6754c-e613-4f6f-bb98-36aef69d8c31" providerId="ADAL" clId="{8A4AC86B-8A4E-4D42-B2D3-93B0C982EBD3}" dt="2023-10-04T15:10:16.432" v="6175" actId="47"/>
        <pc:sldMkLst>
          <pc:docMk/>
          <pc:sldMk cId="2953023867" sldId="265"/>
        </pc:sldMkLst>
        <pc:spChg chg="mod">
          <ac:chgData name="Mohammad Salman" userId="cfd6754c-e613-4f6f-bb98-36aef69d8c31" providerId="ADAL" clId="{8A4AC86B-8A4E-4D42-B2D3-93B0C982EBD3}" dt="2023-10-02T12:54:38.283" v="1078" actId="2711"/>
          <ac:spMkLst>
            <pc:docMk/>
            <pc:sldMk cId="2953023867" sldId="265"/>
            <ac:spMk id="2" creationId="{458D3122-1B9C-2243-B694-E3AFA023D808}"/>
          </ac:spMkLst>
        </pc:spChg>
      </pc:sldChg>
      <pc:sldChg chg="addSp delSp modSp new mod setBg modClrScheme chgLayout">
        <pc:chgData name="Mohammad Salman" userId="cfd6754c-e613-4f6f-bb98-36aef69d8c31" providerId="ADAL" clId="{8A4AC86B-8A4E-4D42-B2D3-93B0C982EBD3}" dt="2023-10-04T15:11:24.154" v="6178" actId="113"/>
        <pc:sldMkLst>
          <pc:docMk/>
          <pc:sldMk cId="3081462175" sldId="266"/>
        </pc:sldMkLst>
        <pc:spChg chg="del mod ord">
          <ac:chgData name="Mohammad Salman" userId="cfd6754c-e613-4f6f-bb98-36aef69d8c31" providerId="ADAL" clId="{8A4AC86B-8A4E-4D42-B2D3-93B0C982EBD3}" dt="2023-10-02T13:08:16.794" v="1083" actId="700"/>
          <ac:spMkLst>
            <pc:docMk/>
            <pc:sldMk cId="3081462175" sldId="266"/>
            <ac:spMk id="2" creationId="{A5622054-81F0-E488-BC79-ED31B271832D}"/>
          </ac:spMkLst>
        </pc:spChg>
        <pc:spChg chg="del mod ord">
          <ac:chgData name="Mohammad Salman" userId="cfd6754c-e613-4f6f-bb98-36aef69d8c31" providerId="ADAL" clId="{8A4AC86B-8A4E-4D42-B2D3-93B0C982EBD3}" dt="2023-10-02T13:08:16.794" v="1083" actId="700"/>
          <ac:spMkLst>
            <pc:docMk/>
            <pc:sldMk cId="3081462175" sldId="266"/>
            <ac:spMk id="3" creationId="{0A32499E-2DBA-74EB-7A89-B0FB56AAA977}"/>
          </ac:spMkLst>
        </pc:spChg>
        <pc:spChg chg="add mod ord">
          <ac:chgData name="Mohammad Salman" userId="cfd6754c-e613-4f6f-bb98-36aef69d8c31" providerId="ADAL" clId="{8A4AC86B-8A4E-4D42-B2D3-93B0C982EBD3}" dt="2023-10-02T13:08:35.333" v="1140" actId="20577"/>
          <ac:spMkLst>
            <pc:docMk/>
            <pc:sldMk cId="3081462175" sldId="266"/>
            <ac:spMk id="4" creationId="{E65EA534-CEE4-E510-9B26-59CDCB8D51F2}"/>
          </ac:spMkLst>
        </pc:spChg>
        <pc:spChg chg="add mod ord">
          <ac:chgData name="Mohammad Salman" userId="cfd6754c-e613-4f6f-bb98-36aef69d8c31" providerId="ADAL" clId="{8A4AC86B-8A4E-4D42-B2D3-93B0C982EBD3}" dt="2023-10-04T15:11:24.154" v="6178" actId="113"/>
          <ac:spMkLst>
            <pc:docMk/>
            <pc:sldMk cId="3081462175" sldId="266"/>
            <ac:spMk id="5" creationId="{70C6D349-C9F1-6D40-A277-5F24B440FC88}"/>
          </ac:spMkLst>
        </pc:spChg>
        <pc:spChg chg="add del">
          <ac:chgData name="Mohammad Salman" userId="cfd6754c-e613-4f6f-bb98-36aef69d8c31" providerId="ADAL" clId="{8A4AC86B-8A4E-4D42-B2D3-93B0C982EBD3}" dt="2023-10-02T13:50:25.977" v="2271" actId="22"/>
          <ac:spMkLst>
            <pc:docMk/>
            <pc:sldMk cId="3081462175" sldId="266"/>
            <ac:spMk id="7" creationId="{F338D4C7-3D50-72EF-1AB1-4F016AC8F71A}"/>
          </ac:spMkLst>
        </pc:spChg>
        <pc:spChg chg="add mod">
          <ac:chgData name="Mohammad Salman" userId="cfd6754c-e613-4f6f-bb98-36aef69d8c31" providerId="ADAL" clId="{8A4AC86B-8A4E-4D42-B2D3-93B0C982EBD3}" dt="2023-10-02T13:50:40.749" v="2277" actId="1076"/>
          <ac:spMkLst>
            <pc:docMk/>
            <pc:sldMk cId="3081462175" sldId="266"/>
            <ac:spMk id="9" creationId="{A581384E-164E-8792-539B-0F34C16F2850}"/>
          </ac:spMkLst>
        </pc:spChg>
      </pc:sldChg>
      <pc:sldChg chg="modSp add mod">
        <pc:chgData name="Mohammad Salman" userId="cfd6754c-e613-4f6f-bb98-36aef69d8c31" providerId="ADAL" clId="{8A4AC86B-8A4E-4D42-B2D3-93B0C982EBD3}" dt="2023-10-04T15:12:48.523" v="6187" actId="20577"/>
        <pc:sldMkLst>
          <pc:docMk/>
          <pc:sldMk cId="3071401241" sldId="267"/>
        </pc:sldMkLst>
        <pc:spChg chg="mod">
          <ac:chgData name="Mohammad Salman" userId="cfd6754c-e613-4f6f-bb98-36aef69d8c31" providerId="ADAL" clId="{8A4AC86B-8A4E-4D42-B2D3-93B0C982EBD3}" dt="2023-10-02T13:40:26.489" v="1952" actId="20577"/>
          <ac:spMkLst>
            <pc:docMk/>
            <pc:sldMk cId="3071401241" sldId="267"/>
            <ac:spMk id="7" creationId="{8F155811-5D7C-C8F9-9F64-CB5ECF17F2B4}"/>
          </ac:spMkLst>
        </pc:spChg>
        <pc:spChg chg="mod">
          <ac:chgData name="Mohammad Salman" userId="cfd6754c-e613-4f6f-bb98-36aef69d8c31" providerId="ADAL" clId="{8A4AC86B-8A4E-4D42-B2D3-93B0C982EBD3}" dt="2023-10-02T13:41:32.765" v="1978" actId="20577"/>
          <ac:spMkLst>
            <pc:docMk/>
            <pc:sldMk cId="3071401241" sldId="267"/>
            <ac:spMk id="10" creationId="{D33D980C-E4FE-D77A-DF9B-C8BC5285C9AB}"/>
          </ac:spMkLst>
        </pc:spChg>
        <pc:spChg chg="mod">
          <ac:chgData name="Mohammad Salman" userId="cfd6754c-e613-4f6f-bb98-36aef69d8c31" providerId="ADAL" clId="{8A4AC86B-8A4E-4D42-B2D3-93B0C982EBD3}" dt="2023-10-04T15:12:48.523" v="6187" actId="20577"/>
          <ac:spMkLst>
            <pc:docMk/>
            <pc:sldMk cId="3071401241" sldId="267"/>
            <ac:spMk id="11" creationId="{CB6D5F41-02AE-21A1-BA36-C17588112ACE}"/>
          </ac:spMkLst>
        </pc:spChg>
      </pc:sldChg>
      <pc:sldChg chg="addSp delSp modSp add mod">
        <pc:chgData name="Mohammad Salman" userId="cfd6754c-e613-4f6f-bb98-36aef69d8c31" providerId="ADAL" clId="{8A4AC86B-8A4E-4D42-B2D3-93B0C982EBD3}" dt="2023-10-02T13:33:14.562" v="1919" actId="1076"/>
        <pc:sldMkLst>
          <pc:docMk/>
          <pc:sldMk cId="2479530423" sldId="268"/>
        </pc:sldMkLst>
        <pc:spChg chg="add mod">
          <ac:chgData name="Mohammad Salman" userId="cfd6754c-e613-4f6f-bb98-36aef69d8c31" providerId="ADAL" clId="{8A4AC86B-8A4E-4D42-B2D3-93B0C982EBD3}" dt="2023-10-02T13:33:02.506" v="1918" actId="1076"/>
          <ac:spMkLst>
            <pc:docMk/>
            <pc:sldMk cId="2479530423" sldId="268"/>
            <ac:spMk id="2" creationId="{8B63CBE8-71B1-E099-1682-A66ACC88ACA4}"/>
          </ac:spMkLst>
        </pc:spChg>
        <pc:spChg chg="del">
          <ac:chgData name="Mohammad Salman" userId="cfd6754c-e613-4f6f-bb98-36aef69d8c31" providerId="ADAL" clId="{8A4AC86B-8A4E-4D42-B2D3-93B0C982EBD3}" dt="2023-10-02T13:28:39.588" v="1556" actId="478"/>
          <ac:spMkLst>
            <pc:docMk/>
            <pc:sldMk cId="2479530423" sldId="268"/>
            <ac:spMk id="5" creationId="{C8092C46-0A4D-0028-E93C-B86D19882BE9}"/>
          </ac:spMkLst>
        </pc:spChg>
        <pc:spChg chg="del">
          <ac:chgData name="Mohammad Salman" userId="cfd6754c-e613-4f6f-bb98-36aef69d8c31" providerId="ADAL" clId="{8A4AC86B-8A4E-4D42-B2D3-93B0C982EBD3}" dt="2023-10-02T13:28:41.739" v="1557" actId="478"/>
          <ac:spMkLst>
            <pc:docMk/>
            <pc:sldMk cId="2479530423" sldId="268"/>
            <ac:spMk id="7" creationId="{8F155811-5D7C-C8F9-9F64-CB5ECF17F2B4}"/>
          </ac:spMkLst>
        </pc:spChg>
        <pc:spChg chg="mod">
          <ac:chgData name="Mohammad Salman" userId="cfd6754c-e613-4f6f-bb98-36aef69d8c31" providerId="ADAL" clId="{8A4AC86B-8A4E-4D42-B2D3-93B0C982EBD3}" dt="2023-10-02T13:33:14.562" v="1919" actId="1076"/>
          <ac:spMkLst>
            <pc:docMk/>
            <pc:sldMk cId="2479530423" sldId="268"/>
            <ac:spMk id="10" creationId="{D33D980C-E4FE-D77A-DF9B-C8BC5285C9AB}"/>
          </ac:spMkLst>
        </pc:spChg>
        <pc:spChg chg="mod">
          <ac:chgData name="Mohammad Salman" userId="cfd6754c-e613-4f6f-bb98-36aef69d8c31" providerId="ADAL" clId="{8A4AC86B-8A4E-4D42-B2D3-93B0C982EBD3}" dt="2023-10-02T13:31:16.056" v="1818" actId="1076"/>
          <ac:spMkLst>
            <pc:docMk/>
            <pc:sldMk cId="2479530423" sldId="268"/>
            <ac:spMk id="11" creationId="{CB6D5F41-02AE-21A1-BA36-C17588112ACE}"/>
          </ac:spMkLst>
        </pc:spChg>
      </pc:sldChg>
      <pc:sldChg chg="delSp modSp add mod">
        <pc:chgData name="Mohammad Salman" userId="cfd6754c-e613-4f6f-bb98-36aef69d8c31" providerId="ADAL" clId="{8A4AC86B-8A4E-4D42-B2D3-93B0C982EBD3}" dt="2023-10-02T13:52:01.463" v="2299" actId="1076"/>
        <pc:sldMkLst>
          <pc:docMk/>
          <pc:sldMk cId="1903961333" sldId="269"/>
        </pc:sldMkLst>
        <pc:spChg chg="del">
          <ac:chgData name="Mohammad Salman" userId="cfd6754c-e613-4f6f-bb98-36aef69d8c31" providerId="ADAL" clId="{8A4AC86B-8A4E-4D42-B2D3-93B0C982EBD3}" dt="2023-10-02T13:42:15.078" v="1980" actId="478"/>
          <ac:spMkLst>
            <pc:docMk/>
            <pc:sldMk cId="1903961333" sldId="269"/>
            <ac:spMk id="5" creationId="{C8092C46-0A4D-0028-E93C-B86D19882BE9}"/>
          </ac:spMkLst>
        </pc:spChg>
        <pc:spChg chg="del">
          <ac:chgData name="Mohammad Salman" userId="cfd6754c-e613-4f6f-bb98-36aef69d8c31" providerId="ADAL" clId="{8A4AC86B-8A4E-4D42-B2D3-93B0C982EBD3}" dt="2023-10-02T13:42:15.078" v="1980" actId="478"/>
          <ac:spMkLst>
            <pc:docMk/>
            <pc:sldMk cId="1903961333" sldId="269"/>
            <ac:spMk id="7" creationId="{8F155811-5D7C-C8F9-9F64-CB5ECF17F2B4}"/>
          </ac:spMkLst>
        </pc:spChg>
        <pc:spChg chg="mod">
          <ac:chgData name="Mohammad Salman" userId="cfd6754c-e613-4f6f-bb98-36aef69d8c31" providerId="ADAL" clId="{8A4AC86B-8A4E-4D42-B2D3-93B0C982EBD3}" dt="2023-10-02T13:51:54.786" v="2298" actId="6549"/>
          <ac:spMkLst>
            <pc:docMk/>
            <pc:sldMk cId="1903961333" sldId="269"/>
            <ac:spMk id="10" creationId="{D33D980C-E4FE-D77A-DF9B-C8BC5285C9AB}"/>
          </ac:spMkLst>
        </pc:spChg>
        <pc:spChg chg="mod">
          <ac:chgData name="Mohammad Salman" userId="cfd6754c-e613-4f6f-bb98-36aef69d8c31" providerId="ADAL" clId="{8A4AC86B-8A4E-4D42-B2D3-93B0C982EBD3}" dt="2023-10-02T13:52:01.463" v="2299" actId="1076"/>
          <ac:spMkLst>
            <pc:docMk/>
            <pc:sldMk cId="1903961333" sldId="269"/>
            <ac:spMk id="11" creationId="{CB6D5F41-02AE-21A1-BA36-C17588112ACE}"/>
          </ac:spMkLst>
        </pc:spChg>
      </pc:sldChg>
      <pc:sldChg chg="addSp delSp modSp new mod setBg modClrScheme chgLayout">
        <pc:chgData name="Mohammad Salman" userId="cfd6754c-e613-4f6f-bb98-36aef69d8c31" providerId="ADAL" clId="{8A4AC86B-8A4E-4D42-B2D3-93B0C982EBD3}" dt="2023-10-02T14:35:18.376" v="3044" actId="14100"/>
        <pc:sldMkLst>
          <pc:docMk/>
          <pc:sldMk cId="3364976763" sldId="270"/>
        </pc:sldMkLst>
        <pc:spChg chg="del">
          <ac:chgData name="Mohammad Salman" userId="cfd6754c-e613-4f6f-bb98-36aef69d8c31" providerId="ADAL" clId="{8A4AC86B-8A4E-4D42-B2D3-93B0C982EBD3}" dt="2023-10-02T13:45:08.819" v="2114" actId="478"/>
          <ac:spMkLst>
            <pc:docMk/>
            <pc:sldMk cId="3364976763" sldId="270"/>
            <ac:spMk id="2" creationId="{8046FF13-2E80-3F59-79F2-5A9873CA4EA0}"/>
          </ac:spMkLst>
        </pc:spChg>
        <pc:spChg chg="del">
          <ac:chgData name="Mohammad Salman" userId="cfd6754c-e613-4f6f-bb98-36aef69d8c31" providerId="ADAL" clId="{8A4AC86B-8A4E-4D42-B2D3-93B0C982EBD3}" dt="2023-10-02T13:45:08.819" v="2114" actId="478"/>
          <ac:spMkLst>
            <pc:docMk/>
            <pc:sldMk cId="3364976763" sldId="270"/>
            <ac:spMk id="3" creationId="{2E91CA32-C309-2730-ABCC-FAF3C0FF4B7F}"/>
          </ac:spMkLst>
        </pc:spChg>
        <pc:spChg chg="add mod">
          <ac:chgData name="Mohammad Salman" userId="cfd6754c-e613-4f6f-bb98-36aef69d8c31" providerId="ADAL" clId="{8A4AC86B-8A4E-4D42-B2D3-93B0C982EBD3}" dt="2023-10-02T13:48:21.358" v="2180" actId="20577"/>
          <ac:spMkLst>
            <pc:docMk/>
            <pc:sldMk cId="3364976763" sldId="270"/>
            <ac:spMk id="4" creationId="{46E249C2-3DE0-EB7D-DBB2-A62F478DF08E}"/>
          </ac:spMkLst>
        </pc:spChg>
        <pc:spChg chg="add mod">
          <ac:chgData name="Mohammad Salman" userId="cfd6754c-e613-4f6f-bb98-36aef69d8c31" providerId="ADAL" clId="{8A4AC86B-8A4E-4D42-B2D3-93B0C982EBD3}" dt="2023-10-02T14:35:18.376" v="3044" actId="14100"/>
          <ac:spMkLst>
            <pc:docMk/>
            <pc:sldMk cId="3364976763" sldId="270"/>
            <ac:spMk id="5" creationId="{B7C82062-ABEC-37CF-D7EE-253395AD18CE}"/>
          </ac:spMkLst>
        </pc:spChg>
        <pc:spChg chg="add del">
          <ac:chgData name="Mohammad Salman" userId="cfd6754c-e613-4f6f-bb98-36aef69d8c31" providerId="ADAL" clId="{8A4AC86B-8A4E-4D42-B2D3-93B0C982EBD3}" dt="2023-10-02T13:49:19.932" v="2260" actId="22"/>
          <ac:spMkLst>
            <pc:docMk/>
            <pc:sldMk cId="3364976763" sldId="270"/>
            <ac:spMk id="7" creationId="{8419C17E-DD7D-A48A-E677-127D71CD8829}"/>
          </ac:spMkLst>
        </pc:spChg>
        <pc:spChg chg="add mod">
          <ac:chgData name="Mohammad Salman" userId="cfd6754c-e613-4f6f-bb98-36aef69d8c31" providerId="ADAL" clId="{8A4AC86B-8A4E-4D42-B2D3-93B0C982EBD3}" dt="2023-10-02T14:34:31.787" v="2982" actId="21"/>
          <ac:spMkLst>
            <pc:docMk/>
            <pc:sldMk cId="3364976763" sldId="270"/>
            <ac:spMk id="9" creationId="{9ADF0883-6262-8847-652F-DA45FBA07240}"/>
          </ac:spMkLst>
        </pc:spChg>
      </pc:sldChg>
      <pc:sldChg chg="addSp delSp modSp add mod">
        <pc:chgData name="Mohammad Salman" userId="cfd6754c-e613-4f6f-bb98-36aef69d8c31" providerId="ADAL" clId="{8A4AC86B-8A4E-4D42-B2D3-93B0C982EBD3}" dt="2023-10-02T13:52:43.041" v="2334" actId="1076"/>
        <pc:sldMkLst>
          <pc:docMk/>
          <pc:sldMk cId="4207197228" sldId="271"/>
        </pc:sldMkLst>
        <pc:spChg chg="add mod">
          <ac:chgData name="Mohammad Salman" userId="cfd6754c-e613-4f6f-bb98-36aef69d8c31" providerId="ADAL" clId="{8A4AC86B-8A4E-4D42-B2D3-93B0C982EBD3}" dt="2023-10-02T13:47:08.729" v="2138" actId="692"/>
          <ac:spMkLst>
            <pc:docMk/>
            <pc:sldMk cId="4207197228" sldId="271"/>
            <ac:spMk id="4" creationId="{E2F01E01-BC20-91D8-A5CA-0E0E960C9A0E}"/>
          </ac:spMkLst>
        </pc:spChg>
        <pc:spChg chg="add mod">
          <ac:chgData name="Mohammad Salman" userId="cfd6754c-e613-4f6f-bb98-36aef69d8c31" providerId="ADAL" clId="{8A4AC86B-8A4E-4D42-B2D3-93B0C982EBD3}" dt="2023-10-02T13:52:43.041" v="2334" actId="1076"/>
          <ac:spMkLst>
            <pc:docMk/>
            <pc:sldMk cId="4207197228" sldId="271"/>
            <ac:spMk id="6" creationId="{533FD937-EDDA-7B1A-8A98-9D74F8634718}"/>
          </ac:spMkLst>
        </pc:spChg>
        <pc:spChg chg="del">
          <ac:chgData name="Mohammad Salman" userId="cfd6754c-e613-4f6f-bb98-36aef69d8c31" providerId="ADAL" clId="{8A4AC86B-8A4E-4D42-B2D3-93B0C982EBD3}" dt="2023-10-02T13:45:19.767" v="2119" actId="478"/>
          <ac:spMkLst>
            <pc:docMk/>
            <pc:sldMk cId="4207197228" sldId="271"/>
            <ac:spMk id="10" creationId="{D33D980C-E4FE-D77A-DF9B-C8BC5285C9AB}"/>
          </ac:spMkLst>
        </pc:spChg>
        <pc:spChg chg="del">
          <ac:chgData name="Mohammad Salman" userId="cfd6754c-e613-4f6f-bb98-36aef69d8c31" providerId="ADAL" clId="{8A4AC86B-8A4E-4D42-B2D3-93B0C982EBD3}" dt="2023-10-02T13:45:14.640" v="2116" actId="478"/>
          <ac:spMkLst>
            <pc:docMk/>
            <pc:sldMk cId="4207197228" sldId="271"/>
            <ac:spMk id="11" creationId="{CB6D5F41-02AE-21A1-BA36-C17588112ACE}"/>
          </ac:spMkLst>
        </pc:spChg>
        <pc:grpChg chg="add mod">
          <ac:chgData name="Mohammad Salman" userId="cfd6754c-e613-4f6f-bb98-36aef69d8c31" providerId="ADAL" clId="{8A4AC86B-8A4E-4D42-B2D3-93B0C982EBD3}" dt="2023-10-02T13:46:56.521" v="2137" actId="164"/>
          <ac:grpSpMkLst>
            <pc:docMk/>
            <pc:sldMk cId="4207197228" sldId="271"/>
            <ac:grpSpMk id="5" creationId="{4D5DB980-AD77-94A8-EA68-7CE2E86436C8}"/>
          </ac:grpSpMkLst>
        </pc:grpChg>
        <pc:picChg chg="add mod">
          <ac:chgData name="Mohammad Salman" userId="cfd6754c-e613-4f6f-bb98-36aef69d8c31" providerId="ADAL" clId="{8A4AC86B-8A4E-4D42-B2D3-93B0C982EBD3}" dt="2023-10-02T13:46:56.521" v="2137" actId="164"/>
          <ac:picMkLst>
            <pc:docMk/>
            <pc:sldMk cId="4207197228" sldId="271"/>
            <ac:picMk id="3" creationId="{58BB6713-4721-EE08-7DE6-7405EDD34567}"/>
          </ac:picMkLst>
        </pc:picChg>
      </pc:sldChg>
      <pc:sldChg chg="addSp delSp modSp new mod">
        <pc:chgData name="Mohammad Salman" userId="cfd6754c-e613-4f6f-bb98-36aef69d8c31" providerId="ADAL" clId="{8A4AC86B-8A4E-4D42-B2D3-93B0C982EBD3}" dt="2023-10-02T14:27:45.645" v="2542" actId="1076"/>
        <pc:sldMkLst>
          <pc:docMk/>
          <pc:sldMk cId="654311224" sldId="272"/>
        </pc:sldMkLst>
        <pc:spChg chg="del">
          <ac:chgData name="Mohammad Salman" userId="cfd6754c-e613-4f6f-bb98-36aef69d8c31" providerId="ADAL" clId="{8A4AC86B-8A4E-4D42-B2D3-93B0C982EBD3}" dt="2023-10-02T14:24:37.727" v="2336" actId="478"/>
          <ac:spMkLst>
            <pc:docMk/>
            <pc:sldMk cId="654311224" sldId="272"/>
            <ac:spMk id="2" creationId="{81014CC7-B0A6-2F77-90F4-16CADBB83871}"/>
          </ac:spMkLst>
        </pc:spChg>
        <pc:spChg chg="del">
          <ac:chgData name="Mohammad Salman" userId="cfd6754c-e613-4f6f-bb98-36aef69d8c31" providerId="ADAL" clId="{8A4AC86B-8A4E-4D42-B2D3-93B0C982EBD3}" dt="2023-10-02T14:24:37.727" v="2336" actId="478"/>
          <ac:spMkLst>
            <pc:docMk/>
            <pc:sldMk cId="654311224" sldId="272"/>
            <ac:spMk id="3" creationId="{752A3003-C31F-2E22-933F-BA9496BB242E}"/>
          </ac:spMkLst>
        </pc:spChg>
        <pc:spChg chg="add mod">
          <ac:chgData name="Mohammad Salman" userId="cfd6754c-e613-4f6f-bb98-36aef69d8c31" providerId="ADAL" clId="{8A4AC86B-8A4E-4D42-B2D3-93B0C982EBD3}" dt="2023-10-02T14:27:18.375" v="2538" actId="20577"/>
          <ac:spMkLst>
            <pc:docMk/>
            <pc:sldMk cId="654311224" sldId="272"/>
            <ac:spMk id="4" creationId="{4FB27FE4-F5A6-9A04-9A9B-3B065DF510E1}"/>
          </ac:spMkLst>
        </pc:spChg>
        <pc:spChg chg="add del">
          <ac:chgData name="Mohammad Salman" userId="cfd6754c-e613-4f6f-bb98-36aef69d8c31" providerId="ADAL" clId="{8A4AC86B-8A4E-4D42-B2D3-93B0C982EBD3}" dt="2023-10-02T14:25:40.769" v="2430" actId="22"/>
          <ac:spMkLst>
            <pc:docMk/>
            <pc:sldMk cId="654311224" sldId="272"/>
            <ac:spMk id="6" creationId="{26E5BCFB-31C4-1238-AC29-BAC11C5794AC}"/>
          </ac:spMkLst>
        </pc:spChg>
        <pc:spChg chg="add mod">
          <ac:chgData name="Mohammad Salman" userId="cfd6754c-e613-4f6f-bb98-36aef69d8c31" providerId="ADAL" clId="{8A4AC86B-8A4E-4D42-B2D3-93B0C982EBD3}" dt="2023-10-02T14:27:45.645" v="2542" actId="1076"/>
          <ac:spMkLst>
            <pc:docMk/>
            <pc:sldMk cId="654311224" sldId="272"/>
            <ac:spMk id="8" creationId="{27CB3D6E-7955-9787-FA7A-D9B84652AEE9}"/>
          </ac:spMkLst>
        </pc:spChg>
      </pc:sldChg>
      <pc:sldChg chg="addSp delSp modSp add mod">
        <pc:chgData name="Mohammad Salman" userId="cfd6754c-e613-4f6f-bb98-36aef69d8c31" providerId="ADAL" clId="{8A4AC86B-8A4E-4D42-B2D3-93B0C982EBD3}" dt="2023-10-02T14:30:34.065" v="2709" actId="1076"/>
        <pc:sldMkLst>
          <pc:docMk/>
          <pc:sldMk cId="91052057" sldId="273"/>
        </pc:sldMkLst>
        <pc:spChg chg="add del">
          <ac:chgData name="Mohammad Salman" userId="cfd6754c-e613-4f6f-bb98-36aef69d8c31" providerId="ADAL" clId="{8A4AC86B-8A4E-4D42-B2D3-93B0C982EBD3}" dt="2023-10-02T14:29:16.468" v="2700" actId="22"/>
          <ac:spMkLst>
            <pc:docMk/>
            <pc:sldMk cId="91052057" sldId="273"/>
            <ac:spMk id="3" creationId="{D7351D3A-1ECD-E16A-7AAC-BCF194A6AF67}"/>
          </ac:spMkLst>
        </pc:spChg>
        <pc:spChg chg="mod">
          <ac:chgData name="Mohammad Salman" userId="cfd6754c-e613-4f6f-bb98-36aef69d8c31" providerId="ADAL" clId="{8A4AC86B-8A4E-4D42-B2D3-93B0C982EBD3}" dt="2023-10-02T14:28:38.598" v="2694" actId="20577"/>
          <ac:spMkLst>
            <pc:docMk/>
            <pc:sldMk cId="91052057" sldId="273"/>
            <ac:spMk id="4" creationId="{4FB27FE4-F5A6-9A04-9A9B-3B065DF510E1}"/>
          </ac:spMkLst>
        </pc:spChg>
        <pc:spChg chg="add mod">
          <ac:chgData name="Mohammad Salman" userId="cfd6754c-e613-4f6f-bb98-36aef69d8c31" providerId="ADAL" clId="{8A4AC86B-8A4E-4D42-B2D3-93B0C982EBD3}" dt="2023-10-02T14:30:34.065" v="2709" actId="1076"/>
          <ac:spMkLst>
            <pc:docMk/>
            <pc:sldMk cId="91052057" sldId="273"/>
            <ac:spMk id="6" creationId="{A678FB52-F4AD-30D5-0F35-823D8C44BBA5}"/>
          </ac:spMkLst>
        </pc:spChg>
        <pc:spChg chg="mod">
          <ac:chgData name="Mohammad Salman" userId="cfd6754c-e613-4f6f-bb98-36aef69d8c31" providerId="ADAL" clId="{8A4AC86B-8A4E-4D42-B2D3-93B0C982EBD3}" dt="2023-10-02T14:28:57.086" v="2698" actId="1076"/>
          <ac:spMkLst>
            <pc:docMk/>
            <pc:sldMk cId="91052057" sldId="273"/>
            <ac:spMk id="8" creationId="{27CB3D6E-7955-9787-FA7A-D9B84652AEE9}"/>
          </ac:spMkLst>
        </pc:spChg>
      </pc:sldChg>
      <pc:sldChg chg="addSp delSp modSp add mod">
        <pc:chgData name="Mohammad Salman" userId="cfd6754c-e613-4f6f-bb98-36aef69d8c31" providerId="ADAL" clId="{8A4AC86B-8A4E-4D42-B2D3-93B0C982EBD3}" dt="2023-10-02T14:33:09.861" v="2882" actId="692"/>
        <pc:sldMkLst>
          <pc:docMk/>
          <pc:sldMk cId="320326944" sldId="274"/>
        </pc:sldMkLst>
        <pc:spChg chg="add mod">
          <ac:chgData name="Mohammad Salman" userId="cfd6754c-e613-4f6f-bb98-36aef69d8c31" providerId="ADAL" clId="{8A4AC86B-8A4E-4D42-B2D3-93B0C982EBD3}" dt="2023-10-02T14:32:34.792" v="2878" actId="14100"/>
          <ac:spMkLst>
            <pc:docMk/>
            <pc:sldMk cId="320326944" sldId="274"/>
            <ac:spMk id="3" creationId="{9A7AA4CB-4066-66D0-31A0-D8A70640E9ED}"/>
          </ac:spMkLst>
        </pc:spChg>
        <pc:spChg chg="mod">
          <ac:chgData name="Mohammad Salman" userId="cfd6754c-e613-4f6f-bb98-36aef69d8c31" providerId="ADAL" clId="{8A4AC86B-8A4E-4D42-B2D3-93B0C982EBD3}" dt="2023-10-02T14:31:33.348" v="2867" actId="113"/>
          <ac:spMkLst>
            <pc:docMk/>
            <pc:sldMk cId="320326944" sldId="274"/>
            <ac:spMk id="4" creationId="{4FB27FE4-F5A6-9A04-9A9B-3B065DF510E1}"/>
          </ac:spMkLst>
        </pc:spChg>
        <pc:spChg chg="add mod">
          <ac:chgData name="Mohammad Salman" userId="cfd6754c-e613-4f6f-bb98-36aef69d8c31" providerId="ADAL" clId="{8A4AC86B-8A4E-4D42-B2D3-93B0C982EBD3}" dt="2023-10-02T14:33:09.861" v="2882" actId="692"/>
          <ac:spMkLst>
            <pc:docMk/>
            <pc:sldMk cId="320326944" sldId="274"/>
            <ac:spMk id="5" creationId="{274B1920-5BD9-ABC9-EEAE-CFC20ACFF786}"/>
          </ac:spMkLst>
        </pc:spChg>
        <pc:spChg chg="del">
          <ac:chgData name="Mohammad Salman" userId="cfd6754c-e613-4f6f-bb98-36aef69d8c31" providerId="ADAL" clId="{8A4AC86B-8A4E-4D42-B2D3-93B0C982EBD3}" dt="2023-10-02T14:31:45.773" v="2868" actId="478"/>
          <ac:spMkLst>
            <pc:docMk/>
            <pc:sldMk cId="320326944" sldId="274"/>
            <ac:spMk id="6" creationId="{A678FB52-F4AD-30D5-0F35-823D8C44BBA5}"/>
          </ac:spMkLst>
        </pc:spChg>
        <pc:spChg chg="del mod">
          <ac:chgData name="Mohammad Salman" userId="cfd6754c-e613-4f6f-bb98-36aef69d8c31" providerId="ADAL" clId="{8A4AC86B-8A4E-4D42-B2D3-93B0C982EBD3}" dt="2023-10-02T14:32:00.799" v="2870" actId="478"/>
          <ac:spMkLst>
            <pc:docMk/>
            <pc:sldMk cId="320326944" sldId="274"/>
            <ac:spMk id="8" creationId="{27CB3D6E-7955-9787-FA7A-D9B84652AEE9}"/>
          </ac:spMkLst>
        </pc:spChg>
      </pc:sldChg>
      <pc:sldChg chg="addSp delSp modSp add mod">
        <pc:chgData name="Mohammad Salman" userId="cfd6754c-e613-4f6f-bb98-36aef69d8c31" providerId="ADAL" clId="{8A4AC86B-8A4E-4D42-B2D3-93B0C982EBD3}" dt="2023-10-02T14:38:40.574" v="3296" actId="20577"/>
        <pc:sldMkLst>
          <pc:docMk/>
          <pc:sldMk cId="3229542021" sldId="275"/>
        </pc:sldMkLst>
        <pc:spChg chg="mod">
          <ac:chgData name="Mohammad Salman" userId="cfd6754c-e613-4f6f-bb98-36aef69d8c31" providerId="ADAL" clId="{8A4AC86B-8A4E-4D42-B2D3-93B0C982EBD3}" dt="2023-10-02T14:37:06.455" v="3177" actId="14100"/>
          <ac:spMkLst>
            <pc:docMk/>
            <pc:sldMk cId="3229542021" sldId="275"/>
            <ac:spMk id="3" creationId="{9A7AA4CB-4066-66D0-31A0-D8A70640E9ED}"/>
          </ac:spMkLst>
        </pc:spChg>
        <pc:spChg chg="mod">
          <ac:chgData name="Mohammad Salman" userId="cfd6754c-e613-4f6f-bb98-36aef69d8c31" providerId="ADAL" clId="{8A4AC86B-8A4E-4D42-B2D3-93B0C982EBD3}" dt="2023-10-02T14:38:09.785" v="3295" actId="20577"/>
          <ac:spMkLst>
            <pc:docMk/>
            <pc:sldMk cId="3229542021" sldId="275"/>
            <ac:spMk id="4" creationId="{4FB27FE4-F5A6-9A04-9A9B-3B065DF510E1}"/>
          </ac:spMkLst>
        </pc:spChg>
        <pc:spChg chg="del">
          <ac:chgData name="Mohammad Salman" userId="cfd6754c-e613-4f6f-bb98-36aef69d8c31" providerId="ADAL" clId="{8A4AC86B-8A4E-4D42-B2D3-93B0C982EBD3}" dt="2023-10-02T14:37:02.185" v="3176" actId="478"/>
          <ac:spMkLst>
            <pc:docMk/>
            <pc:sldMk cId="3229542021" sldId="275"/>
            <ac:spMk id="5" creationId="{274B1920-5BD9-ABC9-EEAE-CFC20ACFF786}"/>
          </ac:spMkLst>
        </pc:spChg>
        <pc:spChg chg="add mod">
          <ac:chgData name="Mohammad Salman" userId="cfd6754c-e613-4f6f-bb98-36aef69d8c31" providerId="ADAL" clId="{8A4AC86B-8A4E-4D42-B2D3-93B0C982EBD3}" dt="2023-10-02T14:38:40.574" v="3296" actId="20577"/>
          <ac:spMkLst>
            <pc:docMk/>
            <pc:sldMk cId="3229542021" sldId="275"/>
            <ac:spMk id="6" creationId="{95158EF5-B1D8-1D4E-99A6-161BB68178E9}"/>
          </ac:spMkLst>
        </pc:spChg>
      </pc:sldChg>
      <pc:sldChg chg="addSp delSp modSp add mod">
        <pc:chgData name="Mohammad Salman" userId="cfd6754c-e613-4f6f-bb98-36aef69d8c31" providerId="ADAL" clId="{8A4AC86B-8A4E-4D42-B2D3-93B0C982EBD3}" dt="2023-10-04T15:13:56.930" v="6198" actId="20577"/>
        <pc:sldMkLst>
          <pc:docMk/>
          <pc:sldMk cId="4239664132" sldId="276"/>
        </pc:sldMkLst>
        <pc:spChg chg="add mod">
          <ac:chgData name="Mohammad Salman" userId="cfd6754c-e613-4f6f-bb98-36aef69d8c31" providerId="ADAL" clId="{8A4AC86B-8A4E-4D42-B2D3-93B0C982EBD3}" dt="2023-10-04T15:13:56.930" v="6198" actId="20577"/>
          <ac:spMkLst>
            <pc:docMk/>
            <pc:sldMk cId="4239664132" sldId="276"/>
            <ac:spMk id="2" creationId="{56CA7E52-062E-5E86-532B-CADF0BD4C4D4}"/>
          </ac:spMkLst>
        </pc:spChg>
        <pc:spChg chg="del">
          <ac:chgData name="Mohammad Salman" userId="cfd6754c-e613-4f6f-bb98-36aef69d8c31" providerId="ADAL" clId="{8A4AC86B-8A4E-4D42-B2D3-93B0C982EBD3}" dt="2023-10-02T14:40:15.002" v="3390" actId="478"/>
          <ac:spMkLst>
            <pc:docMk/>
            <pc:sldMk cId="4239664132" sldId="276"/>
            <ac:spMk id="3" creationId="{9A7AA4CB-4066-66D0-31A0-D8A70640E9ED}"/>
          </ac:spMkLst>
        </pc:spChg>
        <pc:spChg chg="mod">
          <ac:chgData name="Mohammad Salman" userId="cfd6754c-e613-4f6f-bb98-36aef69d8c31" providerId="ADAL" clId="{8A4AC86B-8A4E-4D42-B2D3-93B0C982EBD3}" dt="2023-10-02T14:41:00.979" v="3456" actId="20577"/>
          <ac:spMkLst>
            <pc:docMk/>
            <pc:sldMk cId="4239664132" sldId="276"/>
            <ac:spMk id="4" creationId="{4FB27FE4-F5A6-9A04-9A9B-3B065DF510E1}"/>
          </ac:spMkLst>
        </pc:spChg>
        <pc:spChg chg="mod">
          <ac:chgData name="Mohammad Salman" userId="cfd6754c-e613-4f6f-bb98-36aef69d8c31" providerId="ADAL" clId="{8A4AC86B-8A4E-4D42-B2D3-93B0C982EBD3}" dt="2023-10-02T14:41:03.973" v="3457" actId="1076"/>
          <ac:spMkLst>
            <pc:docMk/>
            <pc:sldMk cId="4239664132" sldId="276"/>
            <ac:spMk id="6" creationId="{95158EF5-B1D8-1D4E-99A6-161BB68178E9}"/>
          </ac:spMkLst>
        </pc:spChg>
      </pc:sldChg>
      <pc:sldChg chg="delSp modSp add mod">
        <pc:chgData name="Mohammad Salman" userId="cfd6754c-e613-4f6f-bb98-36aef69d8c31" providerId="ADAL" clId="{8A4AC86B-8A4E-4D42-B2D3-93B0C982EBD3}" dt="2023-10-02T15:27:41.151" v="5961" actId="20577"/>
        <pc:sldMkLst>
          <pc:docMk/>
          <pc:sldMk cId="4161910784" sldId="277"/>
        </pc:sldMkLst>
        <pc:spChg chg="del mod">
          <ac:chgData name="Mohammad Salman" userId="cfd6754c-e613-4f6f-bb98-36aef69d8c31" providerId="ADAL" clId="{8A4AC86B-8A4E-4D42-B2D3-93B0C982EBD3}" dt="2023-10-02T14:45:34.564" v="3955" actId="478"/>
          <ac:spMkLst>
            <pc:docMk/>
            <pc:sldMk cId="4161910784" sldId="277"/>
            <ac:spMk id="2" creationId="{56CA7E52-062E-5E86-532B-CADF0BD4C4D4}"/>
          </ac:spMkLst>
        </pc:spChg>
        <pc:spChg chg="mod">
          <ac:chgData name="Mohammad Salman" userId="cfd6754c-e613-4f6f-bb98-36aef69d8c31" providerId="ADAL" clId="{8A4AC86B-8A4E-4D42-B2D3-93B0C982EBD3}" dt="2023-10-02T15:27:41.151" v="5961" actId="20577"/>
          <ac:spMkLst>
            <pc:docMk/>
            <pc:sldMk cId="4161910784" sldId="277"/>
            <ac:spMk id="4" creationId="{4FB27FE4-F5A6-9A04-9A9B-3B065DF510E1}"/>
          </ac:spMkLst>
        </pc:spChg>
        <pc:spChg chg="del">
          <ac:chgData name="Mohammad Salman" userId="cfd6754c-e613-4f6f-bb98-36aef69d8c31" providerId="ADAL" clId="{8A4AC86B-8A4E-4D42-B2D3-93B0C982EBD3}" dt="2023-10-02T14:45:36.979" v="3956" actId="478"/>
          <ac:spMkLst>
            <pc:docMk/>
            <pc:sldMk cId="4161910784" sldId="277"/>
            <ac:spMk id="6" creationId="{95158EF5-B1D8-1D4E-99A6-161BB68178E9}"/>
          </ac:spMkLst>
        </pc:spChg>
      </pc:sldChg>
      <pc:sldChg chg="modSp new mod setBg">
        <pc:chgData name="Mohammad Salman" userId="cfd6754c-e613-4f6f-bb98-36aef69d8c31" providerId="ADAL" clId="{8A4AC86B-8A4E-4D42-B2D3-93B0C982EBD3}" dt="2023-10-02T14:47:27.138" v="4183"/>
        <pc:sldMkLst>
          <pc:docMk/>
          <pc:sldMk cId="3977022146" sldId="278"/>
        </pc:sldMkLst>
        <pc:spChg chg="mod">
          <ac:chgData name="Mohammad Salman" userId="cfd6754c-e613-4f6f-bb98-36aef69d8c31" providerId="ADAL" clId="{8A4AC86B-8A4E-4D42-B2D3-93B0C982EBD3}" dt="2023-10-02T14:47:23.704" v="4182" actId="20577"/>
          <ac:spMkLst>
            <pc:docMk/>
            <pc:sldMk cId="3977022146" sldId="278"/>
            <ac:spMk id="3" creationId="{E75B9187-F824-883D-540A-4D2060D18D53}"/>
          </ac:spMkLst>
        </pc:spChg>
      </pc:sldChg>
      <pc:sldChg chg="modSp new del mod setBg">
        <pc:chgData name="Mohammad Salman" userId="cfd6754c-e613-4f6f-bb98-36aef69d8c31" providerId="ADAL" clId="{8A4AC86B-8A4E-4D42-B2D3-93B0C982EBD3}" dt="2023-10-04T15:10:19.050" v="6176" actId="47"/>
        <pc:sldMkLst>
          <pc:docMk/>
          <pc:sldMk cId="3792463272" sldId="279"/>
        </pc:sldMkLst>
        <pc:spChg chg="mod">
          <ac:chgData name="Mohammad Salman" userId="cfd6754c-e613-4f6f-bb98-36aef69d8c31" providerId="ADAL" clId="{8A4AC86B-8A4E-4D42-B2D3-93B0C982EBD3}" dt="2023-10-02T15:02:56.295" v="4896" actId="2711"/>
          <ac:spMkLst>
            <pc:docMk/>
            <pc:sldMk cId="3792463272" sldId="279"/>
            <ac:spMk id="2" creationId="{D768ABF0-205F-83F1-A4AA-174847E67CD2}"/>
          </ac:spMkLst>
        </pc:spChg>
      </pc:sldChg>
      <pc:sldChg chg="modSp new mod setBg">
        <pc:chgData name="Mohammad Salman" userId="cfd6754c-e613-4f6f-bb98-36aef69d8c31" providerId="ADAL" clId="{8A4AC86B-8A4E-4D42-B2D3-93B0C982EBD3}" dt="2023-10-03T14:30:49.932" v="6148" actId="27636"/>
        <pc:sldMkLst>
          <pc:docMk/>
          <pc:sldMk cId="1946368891" sldId="280"/>
        </pc:sldMkLst>
        <pc:spChg chg="mod">
          <ac:chgData name="Mohammad Salman" userId="cfd6754c-e613-4f6f-bb98-36aef69d8c31" providerId="ADAL" clId="{8A4AC86B-8A4E-4D42-B2D3-93B0C982EBD3}" dt="2023-10-02T15:11:11.128" v="5259" actId="20577"/>
          <ac:spMkLst>
            <pc:docMk/>
            <pc:sldMk cId="1946368891" sldId="280"/>
            <ac:spMk id="2" creationId="{8E443842-955A-1848-8171-825BE9E3F924}"/>
          </ac:spMkLst>
        </pc:spChg>
        <pc:spChg chg="mod">
          <ac:chgData name="Mohammad Salman" userId="cfd6754c-e613-4f6f-bb98-36aef69d8c31" providerId="ADAL" clId="{8A4AC86B-8A4E-4D42-B2D3-93B0C982EBD3}" dt="2023-10-03T14:30:49.932" v="6148" actId="27636"/>
          <ac:spMkLst>
            <pc:docMk/>
            <pc:sldMk cId="1946368891" sldId="280"/>
            <ac:spMk id="3" creationId="{77C73782-A081-7805-F34E-69D0740B1A26}"/>
          </ac:spMkLst>
        </pc:spChg>
      </pc:sldChg>
      <pc:sldChg chg="modSp add mod">
        <pc:chgData name="Mohammad Salman" userId="cfd6754c-e613-4f6f-bb98-36aef69d8c31" providerId="ADAL" clId="{8A4AC86B-8A4E-4D42-B2D3-93B0C982EBD3}" dt="2023-10-04T15:14:41.719" v="6273" actId="113"/>
        <pc:sldMkLst>
          <pc:docMk/>
          <pc:sldMk cId="714586498" sldId="281"/>
        </pc:sldMkLst>
        <pc:spChg chg="mod">
          <ac:chgData name="Mohammad Salman" userId="cfd6754c-e613-4f6f-bb98-36aef69d8c31" providerId="ADAL" clId="{8A4AC86B-8A4E-4D42-B2D3-93B0C982EBD3}" dt="2023-10-02T15:22:33.148" v="5612" actId="20577"/>
          <ac:spMkLst>
            <pc:docMk/>
            <pc:sldMk cId="714586498" sldId="281"/>
            <ac:spMk id="2" creationId="{8E443842-955A-1848-8171-825BE9E3F924}"/>
          </ac:spMkLst>
        </pc:spChg>
        <pc:spChg chg="mod">
          <ac:chgData name="Mohammad Salman" userId="cfd6754c-e613-4f6f-bb98-36aef69d8c31" providerId="ADAL" clId="{8A4AC86B-8A4E-4D42-B2D3-93B0C982EBD3}" dt="2023-10-04T15:14:41.719" v="6273" actId="113"/>
          <ac:spMkLst>
            <pc:docMk/>
            <pc:sldMk cId="714586498" sldId="281"/>
            <ac:spMk id="3" creationId="{77C73782-A081-7805-F34E-69D0740B1A26}"/>
          </ac:spMkLst>
        </pc:spChg>
      </pc:sldChg>
      <pc:sldChg chg="modSp add mod">
        <pc:chgData name="Mohammad Salman" userId="cfd6754c-e613-4f6f-bb98-36aef69d8c31" providerId="ADAL" clId="{8A4AC86B-8A4E-4D42-B2D3-93B0C982EBD3}" dt="2023-10-02T15:23:24.654" v="5865" actId="20577"/>
        <pc:sldMkLst>
          <pc:docMk/>
          <pc:sldMk cId="384876912" sldId="282"/>
        </pc:sldMkLst>
        <pc:spChg chg="mod">
          <ac:chgData name="Mohammad Salman" userId="cfd6754c-e613-4f6f-bb98-36aef69d8c31" providerId="ADAL" clId="{8A4AC86B-8A4E-4D42-B2D3-93B0C982EBD3}" dt="2023-10-02T15:23:24.654" v="5865" actId="20577"/>
          <ac:spMkLst>
            <pc:docMk/>
            <pc:sldMk cId="384876912" sldId="282"/>
            <ac:spMk id="3" creationId="{77C73782-A081-7805-F34E-69D0740B1A26}"/>
          </ac:spMkLst>
        </pc:spChg>
      </pc:sldChg>
      <pc:sldChg chg="modSp add mod">
        <pc:chgData name="Mohammad Salman" userId="cfd6754c-e613-4f6f-bb98-36aef69d8c31" providerId="ADAL" clId="{8A4AC86B-8A4E-4D42-B2D3-93B0C982EBD3}" dt="2023-10-02T15:31:37.502" v="6136" actId="20577"/>
        <pc:sldMkLst>
          <pc:docMk/>
          <pc:sldMk cId="1217470798" sldId="283"/>
        </pc:sldMkLst>
        <pc:spChg chg="mod">
          <ac:chgData name="Mohammad Salman" userId="cfd6754c-e613-4f6f-bb98-36aef69d8c31" providerId="ADAL" clId="{8A4AC86B-8A4E-4D42-B2D3-93B0C982EBD3}" dt="2023-10-02T15:31:37.502" v="6136" actId="20577"/>
          <ac:spMkLst>
            <pc:docMk/>
            <pc:sldMk cId="1217470798" sldId="283"/>
            <ac:spMk id="4" creationId="{4FB27FE4-F5A6-9A04-9A9B-3B065DF510E1}"/>
          </ac:spMkLst>
        </pc:spChg>
      </pc:sldChg>
      <pc:sldChg chg="new del">
        <pc:chgData name="Mohammad Salman" userId="cfd6754c-e613-4f6f-bb98-36aef69d8c31" providerId="ADAL" clId="{8A4AC86B-8A4E-4D42-B2D3-93B0C982EBD3}" dt="2023-10-03T14:35:42.465" v="6150" actId="47"/>
        <pc:sldMkLst>
          <pc:docMk/>
          <pc:sldMk cId="406910628" sldId="284"/>
        </pc:sldMkLst>
      </pc:sldChg>
      <pc:sldChg chg="delSp modSp add mod setBg">
        <pc:chgData name="Mohammad Salman" userId="cfd6754c-e613-4f6f-bb98-36aef69d8c31" providerId="ADAL" clId="{8A4AC86B-8A4E-4D42-B2D3-93B0C982EBD3}" dt="2023-10-03T14:39:08.710" v="6172" actId="478"/>
        <pc:sldMkLst>
          <pc:docMk/>
          <pc:sldMk cId="4178443189" sldId="284"/>
        </pc:sldMkLst>
        <pc:spChg chg="mod">
          <ac:chgData name="Mohammad Salman" userId="cfd6754c-e613-4f6f-bb98-36aef69d8c31" providerId="ADAL" clId="{8A4AC86B-8A4E-4D42-B2D3-93B0C982EBD3}" dt="2023-10-03T14:36:04.076" v="6167" actId="20577"/>
          <ac:spMkLst>
            <pc:docMk/>
            <pc:sldMk cId="4178443189" sldId="284"/>
            <ac:spMk id="4" creationId="{46E249C2-3DE0-EB7D-DBB2-A62F478DF08E}"/>
          </ac:spMkLst>
        </pc:spChg>
        <pc:spChg chg="mod">
          <ac:chgData name="Mohammad Salman" userId="cfd6754c-e613-4f6f-bb98-36aef69d8c31" providerId="ADAL" clId="{8A4AC86B-8A4E-4D42-B2D3-93B0C982EBD3}" dt="2023-10-03T14:36:21.848" v="6169" actId="20577"/>
          <ac:spMkLst>
            <pc:docMk/>
            <pc:sldMk cId="4178443189" sldId="284"/>
            <ac:spMk id="5" creationId="{B7C82062-ABEC-37CF-D7EE-253395AD18CE}"/>
          </ac:spMkLst>
        </pc:spChg>
        <pc:spChg chg="del mod">
          <ac:chgData name="Mohammad Salman" userId="cfd6754c-e613-4f6f-bb98-36aef69d8c31" providerId="ADAL" clId="{8A4AC86B-8A4E-4D42-B2D3-93B0C982EBD3}" dt="2023-10-03T14:39:08.710" v="6172" actId="478"/>
          <ac:spMkLst>
            <pc:docMk/>
            <pc:sldMk cId="4178443189" sldId="284"/>
            <ac:spMk id="9" creationId="{9ADF0883-6262-8847-652F-DA45FBA07240}"/>
          </ac:spMkLst>
        </pc:spChg>
      </pc:sldChg>
      <pc:sldChg chg="modSp add mod setBg">
        <pc:chgData name="Mohammad Salman" userId="cfd6754c-e613-4f6f-bb98-36aef69d8c31" providerId="ADAL" clId="{8A4AC86B-8A4E-4D42-B2D3-93B0C982EBD3}" dt="2023-10-06T13:07:10.673" v="6436" actId="20577"/>
        <pc:sldMkLst>
          <pc:docMk/>
          <pc:sldMk cId="1132301418" sldId="286"/>
        </pc:sldMkLst>
        <pc:spChg chg="mod">
          <ac:chgData name="Mohammad Salman" userId="cfd6754c-e613-4f6f-bb98-36aef69d8c31" providerId="ADAL" clId="{8A4AC86B-8A4E-4D42-B2D3-93B0C982EBD3}" dt="2023-10-06T13:07:10.673" v="6436" actId="20577"/>
          <ac:spMkLst>
            <pc:docMk/>
            <pc:sldMk cId="1132301418" sldId="286"/>
            <ac:spMk id="3" creationId="{E769EE54-2938-D427-CBE6-AC6C389398D4}"/>
          </ac:spMkLst>
        </pc:spChg>
      </pc:sldChg>
      <pc:sldChg chg="modSp new mod setBg">
        <pc:chgData name="Mohammad Salman" userId="cfd6754c-e613-4f6f-bb98-36aef69d8c31" providerId="ADAL" clId="{8A4AC86B-8A4E-4D42-B2D3-93B0C982EBD3}" dt="2023-10-04T15:13:13.508" v="6193"/>
        <pc:sldMkLst>
          <pc:docMk/>
          <pc:sldMk cId="3437182616" sldId="287"/>
        </pc:sldMkLst>
        <pc:spChg chg="mod">
          <ac:chgData name="Mohammad Salman" userId="cfd6754c-e613-4f6f-bb98-36aef69d8c31" providerId="ADAL" clId="{8A4AC86B-8A4E-4D42-B2D3-93B0C982EBD3}" dt="2023-10-04T15:13:09.894" v="6192" actId="20577"/>
          <ac:spMkLst>
            <pc:docMk/>
            <pc:sldMk cId="3437182616" sldId="287"/>
            <ac:spMk id="2" creationId="{A2BE7B89-4D2B-7E69-F88D-61EB3C676DBC}"/>
          </ac:spMkLst>
        </pc:spChg>
      </pc:sldChg>
      <pc:sldChg chg="addSp delSp modSp new mod setBg modClrScheme addCm delCm chgLayout">
        <pc:chgData name="Mohammad Salman" userId="cfd6754c-e613-4f6f-bb98-36aef69d8c31" providerId="ADAL" clId="{8A4AC86B-8A4E-4D42-B2D3-93B0C982EBD3}" dt="2023-10-06T13:15:30.382" v="6904" actId="20577"/>
        <pc:sldMkLst>
          <pc:docMk/>
          <pc:sldMk cId="1584440592" sldId="288"/>
        </pc:sldMkLst>
        <pc:spChg chg="del mod ord">
          <ac:chgData name="Mohammad Salman" userId="cfd6754c-e613-4f6f-bb98-36aef69d8c31" providerId="ADAL" clId="{8A4AC86B-8A4E-4D42-B2D3-93B0C982EBD3}" dt="2023-10-06T13:09:12.702" v="6438" actId="700"/>
          <ac:spMkLst>
            <pc:docMk/>
            <pc:sldMk cId="1584440592" sldId="288"/>
            <ac:spMk id="2" creationId="{8DA9B763-74FA-CB92-92A8-2A689CDFA3B9}"/>
          </ac:spMkLst>
        </pc:spChg>
        <pc:spChg chg="del mod ord">
          <ac:chgData name="Mohammad Salman" userId="cfd6754c-e613-4f6f-bb98-36aef69d8c31" providerId="ADAL" clId="{8A4AC86B-8A4E-4D42-B2D3-93B0C982EBD3}" dt="2023-10-06T13:09:12.702" v="6438" actId="700"/>
          <ac:spMkLst>
            <pc:docMk/>
            <pc:sldMk cId="1584440592" sldId="288"/>
            <ac:spMk id="3" creationId="{333E7B45-1574-7531-9440-162E77883A30}"/>
          </ac:spMkLst>
        </pc:spChg>
        <pc:spChg chg="add mod ord">
          <ac:chgData name="Mohammad Salman" userId="cfd6754c-e613-4f6f-bb98-36aef69d8c31" providerId="ADAL" clId="{8A4AC86B-8A4E-4D42-B2D3-93B0C982EBD3}" dt="2023-10-06T13:09:22.371" v="6458" actId="113"/>
          <ac:spMkLst>
            <pc:docMk/>
            <pc:sldMk cId="1584440592" sldId="288"/>
            <ac:spMk id="4" creationId="{4B5817E8-8BB9-5B31-B9B8-3124B374379E}"/>
          </ac:spMkLst>
        </pc:spChg>
        <pc:spChg chg="add mod ord">
          <ac:chgData name="Mohammad Salman" userId="cfd6754c-e613-4f6f-bb98-36aef69d8c31" providerId="ADAL" clId="{8A4AC86B-8A4E-4D42-B2D3-93B0C982EBD3}" dt="2023-10-06T13:15:30.382" v="6904" actId="20577"/>
          <ac:spMkLst>
            <pc:docMk/>
            <pc:sldMk cId="1584440592" sldId="288"/>
            <ac:spMk id="5" creationId="{117EFB29-ABB7-332C-C6F8-38330DEB97D7}"/>
          </ac:spMkLst>
        </pc:spChg>
        <pc:spChg chg="add del">
          <ac:chgData name="Mohammad Salman" userId="cfd6754c-e613-4f6f-bb98-36aef69d8c31" providerId="ADAL" clId="{8A4AC86B-8A4E-4D42-B2D3-93B0C982EBD3}" dt="2023-10-06T13:14:51.980" v="6889" actId="22"/>
          <ac:spMkLst>
            <pc:docMk/>
            <pc:sldMk cId="1584440592" sldId="288"/>
            <ac:spMk id="7" creationId="{E22FA117-FFBA-EBA2-3E66-15C266207286}"/>
          </ac:spMkLst>
        </pc:spChg>
        <pc:spChg chg="add mod">
          <ac:chgData name="Mohammad Salman" userId="cfd6754c-e613-4f6f-bb98-36aef69d8c31" providerId="ADAL" clId="{8A4AC86B-8A4E-4D42-B2D3-93B0C982EBD3}" dt="2023-10-06T13:15:12.768" v="6899" actId="1076"/>
          <ac:spMkLst>
            <pc:docMk/>
            <pc:sldMk cId="1584440592" sldId="288"/>
            <ac:spMk id="9" creationId="{A1FC6B79-88CC-93C0-ED40-A3C12730BA38}"/>
          </ac:spMkLst>
        </pc:spChg>
      </pc:sldChg>
      <pc:sldChg chg="addSp modSp new mod ord modNotesTx">
        <pc:chgData name="Mohammad Salman" userId="cfd6754c-e613-4f6f-bb98-36aef69d8c31" providerId="ADAL" clId="{8A4AC86B-8A4E-4D42-B2D3-93B0C982EBD3}" dt="2023-10-08T08:02:55.696" v="9796" actId="20577"/>
        <pc:sldMkLst>
          <pc:docMk/>
          <pc:sldMk cId="945450396" sldId="289"/>
        </pc:sldMkLst>
        <pc:spChg chg="mod">
          <ac:chgData name="Mohammad Salman" userId="cfd6754c-e613-4f6f-bb98-36aef69d8c31" providerId="ADAL" clId="{8A4AC86B-8A4E-4D42-B2D3-93B0C982EBD3}" dt="2023-10-06T13:12:30.452" v="6561" actId="20577"/>
          <ac:spMkLst>
            <pc:docMk/>
            <pc:sldMk cId="945450396" sldId="289"/>
            <ac:spMk id="2" creationId="{D629A184-6D83-2175-2308-445DBFDBA150}"/>
          </ac:spMkLst>
        </pc:spChg>
        <pc:spChg chg="mod">
          <ac:chgData name="Mohammad Salman" userId="cfd6754c-e613-4f6f-bb98-36aef69d8c31" providerId="ADAL" clId="{8A4AC86B-8A4E-4D42-B2D3-93B0C982EBD3}" dt="2023-10-08T08:02:55.696" v="9796" actId="20577"/>
          <ac:spMkLst>
            <pc:docMk/>
            <pc:sldMk cId="945450396" sldId="289"/>
            <ac:spMk id="3" creationId="{FF5F398A-AC3F-872F-B0C0-2A2B380550D5}"/>
          </ac:spMkLst>
        </pc:spChg>
        <pc:spChg chg="add mod">
          <ac:chgData name="Mohammad Salman" userId="cfd6754c-e613-4f6f-bb98-36aef69d8c31" providerId="ADAL" clId="{8A4AC86B-8A4E-4D42-B2D3-93B0C982EBD3}" dt="2023-10-06T13:37:30.202" v="7797" actId="1076"/>
          <ac:spMkLst>
            <pc:docMk/>
            <pc:sldMk cId="945450396" sldId="289"/>
            <ac:spMk id="5" creationId="{E926818C-36D1-8A06-1B1E-934A10FD3AB0}"/>
          </ac:spMkLst>
        </pc:spChg>
        <pc:spChg chg="add mod">
          <ac:chgData name="Mohammad Salman" userId="cfd6754c-e613-4f6f-bb98-36aef69d8c31" providerId="ADAL" clId="{8A4AC86B-8A4E-4D42-B2D3-93B0C982EBD3}" dt="2023-10-06T13:37:48.884" v="7801" actId="14100"/>
          <ac:spMkLst>
            <pc:docMk/>
            <pc:sldMk cId="945450396" sldId="289"/>
            <ac:spMk id="6" creationId="{B1F341E0-EA66-4476-AC1E-1B421BA9B52A}"/>
          </ac:spMkLst>
        </pc:spChg>
      </pc:sldChg>
      <pc:sldChg chg="modSp new mod">
        <pc:chgData name="Mohammad Salman" userId="cfd6754c-e613-4f6f-bb98-36aef69d8c31" providerId="ADAL" clId="{8A4AC86B-8A4E-4D42-B2D3-93B0C982EBD3}" dt="2023-10-06T13:18:09.891" v="7033" actId="21"/>
        <pc:sldMkLst>
          <pc:docMk/>
          <pc:sldMk cId="1882995592" sldId="290"/>
        </pc:sldMkLst>
        <pc:spChg chg="mod">
          <ac:chgData name="Mohammad Salman" userId="cfd6754c-e613-4f6f-bb98-36aef69d8c31" providerId="ADAL" clId="{8A4AC86B-8A4E-4D42-B2D3-93B0C982EBD3}" dt="2023-10-06T13:12:48.313" v="6626" actId="20577"/>
          <ac:spMkLst>
            <pc:docMk/>
            <pc:sldMk cId="1882995592" sldId="290"/>
            <ac:spMk id="2" creationId="{0142D8FA-058F-ABB4-D08C-95BAC30D4E89}"/>
          </ac:spMkLst>
        </pc:spChg>
        <pc:spChg chg="mod">
          <ac:chgData name="Mohammad Salman" userId="cfd6754c-e613-4f6f-bb98-36aef69d8c31" providerId="ADAL" clId="{8A4AC86B-8A4E-4D42-B2D3-93B0C982EBD3}" dt="2023-10-06T13:18:09.891" v="7033" actId="21"/>
          <ac:spMkLst>
            <pc:docMk/>
            <pc:sldMk cId="1882995592" sldId="290"/>
            <ac:spMk id="3" creationId="{C9C4FCC5-8B29-F235-24D4-27F165AFF902}"/>
          </ac:spMkLst>
        </pc:spChg>
      </pc:sldChg>
      <pc:sldChg chg="addSp delSp modSp add mod">
        <pc:chgData name="Mohammad Salman" userId="cfd6754c-e613-4f6f-bb98-36aef69d8c31" providerId="ADAL" clId="{8A4AC86B-8A4E-4D42-B2D3-93B0C982EBD3}" dt="2023-10-06T13:20:35.357" v="7140" actId="115"/>
        <pc:sldMkLst>
          <pc:docMk/>
          <pc:sldMk cId="3141728720" sldId="291"/>
        </pc:sldMkLst>
        <pc:spChg chg="mod">
          <ac:chgData name="Mohammad Salman" userId="cfd6754c-e613-4f6f-bb98-36aef69d8c31" providerId="ADAL" clId="{8A4AC86B-8A4E-4D42-B2D3-93B0C982EBD3}" dt="2023-10-06T13:20:35.357" v="7140" actId="115"/>
          <ac:spMkLst>
            <pc:docMk/>
            <pc:sldMk cId="3141728720" sldId="291"/>
            <ac:spMk id="3" creationId="{C9C4FCC5-8B29-F235-24D4-27F165AFF902}"/>
          </ac:spMkLst>
        </pc:spChg>
        <pc:spChg chg="add del">
          <ac:chgData name="Mohammad Salman" userId="cfd6754c-e613-4f6f-bb98-36aef69d8c31" providerId="ADAL" clId="{8A4AC86B-8A4E-4D42-B2D3-93B0C982EBD3}" dt="2023-10-06T13:17:32.873" v="6993"/>
          <ac:spMkLst>
            <pc:docMk/>
            <pc:sldMk cId="3141728720" sldId="291"/>
            <ac:spMk id="4" creationId="{6BCCD5F8-AD79-9A78-8430-AAC95B2F1928}"/>
          </ac:spMkLst>
        </pc:spChg>
      </pc:sldChg>
      <pc:sldChg chg="addSp modSp add mod">
        <pc:chgData name="Mohammad Salman" userId="cfd6754c-e613-4f6f-bb98-36aef69d8c31" providerId="ADAL" clId="{8A4AC86B-8A4E-4D42-B2D3-93B0C982EBD3}" dt="2023-10-06T13:29:05.676" v="7445" actId="113"/>
        <pc:sldMkLst>
          <pc:docMk/>
          <pc:sldMk cId="950762204" sldId="292"/>
        </pc:sldMkLst>
        <pc:spChg chg="mod">
          <ac:chgData name="Mohammad Salman" userId="cfd6754c-e613-4f6f-bb98-36aef69d8c31" providerId="ADAL" clId="{8A4AC86B-8A4E-4D42-B2D3-93B0C982EBD3}" dt="2023-10-06T13:29:05.676" v="7445" actId="113"/>
          <ac:spMkLst>
            <pc:docMk/>
            <pc:sldMk cId="950762204" sldId="292"/>
            <ac:spMk id="3" creationId="{C9C4FCC5-8B29-F235-24D4-27F165AFF902}"/>
          </ac:spMkLst>
        </pc:spChg>
        <pc:spChg chg="add mod">
          <ac:chgData name="Mohammad Salman" userId="cfd6754c-e613-4f6f-bb98-36aef69d8c31" providerId="ADAL" clId="{8A4AC86B-8A4E-4D42-B2D3-93B0C982EBD3}" dt="2023-10-06T13:26:34.111" v="7276" actId="1076"/>
          <ac:spMkLst>
            <pc:docMk/>
            <pc:sldMk cId="950762204" sldId="292"/>
            <ac:spMk id="5" creationId="{6A6A9F7D-5BC2-92E7-C1D9-FFE40BAB914C}"/>
          </ac:spMkLst>
        </pc:spChg>
        <pc:spChg chg="add mod">
          <ac:chgData name="Mohammad Salman" userId="cfd6754c-e613-4f6f-bb98-36aef69d8c31" providerId="ADAL" clId="{8A4AC86B-8A4E-4D42-B2D3-93B0C982EBD3}" dt="2023-10-06T13:28:59.042" v="7444" actId="1076"/>
          <ac:spMkLst>
            <pc:docMk/>
            <pc:sldMk cId="950762204" sldId="292"/>
            <ac:spMk id="7" creationId="{E708A226-6113-BCD9-7558-3F59EBE7BA34}"/>
          </ac:spMkLst>
        </pc:spChg>
      </pc:sldChg>
      <pc:sldChg chg="addSp delSp modSp add mod">
        <pc:chgData name="Mohammad Salman" userId="cfd6754c-e613-4f6f-bb98-36aef69d8c31" providerId="ADAL" clId="{8A4AC86B-8A4E-4D42-B2D3-93B0C982EBD3}" dt="2023-10-06T13:35:07.159" v="7567" actId="1035"/>
        <pc:sldMkLst>
          <pc:docMk/>
          <pc:sldMk cId="2421457051" sldId="293"/>
        </pc:sldMkLst>
        <pc:spChg chg="mod">
          <ac:chgData name="Mohammad Salman" userId="cfd6754c-e613-4f6f-bb98-36aef69d8c31" providerId="ADAL" clId="{8A4AC86B-8A4E-4D42-B2D3-93B0C982EBD3}" dt="2023-10-06T13:31:48.296" v="7517" actId="14100"/>
          <ac:spMkLst>
            <pc:docMk/>
            <pc:sldMk cId="2421457051" sldId="293"/>
            <ac:spMk id="3" creationId="{C9C4FCC5-8B29-F235-24D4-27F165AFF902}"/>
          </ac:spMkLst>
        </pc:spChg>
        <pc:spChg chg="del">
          <ac:chgData name="Mohammad Salman" userId="cfd6754c-e613-4f6f-bb98-36aef69d8c31" providerId="ADAL" clId="{8A4AC86B-8A4E-4D42-B2D3-93B0C982EBD3}" dt="2023-10-06T13:31:42.398" v="7515" actId="478"/>
          <ac:spMkLst>
            <pc:docMk/>
            <pc:sldMk cId="2421457051" sldId="293"/>
            <ac:spMk id="5" creationId="{6A6A9F7D-5BC2-92E7-C1D9-FFE40BAB914C}"/>
          </ac:spMkLst>
        </pc:spChg>
        <pc:spChg chg="add mod">
          <ac:chgData name="Mohammad Salman" userId="cfd6754c-e613-4f6f-bb98-36aef69d8c31" providerId="ADAL" clId="{8A4AC86B-8A4E-4D42-B2D3-93B0C982EBD3}" dt="2023-10-06T13:35:07.159" v="7567" actId="1035"/>
          <ac:spMkLst>
            <pc:docMk/>
            <pc:sldMk cId="2421457051" sldId="293"/>
            <ac:spMk id="6" creationId="{2110590D-DDBA-F38A-3362-A8AC8A35B41B}"/>
          </ac:spMkLst>
        </pc:spChg>
        <pc:spChg chg="del">
          <ac:chgData name="Mohammad Salman" userId="cfd6754c-e613-4f6f-bb98-36aef69d8c31" providerId="ADAL" clId="{8A4AC86B-8A4E-4D42-B2D3-93B0C982EBD3}" dt="2023-10-06T13:31:44.014" v="7516" actId="478"/>
          <ac:spMkLst>
            <pc:docMk/>
            <pc:sldMk cId="2421457051" sldId="293"/>
            <ac:spMk id="7" creationId="{E708A226-6113-BCD9-7558-3F59EBE7BA34}"/>
          </ac:spMkLst>
        </pc:spChg>
        <pc:spChg chg="add mod">
          <ac:chgData name="Mohammad Salman" userId="cfd6754c-e613-4f6f-bb98-36aef69d8c31" providerId="ADAL" clId="{8A4AC86B-8A4E-4D42-B2D3-93B0C982EBD3}" dt="2023-10-06T13:35:07.159" v="7567" actId="1035"/>
          <ac:spMkLst>
            <pc:docMk/>
            <pc:sldMk cId="2421457051" sldId="293"/>
            <ac:spMk id="8" creationId="{4DF4C11F-9E1C-703E-F3FE-B0F2DAF292E8}"/>
          </ac:spMkLst>
        </pc:spChg>
        <pc:spChg chg="add del mod">
          <ac:chgData name="Mohammad Salman" userId="cfd6754c-e613-4f6f-bb98-36aef69d8c31" providerId="ADAL" clId="{8A4AC86B-8A4E-4D42-B2D3-93B0C982EBD3}" dt="2023-10-06T13:33:12.908" v="7536" actId="478"/>
          <ac:spMkLst>
            <pc:docMk/>
            <pc:sldMk cId="2421457051" sldId="293"/>
            <ac:spMk id="9" creationId="{AB801A6F-4447-8223-28A0-C504D9287A74}"/>
          </ac:spMkLst>
        </pc:spChg>
        <pc:spChg chg="add del mod">
          <ac:chgData name="Mohammad Salman" userId="cfd6754c-e613-4f6f-bb98-36aef69d8c31" providerId="ADAL" clId="{8A4AC86B-8A4E-4D42-B2D3-93B0C982EBD3}" dt="2023-10-06T13:35:07.159" v="7567" actId="1035"/>
          <ac:spMkLst>
            <pc:docMk/>
            <pc:sldMk cId="2421457051" sldId="293"/>
            <ac:spMk id="10" creationId="{591EC93D-3B7E-1654-4247-A85EF64C597D}"/>
          </ac:spMkLst>
        </pc:spChg>
        <pc:spChg chg="add mod">
          <ac:chgData name="Mohammad Salman" userId="cfd6754c-e613-4f6f-bb98-36aef69d8c31" providerId="ADAL" clId="{8A4AC86B-8A4E-4D42-B2D3-93B0C982EBD3}" dt="2023-10-06T13:35:07.159" v="7567" actId="1035"/>
          <ac:spMkLst>
            <pc:docMk/>
            <pc:sldMk cId="2421457051" sldId="293"/>
            <ac:spMk id="11" creationId="{8308706E-F6B5-DE6E-8BC5-FDC98990675A}"/>
          </ac:spMkLst>
        </pc:spChg>
        <pc:spChg chg="add mod">
          <ac:chgData name="Mohammad Salman" userId="cfd6754c-e613-4f6f-bb98-36aef69d8c31" providerId="ADAL" clId="{8A4AC86B-8A4E-4D42-B2D3-93B0C982EBD3}" dt="2023-10-06T13:35:03.480" v="7559" actId="1076"/>
          <ac:spMkLst>
            <pc:docMk/>
            <pc:sldMk cId="2421457051" sldId="293"/>
            <ac:spMk id="12" creationId="{C36668D0-747D-DE9E-56FE-D2CEF8F3BE60}"/>
          </ac:spMkLst>
        </pc:spChg>
      </pc:sldChg>
      <pc:sldChg chg="modSp add mod">
        <pc:chgData name="Mohammad Salman" userId="cfd6754c-e613-4f6f-bb98-36aef69d8c31" providerId="ADAL" clId="{8A4AC86B-8A4E-4D42-B2D3-93B0C982EBD3}" dt="2023-10-06T13:41:26.053" v="8137" actId="20577"/>
        <pc:sldMkLst>
          <pc:docMk/>
          <pc:sldMk cId="1374455111" sldId="294"/>
        </pc:sldMkLst>
        <pc:spChg chg="mod">
          <ac:chgData name="Mohammad Salman" userId="cfd6754c-e613-4f6f-bb98-36aef69d8c31" providerId="ADAL" clId="{8A4AC86B-8A4E-4D42-B2D3-93B0C982EBD3}" dt="2023-10-06T13:41:26.053" v="8137" actId="20577"/>
          <ac:spMkLst>
            <pc:docMk/>
            <pc:sldMk cId="1374455111" sldId="294"/>
            <ac:spMk id="3" creationId="{FF5F398A-AC3F-872F-B0C0-2A2B380550D5}"/>
          </ac:spMkLst>
        </pc:spChg>
      </pc:sldChg>
      <pc:sldChg chg="modSp new mod setBg">
        <pc:chgData name="Mohammad Salman" userId="cfd6754c-e613-4f6f-bb98-36aef69d8c31" providerId="ADAL" clId="{8A4AC86B-8A4E-4D42-B2D3-93B0C982EBD3}" dt="2023-10-06T13:42:06.486" v="8194"/>
        <pc:sldMkLst>
          <pc:docMk/>
          <pc:sldMk cId="3976247955" sldId="295"/>
        </pc:sldMkLst>
        <pc:spChg chg="mod">
          <ac:chgData name="Mohammad Salman" userId="cfd6754c-e613-4f6f-bb98-36aef69d8c31" providerId="ADAL" clId="{8A4AC86B-8A4E-4D42-B2D3-93B0C982EBD3}" dt="2023-10-06T13:41:54.628" v="8155" actId="20577"/>
          <ac:spMkLst>
            <pc:docMk/>
            <pc:sldMk cId="3976247955" sldId="295"/>
            <ac:spMk id="2" creationId="{987EB3AD-9335-9392-E099-4C5C4D30930A}"/>
          </ac:spMkLst>
        </pc:spChg>
        <pc:spChg chg="mod">
          <ac:chgData name="Mohammad Salman" userId="cfd6754c-e613-4f6f-bb98-36aef69d8c31" providerId="ADAL" clId="{8A4AC86B-8A4E-4D42-B2D3-93B0C982EBD3}" dt="2023-10-06T13:42:01.197" v="8193" actId="20577"/>
          <ac:spMkLst>
            <pc:docMk/>
            <pc:sldMk cId="3976247955" sldId="295"/>
            <ac:spMk id="3" creationId="{05C87740-61AA-D2BD-0BCC-97638ABEB30F}"/>
          </ac:spMkLst>
        </pc:spChg>
      </pc:sldChg>
      <pc:sldChg chg="addSp delSp modSp add mod setBg modNotesTx">
        <pc:chgData name="Mohammad Salman" userId="cfd6754c-e613-4f6f-bb98-36aef69d8c31" providerId="ADAL" clId="{8A4AC86B-8A4E-4D42-B2D3-93B0C982EBD3}" dt="2023-10-06T13:44:48.433" v="8422" actId="113"/>
        <pc:sldMkLst>
          <pc:docMk/>
          <pc:sldMk cId="500188760" sldId="296"/>
        </pc:sldMkLst>
        <pc:spChg chg="del">
          <ac:chgData name="Mohammad Salman" userId="cfd6754c-e613-4f6f-bb98-36aef69d8c31" providerId="ADAL" clId="{8A4AC86B-8A4E-4D42-B2D3-93B0C982EBD3}" dt="2023-10-06T13:42:44.893" v="8196" actId="478"/>
          <ac:spMkLst>
            <pc:docMk/>
            <pc:sldMk cId="500188760" sldId="296"/>
            <ac:spMk id="2" creationId="{D629A184-6D83-2175-2308-445DBFDBA150}"/>
          </ac:spMkLst>
        </pc:spChg>
        <pc:spChg chg="del">
          <ac:chgData name="Mohammad Salman" userId="cfd6754c-e613-4f6f-bb98-36aef69d8c31" providerId="ADAL" clId="{8A4AC86B-8A4E-4D42-B2D3-93B0C982EBD3}" dt="2023-10-06T13:42:44.893" v="8196" actId="478"/>
          <ac:spMkLst>
            <pc:docMk/>
            <pc:sldMk cId="500188760" sldId="296"/>
            <ac:spMk id="3" creationId="{FF5F398A-AC3F-872F-B0C0-2A2B380550D5}"/>
          </ac:spMkLst>
        </pc:spChg>
        <pc:spChg chg="del">
          <ac:chgData name="Mohammad Salman" userId="cfd6754c-e613-4f6f-bb98-36aef69d8c31" providerId="ADAL" clId="{8A4AC86B-8A4E-4D42-B2D3-93B0C982EBD3}" dt="2023-10-06T13:42:44.893" v="8196" actId="478"/>
          <ac:spMkLst>
            <pc:docMk/>
            <pc:sldMk cId="500188760" sldId="296"/>
            <ac:spMk id="5" creationId="{E926818C-36D1-8A06-1B1E-934A10FD3AB0}"/>
          </ac:spMkLst>
        </pc:spChg>
        <pc:spChg chg="del">
          <ac:chgData name="Mohammad Salman" userId="cfd6754c-e613-4f6f-bb98-36aef69d8c31" providerId="ADAL" clId="{8A4AC86B-8A4E-4D42-B2D3-93B0C982EBD3}" dt="2023-10-06T13:42:44.893" v="8196" actId="478"/>
          <ac:spMkLst>
            <pc:docMk/>
            <pc:sldMk cId="500188760" sldId="296"/>
            <ac:spMk id="6" creationId="{B1F341E0-EA66-4476-AC1E-1B421BA9B52A}"/>
          </ac:spMkLst>
        </pc:spChg>
        <pc:spChg chg="add del mod">
          <ac:chgData name="Mohammad Salman" userId="cfd6754c-e613-4f6f-bb98-36aef69d8c31" providerId="ADAL" clId="{8A4AC86B-8A4E-4D42-B2D3-93B0C982EBD3}" dt="2023-10-06T13:42:46.295" v="8197" actId="478"/>
          <ac:spMkLst>
            <pc:docMk/>
            <pc:sldMk cId="500188760" sldId="296"/>
            <ac:spMk id="7" creationId="{F7272805-A0D5-2F24-29F1-15C8E5DAD249}"/>
          </ac:spMkLst>
        </pc:spChg>
        <pc:spChg chg="add del mod">
          <ac:chgData name="Mohammad Salman" userId="cfd6754c-e613-4f6f-bb98-36aef69d8c31" providerId="ADAL" clId="{8A4AC86B-8A4E-4D42-B2D3-93B0C982EBD3}" dt="2023-10-06T13:42:46.295" v="8197" actId="478"/>
          <ac:spMkLst>
            <pc:docMk/>
            <pc:sldMk cId="500188760" sldId="296"/>
            <ac:spMk id="9" creationId="{152CED2A-5942-022A-0DE6-B0F8E1ED1D6A}"/>
          </ac:spMkLst>
        </pc:spChg>
        <pc:spChg chg="add mod">
          <ac:chgData name="Mohammad Salman" userId="cfd6754c-e613-4f6f-bb98-36aef69d8c31" providerId="ADAL" clId="{8A4AC86B-8A4E-4D42-B2D3-93B0C982EBD3}" dt="2023-10-06T13:43:59.247" v="8358" actId="14100"/>
          <ac:spMkLst>
            <pc:docMk/>
            <pc:sldMk cId="500188760" sldId="296"/>
            <ac:spMk id="12" creationId="{EAE63D20-89EC-7F6B-B3B9-8947C31C2662}"/>
          </ac:spMkLst>
        </pc:spChg>
        <pc:picChg chg="add mod">
          <ac:chgData name="Mohammad Salman" userId="cfd6754c-e613-4f6f-bb98-36aef69d8c31" providerId="ADAL" clId="{8A4AC86B-8A4E-4D42-B2D3-93B0C982EBD3}" dt="2023-10-06T13:42:58.138" v="8202" actId="1076"/>
          <ac:picMkLst>
            <pc:docMk/>
            <pc:sldMk cId="500188760" sldId="296"/>
            <ac:picMk id="11" creationId="{F715993C-637E-FD76-76A0-8A8CB29E12D3}"/>
          </ac:picMkLst>
        </pc:picChg>
      </pc:sldChg>
      <pc:sldChg chg="modSp new mod setBg">
        <pc:chgData name="Mohammad Salman" userId="cfd6754c-e613-4f6f-bb98-36aef69d8c31" providerId="ADAL" clId="{8A4AC86B-8A4E-4D42-B2D3-93B0C982EBD3}" dt="2023-10-08T08:05:08.938" v="9797" actId="2711"/>
        <pc:sldMkLst>
          <pc:docMk/>
          <pc:sldMk cId="3642196621" sldId="297"/>
        </pc:sldMkLst>
        <pc:spChg chg="mod">
          <ac:chgData name="Mohammad Salman" userId="cfd6754c-e613-4f6f-bb98-36aef69d8c31" providerId="ADAL" clId="{8A4AC86B-8A4E-4D42-B2D3-93B0C982EBD3}" dt="2023-10-08T08:05:08.938" v="9797" actId="2711"/>
          <ac:spMkLst>
            <pc:docMk/>
            <pc:sldMk cId="3642196621" sldId="297"/>
            <ac:spMk id="3" creationId="{770324E6-0ADE-84AF-CE1C-0F1BED4B8221}"/>
          </ac:spMkLst>
        </pc:spChg>
      </pc:sldChg>
      <pc:sldChg chg="addSp delSp modSp add mod">
        <pc:chgData name="Mohammad Salman" userId="cfd6754c-e613-4f6f-bb98-36aef69d8c31" providerId="ADAL" clId="{8A4AC86B-8A4E-4D42-B2D3-93B0C982EBD3}" dt="2023-10-07T13:14:40.632" v="9749" actId="1076"/>
        <pc:sldMkLst>
          <pc:docMk/>
          <pc:sldMk cId="1947073215" sldId="298"/>
        </pc:sldMkLst>
        <pc:spChg chg="del">
          <ac:chgData name="Mohammad Salman" userId="cfd6754c-e613-4f6f-bb98-36aef69d8c31" providerId="ADAL" clId="{8A4AC86B-8A4E-4D42-B2D3-93B0C982EBD3}" dt="2023-10-06T14:51:47.923" v="8736" actId="478"/>
          <ac:spMkLst>
            <pc:docMk/>
            <pc:sldMk cId="1947073215" sldId="298"/>
            <ac:spMk id="2" creationId="{D629A184-6D83-2175-2308-445DBFDBA150}"/>
          </ac:spMkLst>
        </pc:spChg>
        <pc:spChg chg="del">
          <ac:chgData name="Mohammad Salman" userId="cfd6754c-e613-4f6f-bb98-36aef69d8c31" providerId="ADAL" clId="{8A4AC86B-8A4E-4D42-B2D3-93B0C982EBD3}" dt="2023-10-06T14:51:47.923" v="8736" actId="478"/>
          <ac:spMkLst>
            <pc:docMk/>
            <pc:sldMk cId="1947073215" sldId="298"/>
            <ac:spMk id="3" creationId="{FF5F398A-AC3F-872F-B0C0-2A2B380550D5}"/>
          </ac:spMkLst>
        </pc:spChg>
        <pc:spChg chg="del">
          <ac:chgData name="Mohammad Salman" userId="cfd6754c-e613-4f6f-bb98-36aef69d8c31" providerId="ADAL" clId="{8A4AC86B-8A4E-4D42-B2D3-93B0C982EBD3}" dt="2023-10-06T14:51:47.923" v="8736" actId="478"/>
          <ac:spMkLst>
            <pc:docMk/>
            <pc:sldMk cId="1947073215" sldId="298"/>
            <ac:spMk id="5" creationId="{E926818C-36D1-8A06-1B1E-934A10FD3AB0}"/>
          </ac:spMkLst>
        </pc:spChg>
        <pc:spChg chg="del">
          <ac:chgData name="Mohammad Salman" userId="cfd6754c-e613-4f6f-bb98-36aef69d8c31" providerId="ADAL" clId="{8A4AC86B-8A4E-4D42-B2D3-93B0C982EBD3}" dt="2023-10-06T14:51:47.923" v="8736" actId="478"/>
          <ac:spMkLst>
            <pc:docMk/>
            <pc:sldMk cId="1947073215" sldId="298"/>
            <ac:spMk id="6" creationId="{B1F341E0-EA66-4476-AC1E-1B421BA9B52A}"/>
          </ac:spMkLst>
        </pc:spChg>
        <pc:spChg chg="add del mod">
          <ac:chgData name="Mohammad Salman" userId="cfd6754c-e613-4f6f-bb98-36aef69d8c31" providerId="ADAL" clId="{8A4AC86B-8A4E-4D42-B2D3-93B0C982EBD3}" dt="2023-10-06T14:51:49.158" v="8737" actId="478"/>
          <ac:spMkLst>
            <pc:docMk/>
            <pc:sldMk cId="1947073215" sldId="298"/>
            <ac:spMk id="7" creationId="{05A360C5-0683-B50E-8AB2-E60D8E6AFEB1}"/>
          </ac:spMkLst>
        </pc:spChg>
        <pc:spChg chg="add del mod">
          <ac:chgData name="Mohammad Salman" userId="cfd6754c-e613-4f6f-bb98-36aef69d8c31" providerId="ADAL" clId="{8A4AC86B-8A4E-4D42-B2D3-93B0C982EBD3}" dt="2023-10-06T14:51:49.158" v="8737" actId="478"/>
          <ac:spMkLst>
            <pc:docMk/>
            <pc:sldMk cId="1947073215" sldId="298"/>
            <ac:spMk id="9" creationId="{8CDABBD9-3CA4-6981-FC2C-43F25847497B}"/>
          </ac:spMkLst>
        </pc:spChg>
        <pc:spChg chg="add mod">
          <ac:chgData name="Mohammad Salman" userId="cfd6754c-e613-4f6f-bb98-36aef69d8c31" providerId="ADAL" clId="{8A4AC86B-8A4E-4D42-B2D3-93B0C982EBD3}" dt="2023-10-06T14:52:34.848" v="8745" actId="1076"/>
          <ac:spMkLst>
            <pc:docMk/>
            <pc:sldMk cId="1947073215" sldId="298"/>
            <ac:spMk id="11" creationId="{381FDF71-4CA4-2A1D-EC32-FDB37B6EA9D1}"/>
          </ac:spMkLst>
        </pc:spChg>
        <pc:spChg chg="add mod">
          <ac:chgData name="Mohammad Salman" userId="cfd6754c-e613-4f6f-bb98-36aef69d8c31" providerId="ADAL" clId="{8A4AC86B-8A4E-4D42-B2D3-93B0C982EBD3}" dt="2023-10-06T14:54:32.821" v="8765" actId="164"/>
          <ac:spMkLst>
            <pc:docMk/>
            <pc:sldMk cId="1947073215" sldId="298"/>
            <ac:spMk id="14" creationId="{F7E190D7-A982-378D-9AA9-DEBBE4E44D46}"/>
          </ac:spMkLst>
        </pc:spChg>
        <pc:spChg chg="add mod">
          <ac:chgData name="Mohammad Salman" userId="cfd6754c-e613-4f6f-bb98-36aef69d8c31" providerId="ADAL" clId="{8A4AC86B-8A4E-4D42-B2D3-93B0C982EBD3}" dt="2023-10-06T14:54:32.821" v="8765" actId="164"/>
          <ac:spMkLst>
            <pc:docMk/>
            <pc:sldMk cId="1947073215" sldId="298"/>
            <ac:spMk id="15" creationId="{AFB0A615-9465-0016-0149-4B795DBAEA86}"/>
          </ac:spMkLst>
        </pc:spChg>
        <pc:spChg chg="add mod">
          <ac:chgData name="Mohammad Salman" userId="cfd6754c-e613-4f6f-bb98-36aef69d8c31" providerId="ADAL" clId="{8A4AC86B-8A4E-4D42-B2D3-93B0C982EBD3}" dt="2023-10-06T14:55:50.167" v="8973" actId="207"/>
          <ac:spMkLst>
            <pc:docMk/>
            <pc:sldMk cId="1947073215" sldId="298"/>
            <ac:spMk id="17" creationId="{CBDFC4AB-1A31-365F-7079-0AA62EAA388A}"/>
          </ac:spMkLst>
        </pc:spChg>
        <pc:spChg chg="add mod">
          <ac:chgData name="Mohammad Salman" userId="cfd6754c-e613-4f6f-bb98-36aef69d8c31" providerId="ADAL" clId="{8A4AC86B-8A4E-4D42-B2D3-93B0C982EBD3}" dt="2023-10-07T13:14:40.632" v="9749" actId="1076"/>
          <ac:spMkLst>
            <pc:docMk/>
            <pc:sldMk cId="1947073215" sldId="298"/>
            <ac:spMk id="18" creationId="{B6378D31-9A79-E4D0-C9A8-6ED3D87C2339}"/>
          </ac:spMkLst>
        </pc:spChg>
        <pc:spChg chg="add mod">
          <ac:chgData name="Mohammad Salman" userId="cfd6754c-e613-4f6f-bb98-36aef69d8c31" providerId="ADAL" clId="{8A4AC86B-8A4E-4D42-B2D3-93B0C982EBD3}" dt="2023-10-07T11:33:46.221" v="9272" actId="115"/>
          <ac:spMkLst>
            <pc:docMk/>
            <pc:sldMk cId="1947073215" sldId="298"/>
            <ac:spMk id="19" creationId="{E1A0D2F3-93B9-FB1E-511C-94ED61D3521D}"/>
          </ac:spMkLst>
        </pc:spChg>
        <pc:spChg chg="add mod">
          <ac:chgData name="Mohammad Salman" userId="cfd6754c-e613-4f6f-bb98-36aef69d8c31" providerId="ADAL" clId="{8A4AC86B-8A4E-4D42-B2D3-93B0C982EBD3}" dt="2023-10-07T13:13:54.649" v="9745" actId="1076"/>
          <ac:spMkLst>
            <pc:docMk/>
            <pc:sldMk cId="1947073215" sldId="298"/>
            <ac:spMk id="34" creationId="{EA5B1925-32D4-3BE5-6B85-1076FCD377C9}"/>
          </ac:spMkLst>
        </pc:spChg>
        <pc:grpChg chg="add mod">
          <ac:chgData name="Mohammad Salman" userId="cfd6754c-e613-4f6f-bb98-36aef69d8c31" providerId="ADAL" clId="{8A4AC86B-8A4E-4D42-B2D3-93B0C982EBD3}" dt="2023-10-06T14:54:32.821" v="8765" actId="164"/>
          <ac:grpSpMkLst>
            <pc:docMk/>
            <pc:sldMk cId="1947073215" sldId="298"/>
            <ac:grpSpMk id="16" creationId="{007E0600-BD04-88D0-203B-F385D80D8136}"/>
          </ac:grpSpMkLst>
        </pc:grpChg>
        <pc:picChg chg="add mod">
          <ac:chgData name="Mohammad Salman" userId="cfd6754c-e613-4f6f-bb98-36aef69d8c31" providerId="ADAL" clId="{8A4AC86B-8A4E-4D42-B2D3-93B0C982EBD3}" dt="2023-10-06T14:54:32.821" v="8765" actId="164"/>
          <ac:picMkLst>
            <pc:docMk/>
            <pc:sldMk cId="1947073215" sldId="298"/>
            <ac:picMk id="13" creationId="{4B1B8FA6-E4EA-593E-9F25-BA764589CE59}"/>
          </ac:picMkLst>
        </pc:picChg>
        <pc:cxnChg chg="add mod">
          <ac:chgData name="Mohammad Salman" userId="cfd6754c-e613-4f6f-bb98-36aef69d8c31" providerId="ADAL" clId="{8A4AC86B-8A4E-4D42-B2D3-93B0C982EBD3}" dt="2023-10-07T13:14:40.632" v="9749" actId="1076"/>
          <ac:cxnSpMkLst>
            <pc:docMk/>
            <pc:sldMk cId="1947073215" sldId="298"/>
            <ac:cxnSpMk id="21" creationId="{8C5D41CE-133C-28B5-7AE9-08EF8AD0C283}"/>
          </ac:cxnSpMkLst>
        </pc:cxnChg>
      </pc:sldChg>
      <pc:sldChg chg="addSp delSp modSp add mod ord">
        <pc:chgData name="Mohammad Salman" userId="cfd6754c-e613-4f6f-bb98-36aef69d8c31" providerId="ADAL" clId="{8A4AC86B-8A4E-4D42-B2D3-93B0C982EBD3}" dt="2023-10-07T13:14:52.041" v="9754"/>
        <pc:sldMkLst>
          <pc:docMk/>
          <pc:sldMk cId="2091017785" sldId="299"/>
        </pc:sldMkLst>
        <pc:spChg chg="add mod">
          <ac:chgData name="Mohammad Salman" userId="cfd6754c-e613-4f6f-bb98-36aef69d8c31" providerId="ADAL" clId="{8A4AC86B-8A4E-4D42-B2D3-93B0C982EBD3}" dt="2023-10-07T13:14:00.257" v="9747" actId="1076"/>
          <ac:spMkLst>
            <pc:docMk/>
            <pc:sldMk cId="2091017785" sldId="299"/>
            <ac:spMk id="10" creationId="{97BC6B9A-9079-8B1C-0797-70C9CBA913CE}"/>
          </ac:spMkLst>
        </pc:spChg>
        <pc:spChg chg="add del mod">
          <ac:chgData name="Mohammad Salman" userId="cfd6754c-e613-4f6f-bb98-36aef69d8c31" providerId="ADAL" clId="{8A4AC86B-8A4E-4D42-B2D3-93B0C982EBD3}" dt="2023-10-07T13:14:45.737" v="9753" actId="478"/>
          <ac:spMkLst>
            <pc:docMk/>
            <pc:sldMk cId="2091017785" sldId="299"/>
            <ac:spMk id="12" creationId="{BED91F89-D549-19EB-D6FD-30219950AE65}"/>
          </ac:spMkLst>
        </pc:spChg>
        <pc:spChg chg="del">
          <ac:chgData name="Mohammad Salman" userId="cfd6754c-e613-4f6f-bb98-36aef69d8c31" providerId="ADAL" clId="{8A4AC86B-8A4E-4D42-B2D3-93B0C982EBD3}" dt="2023-10-06T15:00:08.495" v="9072" actId="478"/>
          <ac:spMkLst>
            <pc:docMk/>
            <pc:sldMk cId="2091017785" sldId="299"/>
            <ac:spMk id="17" creationId="{CBDFC4AB-1A31-365F-7079-0AA62EAA388A}"/>
          </ac:spMkLst>
        </pc:spChg>
        <pc:spChg chg="del">
          <ac:chgData name="Mohammad Salman" userId="cfd6754c-e613-4f6f-bb98-36aef69d8c31" providerId="ADAL" clId="{8A4AC86B-8A4E-4D42-B2D3-93B0C982EBD3}" dt="2023-10-07T11:35:00.020" v="9276" actId="478"/>
          <ac:spMkLst>
            <pc:docMk/>
            <pc:sldMk cId="2091017785" sldId="299"/>
            <ac:spMk id="18" creationId="{B6378D31-9A79-E4D0-C9A8-6ED3D87C2339}"/>
          </ac:spMkLst>
        </pc:spChg>
        <pc:spChg chg="del">
          <ac:chgData name="Mohammad Salman" userId="cfd6754c-e613-4f6f-bb98-36aef69d8c31" providerId="ADAL" clId="{8A4AC86B-8A4E-4D42-B2D3-93B0C982EBD3}" dt="2023-10-06T15:00:10.276" v="9073" actId="478"/>
          <ac:spMkLst>
            <pc:docMk/>
            <pc:sldMk cId="2091017785" sldId="299"/>
            <ac:spMk id="19" creationId="{E1A0D2F3-93B9-FB1E-511C-94ED61D3521D}"/>
          </ac:spMkLst>
        </pc:spChg>
        <pc:spChg chg="add mod">
          <ac:chgData name="Mohammad Salman" userId="cfd6754c-e613-4f6f-bb98-36aef69d8c31" providerId="ADAL" clId="{8A4AC86B-8A4E-4D42-B2D3-93B0C982EBD3}" dt="2023-10-07T13:14:52.041" v="9754"/>
          <ac:spMkLst>
            <pc:docMk/>
            <pc:sldMk cId="2091017785" sldId="299"/>
            <ac:spMk id="20" creationId="{575CB1D6-354E-24E8-3FE9-DD2578D70715}"/>
          </ac:spMkLst>
        </pc:spChg>
        <pc:grpChg chg="del">
          <ac:chgData name="Mohammad Salman" userId="cfd6754c-e613-4f6f-bb98-36aef69d8c31" providerId="ADAL" clId="{8A4AC86B-8A4E-4D42-B2D3-93B0C982EBD3}" dt="2023-10-06T15:00:07.187" v="9071" actId="478"/>
          <ac:grpSpMkLst>
            <pc:docMk/>
            <pc:sldMk cId="2091017785" sldId="299"/>
            <ac:grpSpMk id="16" creationId="{007E0600-BD04-88D0-203B-F385D80D8136}"/>
          </ac:grpSpMkLst>
        </pc:grpChg>
        <pc:graphicFrameChg chg="add mod modGraphic">
          <ac:chgData name="Mohammad Salman" userId="cfd6754c-e613-4f6f-bb98-36aef69d8c31" providerId="ADAL" clId="{8A4AC86B-8A4E-4D42-B2D3-93B0C982EBD3}" dt="2023-10-07T11:35:05.288" v="9297" actId="1035"/>
          <ac:graphicFrameMkLst>
            <pc:docMk/>
            <pc:sldMk cId="2091017785" sldId="299"/>
            <ac:graphicFrameMk id="3" creationId="{3EA0DF2E-B816-66B9-BCD4-BCBC41913F26}"/>
          </ac:graphicFrameMkLst>
        </pc:graphicFrameChg>
        <pc:graphicFrameChg chg="add mod modGraphic">
          <ac:chgData name="Mohammad Salman" userId="cfd6754c-e613-4f6f-bb98-36aef69d8c31" providerId="ADAL" clId="{8A4AC86B-8A4E-4D42-B2D3-93B0C982EBD3}" dt="2023-10-07T11:35:05.288" v="9297" actId="1035"/>
          <ac:graphicFrameMkLst>
            <pc:docMk/>
            <pc:sldMk cId="2091017785" sldId="299"/>
            <ac:graphicFrameMk id="4" creationId="{4CB339EB-7973-B8B1-2E9B-5BBF663C22C9}"/>
          </ac:graphicFrameMkLst>
        </pc:graphicFrameChg>
        <pc:graphicFrameChg chg="add mod modGraphic">
          <ac:chgData name="Mohammad Salman" userId="cfd6754c-e613-4f6f-bb98-36aef69d8c31" providerId="ADAL" clId="{8A4AC86B-8A4E-4D42-B2D3-93B0C982EBD3}" dt="2023-10-07T11:35:05.288" v="9297" actId="1035"/>
          <ac:graphicFrameMkLst>
            <pc:docMk/>
            <pc:sldMk cId="2091017785" sldId="299"/>
            <ac:graphicFrameMk id="5" creationId="{9A7E21F4-5107-D4DC-5FAB-78F37EC91B9E}"/>
          </ac:graphicFrameMkLst>
        </pc:graphicFrameChg>
        <pc:cxnChg chg="add mod">
          <ac:chgData name="Mohammad Salman" userId="cfd6754c-e613-4f6f-bb98-36aef69d8c31" providerId="ADAL" clId="{8A4AC86B-8A4E-4D42-B2D3-93B0C982EBD3}" dt="2023-10-07T11:35:05.288" v="9297" actId="1035"/>
          <ac:cxnSpMkLst>
            <pc:docMk/>
            <pc:sldMk cId="2091017785" sldId="299"/>
            <ac:cxnSpMk id="7" creationId="{ED5ED5F8-45E1-84C5-811F-B63A8859A2EA}"/>
          </ac:cxnSpMkLst>
        </pc:cxnChg>
        <pc:cxnChg chg="add del mod">
          <ac:chgData name="Mohammad Salman" userId="cfd6754c-e613-4f6f-bb98-36aef69d8c31" providerId="ADAL" clId="{8A4AC86B-8A4E-4D42-B2D3-93B0C982EBD3}" dt="2023-10-07T11:35:01.555" v="9277" actId="478"/>
          <ac:cxnSpMkLst>
            <pc:docMk/>
            <pc:sldMk cId="2091017785" sldId="299"/>
            <ac:cxnSpMk id="21" creationId="{8C5D41CE-133C-28B5-7AE9-08EF8AD0C283}"/>
          </ac:cxnSpMkLst>
        </pc:cxnChg>
      </pc:sldChg>
      <pc:sldChg chg="addSp delSp modSp new mod">
        <pc:chgData name="Mohammad Salman" userId="cfd6754c-e613-4f6f-bb98-36aef69d8c31" providerId="ADAL" clId="{8A4AC86B-8A4E-4D42-B2D3-93B0C982EBD3}" dt="2023-10-07T13:17:08.665" v="9773" actId="1076"/>
        <pc:sldMkLst>
          <pc:docMk/>
          <pc:sldMk cId="3350833312" sldId="300"/>
        </pc:sldMkLst>
        <pc:spChg chg="del">
          <ac:chgData name="Mohammad Salman" userId="cfd6754c-e613-4f6f-bb98-36aef69d8c31" providerId="ADAL" clId="{8A4AC86B-8A4E-4D42-B2D3-93B0C982EBD3}" dt="2023-10-07T11:35:30.850" v="9299" actId="478"/>
          <ac:spMkLst>
            <pc:docMk/>
            <pc:sldMk cId="3350833312" sldId="300"/>
            <ac:spMk id="2" creationId="{9CC62508-01D7-AB1C-2606-0561CEDA7291}"/>
          </ac:spMkLst>
        </pc:spChg>
        <pc:spChg chg="del">
          <ac:chgData name="Mohammad Salman" userId="cfd6754c-e613-4f6f-bb98-36aef69d8c31" providerId="ADAL" clId="{8A4AC86B-8A4E-4D42-B2D3-93B0C982EBD3}" dt="2023-10-07T11:35:30.850" v="9299" actId="478"/>
          <ac:spMkLst>
            <pc:docMk/>
            <pc:sldMk cId="3350833312" sldId="300"/>
            <ac:spMk id="3" creationId="{EA9753D2-E4BC-1024-B813-E6677D572412}"/>
          </ac:spMkLst>
        </pc:spChg>
        <pc:spChg chg="add del mod">
          <ac:chgData name="Mohammad Salman" userId="cfd6754c-e613-4f6f-bb98-36aef69d8c31" providerId="ADAL" clId="{8A4AC86B-8A4E-4D42-B2D3-93B0C982EBD3}" dt="2023-10-07T11:41:13.912" v="9502" actId="478"/>
          <ac:spMkLst>
            <pc:docMk/>
            <pc:sldMk cId="3350833312" sldId="300"/>
            <ac:spMk id="4" creationId="{D163AC23-8EE9-A06F-0629-EB9D60837BD1}"/>
          </ac:spMkLst>
        </pc:spChg>
        <pc:spChg chg="add del mod">
          <ac:chgData name="Mohammad Salman" userId="cfd6754c-e613-4f6f-bb98-36aef69d8c31" providerId="ADAL" clId="{8A4AC86B-8A4E-4D42-B2D3-93B0C982EBD3}" dt="2023-10-07T11:36:38.033" v="9330" actId="478"/>
          <ac:spMkLst>
            <pc:docMk/>
            <pc:sldMk cId="3350833312" sldId="300"/>
            <ac:spMk id="5" creationId="{DFD591CB-0E1B-3355-7845-65E0D90F2F68}"/>
          </ac:spMkLst>
        </pc:spChg>
        <pc:spChg chg="add mod">
          <ac:chgData name="Mohammad Salman" userId="cfd6754c-e613-4f6f-bb98-36aef69d8c31" providerId="ADAL" clId="{8A4AC86B-8A4E-4D42-B2D3-93B0C982EBD3}" dt="2023-10-07T13:16:29.214" v="9770" actId="1076"/>
          <ac:spMkLst>
            <pc:docMk/>
            <pc:sldMk cId="3350833312" sldId="300"/>
            <ac:spMk id="6" creationId="{6B763164-CFC2-BB29-BED2-EE9FFA3351F7}"/>
          </ac:spMkLst>
        </pc:spChg>
        <pc:spChg chg="add mod">
          <ac:chgData name="Mohammad Salman" userId="cfd6754c-e613-4f6f-bb98-36aef69d8c31" providerId="ADAL" clId="{8A4AC86B-8A4E-4D42-B2D3-93B0C982EBD3}" dt="2023-10-07T11:40:01.270" v="9479" actId="164"/>
          <ac:spMkLst>
            <pc:docMk/>
            <pc:sldMk cId="3350833312" sldId="300"/>
            <ac:spMk id="7" creationId="{E6F3530B-8204-5745-2DBE-31A0F9965EE0}"/>
          </ac:spMkLst>
        </pc:spChg>
        <pc:spChg chg="add mod">
          <ac:chgData name="Mohammad Salman" userId="cfd6754c-e613-4f6f-bb98-36aef69d8c31" providerId="ADAL" clId="{8A4AC86B-8A4E-4D42-B2D3-93B0C982EBD3}" dt="2023-10-07T11:38:53.493" v="9434" actId="164"/>
          <ac:spMkLst>
            <pc:docMk/>
            <pc:sldMk cId="3350833312" sldId="300"/>
            <ac:spMk id="10" creationId="{6190A9A1-E775-FD07-AB63-F7ABBFB558D3}"/>
          </ac:spMkLst>
        </pc:spChg>
        <pc:spChg chg="add del mod">
          <ac:chgData name="Mohammad Salman" userId="cfd6754c-e613-4f6f-bb98-36aef69d8c31" providerId="ADAL" clId="{8A4AC86B-8A4E-4D42-B2D3-93B0C982EBD3}" dt="2023-10-07T11:39:57.734" v="9478"/>
          <ac:spMkLst>
            <pc:docMk/>
            <pc:sldMk cId="3350833312" sldId="300"/>
            <ac:spMk id="12" creationId="{1D4071EE-4A45-7DC5-C868-90BD4521AE19}"/>
          </ac:spMkLst>
        </pc:spChg>
        <pc:spChg chg="add del mod">
          <ac:chgData name="Mohammad Salman" userId="cfd6754c-e613-4f6f-bb98-36aef69d8c31" providerId="ADAL" clId="{8A4AC86B-8A4E-4D42-B2D3-93B0C982EBD3}" dt="2023-10-07T11:39:57.734" v="9478"/>
          <ac:spMkLst>
            <pc:docMk/>
            <pc:sldMk cId="3350833312" sldId="300"/>
            <ac:spMk id="13" creationId="{EDE97063-7C11-FD12-2FD9-004D9D03151C}"/>
          </ac:spMkLst>
        </pc:spChg>
        <pc:spChg chg="mod">
          <ac:chgData name="Mohammad Salman" userId="cfd6754c-e613-4f6f-bb98-36aef69d8c31" providerId="ADAL" clId="{8A4AC86B-8A4E-4D42-B2D3-93B0C982EBD3}" dt="2023-10-07T11:39:24.677" v="9441"/>
          <ac:spMkLst>
            <pc:docMk/>
            <pc:sldMk cId="3350833312" sldId="300"/>
            <ac:spMk id="16" creationId="{38DA77BC-4AB0-C536-833B-094CF5C0E558}"/>
          </ac:spMkLst>
        </pc:spChg>
        <pc:spChg chg="mod">
          <ac:chgData name="Mohammad Salman" userId="cfd6754c-e613-4f6f-bb98-36aef69d8c31" providerId="ADAL" clId="{8A4AC86B-8A4E-4D42-B2D3-93B0C982EBD3}" dt="2023-10-07T13:16:20.775" v="9769" actId="1076"/>
          <ac:spMkLst>
            <pc:docMk/>
            <pc:sldMk cId="3350833312" sldId="300"/>
            <ac:spMk id="19" creationId="{35A6BA53-CB5E-3626-148B-A9220643B7E7}"/>
          </ac:spMkLst>
        </pc:spChg>
        <pc:spChg chg="mod">
          <ac:chgData name="Mohammad Salman" userId="cfd6754c-e613-4f6f-bb98-36aef69d8c31" providerId="ADAL" clId="{8A4AC86B-8A4E-4D42-B2D3-93B0C982EBD3}" dt="2023-10-07T11:40:38.740" v="9498" actId="1076"/>
          <ac:spMkLst>
            <pc:docMk/>
            <pc:sldMk cId="3350833312" sldId="300"/>
            <ac:spMk id="20" creationId="{9BCF5990-4B1D-0756-BBF0-F96EA629824A}"/>
          </ac:spMkLst>
        </pc:spChg>
        <pc:spChg chg="mod">
          <ac:chgData name="Mohammad Salman" userId="cfd6754c-e613-4f6f-bb98-36aef69d8c31" providerId="ADAL" clId="{8A4AC86B-8A4E-4D42-B2D3-93B0C982EBD3}" dt="2023-10-07T11:40:08.557" v="9482"/>
          <ac:spMkLst>
            <pc:docMk/>
            <pc:sldMk cId="3350833312" sldId="300"/>
            <ac:spMk id="23" creationId="{59DB4DE9-88AE-BFD2-1BDA-DF27E1C29E91}"/>
          </ac:spMkLst>
        </pc:spChg>
        <pc:spChg chg="mod">
          <ac:chgData name="Mohammad Salman" userId="cfd6754c-e613-4f6f-bb98-36aef69d8c31" providerId="ADAL" clId="{8A4AC86B-8A4E-4D42-B2D3-93B0C982EBD3}" dt="2023-10-07T13:16:46.352" v="9771" actId="1076"/>
          <ac:spMkLst>
            <pc:docMk/>
            <pc:sldMk cId="3350833312" sldId="300"/>
            <ac:spMk id="25" creationId="{1BD28DDF-3598-732F-4FA5-C06AAC9EC5EA}"/>
          </ac:spMkLst>
        </pc:spChg>
        <pc:spChg chg="mod">
          <ac:chgData name="Mohammad Salman" userId="cfd6754c-e613-4f6f-bb98-36aef69d8c31" providerId="ADAL" clId="{8A4AC86B-8A4E-4D42-B2D3-93B0C982EBD3}" dt="2023-10-07T11:44:31.562" v="9568" actId="14100"/>
          <ac:spMkLst>
            <pc:docMk/>
            <pc:sldMk cId="3350833312" sldId="300"/>
            <ac:spMk id="26" creationId="{88DBC901-DE2B-B7D9-4B43-66CB90326AFE}"/>
          </ac:spMkLst>
        </pc:spChg>
        <pc:spChg chg="mod">
          <ac:chgData name="Mohammad Salman" userId="cfd6754c-e613-4f6f-bb98-36aef69d8c31" providerId="ADAL" clId="{8A4AC86B-8A4E-4D42-B2D3-93B0C982EBD3}" dt="2023-10-07T11:41:44.366" v="9506"/>
          <ac:spMkLst>
            <pc:docMk/>
            <pc:sldMk cId="3350833312" sldId="300"/>
            <ac:spMk id="29" creationId="{1118A3F5-45BC-1187-F4DB-863D3915D064}"/>
          </ac:spMkLst>
        </pc:spChg>
        <pc:spChg chg="mod">
          <ac:chgData name="Mohammad Salman" userId="cfd6754c-e613-4f6f-bb98-36aef69d8c31" providerId="ADAL" clId="{8A4AC86B-8A4E-4D42-B2D3-93B0C982EBD3}" dt="2023-10-07T13:17:08.665" v="9773" actId="1076"/>
          <ac:spMkLst>
            <pc:docMk/>
            <pc:sldMk cId="3350833312" sldId="300"/>
            <ac:spMk id="31" creationId="{15CEC4B2-406D-E77E-BB4F-E317A3259EA0}"/>
          </ac:spMkLst>
        </pc:spChg>
        <pc:spChg chg="mod">
          <ac:chgData name="Mohammad Salman" userId="cfd6754c-e613-4f6f-bb98-36aef69d8c31" providerId="ADAL" clId="{8A4AC86B-8A4E-4D42-B2D3-93B0C982EBD3}" dt="2023-10-07T11:44:15.422" v="9565" actId="1076"/>
          <ac:spMkLst>
            <pc:docMk/>
            <pc:sldMk cId="3350833312" sldId="300"/>
            <ac:spMk id="32" creationId="{C9C8E763-E983-0935-8A81-099F51C1A946}"/>
          </ac:spMkLst>
        </pc:spChg>
        <pc:spChg chg="mod">
          <ac:chgData name="Mohammad Salman" userId="cfd6754c-e613-4f6f-bb98-36aef69d8c31" providerId="ADAL" clId="{8A4AC86B-8A4E-4D42-B2D3-93B0C982EBD3}" dt="2023-10-07T11:43:21.810" v="9544"/>
          <ac:spMkLst>
            <pc:docMk/>
            <pc:sldMk cId="3350833312" sldId="300"/>
            <ac:spMk id="35" creationId="{60BD722F-F4CB-2FBE-BA44-3BFBAC35392D}"/>
          </ac:spMkLst>
        </pc:spChg>
        <pc:spChg chg="mod">
          <ac:chgData name="Mohammad Salman" userId="cfd6754c-e613-4f6f-bb98-36aef69d8c31" providerId="ADAL" clId="{8A4AC86B-8A4E-4D42-B2D3-93B0C982EBD3}" dt="2023-10-07T13:16:59.632" v="9772" actId="1076"/>
          <ac:spMkLst>
            <pc:docMk/>
            <pc:sldMk cId="3350833312" sldId="300"/>
            <ac:spMk id="37" creationId="{7290CBC4-AD57-6AB4-3F0B-7ACCF9AA6EF8}"/>
          </ac:spMkLst>
        </pc:spChg>
        <pc:spChg chg="mod">
          <ac:chgData name="Mohammad Salman" userId="cfd6754c-e613-4f6f-bb98-36aef69d8c31" providerId="ADAL" clId="{8A4AC86B-8A4E-4D42-B2D3-93B0C982EBD3}" dt="2023-10-07T11:45:55.888" v="9596" actId="1076"/>
          <ac:spMkLst>
            <pc:docMk/>
            <pc:sldMk cId="3350833312" sldId="300"/>
            <ac:spMk id="38" creationId="{23EACA64-0177-D577-CE9D-501F95D409A6}"/>
          </ac:spMkLst>
        </pc:spChg>
        <pc:spChg chg="mod">
          <ac:chgData name="Mohammad Salman" userId="cfd6754c-e613-4f6f-bb98-36aef69d8c31" providerId="ADAL" clId="{8A4AC86B-8A4E-4D42-B2D3-93B0C982EBD3}" dt="2023-10-07T11:44:51.999" v="9569"/>
          <ac:spMkLst>
            <pc:docMk/>
            <pc:sldMk cId="3350833312" sldId="300"/>
            <ac:spMk id="41" creationId="{B30A9DDF-BF4B-A2DF-5FBC-2FBE53AFB5E4}"/>
          </ac:spMkLst>
        </pc:spChg>
        <pc:spChg chg="add del">
          <ac:chgData name="Mohammad Salman" userId="cfd6754c-e613-4f6f-bb98-36aef69d8c31" providerId="ADAL" clId="{8A4AC86B-8A4E-4D42-B2D3-93B0C982EBD3}" dt="2023-10-07T11:46:35.677" v="9610" actId="11529"/>
          <ac:spMkLst>
            <pc:docMk/>
            <pc:sldMk cId="3350833312" sldId="300"/>
            <ac:spMk id="42" creationId="{FB82A3D3-83C6-1E40-1557-74F7F8A89913}"/>
          </ac:spMkLst>
        </pc:spChg>
        <pc:spChg chg="add mod">
          <ac:chgData name="Mohammad Salman" userId="cfd6754c-e613-4f6f-bb98-36aef69d8c31" providerId="ADAL" clId="{8A4AC86B-8A4E-4D42-B2D3-93B0C982EBD3}" dt="2023-10-07T13:15:23.804" v="9767" actId="692"/>
          <ac:spMkLst>
            <pc:docMk/>
            <pc:sldMk cId="3350833312" sldId="300"/>
            <ac:spMk id="43" creationId="{6ADB732B-3845-8AAB-F59C-460D3620F308}"/>
          </ac:spMkLst>
        </pc:spChg>
        <pc:grpChg chg="add mod">
          <ac:chgData name="Mohammad Salman" userId="cfd6754c-e613-4f6f-bb98-36aef69d8c31" providerId="ADAL" clId="{8A4AC86B-8A4E-4D42-B2D3-93B0C982EBD3}" dt="2023-10-07T11:40:01.270" v="9479" actId="164"/>
          <ac:grpSpMkLst>
            <pc:docMk/>
            <pc:sldMk cId="3350833312" sldId="300"/>
            <ac:grpSpMk id="11" creationId="{EC31E7A3-B49F-6144-B1E6-4D0AD4348CD8}"/>
          </ac:grpSpMkLst>
        </pc:grpChg>
        <pc:grpChg chg="add del mod">
          <ac:chgData name="Mohammad Salman" userId="cfd6754c-e613-4f6f-bb98-36aef69d8c31" providerId="ADAL" clId="{8A4AC86B-8A4E-4D42-B2D3-93B0C982EBD3}" dt="2023-10-07T11:39:57.734" v="9478"/>
          <ac:grpSpMkLst>
            <pc:docMk/>
            <pc:sldMk cId="3350833312" sldId="300"/>
            <ac:grpSpMk id="14" creationId="{C0F52C76-9EC0-AEF3-C525-DFC563F6394E}"/>
          </ac:grpSpMkLst>
        </pc:grpChg>
        <pc:grpChg chg="add mod">
          <ac:chgData name="Mohammad Salman" userId="cfd6754c-e613-4f6f-bb98-36aef69d8c31" providerId="ADAL" clId="{8A4AC86B-8A4E-4D42-B2D3-93B0C982EBD3}" dt="2023-10-07T11:41:31.196" v="9505" actId="1076"/>
          <ac:grpSpMkLst>
            <pc:docMk/>
            <pc:sldMk cId="3350833312" sldId="300"/>
            <ac:grpSpMk id="17" creationId="{C5432948-E925-5855-CF31-5DEB74B49541}"/>
          </ac:grpSpMkLst>
        </pc:grpChg>
        <pc:grpChg chg="add mod">
          <ac:chgData name="Mohammad Salman" userId="cfd6754c-e613-4f6f-bb98-36aef69d8c31" providerId="ADAL" clId="{8A4AC86B-8A4E-4D42-B2D3-93B0C982EBD3}" dt="2023-10-07T11:41:24.008" v="9504" actId="1076"/>
          <ac:grpSpMkLst>
            <pc:docMk/>
            <pc:sldMk cId="3350833312" sldId="300"/>
            <ac:grpSpMk id="18" creationId="{275DAF1A-EC5A-2F45-80BE-5451C97D57FF}"/>
          </ac:grpSpMkLst>
        </pc:grpChg>
        <pc:grpChg chg="mod">
          <ac:chgData name="Mohammad Salman" userId="cfd6754c-e613-4f6f-bb98-36aef69d8c31" providerId="ADAL" clId="{8A4AC86B-8A4E-4D42-B2D3-93B0C982EBD3}" dt="2023-10-07T11:40:08.557" v="9482"/>
          <ac:grpSpMkLst>
            <pc:docMk/>
            <pc:sldMk cId="3350833312" sldId="300"/>
            <ac:grpSpMk id="21" creationId="{0B48B98A-F6B6-C1E7-F836-AEDBB1A1CB4F}"/>
          </ac:grpSpMkLst>
        </pc:grpChg>
        <pc:grpChg chg="add mod">
          <ac:chgData name="Mohammad Salman" userId="cfd6754c-e613-4f6f-bb98-36aef69d8c31" providerId="ADAL" clId="{8A4AC86B-8A4E-4D42-B2D3-93B0C982EBD3}" dt="2023-10-07T11:43:20.638" v="9543" actId="1076"/>
          <ac:grpSpMkLst>
            <pc:docMk/>
            <pc:sldMk cId="3350833312" sldId="300"/>
            <ac:grpSpMk id="24" creationId="{C397CE21-372C-A9CD-DA37-BC490C43348E}"/>
          </ac:grpSpMkLst>
        </pc:grpChg>
        <pc:grpChg chg="mod">
          <ac:chgData name="Mohammad Salman" userId="cfd6754c-e613-4f6f-bb98-36aef69d8c31" providerId="ADAL" clId="{8A4AC86B-8A4E-4D42-B2D3-93B0C982EBD3}" dt="2023-10-07T11:41:44.366" v="9506"/>
          <ac:grpSpMkLst>
            <pc:docMk/>
            <pc:sldMk cId="3350833312" sldId="300"/>
            <ac:grpSpMk id="27" creationId="{DF78EF31-51C5-7F64-17CC-73AAB611157D}"/>
          </ac:grpSpMkLst>
        </pc:grpChg>
        <pc:grpChg chg="add mod">
          <ac:chgData name="Mohammad Salman" userId="cfd6754c-e613-4f6f-bb98-36aef69d8c31" providerId="ADAL" clId="{8A4AC86B-8A4E-4D42-B2D3-93B0C982EBD3}" dt="2023-10-07T11:44:25.139" v="9566" actId="1076"/>
          <ac:grpSpMkLst>
            <pc:docMk/>
            <pc:sldMk cId="3350833312" sldId="300"/>
            <ac:grpSpMk id="30" creationId="{8320F724-E95B-E9A2-4C53-21286E327BF9}"/>
          </ac:grpSpMkLst>
        </pc:grpChg>
        <pc:grpChg chg="mod">
          <ac:chgData name="Mohammad Salman" userId="cfd6754c-e613-4f6f-bb98-36aef69d8c31" providerId="ADAL" clId="{8A4AC86B-8A4E-4D42-B2D3-93B0C982EBD3}" dt="2023-10-07T11:43:21.810" v="9544"/>
          <ac:grpSpMkLst>
            <pc:docMk/>
            <pc:sldMk cId="3350833312" sldId="300"/>
            <ac:grpSpMk id="33" creationId="{53231452-A2E2-1A3F-4315-8DAE269050DD}"/>
          </ac:grpSpMkLst>
        </pc:grpChg>
        <pc:grpChg chg="add mod">
          <ac:chgData name="Mohammad Salman" userId="cfd6754c-e613-4f6f-bb98-36aef69d8c31" providerId="ADAL" clId="{8A4AC86B-8A4E-4D42-B2D3-93B0C982EBD3}" dt="2023-10-07T11:45:42.632" v="9593" actId="1076"/>
          <ac:grpSpMkLst>
            <pc:docMk/>
            <pc:sldMk cId="3350833312" sldId="300"/>
            <ac:grpSpMk id="36" creationId="{5A919CD1-5592-5A41-A959-33D1A8F989F5}"/>
          </ac:grpSpMkLst>
        </pc:grpChg>
        <pc:grpChg chg="mod">
          <ac:chgData name="Mohammad Salman" userId="cfd6754c-e613-4f6f-bb98-36aef69d8c31" providerId="ADAL" clId="{8A4AC86B-8A4E-4D42-B2D3-93B0C982EBD3}" dt="2023-10-07T11:44:51.999" v="9569"/>
          <ac:grpSpMkLst>
            <pc:docMk/>
            <pc:sldMk cId="3350833312" sldId="300"/>
            <ac:grpSpMk id="39" creationId="{3B08788F-CC7F-3865-D20D-82AAC07CB594}"/>
          </ac:grpSpMkLst>
        </pc:grpChg>
        <pc:cxnChg chg="add mod">
          <ac:chgData name="Mohammad Salman" userId="cfd6754c-e613-4f6f-bb98-36aef69d8c31" providerId="ADAL" clId="{8A4AC86B-8A4E-4D42-B2D3-93B0C982EBD3}" dt="2023-10-07T11:38:53.493" v="9434" actId="164"/>
          <ac:cxnSpMkLst>
            <pc:docMk/>
            <pc:sldMk cId="3350833312" sldId="300"/>
            <ac:cxnSpMk id="9" creationId="{3BAF2F86-211B-27BE-732E-FD73FA9365D5}"/>
          </ac:cxnSpMkLst>
        </pc:cxnChg>
        <pc:cxnChg chg="mod">
          <ac:chgData name="Mohammad Salman" userId="cfd6754c-e613-4f6f-bb98-36aef69d8c31" providerId="ADAL" clId="{8A4AC86B-8A4E-4D42-B2D3-93B0C982EBD3}" dt="2023-10-07T11:39:24.677" v="9441"/>
          <ac:cxnSpMkLst>
            <pc:docMk/>
            <pc:sldMk cId="3350833312" sldId="300"/>
            <ac:cxnSpMk id="15" creationId="{33D14082-820A-83BB-DCDA-4517383AD9E5}"/>
          </ac:cxnSpMkLst>
        </pc:cxnChg>
        <pc:cxnChg chg="mod">
          <ac:chgData name="Mohammad Salman" userId="cfd6754c-e613-4f6f-bb98-36aef69d8c31" providerId="ADAL" clId="{8A4AC86B-8A4E-4D42-B2D3-93B0C982EBD3}" dt="2023-10-07T11:40:08.557" v="9482"/>
          <ac:cxnSpMkLst>
            <pc:docMk/>
            <pc:sldMk cId="3350833312" sldId="300"/>
            <ac:cxnSpMk id="22" creationId="{9AB60152-076F-374D-0D79-C769DE69FC3A}"/>
          </ac:cxnSpMkLst>
        </pc:cxnChg>
        <pc:cxnChg chg="mod">
          <ac:chgData name="Mohammad Salman" userId="cfd6754c-e613-4f6f-bb98-36aef69d8c31" providerId="ADAL" clId="{8A4AC86B-8A4E-4D42-B2D3-93B0C982EBD3}" dt="2023-10-07T11:41:44.366" v="9506"/>
          <ac:cxnSpMkLst>
            <pc:docMk/>
            <pc:sldMk cId="3350833312" sldId="300"/>
            <ac:cxnSpMk id="28" creationId="{EFAB2C0E-F3FF-3CC2-3126-09BE8C17E759}"/>
          </ac:cxnSpMkLst>
        </pc:cxnChg>
        <pc:cxnChg chg="mod">
          <ac:chgData name="Mohammad Salman" userId="cfd6754c-e613-4f6f-bb98-36aef69d8c31" providerId="ADAL" clId="{8A4AC86B-8A4E-4D42-B2D3-93B0C982EBD3}" dt="2023-10-07T11:43:21.810" v="9544"/>
          <ac:cxnSpMkLst>
            <pc:docMk/>
            <pc:sldMk cId="3350833312" sldId="300"/>
            <ac:cxnSpMk id="34" creationId="{83F2B8CF-1FEA-C620-A642-85C4FAA498B1}"/>
          </ac:cxnSpMkLst>
        </pc:cxnChg>
        <pc:cxnChg chg="mod">
          <ac:chgData name="Mohammad Salman" userId="cfd6754c-e613-4f6f-bb98-36aef69d8c31" providerId="ADAL" clId="{8A4AC86B-8A4E-4D42-B2D3-93B0C982EBD3}" dt="2023-10-07T11:44:51.999" v="9569"/>
          <ac:cxnSpMkLst>
            <pc:docMk/>
            <pc:sldMk cId="3350833312" sldId="300"/>
            <ac:cxnSpMk id="40" creationId="{B3A3A4FC-089F-B010-E08F-45FE9E507BB9}"/>
          </ac:cxnSpMkLst>
        </pc:cxnChg>
      </pc:sldChg>
      <pc:sldChg chg="addSp modSp add mod">
        <pc:chgData name="Mohammad Salman" userId="cfd6754c-e613-4f6f-bb98-36aef69d8c31" providerId="ADAL" clId="{8A4AC86B-8A4E-4D42-B2D3-93B0C982EBD3}" dt="2023-10-07T11:47:35.090" v="9743" actId="14100"/>
        <pc:sldMkLst>
          <pc:docMk/>
          <pc:sldMk cId="2842388961" sldId="301"/>
        </pc:sldMkLst>
        <pc:spChg chg="add mod">
          <ac:chgData name="Mohammad Salman" userId="cfd6754c-e613-4f6f-bb98-36aef69d8c31" providerId="ADAL" clId="{8A4AC86B-8A4E-4D42-B2D3-93B0C982EBD3}" dt="2023-10-07T11:47:35.090" v="9743" actId="14100"/>
          <ac:spMkLst>
            <pc:docMk/>
            <pc:sldMk cId="2842388961" sldId="301"/>
            <ac:spMk id="2" creationId="{7086A923-B26A-B69A-2F3B-8B308F881CB9}"/>
          </ac:spMkLst>
        </pc:spChg>
        <pc:spChg chg="mod">
          <ac:chgData name="Mohammad Salman" userId="cfd6754c-e613-4f6f-bb98-36aef69d8c31" providerId="ADAL" clId="{8A4AC86B-8A4E-4D42-B2D3-93B0C982EBD3}" dt="2023-10-07T11:47:16.355" v="9739" actId="2711"/>
          <ac:spMkLst>
            <pc:docMk/>
            <pc:sldMk cId="2842388961" sldId="301"/>
            <ac:spMk id="43" creationId="{6ADB732B-3845-8AAB-F59C-460D3620F308}"/>
          </ac:spMkLst>
        </pc:spChg>
      </pc:sldChg>
      <pc:sldChg chg="addSp delSp modSp new del mod setBg modClrScheme chgLayout">
        <pc:chgData name="Mohammad Salman" userId="cfd6754c-e613-4f6f-bb98-36aef69d8c31" providerId="ADAL" clId="{8A4AC86B-8A4E-4D42-B2D3-93B0C982EBD3}" dt="2023-10-08T14:20:46.921" v="17920" actId="2696"/>
        <pc:sldMkLst>
          <pc:docMk/>
          <pc:sldMk cId="3982192730" sldId="302"/>
        </pc:sldMkLst>
        <pc:spChg chg="del mod ord">
          <ac:chgData name="Mohammad Salman" userId="cfd6754c-e613-4f6f-bb98-36aef69d8c31" providerId="ADAL" clId="{8A4AC86B-8A4E-4D42-B2D3-93B0C982EBD3}" dt="2023-10-08T08:05:49.997" v="9800" actId="700"/>
          <ac:spMkLst>
            <pc:docMk/>
            <pc:sldMk cId="3982192730" sldId="302"/>
            <ac:spMk id="2" creationId="{D57D4A0A-0937-8AC9-AA4E-8DE42B10CE5A}"/>
          </ac:spMkLst>
        </pc:spChg>
        <pc:spChg chg="del mod ord">
          <ac:chgData name="Mohammad Salman" userId="cfd6754c-e613-4f6f-bb98-36aef69d8c31" providerId="ADAL" clId="{8A4AC86B-8A4E-4D42-B2D3-93B0C982EBD3}" dt="2023-10-08T08:05:49.997" v="9800" actId="700"/>
          <ac:spMkLst>
            <pc:docMk/>
            <pc:sldMk cId="3982192730" sldId="302"/>
            <ac:spMk id="3" creationId="{6E74DA5C-BBC3-9400-40B3-B1AD324E6B88}"/>
          </ac:spMkLst>
        </pc:spChg>
        <pc:spChg chg="add mod ord">
          <ac:chgData name="Mohammad Salman" userId="cfd6754c-e613-4f6f-bb98-36aef69d8c31" providerId="ADAL" clId="{8A4AC86B-8A4E-4D42-B2D3-93B0C982EBD3}" dt="2023-10-08T08:06:14.697" v="9838" actId="20577"/>
          <ac:spMkLst>
            <pc:docMk/>
            <pc:sldMk cId="3982192730" sldId="302"/>
            <ac:spMk id="4" creationId="{AF9166E3-4A97-C972-6BB8-06648137B4E3}"/>
          </ac:spMkLst>
        </pc:spChg>
        <pc:spChg chg="add mod ord">
          <ac:chgData name="Mohammad Salman" userId="cfd6754c-e613-4f6f-bb98-36aef69d8c31" providerId="ADAL" clId="{8A4AC86B-8A4E-4D42-B2D3-93B0C982EBD3}" dt="2023-10-08T08:47:15.239" v="11215" actId="20577"/>
          <ac:spMkLst>
            <pc:docMk/>
            <pc:sldMk cId="3982192730" sldId="302"/>
            <ac:spMk id="5" creationId="{B0B050A5-5009-5DD6-8B06-559906381312}"/>
          </ac:spMkLst>
        </pc:spChg>
        <pc:spChg chg="add del">
          <ac:chgData name="Mohammad Salman" userId="cfd6754c-e613-4f6f-bb98-36aef69d8c31" providerId="ADAL" clId="{8A4AC86B-8A4E-4D42-B2D3-93B0C982EBD3}" dt="2023-10-08T08:57:44.563" v="11340" actId="22"/>
          <ac:spMkLst>
            <pc:docMk/>
            <pc:sldMk cId="3982192730" sldId="302"/>
            <ac:spMk id="7" creationId="{C8270F61-DFF9-4DD3-09EE-37B3CB489FFA}"/>
          </ac:spMkLst>
        </pc:spChg>
        <pc:spChg chg="add mod">
          <ac:chgData name="Mohammad Salman" userId="cfd6754c-e613-4f6f-bb98-36aef69d8c31" providerId="ADAL" clId="{8A4AC86B-8A4E-4D42-B2D3-93B0C982EBD3}" dt="2023-10-08T08:58:00.642" v="11348" actId="1076"/>
          <ac:spMkLst>
            <pc:docMk/>
            <pc:sldMk cId="3982192730" sldId="302"/>
            <ac:spMk id="9" creationId="{C147902F-BC9F-14F3-44D9-765AEBC1F4F1}"/>
          </ac:spMkLst>
        </pc:spChg>
      </pc:sldChg>
      <pc:sldChg chg="modSp new del mod">
        <pc:chgData name="Mohammad Salman" userId="cfd6754c-e613-4f6f-bb98-36aef69d8c31" providerId="ADAL" clId="{8A4AC86B-8A4E-4D42-B2D3-93B0C982EBD3}" dt="2023-10-08T08:47:36.660" v="11217" actId="47"/>
        <pc:sldMkLst>
          <pc:docMk/>
          <pc:sldMk cId="603509704" sldId="303"/>
        </pc:sldMkLst>
        <pc:spChg chg="mod">
          <ac:chgData name="Mohammad Salman" userId="cfd6754c-e613-4f6f-bb98-36aef69d8c31" providerId="ADAL" clId="{8A4AC86B-8A4E-4D42-B2D3-93B0C982EBD3}" dt="2023-10-08T08:07:42.769" v="9905" actId="20577"/>
          <ac:spMkLst>
            <pc:docMk/>
            <pc:sldMk cId="603509704" sldId="303"/>
            <ac:spMk id="2" creationId="{C8D91B47-156D-7E49-A9AE-58690EE1896D}"/>
          </ac:spMkLst>
        </pc:spChg>
        <pc:spChg chg="mod">
          <ac:chgData name="Mohammad Salman" userId="cfd6754c-e613-4f6f-bb98-36aef69d8c31" providerId="ADAL" clId="{8A4AC86B-8A4E-4D42-B2D3-93B0C982EBD3}" dt="2023-10-08T08:08:15.284" v="10077" actId="20577"/>
          <ac:spMkLst>
            <pc:docMk/>
            <pc:sldMk cId="603509704" sldId="303"/>
            <ac:spMk id="3" creationId="{A4B94589-264A-D766-4AD5-BE3861907139}"/>
          </ac:spMkLst>
        </pc:spChg>
      </pc:sldChg>
      <pc:sldChg chg="addSp delSp modSp new del mod delAnim modAnim">
        <pc:chgData name="Mohammad Salman" userId="cfd6754c-e613-4f6f-bb98-36aef69d8c31" providerId="ADAL" clId="{8A4AC86B-8A4E-4D42-B2D3-93B0C982EBD3}" dt="2023-10-08T14:20:46.921" v="17920" actId="2696"/>
        <pc:sldMkLst>
          <pc:docMk/>
          <pc:sldMk cId="2372813550" sldId="304"/>
        </pc:sldMkLst>
        <pc:spChg chg="del">
          <ac:chgData name="Mohammad Salman" userId="cfd6754c-e613-4f6f-bb98-36aef69d8c31" providerId="ADAL" clId="{8A4AC86B-8A4E-4D42-B2D3-93B0C982EBD3}" dt="2023-10-08T08:08:21.979" v="10079" actId="478"/>
          <ac:spMkLst>
            <pc:docMk/>
            <pc:sldMk cId="2372813550" sldId="304"/>
            <ac:spMk id="2" creationId="{0F1F83B6-E039-F576-61A1-688029026288}"/>
          </ac:spMkLst>
        </pc:spChg>
        <pc:spChg chg="del">
          <ac:chgData name="Mohammad Salman" userId="cfd6754c-e613-4f6f-bb98-36aef69d8c31" providerId="ADAL" clId="{8A4AC86B-8A4E-4D42-B2D3-93B0C982EBD3}" dt="2023-10-08T08:08:21.979" v="10079" actId="478"/>
          <ac:spMkLst>
            <pc:docMk/>
            <pc:sldMk cId="2372813550" sldId="304"/>
            <ac:spMk id="3" creationId="{29BF8C1D-F350-9373-E65A-CF5CBA42B97A}"/>
          </ac:spMkLst>
        </pc:spChg>
        <pc:spChg chg="add mod">
          <ac:chgData name="Mohammad Salman" userId="cfd6754c-e613-4f6f-bb98-36aef69d8c31" providerId="ADAL" clId="{8A4AC86B-8A4E-4D42-B2D3-93B0C982EBD3}" dt="2023-10-08T08:39:43.281" v="10805" actId="1076"/>
          <ac:spMkLst>
            <pc:docMk/>
            <pc:sldMk cId="2372813550" sldId="304"/>
            <ac:spMk id="5" creationId="{A9F91B04-EEBB-1766-B655-3DE0E12D3534}"/>
          </ac:spMkLst>
        </pc:spChg>
        <pc:spChg chg="add mod">
          <ac:chgData name="Mohammad Salman" userId="cfd6754c-e613-4f6f-bb98-36aef69d8c31" providerId="ADAL" clId="{8A4AC86B-8A4E-4D42-B2D3-93B0C982EBD3}" dt="2023-10-08T08:25:51.186" v="10430" actId="20577"/>
          <ac:spMkLst>
            <pc:docMk/>
            <pc:sldMk cId="2372813550" sldId="304"/>
            <ac:spMk id="6" creationId="{88CD6C93-5359-F108-EC0B-86C3F991DB1D}"/>
          </ac:spMkLst>
        </pc:spChg>
        <pc:spChg chg="add mod">
          <ac:chgData name="Mohammad Salman" userId="cfd6754c-e613-4f6f-bb98-36aef69d8c31" providerId="ADAL" clId="{8A4AC86B-8A4E-4D42-B2D3-93B0C982EBD3}" dt="2023-10-08T08:29:30.781" v="10477" actId="2711"/>
          <ac:spMkLst>
            <pc:docMk/>
            <pc:sldMk cId="2372813550" sldId="304"/>
            <ac:spMk id="7" creationId="{FF096A5F-BA5F-A853-4D1A-69D587203EE3}"/>
          </ac:spMkLst>
        </pc:spChg>
        <pc:spChg chg="add mod">
          <ac:chgData name="Mohammad Salman" userId="cfd6754c-e613-4f6f-bb98-36aef69d8c31" providerId="ADAL" clId="{8A4AC86B-8A4E-4D42-B2D3-93B0C982EBD3}" dt="2023-10-08T08:29:30.781" v="10477" actId="2711"/>
          <ac:spMkLst>
            <pc:docMk/>
            <pc:sldMk cId="2372813550" sldId="304"/>
            <ac:spMk id="8" creationId="{74A89792-011C-CF0B-F569-E1676DF777A9}"/>
          </ac:spMkLst>
        </pc:spChg>
        <pc:spChg chg="add mod">
          <ac:chgData name="Mohammad Salman" userId="cfd6754c-e613-4f6f-bb98-36aef69d8c31" providerId="ADAL" clId="{8A4AC86B-8A4E-4D42-B2D3-93B0C982EBD3}" dt="2023-10-08T08:29:30.781" v="10477" actId="2711"/>
          <ac:spMkLst>
            <pc:docMk/>
            <pc:sldMk cId="2372813550" sldId="304"/>
            <ac:spMk id="9" creationId="{5DB429E6-235F-49B8-74E7-EF36DFA728C0}"/>
          </ac:spMkLst>
        </pc:spChg>
        <pc:spChg chg="add mod">
          <ac:chgData name="Mohammad Salman" userId="cfd6754c-e613-4f6f-bb98-36aef69d8c31" providerId="ADAL" clId="{8A4AC86B-8A4E-4D42-B2D3-93B0C982EBD3}" dt="2023-10-08T08:29:25.540" v="10476" actId="2711"/>
          <ac:spMkLst>
            <pc:docMk/>
            <pc:sldMk cId="2372813550" sldId="304"/>
            <ac:spMk id="10" creationId="{26099809-63B6-A545-16A6-236F9BDB8806}"/>
          </ac:spMkLst>
        </pc:spChg>
        <pc:spChg chg="add mod">
          <ac:chgData name="Mohammad Salman" userId="cfd6754c-e613-4f6f-bb98-36aef69d8c31" providerId="ADAL" clId="{8A4AC86B-8A4E-4D42-B2D3-93B0C982EBD3}" dt="2023-10-08T08:29:25.540" v="10476" actId="2711"/>
          <ac:spMkLst>
            <pc:docMk/>
            <pc:sldMk cId="2372813550" sldId="304"/>
            <ac:spMk id="11" creationId="{7E3028BA-DEA1-4434-4884-407EAA18071A}"/>
          </ac:spMkLst>
        </pc:spChg>
        <pc:spChg chg="add mod">
          <ac:chgData name="Mohammad Salman" userId="cfd6754c-e613-4f6f-bb98-36aef69d8c31" providerId="ADAL" clId="{8A4AC86B-8A4E-4D42-B2D3-93B0C982EBD3}" dt="2023-10-08T08:29:25.540" v="10476" actId="2711"/>
          <ac:spMkLst>
            <pc:docMk/>
            <pc:sldMk cId="2372813550" sldId="304"/>
            <ac:spMk id="12" creationId="{948CD6F1-FFB4-E72E-A334-3DB3C1655AED}"/>
          </ac:spMkLst>
        </pc:spChg>
        <pc:spChg chg="add del mod">
          <ac:chgData name="Mohammad Salman" userId="cfd6754c-e613-4f6f-bb98-36aef69d8c31" providerId="ADAL" clId="{8A4AC86B-8A4E-4D42-B2D3-93B0C982EBD3}" dt="2023-10-08T08:26:53.314" v="10442" actId="478"/>
          <ac:spMkLst>
            <pc:docMk/>
            <pc:sldMk cId="2372813550" sldId="304"/>
            <ac:spMk id="13" creationId="{234C3966-8D62-8600-1FBB-3A68FA1A9B6A}"/>
          </ac:spMkLst>
        </pc:spChg>
        <pc:spChg chg="add del mod">
          <ac:chgData name="Mohammad Salman" userId="cfd6754c-e613-4f6f-bb98-36aef69d8c31" providerId="ADAL" clId="{8A4AC86B-8A4E-4D42-B2D3-93B0C982EBD3}" dt="2023-10-08T08:26:55.816" v="10443" actId="478"/>
          <ac:spMkLst>
            <pc:docMk/>
            <pc:sldMk cId="2372813550" sldId="304"/>
            <ac:spMk id="14" creationId="{09EA7068-188F-0AB0-184C-06F95826613E}"/>
          </ac:spMkLst>
        </pc:spChg>
        <pc:spChg chg="add del mod">
          <ac:chgData name="Mohammad Salman" userId="cfd6754c-e613-4f6f-bb98-36aef69d8c31" providerId="ADAL" clId="{8A4AC86B-8A4E-4D42-B2D3-93B0C982EBD3}" dt="2023-10-08T08:26:53.314" v="10442" actId="478"/>
          <ac:spMkLst>
            <pc:docMk/>
            <pc:sldMk cId="2372813550" sldId="304"/>
            <ac:spMk id="15" creationId="{B98B8F79-9C5F-F80B-D1BD-997EAD0D616C}"/>
          </ac:spMkLst>
        </pc:spChg>
        <pc:spChg chg="add del mod">
          <ac:chgData name="Mohammad Salman" userId="cfd6754c-e613-4f6f-bb98-36aef69d8c31" providerId="ADAL" clId="{8A4AC86B-8A4E-4D42-B2D3-93B0C982EBD3}" dt="2023-10-08T08:26:53.314" v="10442" actId="478"/>
          <ac:spMkLst>
            <pc:docMk/>
            <pc:sldMk cId="2372813550" sldId="304"/>
            <ac:spMk id="16" creationId="{C6D2C9C1-5B05-6E41-28DD-3D05FF582E00}"/>
          </ac:spMkLst>
        </pc:spChg>
        <pc:spChg chg="add del mod">
          <ac:chgData name="Mohammad Salman" userId="cfd6754c-e613-4f6f-bb98-36aef69d8c31" providerId="ADAL" clId="{8A4AC86B-8A4E-4D42-B2D3-93B0C982EBD3}" dt="2023-10-08T08:26:55.816" v="10443" actId="478"/>
          <ac:spMkLst>
            <pc:docMk/>
            <pc:sldMk cId="2372813550" sldId="304"/>
            <ac:spMk id="17" creationId="{E02332AF-4197-F0F6-4B44-91D74A47886C}"/>
          </ac:spMkLst>
        </pc:spChg>
        <pc:spChg chg="add del mod">
          <ac:chgData name="Mohammad Salman" userId="cfd6754c-e613-4f6f-bb98-36aef69d8c31" providerId="ADAL" clId="{8A4AC86B-8A4E-4D42-B2D3-93B0C982EBD3}" dt="2023-10-08T08:26:53.314" v="10442" actId="478"/>
          <ac:spMkLst>
            <pc:docMk/>
            <pc:sldMk cId="2372813550" sldId="304"/>
            <ac:spMk id="18" creationId="{2C3305D5-E71C-565E-8F66-EAE4E879B929}"/>
          </ac:spMkLst>
        </pc:spChg>
        <pc:spChg chg="add del mod">
          <ac:chgData name="Mohammad Salman" userId="cfd6754c-e613-4f6f-bb98-36aef69d8c31" providerId="ADAL" clId="{8A4AC86B-8A4E-4D42-B2D3-93B0C982EBD3}" dt="2023-10-08T08:27:43.902" v="10452" actId="478"/>
          <ac:spMkLst>
            <pc:docMk/>
            <pc:sldMk cId="2372813550" sldId="304"/>
            <ac:spMk id="19" creationId="{DFFAB4A3-3235-013B-E39D-50480AD4B154}"/>
          </ac:spMkLst>
        </pc:spChg>
        <pc:spChg chg="add mod">
          <ac:chgData name="Mohammad Salman" userId="cfd6754c-e613-4f6f-bb98-36aef69d8c31" providerId="ADAL" clId="{8A4AC86B-8A4E-4D42-B2D3-93B0C982EBD3}" dt="2023-10-08T08:49:34.629" v="11226" actId="20577"/>
          <ac:spMkLst>
            <pc:docMk/>
            <pc:sldMk cId="2372813550" sldId="304"/>
            <ac:spMk id="20" creationId="{2927B426-6DBF-231A-E387-531F0F29E424}"/>
          </ac:spMkLst>
        </pc:spChg>
        <pc:spChg chg="add del mod">
          <ac:chgData name="Mohammad Salman" userId="cfd6754c-e613-4f6f-bb98-36aef69d8c31" providerId="ADAL" clId="{8A4AC86B-8A4E-4D42-B2D3-93B0C982EBD3}" dt="2023-10-08T08:28:25.864" v="10460" actId="478"/>
          <ac:spMkLst>
            <pc:docMk/>
            <pc:sldMk cId="2372813550" sldId="304"/>
            <ac:spMk id="21" creationId="{4C03CD3C-46F5-FA89-6B70-72B12C8A063C}"/>
          </ac:spMkLst>
        </pc:spChg>
        <pc:spChg chg="add del mod">
          <ac:chgData name="Mohammad Salman" userId="cfd6754c-e613-4f6f-bb98-36aef69d8c31" providerId="ADAL" clId="{8A4AC86B-8A4E-4D42-B2D3-93B0C982EBD3}" dt="2023-10-08T08:28:25.864" v="10460" actId="478"/>
          <ac:spMkLst>
            <pc:docMk/>
            <pc:sldMk cId="2372813550" sldId="304"/>
            <ac:spMk id="22" creationId="{4F87831C-A141-4204-D250-69FCF8447F41}"/>
          </ac:spMkLst>
        </pc:spChg>
        <pc:spChg chg="add del mod">
          <ac:chgData name="Mohammad Salman" userId="cfd6754c-e613-4f6f-bb98-36aef69d8c31" providerId="ADAL" clId="{8A4AC86B-8A4E-4D42-B2D3-93B0C982EBD3}" dt="2023-10-08T08:28:25.864" v="10460" actId="478"/>
          <ac:spMkLst>
            <pc:docMk/>
            <pc:sldMk cId="2372813550" sldId="304"/>
            <ac:spMk id="23" creationId="{93EE22F5-5D53-6E48-0155-53750EF6D1CD}"/>
          </ac:spMkLst>
        </pc:spChg>
        <pc:spChg chg="add del mod">
          <ac:chgData name="Mohammad Salman" userId="cfd6754c-e613-4f6f-bb98-36aef69d8c31" providerId="ADAL" clId="{8A4AC86B-8A4E-4D42-B2D3-93B0C982EBD3}" dt="2023-10-08T08:28:23.202" v="10459" actId="478"/>
          <ac:spMkLst>
            <pc:docMk/>
            <pc:sldMk cId="2372813550" sldId="304"/>
            <ac:spMk id="24" creationId="{7D7856B3-C300-2549-7F08-41E840C94DE6}"/>
          </ac:spMkLst>
        </pc:spChg>
        <pc:spChg chg="add mod">
          <ac:chgData name="Mohammad Salman" userId="cfd6754c-e613-4f6f-bb98-36aef69d8c31" providerId="ADAL" clId="{8A4AC86B-8A4E-4D42-B2D3-93B0C982EBD3}" dt="2023-10-08T08:28:39.336" v="10462" actId="1076"/>
          <ac:spMkLst>
            <pc:docMk/>
            <pc:sldMk cId="2372813550" sldId="304"/>
            <ac:spMk id="25" creationId="{6785418C-6B92-B2B6-AAE8-679F5C4476F6}"/>
          </ac:spMkLst>
        </pc:spChg>
        <pc:spChg chg="add mod">
          <ac:chgData name="Mohammad Salman" userId="cfd6754c-e613-4f6f-bb98-36aef69d8c31" providerId="ADAL" clId="{8A4AC86B-8A4E-4D42-B2D3-93B0C982EBD3}" dt="2023-10-08T08:29:30.781" v="10477" actId="2711"/>
          <ac:spMkLst>
            <pc:docMk/>
            <pc:sldMk cId="2372813550" sldId="304"/>
            <ac:spMk id="26" creationId="{BC5C8DF9-11E0-1764-577B-EB847B9FA27F}"/>
          </ac:spMkLst>
        </pc:spChg>
        <pc:spChg chg="add mod">
          <ac:chgData name="Mohammad Salman" userId="cfd6754c-e613-4f6f-bb98-36aef69d8c31" providerId="ADAL" clId="{8A4AC86B-8A4E-4D42-B2D3-93B0C982EBD3}" dt="2023-10-08T08:29:30.781" v="10477" actId="2711"/>
          <ac:spMkLst>
            <pc:docMk/>
            <pc:sldMk cId="2372813550" sldId="304"/>
            <ac:spMk id="27" creationId="{44F75498-F66E-D2EB-B1E1-D63538D21B52}"/>
          </ac:spMkLst>
        </pc:spChg>
        <pc:spChg chg="add mod">
          <ac:chgData name="Mohammad Salman" userId="cfd6754c-e613-4f6f-bb98-36aef69d8c31" providerId="ADAL" clId="{8A4AC86B-8A4E-4D42-B2D3-93B0C982EBD3}" dt="2023-10-08T08:29:30.781" v="10477" actId="2711"/>
          <ac:spMkLst>
            <pc:docMk/>
            <pc:sldMk cId="2372813550" sldId="304"/>
            <ac:spMk id="28" creationId="{765E9064-FF25-038E-4C54-4EDFBAE11F50}"/>
          </ac:spMkLst>
        </pc:spChg>
        <pc:spChg chg="add mod">
          <ac:chgData name="Mohammad Salman" userId="cfd6754c-e613-4f6f-bb98-36aef69d8c31" providerId="ADAL" clId="{8A4AC86B-8A4E-4D42-B2D3-93B0C982EBD3}" dt="2023-10-08T08:29:25.540" v="10476" actId="2711"/>
          <ac:spMkLst>
            <pc:docMk/>
            <pc:sldMk cId="2372813550" sldId="304"/>
            <ac:spMk id="29" creationId="{BC1B6F26-15F3-8C51-C88E-464BA07358BE}"/>
          </ac:spMkLst>
        </pc:spChg>
        <pc:spChg chg="add mod">
          <ac:chgData name="Mohammad Salman" userId="cfd6754c-e613-4f6f-bb98-36aef69d8c31" providerId="ADAL" clId="{8A4AC86B-8A4E-4D42-B2D3-93B0C982EBD3}" dt="2023-10-08T08:29:25.540" v="10476" actId="2711"/>
          <ac:spMkLst>
            <pc:docMk/>
            <pc:sldMk cId="2372813550" sldId="304"/>
            <ac:spMk id="30" creationId="{8BBC1922-EA6C-E5F4-2B8B-55BEDC4B236B}"/>
          </ac:spMkLst>
        </pc:spChg>
        <pc:spChg chg="add mod">
          <ac:chgData name="Mohammad Salman" userId="cfd6754c-e613-4f6f-bb98-36aef69d8c31" providerId="ADAL" clId="{8A4AC86B-8A4E-4D42-B2D3-93B0C982EBD3}" dt="2023-10-08T08:29:25.540" v="10476" actId="2711"/>
          <ac:spMkLst>
            <pc:docMk/>
            <pc:sldMk cId="2372813550" sldId="304"/>
            <ac:spMk id="31" creationId="{C3CB48C5-DBC1-A026-1117-EC71F2097333}"/>
          </ac:spMkLst>
        </pc:spChg>
        <pc:spChg chg="add mod">
          <ac:chgData name="Mohammad Salman" userId="cfd6754c-e613-4f6f-bb98-36aef69d8c31" providerId="ADAL" clId="{8A4AC86B-8A4E-4D42-B2D3-93B0C982EBD3}" dt="2023-10-08T08:49:42.189" v="11229" actId="1076"/>
          <ac:spMkLst>
            <pc:docMk/>
            <pc:sldMk cId="2372813550" sldId="304"/>
            <ac:spMk id="32" creationId="{FAC0BC18-DAA5-CFFB-AED0-9FAB90F7E741}"/>
          </ac:spMkLst>
        </pc:spChg>
        <pc:spChg chg="add mod">
          <ac:chgData name="Mohammad Salman" userId="cfd6754c-e613-4f6f-bb98-36aef69d8c31" providerId="ADAL" clId="{8A4AC86B-8A4E-4D42-B2D3-93B0C982EBD3}" dt="2023-10-08T08:29:08.614" v="10471" actId="688"/>
          <ac:spMkLst>
            <pc:docMk/>
            <pc:sldMk cId="2372813550" sldId="304"/>
            <ac:spMk id="33" creationId="{6781069C-A607-C04A-5E3E-F29B3DB94165}"/>
          </ac:spMkLst>
        </pc:spChg>
        <pc:spChg chg="add mod">
          <ac:chgData name="Mohammad Salman" userId="cfd6754c-e613-4f6f-bb98-36aef69d8c31" providerId="ADAL" clId="{8A4AC86B-8A4E-4D42-B2D3-93B0C982EBD3}" dt="2023-10-08T08:37:22.371" v="10605" actId="1076"/>
          <ac:spMkLst>
            <pc:docMk/>
            <pc:sldMk cId="2372813550" sldId="304"/>
            <ac:spMk id="63" creationId="{AD1A518D-036D-CD9E-C838-5FF94DA2D9F9}"/>
          </ac:spMkLst>
        </pc:spChg>
        <pc:spChg chg="add del mod">
          <ac:chgData name="Mohammad Salman" userId="cfd6754c-e613-4f6f-bb98-36aef69d8c31" providerId="ADAL" clId="{8A4AC86B-8A4E-4D42-B2D3-93B0C982EBD3}" dt="2023-10-08T08:48:52.328" v="11220" actId="478"/>
          <ac:spMkLst>
            <pc:docMk/>
            <pc:sldMk cId="2372813550" sldId="304"/>
            <ac:spMk id="68" creationId="{EDF5C67A-F195-D7B6-5018-B00DBE07A236}"/>
          </ac:spMkLst>
        </pc:spChg>
        <pc:grpChg chg="add del mod">
          <ac:chgData name="Mohammad Salman" userId="cfd6754c-e613-4f6f-bb98-36aef69d8c31" providerId="ADAL" clId="{8A4AC86B-8A4E-4D42-B2D3-93B0C982EBD3}" dt="2023-10-08T08:35:46.137" v="10575" actId="478"/>
          <ac:grpSpMkLst>
            <pc:docMk/>
            <pc:sldMk cId="2372813550" sldId="304"/>
            <ac:grpSpMk id="48" creationId="{94A0A604-484C-16F1-9A33-E976224CB4C6}"/>
          </ac:grpSpMkLst>
        </pc:grpChg>
        <pc:grpChg chg="add del mod">
          <ac:chgData name="Mohammad Salman" userId="cfd6754c-e613-4f6f-bb98-36aef69d8c31" providerId="ADAL" clId="{8A4AC86B-8A4E-4D42-B2D3-93B0C982EBD3}" dt="2023-10-08T08:35:44.873" v="10574" actId="478"/>
          <ac:grpSpMkLst>
            <pc:docMk/>
            <pc:sldMk cId="2372813550" sldId="304"/>
            <ac:grpSpMk id="49" creationId="{5885AE27-09E4-7BC2-73CE-97B8630A19E3}"/>
          </ac:grpSpMkLst>
        </pc:grpChg>
        <pc:grpChg chg="add mod">
          <ac:chgData name="Mohammad Salman" userId="cfd6754c-e613-4f6f-bb98-36aef69d8c31" providerId="ADAL" clId="{8A4AC86B-8A4E-4D42-B2D3-93B0C982EBD3}" dt="2023-10-08T08:37:22.371" v="10605" actId="1076"/>
          <ac:grpSpMkLst>
            <pc:docMk/>
            <pc:sldMk cId="2372813550" sldId="304"/>
            <ac:grpSpMk id="61" creationId="{364B19B1-B0AF-64C0-E910-C4707CE787A1}"/>
          </ac:grpSpMkLst>
        </pc:grpChg>
        <pc:grpChg chg="add mod">
          <ac:chgData name="Mohammad Salman" userId="cfd6754c-e613-4f6f-bb98-36aef69d8c31" providerId="ADAL" clId="{8A4AC86B-8A4E-4D42-B2D3-93B0C982EBD3}" dt="2023-10-08T08:51:52.583" v="11240" actId="1035"/>
          <ac:grpSpMkLst>
            <pc:docMk/>
            <pc:sldMk cId="2372813550" sldId="304"/>
            <ac:grpSpMk id="64" creationId="{60A2B765-910F-1384-0DFD-59C3D663A59C}"/>
          </ac:grpSpMkLst>
        </pc:grpChg>
        <pc:inkChg chg="add del">
          <ac:chgData name="Mohammad Salman" userId="cfd6754c-e613-4f6f-bb98-36aef69d8c31" providerId="ADAL" clId="{8A4AC86B-8A4E-4D42-B2D3-93B0C982EBD3}" dt="2023-10-08T08:33:20.608" v="10551" actId="478"/>
          <ac:inkMkLst>
            <pc:docMk/>
            <pc:sldMk cId="2372813550" sldId="304"/>
            <ac:inkMk id="43" creationId="{81BA7D84-469B-7004-AEAF-F4D7D067AA30}"/>
          </ac:inkMkLst>
        </pc:inkChg>
        <pc:inkChg chg="add del">
          <ac:chgData name="Mohammad Salman" userId="cfd6754c-e613-4f6f-bb98-36aef69d8c31" providerId="ADAL" clId="{8A4AC86B-8A4E-4D42-B2D3-93B0C982EBD3}" dt="2023-10-08T08:33:20.608" v="10551" actId="478"/>
          <ac:inkMkLst>
            <pc:docMk/>
            <pc:sldMk cId="2372813550" sldId="304"/>
            <ac:inkMk id="44" creationId="{E4ABA7FC-068B-D020-BAC2-ED89F34E3908}"/>
          </ac:inkMkLst>
        </pc:inkChg>
        <pc:inkChg chg="add del">
          <ac:chgData name="Mohammad Salman" userId="cfd6754c-e613-4f6f-bb98-36aef69d8c31" providerId="ADAL" clId="{8A4AC86B-8A4E-4D42-B2D3-93B0C982EBD3}" dt="2023-10-08T08:32:50.004" v="10545" actId="9405"/>
          <ac:inkMkLst>
            <pc:docMk/>
            <pc:sldMk cId="2372813550" sldId="304"/>
            <ac:inkMk id="45" creationId="{824AD0C9-E4AB-D956-A6E6-15074B5CA097}"/>
          </ac:inkMkLst>
        </pc:inkChg>
        <pc:inkChg chg="add mod">
          <ac:chgData name="Mohammad Salman" userId="cfd6754c-e613-4f6f-bb98-36aef69d8c31" providerId="ADAL" clId="{8A4AC86B-8A4E-4D42-B2D3-93B0C982EBD3}" dt="2023-10-08T08:33:11.922" v="10548" actId="164"/>
          <ac:inkMkLst>
            <pc:docMk/>
            <pc:sldMk cId="2372813550" sldId="304"/>
            <ac:inkMk id="46" creationId="{3F711D4E-8A5C-718D-1F4C-BC488D000EB7}"/>
          </ac:inkMkLst>
        </pc:inkChg>
        <pc:inkChg chg="add mod">
          <ac:chgData name="Mohammad Salman" userId="cfd6754c-e613-4f6f-bb98-36aef69d8c31" providerId="ADAL" clId="{8A4AC86B-8A4E-4D42-B2D3-93B0C982EBD3}" dt="2023-10-08T08:33:11.922" v="10548" actId="164"/>
          <ac:inkMkLst>
            <pc:docMk/>
            <pc:sldMk cId="2372813550" sldId="304"/>
            <ac:inkMk id="47" creationId="{A9877CAB-4B25-D9E3-DD17-67836F7D64DD}"/>
          </ac:inkMkLst>
        </pc:inkChg>
        <pc:inkChg chg="mod">
          <ac:chgData name="Mohammad Salman" userId="cfd6754c-e613-4f6f-bb98-36aef69d8c31" providerId="ADAL" clId="{8A4AC86B-8A4E-4D42-B2D3-93B0C982EBD3}" dt="2023-10-08T08:33:14.094" v="10549"/>
          <ac:inkMkLst>
            <pc:docMk/>
            <pc:sldMk cId="2372813550" sldId="304"/>
            <ac:inkMk id="50" creationId="{BA2A58A2-4845-FDBF-922D-BF2976C298AB}"/>
          </ac:inkMkLst>
        </pc:inkChg>
        <pc:inkChg chg="mod">
          <ac:chgData name="Mohammad Salman" userId="cfd6754c-e613-4f6f-bb98-36aef69d8c31" providerId="ADAL" clId="{8A4AC86B-8A4E-4D42-B2D3-93B0C982EBD3}" dt="2023-10-08T08:33:14.094" v="10549"/>
          <ac:inkMkLst>
            <pc:docMk/>
            <pc:sldMk cId="2372813550" sldId="304"/>
            <ac:inkMk id="51" creationId="{B87D06EE-DD54-4B8C-309C-720D00969F9A}"/>
          </ac:inkMkLst>
        </pc:inkChg>
        <pc:cxnChg chg="add del mod">
          <ac:chgData name="Mohammad Salman" userId="cfd6754c-e613-4f6f-bb98-36aef69d8c31" providerId="ADAL" clId="{8A4AC86B-8A4E-4D42-B2D3-93B0C982EBD3}" dt="2023-10-08T08:31:09.948" v="10507" actId="478"/>
          <ac:cxnSpMkLst>
            <pc:docMk/>
            <pc:sldMk cId="2372813550" sldId="304"/>
            <ac:cxnSpMk id="35" creationId="{A6DE8066-CBC5-65A8-458D-71E8BC99241D}"/>
          </ac:cxnSpMkLst>
        </pc:cxnChg>
        <pc:cxnChg chg="add del mod">
          <ac:chgData name="Mohammad Salman" userId="cfd6754c-e613-4f6f-bb98-36aef69d8c31" providerId="ADAL" clId="{8A4AC86B-8A4E-4D42-B2D3-93B0C982EBD3}" dt="2023-10-08T08:31:08.474" v="10506" actId="478"/>
          <ac:cxnSpMkLst>
            <pc:docMk/>
            <pc:sldMk cId="2372813550" sldId="304"/>
            <ac:cxnSpMk id="39" creationId="{23D8563E-2C86-CE97-2675-32F27D317B16}"/>
          </ac:cxnSpMkLst>
        </pc:cxnChg>
        <pc:cxnChg chg="add del mod">
          <ac:chgData name="Mohammad Salman" userId="cfd6754c-e613-4f6f-bb98-36aef69d8c31" providerId="ADAL" clId="{8A4AC86B-8A4E-4D42-B2D3-93B0C982EBD3}" dt="2023-10-08T08:32:26.552" v="10541" actId="478"/>
          <ac:cxnSpMkLst>
            <pc:docMk/>
            <pc:sldMk cId="2372813550" sldId="304"/>
            <ac:cxnSpMk id="41" creationId="{0A5C0481-EE0A-EF8F-31C8-6945C8F3655C}"/>
          </ac:cxnSpMkLst>
        </pc:cxnChg>
        <pc:cxnChg chg="add mod">
          <ac:chgData name="Mohammad Salman" userId="cfd6754c-e613-4f6f-bb98-36aef69d8c31" providerId="ADAL" clId="{8A4AC86B-8A4E-4D42-B2D3-93B0C982EBD3}" dt="2023-10-08T08:36:41.265" v="10590" actId="692"/>
          <ac:cxnSpMkLst>
            <pc:docMk/>
            <pc:sldMk cId="2372813550" sldId="304"/>
            <ac:cxnSpMk id="53" creationId="{EA902836-C797-1CFD-29F6-EE90E771F71C}"/>
          </ac:cxnSpMkLst>
        </pc:cxnChg>
        <pc:cxnChg chg="add mod">
          <ac:chgData name="Mohammad Salman" userId="cfd6754c-e613-4f6f-bb98-36aef69d8c31" providerId="ADAL" clId="{8A4AC86B-8A4E-4D42-B2D3-93B0C982EBD3}" dt="2023-10-08T08:36:41.265" v="10590" actId="692"/>
          <ac:cxnSpMkLst>
            <pc:docMk/>
            <pc:sldMk cId="2372813550" sldId="304"/>
            <ac:cxnSpMk id="55" creationId="{95B7A8F6-C3B0-5046-728D-04D108601915}"/>
          </ac:cxnSpMkLst>
        </pc:cxnChg>
        <pc:cxnChg chg="add mod">
          <ac:chgData name="Mohammad Salman" userId="cfd6754c-e613-4f6f-bb98-36aef69d8c31" providerId="ADAL" clId="{8A4AC86B-8A4E-4D42-B2D3-93B0C982EBD3}" dt="2023-10-08T08:36:41.265" v="10590" actId="692"/>
          <ac:cxnSpMkLst>
            <pc:docMk/>
            <pc:sldMk cId="2372813550" sldId="304"/>
            <ac:cxnSpMk id="56" creationId="{C7BB03BF-FCC5-8744-6DF7-E08CFFEE8C68}"/>
          </ac:cxnSpMkLst>
        </pc:cxnChg>
        <pc:cxnChg chg="mod">
          <ac:chgData name="Mohammad Salman" userId="cfd6754c-e613-4f6f-bb98-36aef69d8c31" providerId="ADAL" clId="{8A4AC86B-8A4E-4D42-B2D3-93B0C982EBD3}" dt="2023-10-08T08:48:47.252" v="11218"/>
          <ac:cxnSpMkLst>
            <pc:docMk/>
            <pc:sldMk cId="2372813550" sldId="304"/>
            <ac:cxnSpMk id="65" creationId="{2C99446B-DC8B-17FF-CFAE-562ED3DBA5A9}"/>
          </ac:cxnSpMkLst>
        </pc:cxnChg>
        <pc:cxnChg chg="mod">
          <ac:chgData name="Mohammad Salman" userId="cfd6754c-e613-4f6f-bb98-36aef69d8c31" providerId="ADAL" clId="{8A4AC86B-8A4E-4D42-B2D3-93B0C982EBD3}" dt="2023-10-08T08:48:47.252" v="11218"/>
          <ac:cxnSpMkLst>
            <pc:docMk/>
            <pc:sldMk cId="2372813550" sldId="304"/>
            <ac:cxnSpMk id="66" creationId="{57F5D9F7-40A4-0927-C3D6-4FC9E86C84E5}"/>
          </ac:cxnSpMkLst>
        </pc:cxnChg>
        <pc:cxnChg chg="mod">
          <ac:chgData name="Mohammad Salman" userId="cfd6754c-e613-4f6f-bb98-36aef69d8c31" providerId="ADAL" clId="{8A4AC86B-8A4E-4D42-B2D3-93B0C982EBD3}" dt="2023-10-08T08:48:47.252" v="11218"/>
          <ac:cxnSpMkLst>
            <pc:docMk/>
            <pc:sldMk cId="2372813550" sldId="304"/>
            <ac:cxnSpMk id="67" creationId="{8C901472-9F7F-F685-F89B-F43B69C41640}"/>
          </ac:cxnSpMkLst>
        </pc:cxnChg>
      </pc:sldChg>
      <pc:sldChg chg="addSp delSp modSp add del mod delAnim modAnim">
        <pc:chgData name="Mohammad Salman" userId="cfd6754c-e613-4f6f-bb98-36aef69d8c31" providerId="ADAL" clId="{8A4AC86B-8A4E-4D42-B2D3-93B0C982EBD3}" dt="2023-10-08T14:20:46.921" v="17920" actId="2696"/>
        <pc:sldMkLst>
          <pc:docMk/>
          <pc:sldMk cId="600619283" sldId="305"/>
        </pc:sldMkLst>
        <pc:spChg chg="add mod">
          <ac:chgData name="Mohammad Salman" userId="cfd6754c-e613-4f6f-bb98-36aef69d8c31" providerId="ADAL" clId="{8A4AC86B-8A4E-4D42-B2D3-93B0C982EBD3}" dt="2023-10-08T08:40:25.800" v="10811" actId="1076"/>
          <ac:spMkLst>
            <pc:docMk/>
            <pc:sldMk cId="600619283" sldId="305"/>
            <ac:spMk id="2" creationId="{F55F39E0-7CC6-E477-9602-29CBCEE44694}"/>
          </ac:spMkLst>
        </pc:spChg>
        <pc:spChg chg="add mod">
          <ac:chgData name="Mohammad Salman" userId="cfd6754c-e613-4f6f-bb98-36aef69d8c31" providerId="ADAL" clId="{8A4AC86B-8A4E-4D42-B2D3-93B0C982EBD3}" dt="2023-10-08T08:40:25.800" v="10811" actId="1076"/>
          <ac:spMkLst>
            <pc:docMk/>
            <pc:sldMk cId="600619283" sldId="305"/>
            <ac:spMk id="3" creationId="{0EC9021F-9C4D-C08E-3E2E-446E29B06E8E}"/>
          </ac:spMkLst>
        </pc:spChg>
        <pc:spChg chg="add mod">
          <ac:chgData name="Mohammad Salman" userId="cfd6754c-e613-4f6f-bb98-36aef69d8c31" providerId="ADAL" clId="{8A4AC86B-8A4E-4D42-B2D3-93B0C982EBD3}" dt="2023-10-08T08:40:25.800" v="10811" actId="1076"/>
          <ac:spMkLst>
            <pc:docMk/>
            <pc:sldMk cId="600619283" sldId="305"/>
            <ac:spMk id="4" creationId="{0A147632-70C8-0054-BE1A-3A8D09FE0A27}"/>
          </ac:spMkLst>
        </pc:spChg>
        <pc:spChg chg="mod">
          <ac:chgData name="Mohammad Salman" userId="cfd6754c-e613-4f6f-bb98-36aef69d8c31" providerId="ADAL" clId="{8A4AC86B-8A4E-4D42-B2D3-93B0C982EBD3}" dt="2023-10-08T08:39:38.453" v="10804" actId="1076"/>
          <ac:spMkLst>
            <pc:docMk/>
            <pc:sldMk cId="600619283" sldId="305"/>
            <ac:spMk id="5" creationId="{A9F91B04-EEBB-1766-B655-3DE0E12D3534}"/>
          </ac:spMkLst>
        </pc:spChg>
        <pc:spChg chg="mod">
          <ac:chgData name="Mohammad Salman" userId="cfd6754c-e613-4f6f-bb98-36aef69d8c31" providerId="ADAL" clId="{8A4AC86B-8A4E-4D42-B2D3-93B0C982EBD3}" dt="2023-10-08T08:39:00.473" v="10802" actId="20577"/>
          <ac:spMkLst>
            <pc:docMk/>
            <pc:sldMk cId="600619283" sldId="305"/>
            <ac:spMk id="6" creationId="{88CD6C93-5359-F108-EC0B-86C3F991DB1D}"/>
          </ac:spMkLst>
        </pc:spChg>
        <pc:spChg chg="del">
          <ac:chgData name="Mohammad Salman" userId="cfd6754c-e613-4f6f-bb98-36aef69d8c31" providerId="ADAL" clId="{8A4AC86B-8A4E-4D42-B2D3-93B0C982EBD3}" dt="2023-10-08T08:40:16.973" v="10808" actId="478"/>
          <ac:spMkLst>
            <pc:docMk/>
            <pc:sldMk cId="600619283" sldId="305"/>
            <ac:spMk id="10" creationId="{26099809-63B6-A545-16A6-236F9BDB8806}"/>
          </ac:spMkLst>
        </pc:spChg>
        <pc:spChg chg="del">
          <ac:chgData name="Mohammad Salman" userId="cfd6754c-e613-4f6f-bb98-36aef69d8c31" providerId="ADAL" clId="{8A4AC86B-8A4E-4D42-B2D3-93B0C982EBD3}" dt="2023-10-08T08:40:16.973" v="10808" actId="478"/>
          <ac:spMkLst>
            <pc:docMk/>
            <pc:sldMk cId="600619283" sldId="305"/>
            <ac:spMk id="11" creationId="{7E3028BA-DEA1-4434-4884-407EAA18071A}"/>
          </ac:spMkLst>
        </pc:spChg>
        <pc:spChg chg="del">
          <ac:chgData name="Mohammad Salman" userId="cfd6754c-e613-4f6f-bb98-36aef69d8c31" providerId="ADAL" clId="{8A4AC86B-8A4E-4D42-B2D3-93B0C982EBD3}" dt="2023-10-08T08:40:18.705" v="10809" actId="478"/>
          <ac:spMkLst>
            <pc:docMk/>
            <pc:sldMk cId="600619283" sldId="305"/>
            <ac:spMk id="12" creationId="{948CD6F1-FFB4-E72E-A334-3DB3C1655AED}"/>
          </ac:spMkLst>
        </pc:spChg>
        <pc:spChg chg="add mod">
          <ac:chgData name="Mohammad Salman" userId="cfd6754c-e613-4f6f-bb98-36aef69d8c31" providerId="ADAL" clId="{8A4AC86B-8A4E-4D42-B2D3-93B0C982EBD3}" dt="2023-10-08T08:40:48.497" v="10819" actId="1076"/>
          <ac:spMkLst>
            <pc:docMk/>
            <pc:sldMk cId="600619283" sldId="305"/>
            <ac:spMk id="13" creationId="{4BCBE7AB-6118-7839-2C7C-72620D0732A2}"/>
          </ac:spMkLst>
        </pc:spChg>
        <pc:spChg chg="add mod">
          <ac:chgData name="Mohammad Salman" userId="cfd6754c-e613-4f6f-bb98-36aef69d8c31" providerId="ADAL" clId="{8A4AC86B-8A4E-4D42-B2D3-93B0C982EBD3}" dt="2023-10-08T08:41:22.261" v="10825" actId="20577"/>
          <ac:spMkLst>
            <pc:docMk/>
            <pc:sldMk cId="600619283" sldId="305"/>
            <ac:spMk id="14" creationId="{857EC866-5EDC-7C23-66E6-A590B4E5C9DA}"/>
          </ac:spMkLst>
        </pc:spChg>
        <pc:spChg chg="add mod">
          <ac:chgData name="Mohammad Salman" userId="cfd6754c-e613-4f6f-bb98-36aef69d8c31" providerId="ADAL" clId="{8A4AC86B-8A4E-4D42-B2D3-93B0C982EBD3}" dt="2023-10-08T08:41:19.617" v="10823" actId="1076"/>
          <ac:spMkLst>
            <pc:docMk/>
            <pc:sldMk cId="600619283" sldId="305"/>
            <ac:spMk id="15" creationId="{60578FB3-1371-BFBB-E5A4-3B5FDB1F9532}"/>
          </ac:spMkLst>
        </pc:spChg>
        <pc:spChg chg="add mod">
          <ac:chgData name="Mohammad Salman" userId="cfd6754c-e613-4f6f-bb98-36aef69d8c31" providerId="ADAL" clId="{8A4AC86B-8A4E-4D42-B2D3-93B0C982EBD3}" dt="2023-10-08T08:41:19.617" v="10823" actId="1076"/>
          <ac:spMkLst>
            <pc:docMk/>
            <pc:sldMk cId="600619283" sldId="305"/>
            <ac:spMk id="16" creationId="{8CAF9DAF-6FF9-EB1C-7E9E-7372831C4283}"/>
          </ac:spMkLst>
        </pc:spChg>
        <pc:spChg chg="add mod">
          <ac:chgData name="Mohammad Salman" userId="cfd6754c-e613-4f6f-bb98-36aef69d8c31" providerId="ADAL" clId="{8A4AC86B-8A4E-4D42-B2D3-93B0C982EBD3}" dt="2023-10-08T08:41:19.617" v="10823" actId="1076"/>
          <ac:spMkLst>
            <pc:docMk/>
            <pc:sldMk cId="600619283" sldId="305"/>
            <ac:spMk id="17" creationId="{78396159-54F6-CE06-4A8A-E7160F4877CF}"/>
          </ac:spMkLst>
        </pc:spChg>
        <pc:spChg chg="add mod">
          <ac:chgData name="Mohammad Salman" userId="cfd6754c-e613-4f6f-bb98-36aef69d8c31" providerId="ADAL" clId="{8A4AC86B-8A4E-4D42-B2D3-93B0C982EBD3}" dt="2023-10-08T08:54:47.437" v="11283" actId="1076"/>
          <ac:spMkLst>
            <pc:docMk/>
            <pc:sldMk cId="600619283" sldId="305"/>
            <ac:spMk id="23" creationId="{8D37BF3D-E436-1DBC-2446-5452A27BD03D}"/>
          </ac:spMkLst>
        </pc:spChg>
        <pc:spChg chg="del">
          <ac:chgData name="Mohammad Salman" userId="cfd6754c-e613-4f6f-bb98-36aef69d8c31" providerId="ADAL" clId="{8A4AC86B-8A4E-4D42-B2D3-93B0C982EBD3}" dt="2023-10-08T08:41:25.905" v="10826" actId="478"/>
          <ac:spMkLst>
            <pc:docMk/>
            <pc:sldMk cId="600619283" sldId="305"/>
            <ac:spMk id="26" creationId="{BC5C8DF9-11E0-1764-577B-EB847B9FA27F}"/>
          </ac:spMkLst>
        </pc:spChg>
        <pc:spChg chg="del">
          <ac:chgData name="Mohammad Salman" userId="cfd6754c-e613-4f6f-bb98-36aef69d8c31" providerId="ADAL" clId="{8A4AC86B-8A4E-4D42-B2D3-93B0C982EBD3}" dt="2023-10-08T08:41:25.905" v="10826" actId="478"/>
          <ac:spMkLst>
            <pc:docMk/>
            <pc:sldMk cId="600619283" sldId="305"/>
            <ac:spMk id="27" creationId="{44F75498-F66E-D2EB-B1E1-D63538D21B52}"/>
          </ac:spMkLst>
        </pc:spChg>
        <pc:spChg chg="del">
          <ac:chgData name="Mohammad Salman" userId="cfd6754c-e613-4f6f-bb98-36aef69d8c31" providerId="ADAL" clId="{8A4AC86B-8A4E-4D42-B2D3-93B0C982EBD3}" dt="2023-10-08T08:41:25.905" v="10826" actId="478"/>
          <ac:spMkLst>
            <pc:docMk/>
            <pc:sldMk cId="600619283" sldId="305"/>
            <ac:spMk id="28" creationId="{765E9064-FF25-038E-4C54-4EDFBAE11F50}"/>
          </ac:spMkLst>
        </pc:spChg>
        <pc:spChg chg="del">
          <ac:chgData name="Mohammad Salman" userId="cfd6754c-e613-4f6f-bb98-36aef69d8c31" providerId="ADAL" clId="{8A4AC86B-8A4E-4D42-B2D3-93B0C982EBD3}" dt="2023-10-08T08:41:04.276" v="10821" actId="478"/>
          <ac:spMkLst>
            <pc:docMk/>
            <pc:sldMk cId="600619283" sldId="305"/>
            <ac:spMk id="29" creationId="{BC1B6F26-15F3-8C51-C88E-464BA07358BE}"/>
          </ac:spMkLst>
        </pc:spChg>
        <pc:spChg chg="del">
          <ac:chgData name="Mohammad Salman" userId="cfd6754c-e613-4f6f-bb98-36aef69d8c31" providerId="ADAL" clId="{8A4AC86B-8A4E-4D42-B2D3-93B0C982EBD3}" dt="2023-10-08T08:41:04.276" v="10821" actId="478"/>
          <ac:spMkLst>
            <pc:docMk/>
            <pc:sldMk cId="600619283" sldId="305"/>
            <ac:spMk id="30" creationId="{8BBC1922-EA6C-E5F4-2B8B-55BEDC4B236B}"/>
          </ac:spMkLst>
        </pc:spChg>
        <pc:spChg chg="del">
          <ac:chgData name="Mohammad Salman" userId="cfd6754c-e613-4f6f-bb98-36aef69d8c31" providerId="ADAL" clId="{8A4AC86B-8A4E-4D42-B2D3-93B0C982EBD3}" dt="2023-10-08T08:41:04.276" v="10821" actId="478"/>
          <ac:spMkLst>
            <pc:docMk/>
            <pc:sldMk cId="600619283" sldId="305"/>
            <ac:spMk id="31" creationId="{C3CB48C5-DBC1-A026-1117-EC71F2097333}"/>
          </ac:spMkLst>
        </pc:spChg>
        <pc:spChg chg="del">
          <ac:chgData name="Mohammad Salman" userId="cfd6754c-e613-4f6f-bb98-36aef69d8c31" providerId="ADAL" clId="{8A4AC86B-8A4E-4D42-B2D3-93B0C982EBD3}" dt="2023-10-08T08:41:01.006" v="10820" actId="478"/>
          <ac:spMkLst>
            <pc:docMk/>
            <pc:sldMk cId="600619283" sldId="305"/>
            <ac:spMk id="32" creationId="{FAC0BC18-DAA5-CFFB-AED0-9FAB90F7E741}"/>
          </ac:spMkLst>
        </pc:spChg>
        <pc:spChg chg="del">
          <ac:chgData name="Mohammad Salman" userId="cfd6754c-e613-4f6f-bb98-36aef69d8c31" providerId="ADAL" clId="{8A4AC86B-8A4E-4D42-B2D3-93B0C982EBD3}" dt="2023-10-08T08:41:01.006" v="10820" actId="478"/>
          <ac:spMkLst>
            <pc:docMk/>
            <pc:sldMk cId="600619283" sldId="305"/>
            <ac:spMk id="33" creationId="{6781069C-A607-C04A-5E3E-F29B3DB94165}"/>
          </ac:spMkLst>
        </pc:spChg>
        <pc:spChg chg="del">
          <ac:chgData name="Mohammad Salman" userId="cfd6754c-e613-4f6f-bb98-36aef69d8c31" providerId="ADAL" clId="{8A4AC86B-8A4E-4D42-B2D3-93B0C982EBD3}" dt="2023-10-08T08:39:49.141" v="10807" actId="478"/>
          <ac:spMkLst>
            <pc:docMk/>
            <pc:sldMk cId="600619283" sldId="305"/>
            <ac:spMk id="63" creationId="{AD1A518D-036D-CD9E-C838-5FF94DA2D9F9}"/>
          </ac:spMkLst>
        </pc:spChg>
        <pc:grpChg chg="add mod">
          <ac:chgData name="Mohammad Salman" userId="cfd6754c-e613-4f6f-bb98-36aef69d8c31" providerId="ADAL" clId="{8A4AC86B-8A4E-4D42-B2D3-93B0C982EBD3}" dt="2023-10-08T08:54:06.859" v="11253" actId="14100"/>
          <ac:grpSpMkLst>
            <pc:docMk/>
            <pc:sldMk cId="600619283" sldId="305"/>
            <ac:grpSpMk id="18" creationId="{F85E54F3-8FFB-11AB-43FB-C093C67F9390}"/>
          </ac:grpSpMkLst>
        </pc:grpChg>
        <pc:grpChg chg="del">
          <ac:chgData name="Mohammad Salman" userId="cfd6754c-e613-4f6f-bb98-36aef69d8c31" providerId="ADAL" clId="{8A4AC86B-8A4E-4D42-B2D3-93B0C982EBD3}" dt="2023-10-08T08:39:48.202" v="10806" actId="478"/>
          <ac:grpSpMkLst>
            <pc:docMk/>
            <pc:sldMk cId="600619283" sldId="305"/>
            <ac:grpSpMk id="61" creationId="{364B19B1-B0AF-64C0-E910-C4707CE787A1}"/>
          </ac:grpSpMkLst>
        </pc:grpChg>
        <pc:cxnChg chg="mod">
          <ac:chgData name="Mohammad Salman" userId="cfd6754c-e613-4f6f-bb98-36aef69d8c31" providerId="ADAL" clId="{8A4AC86B-8A4E-4D42-B2D3-93B0C982EBD3}" dt="2023-10-08T08:54:15.076" v="11254" actId="14100"/>
          <ac:cxnSpMkLst>
            <pc:docMk/>
            <pc:sldMk cId="600619283" sldId="305"/>
            <ac:cxnSpMk id="19" creationId="{AA0BB9AF-629C-797F-8C02-57197374DC94}"/>
          </ac:cxnSpMkLst>
        </pc:cxnChg>
        <pc:cxnChg chg="mod">
          <ac:chgData name="Mohammad Salman" userId="cfd6754c-e613-4f6f-bb98-36aef69d8c31" providerId="ADAL" clId="{8A4AC86B-8A4E-4D42-B2D3-93B0C982EBD3}" dt="2023-10-08T08:53:53.792" v="11250"/>
          <ac:cxnSpMkLst>
            <pc:docMk/>
            <pc:sldMk cId="600619283" sldId="305"/>
            <ac:cxnSpMk id="21" creationId="{22EDA9AA-B289-5BDF-0A4F-0178DCF36600}"/>
          </ac:cxnSpMkLst>
        </pc:cxnChg>
        <pc:cxnChg chg="mod">
          <ac:chgData name="Mohammad Salman" userId="cfd6754c-e613-4f6f-bb98-36aef69d8c31" providerId="ADAL" clId="{8A4AC86B-8A4E-4D42-B2D3-93B0C982EBD3}" dt="2023-10-08T08:53:53.792" v="11250"/>
          <ac:cxnSpMkLst>
            <pc:docMk/>
            <pc:sldMk cId="600619283" sldId="305"/>
            <ac:cxnSpMk id="22" creationId="{6A68EE8F-9E50-BEAC-4141-49DF1678E660}"/>
          </ac:cxnSpMkLst>
        </pc:cxnChg>
      </pc:sldChg>
      <pc:sldChg chg="addSp delSp modSp add del mod modAnim">
        <pc:chgData name="Mohammad Salman" userId="cfd6754c-e613-4f6f-bb98-36aef69d8c31" providerId="ADAL" clId="{8A4AC86B-8A4E-4D42-B2D3-93B0C982EBD3}" dt="2023-10-08T14:20:46.921" v="17920" actId="2696"/>
        <pc:sldMkLst>
          <pc:docMk/>
          <pc:sldMk cId="1342243198" sldId="306"/>
        </pc:sldMkLst>
        <pc:spChg chg="del">
          <ac:chgData name="Mohammad Salman" userId="cfd6754c-e613-4f6f-bb98-36aef69d8c31" providerId="ADAL" clId="{8A4AC86B-8A4E-4D42-B2D3-93B0C982EBD3}" dt="2023-10-08T08:44:04.266" v="10910" actId="478"/>
          <ac:spMkLst>
            <pc:docMk/>
            <pc:sldMk cId="1342243198" sldId="306"/>
            <ac:spMk id="2" creationId="{F55F39E0-7CC6-E477-9602-29CBCEE44694}"/>
          </ac:spMkLst>
        </pc:spChg>
        <pc:spChg chg="del">
          <ac:chgData name="Mohammad Salman" userId="cfd6754c-e613-4f6f-bb98-36aef69d8c31" providerId="ADAL" clId="{8A4AC86B-8A4E-4D42-B2D3-93B0C982EBD3}" dt="2023-10-08T08:44:04.266" v="10910" actId="478"/>
          <ac:spMkLst>
            <pc:docMk/>
            <pc:sldMk cId="1342243198" sldId="306"/>
            <ac:spMk id="3" creationId="{0EC9021F-9C4D-C08E-3E2E-446E29B06E8E}"/>
          </ac:spMkLst>
        </pc:spChg>
        <pc:spChg chg="del">
          <ac:chgData name="Mohammad Salman" userId="cfd6754c-e613-4f6f-bb98-36aef69d8c31" providerId="ADAL" clId="{8A4AC86B-8A4E-4D42-B2D3-93B0C982EBD3}" dt="2023-10-08T08:44:04.266" v="10910" actId="478"/>
          <ac:spMkLst>
            <pc:docMk/>
            <pc:sldMk cId="1342243198" sldId="306"/>
            <ac:spMk id="4" creationId="{0A147632-70C8-0054-BE1A-3A8D09FE0A27}"/>
          </ac:spMkLst>
        </pc:spChg>
        <pc:spChg chg="mod">
          <ac:chgData name="Mohammad Salman" userId="cfd6754c-e613-4f6f-bb98-36aef69d8c31" providerId="ADAL" clId="{8A4AC86B-8A4E-4D42-B2D3-93B0C982EBD3}" dt="2023-10-08T08:43:49.095" v="10909"/>
          <ac:spMkLst>
            <pc:docMk/>
            <pc:sldMk cId="1342243198" sldId="306"/>
            <ac:spMk id="5" creationId="{A9F91B04-EEBB-1766-B655-3DE0E12D3534}"/>
          </ac:spMkLst>
        </pc:spChg>
        <pc:spChg chg="mod">
          <ac:chgData name="Mohammad Salman" userId="cfd6754c-e613-4f6f-bb98-36aef69d8c31" providerId="ADAL" clId="{8A4AC86B-8A4E-4D42-B2D3-93B0C982EBD3}" dt="2023-10-08T08:43:35.455" v="10908"/>
          <ac:spMkLst>
            <pc:docMk/>
            <pc:sldMk cId="1342243198" sldId="306"/>
            <ac:spMk id="6" creationId="{88CD6C93-5359-F108-EC0B-86C3F991DB1D}"/>
          </ac:spMkLst>
        </pc:spChg>
        <pc:spChg chg="add mod">
          <ac:chgData name="Mohammad Salman" userId="cfd6754c-e613-4f6f-bb98-36aef69d8c31" providerId="ADAL" clId="{8A4AC86B-8A4E-4D42-B2D3-93B0C982EBD3}" dt="2023-10-08T08:44:16.312" v="10916" actId="20577"/>
          <ac:spMkLst>
            <pc:docMk/>
            <pc:sldMk cId="1342243198" sldId="306"/>
            <ac:spMk id="10" creationId="{1542E52E-0274-3EF4-E568-3BA77B29D528}"/>
          </ac:spMkLst>
        </pc:spChg>
        <pc:spChg chg="add mod">
          <ac:chgData name="Mohammad Salman" userId="cfd6754c-e613-4f6f-bb98-36aef69d8c31" providerId="ADAL" clId="{8A4AC86B-8A4E-4D42-B2D3-93B0C982EBD3}" dt="2023-10-08T08:44:10.028" v="10911"/>
          <ac:spMkLst>
            <pc:docMk/>
            <pc:sldMk cId="1342243198" sldId="306"/>
            <ac:spMk id="11" creationId="{4ED21C53-A7A0-A834-0C58-473024C357F7}"/>
          </ac:spMkLst>
        </pc:spChg>
        <pc:spChg chg="add mod">
          <ac:chgData name="Mohammad Salman" userId="cfd6754c-e613-4f6f-bb98-36aef69d8c31" providerId="ADAL" clId="{8A4AC86B-8A4E-4D42-B2D3-93B0C982EBD3}" dt="2023-10-08T08:44:10.028" v="10911"/>
          <ac:spMkLst>
            <pc:docMk/>
            <pc:sldMk cId="1342243198" sldId="306"/>
            <ac:spMk id="12" creationId="{42C8B0CE-1CA8-68B0-ECCB-684C1B71955C}"/>
          </ac:spMkLst>
        </pc:spChg>
        <pc:spChg chg="del">
          <ac:chgData name="Mohammad Salman" userId="cfd6754c-e613-4f6f-bb98-36aef69d8c31" providerId="ADAL" clId="{8A4AC86B-8A4E-4D42-B2D3-93B0C982EBD3}" dt="2023-10-08T08:44:04.266" v="10910" actId="478"/>
          <ac:spMkLst>
            <pc:docMk/>
            <pc:sldMk cId="1342243198" sldId="306"/>
            <ac:spMk id="13" creationId="{4BCBE7AB-6118-7839-2C7C-72620D0732A2}"/>
          </ac:spMkLst>
        </pc:spChg>
        <pc:spChg chg="del">
          <ac:chgData name="Mohammad Salman" userId="cfd6754c-e613-4f6f-bb98-36aef69d8c31" providerId="ADAL" clId="{8A4AC86B-8A4E-4D42-B2D3-93B0C982EBD3}" dt="2023-10-08T08:44:04.266" v="10910" actId="478"/>
          <ac:spMkLst>
            <pc:docMk/>
            <pc:sldMk cId="1342243198" sldId="306"/>
            <ac:spMk id="14" creationId="{857EC866-5EDC-7C23-66E6-A590B4E5C9DA}"/>
          </ac:spMkLst>
        </pc:spChg>
        <pc:spChg chg="del">
          <ac:chgData name="Mohammad Salman" userId="cfd6754c-e613-4f6f-bb98-36aef69d8c31" providerId="ADAL" clId="{8A4AC86B-8A4E-4D42-B2D3-93B0C982EBD3}" dt="2023-10-08T08:44:04.266" v="10910" actId="478"/>
          <ac:spMkLst>
            <pc:docMk/>
            <pc:sldMk cId="1342243198" sldId="306"/>
            <ac:spMk id="15" creationId="{60578FB3-1371-BFBB-E5A4-3B5FDB1F9532}"/>
          </ac:spMkLst>
        </pc:spChg>
        <pc:spChg chg="del">
          <ac:chgData name="Mohammad Salman" userId="cfd6754c-e613-4f6f-bb98-36aef69d8c31" providerId="ADAL" clId="{8A4AC86B-8A4E-4D42-B2D3-93B0C982EBD3}" dt="2023-10-08T08:44:04.266" v="10910" actId="478"/>
          <ac:spMkLst>
            <pc:docMk/>
            <pc:sldMk cId="1342243198" sldId="306"/>
            <ac:spMk id="16" creationId="{8CAF9DAF-6FF9-EB1C-7E9E-7372831C4283}"/>
          </ac:spMkLst>
        </pc:spChg>
        <pc:spChg chg="del">
          <ac:chgData name="Mohammad Salman" userId="cfd6754c-e613-4f6f-bb98-36aef69d8c31" providerId="ADAL" clId="{8A4AC86B-8A4E-4D42-B2D3-93B0C982EBD3}" dt="2023-10-08T08:44:04.266" v="10910" actId="478"/>
          <ac:spMkLst>
            <pc:docMk/>
            <pc:sldMk cId="1342243198" sldId="306"/>
            <ac:spMk id="17" creationId="{78396159-54F6-CE06-4A8A-E7160F4877CF}"/>
          </ac:spMkLst>
        </pc:spChg>
        <pc:spChg chg="add mod">
          <ac:chgData name="Mohammad Salman" userId="cfd6754c-e613-4f6f-bb98-36aef69d8c31" providerId="ADAL" clId="{8A4AC86B-8A4E-4D42-B2D3-93B0C982EBD3}" dt="2023-10-08T08:46:42.487" v="11136" actId="114"/>
          <ac:spMkLst>
            <pc:docMk/>
            <pc:sldMk cId="1342243198" sldId="306"/>
            <ac:spMk id="18" creationId="{68113F74-F6BD-D37F-332F-B993B0F99CD0}"/>
          </ac:spMkLst>
        </pc:spChg>
        <pc:spChg chg="add mod">
          <ac:chgData name="Mohammad Salman" userId="cfd6754c-e613-4f6f-bb98-36aef69d8c31" providerId="ADAL" clId="{8A4AC86B-8A4E-4D42-B2D3-93B0C982EBD3}" dt="2023-10-08T08:56:40.024" v="11334" actId="1076"/>
          <ac:spMkLst>
            <pc:docMk/>
            <pc:sldMk cId="1342243198" sldId="306"/>
            <ac:spMk id="24" creationId="{29912C95-A218-07BD-1E35-D434CC483F04}"/>
          </ac:spMkLst>
        </pc:spChg>
        <pc:grpChg chg="add mod">
          <ac:chgData name="Mohammad Salman" userId="cfd6754c-e613-4f6f-bb98-36aef69d8c31" providerId="ADAL" clId="{8A4AC86B-8A4E-4D42-B2D3-93B0C982EBD3}" dt="2023-10-08T08:55:03.273" v="11285" actId="1076"/>
          <ac:grpSpMkLst>
            <pc:docMk/>
            <pc:sldMk cId="1342243198" sldId="306"/>
            <ac:grpSpMk id="19" creationId="{AF178A66-8DF0-E805-C134-3605B24EA47A}"/>
          </ac:grpSpMkLst>
        </pc:grpChg>
        <pc:cxnChg chg="mod">
          <ac:chgData name="Mohammad Salman" userId="cfd6754c-e613-4f6f-bb98-36aef69d8c31" providerId="ADAL" clId="{8A4AC86B-8A4E-4D42-B2D3-93B0C982EBD3}" dt="2023-10-08T08:54:58.945" v="11284"/>
          <ac:cxnSpMkLst>
            <pc:docMk/>
            <pc:sldMk cId="1342243198" sldId="306"/>
            <ac:cxnSpMk id="21" creationId="{15B60CED-7A61-AAF2-6D25-8534CA07CD82}"/>
          </ac:cxnSpMkLst>
        </pc:cxnChg>
        <pc:cxnChg chg="mod">
          <ac:chgData name="Mohammad Salman" userId="cfd6754c-e613-4f6f-bb98-36aef69d8c31" providerId="ADAL" clId="{8A4AC86B-8A4E-4D42-B2D3-93B0C982EBD3}" dt="2023-10-08T08:54:58.945" v="11284"/>
          <ac:cxnSpMkLst>
            <pc:docMk/>
            <pc:sldMk cId="1342243198" sldId="306"/>
            <ac:cxnSpMk id="22" creationId="{E9EAD551-4D99-03BA-9DEC-64F64A2BC051}"/>
          </ac:cxnSpMkLst>
        </pc:cxnChg>
        <pc:cxnChg chg="mod">
          <ac:chgData name="Mohammad Salman" userId="cfd6754c-e613-4f6f-bb98-36aef69d8c31" providerId="ADAL" clId="{8A4AC86B-8A4E-4D42-B2D3-93B0C982EBD3}" dt="2023-10-08T08:54:58.945" v="11284"/>
          <ac:cxnSpMkLst>
            <pc:docMk/>
            <pc:sldMk cId="1342243198" sldId="306"/>
            <ac:cxnSpMk id="23" creationId="{3F0BB300-5538-4D28-3B04-AB49DB95172E}"/>
          </ac:cxnSpMkLst>
        </pc:cxnChg>
      </pc:sldChg>
      <pc:sldChg chg="modSp add del mod modAnim">
        <pc:chgData name="Mohammad Salman" userId="cfd6754c-e613-4f6f-bb98-36aef69d8c31" providerId="ADAL" clId="{8A4AC86B-8A4E-4D42-B2D3-93B0C982EBD3}" dt="2023-10-08T14:20:46.921" v="17920" actId="2696"/>
        <pc:sldMkLst>
          <pc:docMk/>
          <pc:sldMk cId="1265223814" sldId="307"/>
        </pc:sldMkLst>
        <pc:spChg chg="mod">
          <ac:chgData name="Mohammad Salman" userId="cfd6754c-e613-4f6f-bb98-36aef69d8c31" providerId="ADAL" clId="{8A4AC86B-8A4E-4D42-B2D3-93B0C982EBD3}" dt="2023-10-08T09:19:30.547" v="12421" actId="113"/>
          <ac:spMkLst>
            <pc:docMk/>
            <pc:sldMk cId="1265223814" sldId="307"/>
            <ac:spMk id="3" creationId="{A4B94589-264A-D766-4AD5-BE3861907139}"/>
          </ac:spMkLst>
        </pc:spChg>
      </pc:sldChg>
      <pc:sldChg chg="addSp delSp modSp add del mod modAnim">
        <pc:chgData name="Mohammad Salman" userId="cfd6754c-e613-4f6f-bb98-36aef69d8c31" providerId="ADAL" clId="{8A4AC86B-8A4E-4D42-B2D3-93B0C982EBD3}" dt="2023-10-08T14:20:46.921" v="17920" actId="2696"/>
        <pc:sldMkLst>
          <pc:docMk/>
          <pc:sldMk cId="3424485223" sldId="308"/>
        </pc:sldMkLst>
        <pc:spChg chg="add mod">
          <ac:chgData name="Mohammad Salman" userId="cfd6754c-e613-4f6f-bb98-36aef69d8c31" providerId="ADAL" clId="{8A4AC86B-8A4E-4D42-B2D3-93B0C982EBD3}" dt="2023-10-08T09:01:01.722" v="11586" actId="20577"/>
          <ac:spMkLst>
            <pc:docMk/>
            <pc:sldMk cId="3424485223" sldId="308"/>
            <ac:spMk id="2" creationId="{094D78B5-CF19-9504-0345-83656C3DAF4E}"/>
          </ac:spMkLst>
        </pc:spChg>
        <pc:spChg chg="add mod">
          <ac:chgData name="Mohammad Salman" userId="cfd6754c-e613-4f6f-bb98-36aef69d8c31" providerId="ADAL" clId="{8A4AC86B-8A4E-4D42-B2D3-93B0C982EBD3}" dt="2023-10-08T09:03:19.266" v="11697" actId="1076"/>
          <ac:spMkLst>
            <pc:docMk/>
            <pc:sldMk cId="3424485223" sldId="308"/>
            <ac:spMk id="3" creationId="{E57397A7-BCC8-A75F-7EFA-8512B6742330}"/>
          </ac:spMkLst>
        </pc:spChg>
        <pc:spChg chg="del mod">
          <ac:chgData name="Mohammad Salman" userId="cfd6754c-e613-4f6f-bb98-36aef69d8c31" providerId="ADAL" clId="{8A4AC86B-8A4E-4D42-B2D3-93B0C982EBD3}" dt="2023-10-08T09:01:35.815" v="11597" actId="478"/>
          <ac:spMkLst>
            <pc:docMk/>
            <pc:sldMk cId="3424485223" sldId="308"/>
            <ac:spMk id="6" creationId="{88CD6C93-5359-F108-EC0B-86C3F991DB1D}"/>
          </ac:spMkLst>
        </pc:spChg>
      </pc:sldChg>
      <pc:sldChg chg="modSp add del mod modAnim">
        <pc:chgData name="Mohammad Salman" userId="cfd6754c-e613-4f6f-bb98-36aef69d8c31" providerId="ADAL" clId="{8A4AC86B-8A4E-4D42-B2D3-93B0C982EBD3}" dt="2023-10-08T14:20:46.921" v="17920" actId="2696"/>
        <pc:sldMkLst>
          <pc:docMk/>
          <pc:sldMk cId="311637959" sldId="309"/>
        </pc:sldMkLst>
        <pc:spChg chg="mod">
          <ac:chgData name="Mohammad Salman" userId="cfd6754c-e613-4f6f-bb98-36aef69d8c31" providerId="ADAL" clId="{8A4AC86B-8A4E-4D42-B2D3-93B0C982EBD3}" dt="2023-10-08T09:09:03.866" v="11863" actId="1036"/>
          <ac:spMkLst>
            <pc:docMk/>
            <pc:sldMk cId="311637959" sldId="309"/>
            <ac:spMk id="2" creationId="{094D78B5-CF19-9504-0345-83656C3DAF4E}"/>
          </ac:spMkLst>
        </pc:spChg>
        <pc:spChg chg="mod">
          <ac:chgData name="Mohammad Salman" userId="cfd6754c-e613-4f6f-bb98-36aef69d8c31" providerId="ADAL" clId="{8A4AC86B-8A4E-4D42-B2D3-93B0C982EBD3}" dt="2023-10-08T09:09:03.866" v="11863" actId="1036"/>
          <ac:spMkLst>
            <pc:docMk/>
            <pc:sldMk cId="311637959" sldId="309"/>
            <ac:spMk id="5" creationId="{A9F91B04-EEBB-1766-B655-3DE0E12D3534}"/>
          </ac:spMkLst>
        </pc:spChg>
        <pc:spChg chg="mod">
          <ac:chgData name="Mohammad Salman" userId="cfd6754c-e613-4f6f-bb98-36aef69d8c31" providerId="ADAL" clId="{8A4AC86B-8A4E-4D42-B2D3-93B0C982EBD3}" dt="2023-10-08T09:02:07.936" v="11621" actId="1076"/>
          <ac:spMkLst>
            <pc:docMk/>
            <pc:sldMk cId="311637959" sldId="309"/>
            <ac:spMk id="32" creationId="{FAC0BC18-DAA5-CFFB-AED0-9FAB90F7E741}"/>
          </ac:spMkLst>
        </pc:spChg>
        <pc:spChg chg="mod">
          <ac:chgData name="Mohammad Salman" userId="cfd6754c-e613-4f6f-bb98-36aef69d8c31" providerId="ADAL" clId="{8A4AC86B-8A4E-4D42-B2D3-93B0C982EBD3}" dt="2023-10-08T09:09:03.866" v="11863" actId="1036"/>
          <ac:spMkLst>
            <pc:docMk/>
            <pc:sldMk cId="311637959" sldId="309"/>
            <ac:spMk id="63" creationId="{AD1A518D-036D-CD9E-C838-5FF94DA2D9F9}"/>
          </ac:spMkLst>
        </pc:spChg>
        <pc:grpChg chg="mod">
          <ac:chgData name="Mohammad Salman" userId="cfd6754c-e613-4f6f-bb98-36aef69d8c31" providerId="ADAL" clId="{8A4AC86B-8A4E-4D42-B2D3-93B0C982EBD3}" dt="2023-10-08T09:09:03.866" v="11863" actId="1036"/>
          <ac:grpSpMkLst>
            <pc:docMk/>
            <pc:sldMk cId="311637959" sldId="309"/>
            <ac:grpSpMk id="61" creationId="{364B19B1-B0AF-64C0-E910-C4707CE787A1}"/>
          </ac:grpSpMkLst>
        </pc:grpChg>
        <pc:grpChg chg="mod">
          <ac:chgData name="Mohammad Salman" userId="cfd6754c-e613-4f6f-bb98-36aef69d8c31" providerId="ADAL" clId="{8A4AC86B-8A4E-4D42-B2D3-93B0C982EBD3}" dt="2023-10-08T09:09:03.866" v="11863" actId="1036"/>
          <ac:grpSpMkLst>
            <pc:docMk/>
            <pc:sldMk cId="311637959" sldId="309"/>
            <ac:grpSpMk id="64" creationId="{60A2B765-910F-1384-0DFD-59C3D663A59C}"/>
          </ac:grpSpMkLst>
        </pc:grpChg>
      </pc:sldChg>
      <pc:sldChg chg="addSp delSp modSp add del mod delAnim modAnim">
        <pc:chgData name="Mohammad Salman" userId="cfd6754c-e613-4f6f-bb98-36aef69d8c31" providerId="ADAL" clId="{8A4AC86B-8A4E-4D42-B2D3-93B0C982EBD3}" dt="2023-10-08T14:20:46.921" v="17920" actId="2696"/>
        <pc:sldMkLst>
          <pc:docMk/>
          <pc:sldMk cId="3887452081" sldId="310"/>
        </pc:sldMkLst>
        <pc:spChg chg="del">
          <ac:chgData name="Mohammad Salman" userId="cfd6754c-e613-4f6f-bb98-36aef69d8c31" providerId="ADAL" clId="{8A4AC86B-8A4E-4D42-B2D3-93B0C982EBD3}" dt="2023-10-08T09:06:18.127" v="11717" actId="478"/>
          <ac:spMkLst>
            <pc:docMk/>
            <pc:sldMk cId="3887452081" sldId="310"/>
            <ac:spMk id="2" creationId="{094D78B5-CF19-9504-0345-83656C3DAF4E}"/>
          </ac:spMkLst>
        </pc:spChg>
        <pc:spChg chg="add mod">
          <ac:chgData name="Mohammad Salman" userId="cfd6754c-e613-4f6f-bb98-36aef69d8c31" providerId="ADAL" clId="{8A4AC86B-8A4E-4D42-B2D3-93B0C982EBD3}" dt="2023-10-08T12:29:48.302" v="16591" actId="1076"/>
          <ac:spMkLst>
            <pc:docMk/>
            <pc:sldMk cId="3887452081" sldId="310"/>
            <ac:spMk id="3" creationId="{99D3C950-D581-C078-2CE9-B3B853DF1796}"/>
          </ac:spMkLst>
        </pc:spChg>
        <pc:spChg chg="add mod">
          <ac:chgData name="Mohammad Salman" userId="cfd6754c-e613-4f6f-bb98-36aef69d8c31" providerId="ADAL" clId="{8A4AC86B-8A4E-4D42-B2D3-93B0C982EBD3}" dt="2023-10-08T12:29:45.187" v="16589" actId="1076"/>
          <ac:spMkLst>
            <pc:docMk/>
            <pc:sldMk cId="3887452081" sldId="310"/>
            <ac:spMk id="4" creationId="{56A1F2DE-9773-2720-839C-C48F0F28BA5F}"/>
          </ac:spMkLst>
        </pc:spChg>
        <pc:spChg chg="mod">
          <ac:chgData name="Mohammad Salman" userId="cfd6754c-e613-4f6f-bb98-36aef69d8c31" providerId="ADAL" clId="{8A4AC86B-8A4E-4D42-B2D3-93B0C982EBD3}" dt="2023-10-08T09:11:48.712" v="11928" actId="1076"/>
          <ac:spMkLst>
            <pc:docMk/>
            <pc:sldMk cId="3887452081" sldId="310"/>
            <ac:spMk id="5" creationId="{A9F91B04-EEBB-1766-B655-3DE0E12D3534}"/>
          </ac:spMkLst>
        </pc:spChg>
        <pc:spChg chg="add del mod">
          <ac:chgData name="Mohammad Salman" userId="cfd6754c-e613-4f6f-bb98-36aef69d8c31" providerId="ADAL" clId="{8A4AC86B-8A4E-4D42-B2D3-93B0C982EBD3}" dt="2023-10-08T09:10:07.197" v="11875"/>
          <ac:spMkLst>
            <pc:docMk/>
            <pc:sldMk cId="3887452081" sldId="310"/>
            <ac:spMk id="15" creationId="{120CC799-75FE-4E65-418E-4C8AABED7B8A}"/>
          </ac:spMkLst>
        </pc:spChg>
        <pc:spChg chg="add del mod">
          <ac:chgData name="Mohammad Salman" userId="cfd6754c-e613-4f6f-bb98-36aef69d8c31" providerId="ADAL" clId="{8A4AC86B-8A4E-4D42-B2D3-93B0C982EBD3}" dt="2023-10-08T09:10:07.197" v="11875"/>
          <ac:spMkLst>
            <pc:docMk/>
            <pc:sldMk cId="3887452081" sldId="310"/>
            <ac:spMk id="21" creationId="{86C8264F-AC38-FE44-1E71-B53ADB4F6786}"/>
          </ac:spMkLst>
        </pc:spChg>
        <pc:spChg chg="add del mod">
          <ac:chgData name="Mohammad Salman" userId="cfd6754c-e613-4f6f-bb98-36aef69d8c31" providerId="ADAL" clId="{8A4AC86B-8A4E-4D42-B2D3-93B0C982EBD3}" dt="2023-10-08T09:10:07.197" v="11875"/>
          <ac:spMkLst>
            <pc:docMk/>
            <pc:sldMk cId="3887452081" sldId="310"/>
            <ac:spMk id="35" creationId="{B7B63B7A-BBC9-DFCD-BE46-8FC96E423628}"/>
          </ac:spMkLst>
        </pc:spChg>
        <pc:spChg chg="add del mod ord">
          <ac:chgData name="Mohammad Salman" userId="cfd6754c-e613-4f6f-bb98-36aef69d8c31" providerId="ADAL" clId="{8A4AC86B-8A4E-4D42-B2D3-93B0C982EBD3}" dt="2023-10-08T09:10:54.483" v="11886"/>
          <ac:spMkLst>
            <pc:docMk/>
            <pc:sldMk cId="3887452081" sldId="310"/>
            <ac:spMk id="38" creationId="{0DDAFC67-6BE4-28E9-F9B0-91BD494827B1}"/>
          </ac:spMkLst>
        </pc:spChg>
        <pc:spChg chg="add del mod ord">
          <ac:chgData name="Mohammad Salman" userId="cfd6754c-e613-4f6f-bb98-36aef69d8c31" providerId="ADAL" clId="{8A4AC86B-8A4E-4D42-B2D3-93B0C982EBD3}" dt="2023-10-08T09:10:54.483" v="11886"/>
          <ac:spMkLst>
            <pc:docMk/>
            <pc:sldMk cId="3887452081" sldId="310"/>
            <ac:spMk id="43" creationId="{6EBAAF12-0F19-3593-38EE-56AF8BB7CADB}"/>
          </ac:spMkLst>
        </pc:spChg>
        <pc:spChg chg="add del mod ord">
          <ac:chgData name="Mohammad Salman" userId="cfd6754c-e613-4f6f-bb98-36aef69d8c31" providerId="ADAL" clId="{8A4AC86B-8A4E-4D42-B2D3-93B0C982EBD3}" dt="2023-10-08T09:10:54.483" v="11886"/>
          <ac:spMkLst>
            <pc:docMk/>
            <pc:sldMk cId="3887452081" sldId="310"/>
            <ac:spMk id="48" creationId="{DA234A12-90A5-D5DA-C640-BC4039748EC8}"/>
          </ac:spMkLst>
        </pc:spChg>
        <pc:spChg chg="add del mod">
          <ac:chgData name="Mohammad Salman" userId="cfd6754c-e613-4f6f-bb98-36aef69d8c31" providerId="ADAL" clId="{8A4AC86B-8A4E-4D42-B2D3-93B0C982EBD3}" dt="2023-10-08T12:29:41.387" v="16587" actId="478"/>
          <ac:spMkLst>
            <pc:docMk/>
            <pc:sldMk cId="3887452081" sldId="310"/>
            <ac:spMk id="54" creationId="{D7BB0E5E-D2DB-6D07-18A2-6F1BEB1BE0C1}"/>
          </ac:spMkLst>
        </pc:spChg>
        <pc:spChg chg="add del mod">
          <ac:chgData name="Mohammad Salman" userId="cfd6754c-e613-4f6f-bb98-36aef69d8c31" providerId="ADAL" clId="{8A4AC86B-8A4E-4D42-B2D3-93B0C982EBD3}" dt="2023-10-08T12:29:41.387" v="16587" actId="478"/>
          <ac:spMkLst>
            <pc:docMk/>
            <pc:sldMk cId="3887452081" sldId="310"/>
            <ac:spMk id="57" creationId="{B27A667F-46BB-A282-8B35-20A273A74786}"/>
          </ac:spMkLst>
        </pc:spChg>
        <pc:spChg chg="del">
          <ac:chgData name="Mohammad Salman" userId="cfd6754c-e613-4f6f-bb98-36aef69d8c31" providerId="ADAL" clId="{8A4AC86B-8A4E-4D42-B2D3-93B0C982EBD3}" dt="2023-10-08T09:06:15.632" v="11716" actId="478"/>
          <ac:spMkLst>
            <pc:docMk/>
            <pc:sldMk cId="3887452081" sldId="310"/>
            <ac:spMk id="63" creationId="{AD1A518D-036D-CD9E-C838-5FF94DA2D9F9}"/>
          </ac:spMkLst>
        </pc:spChg>
        <pc:grpChg chg="add del mod">
          <ac:chgData name="Mohammad Salman" userId="cfd6754c-e613-4f6f-bb98-36aef69d8c31" providerId="ADAL" clId="{8A4AC86B-8A4E-4D42-B2D3-93B0C982EBD3}" dt="2023-10-08T09:10:07.197" v="11875"/>
          <ac:grpSpMkLst>
            <pc:docMk/>
            <pc:sldMk cId="3887452081" sldId="310"/>
            <ac:grpSpMk id="16" creationId="{B2CB883C-2107-2C1E-CE73-2422EBE58270}"/>
          </ac:grpSpMkLst>
        </pc:grpChg>
        <pc:grpChg chg="add del mod">
          <ac:chgData name="Mohammad Salman" userId="cfd6754c-e613-4f6f-bb98-36aef69d8c31" providerId="ADAL" clId="{8A4AC86B-8A4E-4D42-B2D3-93B0C982EBD3}" dt="2023-10-08T09:10:07.197" v="11875"/>
          <ac:grpSpMkLst>
            <pc:docMk/>
            <pc:sldMk cId="3887452081" sldId="310"/>
            <ac:grpSpMk id="22" creationId="{429B6239-9691-8663-00E7-B82C7CC253FD}"/>
          </ac:grpSpMkLst>
        </pc:grpChg>
        <pc:grpChg chg="add del mod ord">
          <ac:chgData name="Mohammad Salman" userId="cfd6754c-e613-4f6f-bb98-36aef69d8c31" providerId="ADAL" clId="{8A4AC86B-8A4E-4D42-B2D3-93B0C982EBD3}" dt="2023-10-08T09:10:54.483" v="11886"/>
          <ac:grpSpMkLst>
            <pc:docMk/>
            <pc:sldMk cId="3887452081" sldId="310"/>
            <ac:grpSpMk id="39" creationId="{148111FA-6072-7D4C-D3C3-06CB96C0E2AF}"/>
          </ac:grpSpMkLst>
        </pc:grpChg>
        <pc:grpChg chg="add del mod ord">
          <ac:chgData name="Mohammad Salman" userId="cfd6754c-e613-4f6f-bb98-36aef69d8c31" providerId="ADAL" clId="{8A4AC86B-8A4E-4D42-B2D3-93B0C982EBD3}" dt="2023-10-08T09:10:54.483" v="11886"/>
          <ac:grpSpMkLst>
            <pc:docMk/>
            <pc:sldMk cId="3887452081" sldId="310"/>
            <ac:grpSpMk id="44" creationId="{551F9606-C115-EE2E-93C2-5328B71AEF06}"/>
          </ac:grpSpMkLst>
        </pc:grpChg>
        <pc:grpChg chg="del">
          <ac:chgData name="Mohammad Salman" userId="cfd6754c-e613-4f6f-bb98-36aef69d8c31" providerId="ADAL" clId="{8A4AC86B-8A4E-4D42-B2D3-93B0C982EBD3}" dt="2023-10-08T09:06:13.917" v="11715" actId="478"/>
          <ac:grpSpMkLst>
            <pc:docMk/>
            <pc:sldMk cId="3887452081" sldId="310"/>
            <ac:grpSpMk id="61" creationId="{364B19B1-B0AF-64C0-E910-C4707CE787A1}"/>
          </ac:grpSpMkLst>
        </pc:grpChg>
        <pc:grpChg chg="del">
          <ac:chgData name="Mohammad Salman" userId="cfd6754c-e613-4f6f-bb98-36aef69d8c31" providerId="ADAL" clId="{8A4AC86B-8A4E-4D42-B2D3-93B0C982EBD3}" dt="2023-10-08T09:06:18.127" v="11717" actId="478"/>
          <ac:grpSpMkLst>
            <pc:docMk/>
            <pc:sldMk cId="3887452081" sldId="310"/>
            <ac:grpSpMk id="64" creationId="{60A2B765-910F-1384-0DFD-59C3D663A59C}"/>
          </ac:grpSpMkLst>
        </pc:grpChg>
        <pc:cxnChg chg="add mod">
          <ac:chgData name="Mohammad Salman" userId="cfd6754c-e613-4f6f-bb98-36aef69d8c31" providerId="ADAL" clId="{8A4AC86B-8A4E-4D42-B2D3-93B0C982EBD3}" dt="2023-10-08T12:29:48.302" v="16591" actId="1076"/>
          <ac:cxnSpMkLst>
            <pc:docMk/>
            <pc:sldMk cId="3887452081" sldId="310"/>
            <ac:cxnSpMk id="14" creationId="{8E199718-7BA9-9928-C351-337D7B283FAF}"/>
          </ac:cxnSpMkLst>
        </pc:cxnChg>
        <pc:cxnChg chg="mod">
          <ac:chgData name="Mohammad Salman" userId="cfd6754c-e613-4f6f-bb98-36aef69d8c31" providerId="ADAL" clId="{8A4AC86B-8A4E-4D42-B2D3-93B0C982EBD3}" dt="2023-10-08T09:09:05.353" v="11864"/>
          <ac:cxnSpMkLst>
            <pc:docMk/>
            <pc:sldMk cId="3887452081" sldId="310"/>
            <ac:cxnSpMk id="17" creationId="{E3795EFC-0F27-9332-AF06-EA1DBA385B3C}"/>
          </ac:cxnSpMkLst>
        </pc:cxnChg>
        <pc:cxnChg chg="mod">
          <ac:chgData name="Mohammad Salman" userId="cfd6754c-e613-4f6f-bb98-36aef69d8c31" providerId="ADAL" clId="{8A4AC86B-8A4E-4D42-B2D3-93B0C982EBD3}" dt="2023-10-08T09:09:05.353" v="11864"/>
          <ac:cxnSpMkLst>
            <pc:docMk/>
            <pc:sldMk cId="3887452081" sldId="310"/>
            <ac:cxnSpMk id="18" creationId="{0404B4A3-ADEA-152C-743E-0FB2593B79DA}"/>
          </ac:cxnSpMkLst>
        </pc:cxnChg>
        <pc:cxnChg chg="mod">
          <ac:chgData name="Mohammad Salman" userId="cfd6754c-e613-4f6f-bb98-36aef69d8c31" providerId="ADAL" clId="{8A4AC86B-8A4E-4D42-B2D3-93B0C982EBD3}" dt="2023-10-08T09:09:05.353" v="11864"/>
          <ac:cxnSpMkLst>
            <pc:docMk/>
            <pc:sldMk cId="3887452081" sldId="310"/>
            <ac:cxnSpMk id="19" creationId="{0F8AB674-1EF6-3682-2A76-D4D3F821988E}"/>
          </ac:cxnSpMkLst>
        </pc:cxnChg>
        <pc:cxnChg chg="mod">
          <ac:chgData name="Mohammad Salman" userId="cfd6754c-e613-4f6f-bb98-36aef69d8c31" providerId="ADAL" clId="{8A4AC86B-8A4E-4D42-B2D3-93B0C982EBD3}" dt="2023-10-08T09:09:05.353" v="11864"/>
          <ac:cxnSpMkLst>
            <pc:docMk/>
            <pc:sldMk cId="3887452081" sldId="310"/>
            <ac:cxnSpMk id="23" creationId="{E11CDCA2-ADED-1BC4-2156-9E3E9F85B2C2}"/>
          </ac:cxnSpMkLst>
        </pc:cxnChg>
        <pc:cxnChg chg="mod">
          <ac:chgData name="Mohammad Salman" userId="cfd6754c-e613-4f6f-bb98-36aef69d8c31" providerId="ADAL" clId="{8A4AC86B-8A4E-4D42-B2D3-93B0C982EBD3}" dt="2023-10-08T09:09:05.353" v="11864"/>
          <ac:cxnSpMkLst>
            <pc:docMk/>
            <pc:sldMk cId="3887452081" sldId="310"/>
            <ac:cxnSpMk id="24" creationId="{39AF7375-6955-6B3B-764B-C07766E4B227}"/>
          </ac:cxnSpMkLst>
        </pc:cxnChg>
        <pc:cxnChg chg="mod">
          <ac:chgData name="Mohammad Salman" userId="cfd6754c-e613-4f6f-bb98-36aef69d8c31" providerId="ADAL" clId="{8A4AC86B-8A4E-4D42-B2D3-93B0C982EBD3}" dt="2023-10-08T09:09:05.353" v="11864"/>
          <ac:cxnSpMkLst>
            <pc:docMk/>
            <pc:sldMk cId="3887452081" sldId="310"/>
            <ac:cxnSpMk id="34" creationId="{4A16B225-0339-BB3D-08C3-E0E858CCF04C}"/>
          </ac:cxnSpMkLst>
        </pc:cxnChg>
        <pc:cxnChg chg="mod">
          <ac:chgData name="Mohammad Salman" userId="cfd6754c-e613-4f6f-bb98-36aef69d8c31" providerId="ADAL" clId="{8A4AC86B-8A4E-4D42-B2D3-93B0C982EBD3}" dt="2023-10-08T09:10:08.768" v="11876"/>
          <ac:cxnSpMkLst>
            <pc:docMk/>
            <pc:sldMk cId="3887452081" sldId="310"/>
            <ac:cxnSpMk id="40" creationId="{2400592D-B5B8-4F75-191C-2BEF8A081864}"/>
          </ac:cxnSpMkLst>
        </pc:cxnChg>
        <pc:cxnChg chg="mod">
          <ac:chgData name="Mohammad Salman" userId="cfd6754c-e613-4f6f-bb98-36aef69d8c31" providerId="ADAL" clId="{8A4AC86B-8A4E-4D42-B2D3-93B0C982EBD3}" dt="2023-10-08T09:10:08.768" v="11876"/>
          <ac:cxnSpMkLst>
            <pc:docMk/>
            <pc:sldMk cId="3887452081" sldId="310"/>
            <ac:cxnSpMk id="41" creationId="{FE48BA3C-51D6-14E4-B10B-3BF55D0BE293}"/>
          </ac:cxnSpMkLst>
        </pc:cxnChg>
        <pc:cxnChg chg="mod">
          <ac:chgData name="Mohammad Salman" userId="cfd6754c-e613-4f6f-bb98-36aef69d8c31" providerId="ADAL" clId="{8A4AC86B-8A4E-4D42-B2D3-93B0C982EBD3}" dt="2023-10-08T09:10:08.768" v="11876"/>
          <ac:cxnSpMkLst>
            <pc:docMk/>
            <pc:sldMk cId="3887452081" sldId="310"/>
            <ac:cxnSpMk id="42" creationId="{4F1BBCB0-3449-5B7C-845E-8238CFA3E37C}"/>
          </ac:cxnSpMkLst>
        </pc:cxnChg>
        <pc:cxnChg chg="mod">
          <ac:chgData name="Mohammad Salman" userId="cfd6754c-e613-4f6f-bb98-36aef69d8c31" providerId="ADAL" clId="{8A4AC86B-8A4E-4D42-B2D3-93B0C982EBD3}" dt="2023-10-08T09:10:08.768" v="11876"/>
          <ac:cxnSpMkLst>
            <pc:docMk/>
            <pc:sldMk cId="3887452081" sldId="310"/>
            <ac:cxnSpMk id="45" creationId="{6B9AC8DC-E65F-2DB6-2EA9-9C159ECABD15}"/>
          </ac:cxnSpMkLst>
        </pc:cxnChg>
        <pc:cxnChg chg="mod">
          <ac:chgData name="Mohammad Salman" userId="cfd6754c-e613-4f6f-bb98-36aef69d8c31" providerId="ADAL" clId="{8A4AC86B-8A4E-4D42-B2D3-93B0C982EBD3}" dt="2023-10-08T09:10:08.768" v="11876"/>
          <ac:cxnSpMkLst>
            <pc:docMk/>
            <pc:sldMk cId="3887452081" sldId="310"/>
            <ac:cxnSpMk id="46" creationId="{142B3596-0C9C-40D9-11CB-7AB10224E138}"/>
          </ac:cxnSpMkLst>
        </pc:cxnChg>
        <pc:cxnChg chg="mod">
          <ac:chgData name="Mohammad Salman" userId="cfd6754c-e613-4f6f-bb98-36aef69d8c31" providerId="ADAL" clId="{8A4AC86B-8A4E-4D42-B2D3-93B0C982EBD3}" dt="2023-10-08T09:10:08.768" v="11876"/>
          <ac:cxnSpMkLst>
            <pc:docMk/>
            <pc:sldMk cId="3887452081" sldId="310"/>
            <ac:cxnSpMk id="47" creationId="{B8731BA4-DEEF-93AA-91A2-73E386D14AD0}"/>
          </ac:cxnSpMkLst>
        </pc:cxnChg>
        <pc:cxnChg chg="add del mod">
          <ac:chgData name="Mohammad Salman" userId="cfd6754c-e613-4f6f-bb98-36aef69d8c31" providerId="ADAL" clId="{8A4AC86B-8A4E-4D42-B2D3-93B0C982EBD3}" dt="2023-10-08T12:29:41.387" v="16587" actId="478"/>
          <ac:cxnSpMkLst>
            <pc:docMk/>
            <pc:sldMk cId="3887452081" sldId="310"/>
            <ac:cxnSpMk id="58" creationId="{0A2925E3-786D-C73A-82D2-E2067CA297FA}"/>
          </ac:cxnSpMkLst>
        </pc:cxnChg>
      </pc:sldChg>
      <pc:sldChg chg="modSp new del mod">
        <pc:chgData name="Mohammad Salman" userId="cfd6754c-e613-4f6f-bb98-36aef69d8c31" providerId="ADAL" clId="{8A4AC86B-8A4E-4D42-B2D3-93B0C982EBD3}" dt="2023-10-08T14:20:46.921" v="17920" actId="2696"/>
        <pc:sldMkLst>
          <pc:docMk/>
          <pc:sldMk cId="2377321535" sldId="311"/>
        </pc:sldMkLst>
        <pc:spChg chg="mod">
          <ac:chgData name="Mohammad Salman" userId="cfd6754c-e613-4f6f-bb98-36aef69d8c31" providerId="ADAL" clId="{8A4AC86B-8A4E-4D42-B2D3-93B0C982EBD3}" dt="2023-10-08T09:12:28.596" v="11930"/>
          <ac:spMkLst>
            <pc:docMk/>
            <pc:sldMk cId="2377321535" sldId="311"/>
            <ac:spMk id="2" creationId="{A9839C07-5166-96A7-E128-25F4C0833D33}"/>
          </ac:spMkLst>
        </pc:spChg>
        <pc:spChg chg="mod">
          <ac:chgData name="Mohammad Salman" userId="cfd6754c-e613-4f6f-bb98-36aef69d8c31" providerId="ADAL" clId="{8A4AC86B-8A4E-4D42-B2D3-93B0C982EBD3}" dt="2023-10-08T10:44:50.572" v="14580" actId="20577"/>
          <ac:spMkLst>
            <pc:docMk/>
            <pc:sldMk cId="2377321535" sldId="311"/>
            <ac:spMk id="3" creationId="{DF0DA36B-DD7C-268E-8B82-E9B370C0CCC1}"/>
          </ac:spMkLst>
        </pc:spChg>
      </pc:sldChg>
      <pc:sldChg chg="addSp delSp modSp add del mod ord delAnim modAnim">
        <pc:chgData name="Mohammad Salman" userId="cfd6754c-e613-4f6f-bb98-36aef69d8c31" providerId="ADAL" clId="{8A4AC86B-8A4E-4D42-B2D3-93B0C982EBD3}" dt="2023-10-08T14:20:46.921" v="17920" actId="2696"/>
        <pc:sldMkLst>
          <pc:docMk/>
          <pc:sldMk cId="4093943704" sldId="312"/>
        </pc:sldMkLst>
        <pc:spChg chg="del">
          <ac:chgData name="Mohammad Salman" userId="cfd6754c-e613-4f6f-bb98-36aef69d8c31" providerId="ADAL" clId="{8A4AC86B-8A4E-4D42-B2D3-93B0C982EBD3}" dt="2023-10-08T09:52:18.907" v="12428" actId="478"/>
          <ac:spMkLst>
            <pc:docMk/>
            <pc:sldMk cId="4093943704" sldId="312"/>
            <ac:spMk id="2" creationId="{094D78B5-CF19-9504-0345-83656C3DAF4E}"/>
          </ac:spMkLst>
        </pc:spChg>
        <pc:spChg chg="add del mod">
          <ac:chgData name="Mohammad Salman" userId="cfd6754c-e613-4f6f-bb98-36aef69d8c31" providerId="ADAL" clId="{8A4AC86B-8A4E-4D42-B2D3-93B0C982EBD3}" dt="2023-10-08T10:00:34.634" v="12446" actId="478"/>
          <ac:spMkLst>
            <pc:docMk/>
            <pc:sldMk cId="4093943704" sldId="312"/>
            <ac:spMk id="4" creationId="{3E4D9C33-A6FD-8ADB-49E0-E5792DBAD800}"/>
          </ac:spMkLst>
        </pc:spChg>
        <pc:spChg chg="del">
          <ac:chgData name="Mohammad Salman" userId="cfd6754c-e613-4f6f-bb98-36aef69d8c31" providerId="ADAL" clId="{8A4AC86B-8A4E-4D42-B2D3-93B0C982EBD3}" dt="2023-10-08T09:52:18.907" v="12428" actId="478"/>
          <ac:spMkLst>
            <pc:docMk/>
            <pc:sldMk cId="4093943704" sldId="312"/>
            <ac:spMk id="5" creationId="{A9F91B04-EEBB-1766-B655-3DE0E12D3534}"/>
          </ac:spMkLst>
        </pc:spChg>
        <pc:spChg chg="mod">
          <ac:chgData name="Mohammad Salman" userId="cfd6754c-e613-4f6f-bb98-36aef69d8c31" providerId="ADAL" clId="{8A4AC86B-8A4E-4D42-B2D3-93B0C982EBD3}" dt="2023-10-08T10:09:51.847" v="13128" actId="20577"/>
          <ac:spMkLst>
            <pc:docMk/>
            <pc:sldMk cId="4093943704" sldId="312"/>
            <ac:spMk id="6" creationId="{88CD6C93-5359-F108-EC0B-86C3F991DB1D}"/>
          </ac:spMkLst>
        </pc:spChg>
        <pc:spChg chg="del">
          <ac:chgData name="Mohammad Salman" userId="cfd6754c-e613-4f6f-bb98-36aef69d8c31" providerId="ADAL" clId="{8A4AC86B-8A4E-4D42-B2D3-93B0C982EBD3}" dt="2023-10-08T10:01:29.864" v="12524" actId="478"/>
          <ac:spMkLst>
            <pc:docMk/>
            <pc:sldMk cId="4093943704" sldId="312"/>
            <ac:spMk id="7" creationId="{FF096A5F-BA5F-A853-4D1A-69D587203EE3}"/>
          </ac:spMkLst>
        </pc:spChg>
        <pc:spChg chg="del">
          <ac:chgData name="Mohammad Salman" userId="cfd6754c-e613-4f6f-bb98-36aef69d8c31" providerId="ADAL" clId="{8A4AC86B-8A4E-4D42-B2D3-93B0C982EBD3}" dt="2023-10-08T10:01:29.864" v="12524" actId="478"/>
          <ac:spMkLst>
            <pc:docMk/>
            <pc:sldMk cId="4093943704" sldId="312"/>
            <ac:spMk id="8" creationId="{74A89792-011C-CF0B-F569-E1676DF777A9}"/>
          </ac:spMkLst>
        </pc:spChg>
        <pc:spChg chg="del">
          <ac:chgData name="Mohammad Salman" userId="cfd6754c-e613-4f6f-bb98-36aef69d8c31" providerId="ADAL" clId="{8A4AC86B-8A4E-4D42-B2D3-93B0C982EBD3}" dt="2023-10-08T10:01:29.864" v="12524" actId="478"/>
          <ac:spMkLst>
            <pc:docMk/>
            <pc:sldMk cId="4093943704" sldId="312"/>
            <ac:spMk id="9" creationId="{5DB429E6-235F-49B8-74E7-EF36DFA728C0}"/>
          </ac:spMkLst>
        </pc:spChg>
        <pc:spChg chg="del">
          <ac:chgData name="Mohammad Salman" userId="cfd6754c-e613-4f6f-bb98-36aef69d8c31" providerId="ADAL" clId="{8A4AC86B-8A4E-4D42-B2D3-93B0C982EBD3}" dt="2023-10-08T10:01:29.864" v="12524" actId="478"/>
          <ac:spMkLst>
            <pc:docMk/>
            <pc:sldMk cId="4093943704" sldId="312"/>
            <ac:spMk id="10" creationId="{26099809-63B6-A545-16A6-236F9BDB8806}"/>
          </ac:spMkLst>
        </pc:spChg>
        <pc:spChg chg="del">
          <ac:chgData name="Mohammad Salman" userId="cfd6754c-e613-4f6f-bb98-36aef69d8c31" providerId="ADAL" clId="{8A4AC86B-8A4E-4D42-B2D3-93B0C982EBD3}" dt="2023-10-08T10:01:29.864" v="12524" actId="478"/>
          <ac:spMkLst>
            <pc:docMk/>
            <pc:sldMk cId="4093943704" sldId="312"/>
            <ac:spMk id="11" creationId="{7E3028BA-DEA1-4434-4884-407EAA18071A}"/>
          </ac:spMkLst>
        </pc:spChg>
        <pc:spChg chg="del">
          <ac:chgData name="Mohammad Salman" userId="cfd6754c-e613-4f6f-bb98-36aef69d8c31" providerId="ADAL" clId="{8A4AC86B-8A4E-4D42-B2D3-93B0C982EBD3}" dt="2023-10-08T10:01:29.864" v="12524" actId="478"/>
          <ac:spMkLst>
            <pc:docMk/>
            <pc:sldMk cId="4093943704" sldId="312"/>
            <ac:spMk id="12" creationId="{948CD6F1-FFB4-E72E-A334-3DB3C1655AED}"/>
          </ac:spMkLst>
        </pc:spChg>
        <pc:spChg chg="add mod">
          <ac:chgData name="Mohammad Salman" userId="cfd6754c-e613-4f6f-bb98-36aef69d8c31" providerId="ADAL" clId="{8A4AC86B-8A4E-4D42-B2D3-93B0C982EBD3}" dt="2023-10-08T10:00:49.686" v="12453" actId="14100"/>
          <ac:spMkLst>
            <pc:docMk/>
            <pc:sldMk cId="4093943704" sldId="312"/>
            <ac:spMk id="14" creationId="{7CCDB5EB-CF35-5E0A-52DD-3FB798113E47}"/>
          </ac:spMkLst>
        </pc:spChg>
        <pc:spChg chg="add del mod">
          <ac:chgData name="Mohammad Salman" userId="cfd6754c-e613-4f6f-bb98-36aef69d8c31" providerId="ADAL" clId="{8A4AC86B-8A4E-4D42-B2D3-93B0C982EBD3}" dt="2023-10-08T10:03:19.718" v="12753"/>
          <ac:spMkLst>
            <pc:docMk/>
            <pc:sldMk cId="4093943704" sldId="312"/>
            <ac:spMk id="15" creationId="{D0C2D8CF-AB17-9B1E-07AA-D8A41A9322ED}"/>
          </ac:spMkLst>
        </pc:spChg>
        <pc:spChg chg="add mod">
          <ac:chgData name="Mohammad Salman" userId="cfd6754c-e613-4f6f-bb98-36aef69d8c31" providerId="ADAL" clId="{8A4AC86B-8A4E-4D42-B2D3-93B0C982EBD3}" dt="2023-10-08T11:40:25.842" v="14584" actId="15"/>
          <ac:spMkLst>
            <pc:docMk/>
            <pc:sldMk cId="4093943704" sldId="312"/>
            <ac:spMk id="16" creationId="{AA989999-CEF7-BC21-2EC6-C379C582E47A}"/>
          </ac:spMkLst>
        </pc:spChg>
        <pc:spChg chg="del">
          <ac:chgData name="Mohammad Salman" userId="cfd6754c-e613-4f6f-bb98-36aef69d8c31" providerId="ADAL" clId="{8A4AC86B-8A4E-4D42-B2D3-93B0C982EBD3}" dt="2023-10-08T10:01:29.864" v="12524" actId="478"/>
          <ac:spMkLst>
            <pc:docMk/>
            <pc:sldMk cId="4093943704" sldId="312"/>
            <ac:spMk id="20" creationId="{2927B426-6DBF-231A-E387-531F0F29E424}"/>
          </ac:spMkLst>
        </pc:spChg>
        <pc:spChg chg="del">
          <ac:chgData name="Mohammad Salman" userId="cfd6754c-e613-4f6f-bb98-36aef69d8c31" providerId="ADAL" clId="{8A4AC86B-8A4E-4D42-B2D3-93B0C982EBD3}" dt="2023-10-08T10:01:29.864" v="12524" actId="478"/>
          <ac:spMkLst>
            <pc:docMk/>
            <pc:sldMk cId="4093943704" sldId="312"/>
            <ac:spMk id="25" creationId="{6785418C-6B92-B2B6-AAE8-679F5C4476F6}"/>
          </ac:spMkLst>
        </pc:spChg>
        <pc:spChg chg="del">
          <ac:chgData name="Mohammad Salman" userId="cfd6754c-e613-4f6f-bb98-36aef69d8c31" providerId="ADAL" clId="{8A4AC86B-8A4E-4D42-B2D3-93B0C982EBD3}" dt="2023-10-08T10:01:29.864" v="12524" actId="478"/>
          <ac:spMkLst>
            <pc:docMk/>
            <pc:sldMk cId="4093943704" sldId="312"/>
            <ac:spMk id="26" creationId="{BC5C8DF9-11E0-1764-577B-EB847B9FA27F}"/>
          </ac:spMkLst>
        </pc:spChg>
        <pc:spChg chg="del">
          <ac:chgData name="Mohammad Salman" userId="cfd6754c-e613-4f6f-bb98-36aef69d8c31" providerId="ADAL" clId="{8A4AC86B-8A4E-4D42-B2D3-93B0C982EBD3}" dt="2023-10-08T10:01:29.864" v="12524" actId="478"/>
          <ac:spMkLst>
            <pc:docMk/>
            <pc:sldMk cId="4093943704" sldId="312"/>
            <ac:spMk id="27" creationId="{44F75498-F66E-D2EB-B1E1-D63538D21B52}"/>
          </ac:spMkLst>
        </pc:spChg>
        <pc:spChg chg="del">
          <ac:chgData name="Mohammad Salman" userId="cfd6754c-e613-4f6f-bb98-36aef69d8c31" providerId="ADAL" clId="{8A4AC86B-8A4E-4D42-B2D3-93B0C982EBD3}" dt="2023-10-08T10:01:29.864" v="12524" actId="478"/>
          <ac:spMkLst>
            <pc:docMk/>
            <pc:sldMk cId="4093943704" sldId="312"/>
            <ac:spMk id="28" creationId="{765E9064-FF25-038E-4C54-4EDFBAE11F50}"/>
          </ac:spMkLst>
        </pc:spChg>
        <pc:spChg chg="del">
          <ac:chgData name="Mohammad Salman" userId="cfd6754c-e613-4f6f-bb98-36aef69d8c31" providerId="ADAL" clId="{8A4AC86B-8A4E-4D42-B2D3-93B0C982EBD3}" dt="2023-10-08T10:01:29.864" v="12524" actId="478"/>
          <ac:spMkLst>
            <pc:docMk/>
            <pc:sldMk cId="4093943704" sldId="312"/>
            <ac:spMk id="29" creationId="{BC1B6F26-15F3-8C51-C88E-464BA07358BE}"/>
          </ac:spMkLst>
        </pc:spChg>
        <pc:spChg chg="del">
          <ac:chgData name="Mohammad Salman" userId="cfd6754c-e613-4f6f-bb98-36aef69d8c31" providerId="ADAL" clId="{8A4AC86B-8A4E-4D42-B2D3-93B0C982EBD3}" dt="2023-10-08T10:01:29.864" v="12524" actId="478"/>
          <ac:spMkLst>
            <pc:docMk/>
            <pc:sldMk cId="4093943704" sldId="312"/>
            <ac:spMk id="30" creationId="{8BBC1922-EA6C-E5F4-2B8B-55BEDC4B236B}"/>
          </ac:spMkLst>
        </pc:spChg>
        <pc:spChg chg="del">
          <ac:chgData name="Mohammad Salman" userId="cfd6754c-e613-4f6f-bb98-36aef69d8c31" providerId="ADAL" clId="{8A4AC86B-8A4E-4D42-B2D3-93B0C982EBD3}" dt="2023-10-08T10:01:29.864" v="12524" actId="478"/>
          <ac:spMkLst>
            <pc:docMk/>
            <pc:sldMk cId="4093943704" sldId="312"/>
            <ac:spMk id="31" creationId="{C3CB48C5-DBC1-A026-1117-EC71F2097333}"/>
          </ac:spMkLst>
        </pc:spChg>
        <pc:spChg chg="del">
          <ac:chgData name="Mohammad Salman" userId="cfd6754c-e613-4f6f-bb98-36aef69d8c31" providerId="ADAL" clId="{8A4AC86B-8A4E-4D42-B2D3-93B0C982EBD3}" dt="2023-10-08T10:01:29.864" v="12524" actId="478"/>
          <ac:spMkLst>
            <pc:docMk/>
            <pc:sldMk cId="4093943704" sldId="312"/>
            <ac:spMk id="32" creationId="{FAC0BC18-DAA5-CFFB-AED0-9FAB90F7E741}"/>
          </ac:spMkLst>
        </pc:spChg>
        <pc:spChg chg="del">
          <ac:chgData name="Mohammad Salman" userId="cfd6754c-e613-4f6f-bb98-36aef69d8c31" providerId="ADAL" clId="{8A4AC86B-8A4E-4D42-B2D3-93B0C982EBD3}" dt="2023-10-08T10:01:29.864" v="12524" actId="478"/>
          <ac:spMkLst>
            <pc:docMk/>
            <pc:sldMk cId="4093943704" sldId="312"/>
            <ac:spMk id="33" creationId="{6781069C-A607-C04A-5E3E-F29B3DB94165}"/>
          </ac:spMkLst>
        </pc:spChg>
        <pc:spChg chg="del">
          <ac:chgData name="Mohammad Salman" userId="cfd6754c-e613-4f6f-bb98-36aef69d8c31" providerId="ADAL" clId="{8A4AC86B-8A4E-4D42-B2D3-93B0C982EBD3}" dt="2023-10-08T09:52:18.907" v="12428" actId="478"/>
          <ac:spMkLst>
            <pc:docMk/>
            <pc:sldMk cId="4093943704" sldId="312"/>
            <ac:spMk id="63" creationId="{AD1A518D-036D-CD9E-C838-5FF94DA2D9F9}"/>
          </ac:spMkLst>
        </pc:spChg>
        <pc:grpChg chg="del">
          <ac:chgData name="Mohammad Salman" userId="cfd6754c-e613-4f6f-bb98-36aef69d8c31" providerId="ADAL" clId="{8A4AC86B-8A4E-4D42-B2D3-93B0C982EBD3}" dt="2023-10-08T09:52:18.907" v="12428" actId="478"/>
          <ac:grpSpMkLst>
            <pc:docMk/>
            <pc:sldMk cId="4093943704" sldId="312"/>
            <ac:grpSpMk id="61" creationId="{364B19B1-B0AF-64C0-E910-C4707CE787A1}"/>
          </ac:grpSpMkLst>
        </pc:grpChg>
        <pc:grpChg chg="del">
          <ac:chgData name="Mohammad Salman" userId="cfd6754c-e613-4f6f-bb98-36aef69d8c31" providerId="ADAL" clId="{8A4AC86B-8A4E-4D42-B2D3-93B0C982EBD3}" dt="2023-10-08T09:52:18.907" v="12428" actId="478"/>
          <ac:grpSpMkLst>
            <pc:docMk/>
            <pc:sldMk cId="4093943704" sldId="312"/>
            <ac:grpSpMk id="64" creationId="{60A2B765-910F-1384-0DFD-59C3D663A59C}"/>
          </ac:grpSpMkLst>
        </pc:grpChg>
      </pc:sldChg>
      <pc:sldChg chg="modSp add del mod modAnim">
        <pc:chgData name="Mohammad Salman" userId="cfd6754c-e613-4f6f-bb98-36aef69d8c31" providerId="ADAL" clId="{8A4AC86B-8A4E-4D42-B2D3-93B0C982EBD3}" dt="2023-10-08T14:20:46.921" v="17920" actId="2696"/>
        <pc:sldMkLst>
          <pc:docMk/>
          <pc:sldMk cId="569688956" sldId="313"/>
        </pc:sldMkLst>
        <pc:spChg chg="mod">
          <ac:chgData name="Mohammad Salman" userId="cfd6754c-e613-4f6f-bb98-36aef69d8c31" providerId="ADAL" clId="{8A4AC86B-8A4E-4D42-B2D3-93B0C982EBD3}" dt="2023-10-08T10:14:07.287" v="13382" actId="6549"/>
          <ac:spMkLst>
            <pc:docMk/>
            <pc:sldMk cId="569688956" sldId="313"/>
            <ac:spMk id="14" creationId="{7CCDB5EB-CF35-5E0A-52DD-3FB798113E47}"/>
          </ac:spMkLst>
        </pc:spChg>
        <pc:spChg chg="mod">
          <ac:chgData name="Mohammad Salman" userId="cfd6754c-e613-4f6f-bb98-36aef69d8c31" providerId="ADAL" clId="{8A4AC86B-8A4E-4D42-B2D3-93B0C982EBD3}" dt="2023-10-08T10:20:29.319" v="13753" actId="113"/>
          <ac:spMkLst>
            <pc:docMk/>
            <pc:sldMk cId="569688956" sldId="313"/>
            <ac:spMk id="16" creationId="{AA989999-CEF7-BC21-2EC6-C379C582E47A}"/>
          </ac:spMkLst>
        </pc:spChg>
      </pc:sldChg>
      <pc:sldChg chg="addSp delSp modSp add del mod modAnim">
        <pc:chgData name="Mohammad Salman" userId="cfd6754c-e613-4f6f-bb98-36aef69d8c31" providerId="ADAL" clId="{8A4AC86B-8A4E-4D42-B2D3-93B0C982EBD3}" dt="2023-10-08T14:20:46.921" v="17920" actId="2696"/>
        <pc:sldMkLst>
          <pc:docMk/>
          <pc:sldMk cId="836772374" sldId="314"/>
        </pc:sldMkLst>
        <pc:spChg chg="add del mod">
          <ac:chgData name="Mohammad Salman" userId="cfd6754c-e613-4f6f-bb98-36aef69d8c31" providerId="ADAL" clId="{8A4AC86B-8A4E-4D42-B2D3-93B0C982EBD3}" dt="2023-10-08T10:28:39.973" v="14071" actId="478"/>
          <ac:spMkLst>
            <pc:docMk/>
            <pc:sldMk cId="836772374" sldId="314"/>
            <ac:spMk id="9" creationId="{221510AA-65BA-5DCB-F6C7-AAADC9148184}"/>
          </ac:spMkLst>
        </pc:spChg>
        <pc:spChg chg="add mod">
          <ac:chgData name="Mohammad Salman" userId="cfd6754c-e613-4f6f-bb98-36aef69d8c31" providerId="ADAL" clId="{8A4AC86B-8A4E-4D42-B2D3-93B0C982EBD3}" dt="2023-10-08T11:40:46.816" v="14586" actId="692"/>
          <ac:spMkLst>
            <pc:docMk/>
            <pc:sldMk cId="836772374" sldId="314"/>
            <ac:spMk id="12" creationId="{02763661-7AD1-A553-1D66-7F13B858A6EA}"/>
          </ac:spMkLst>
        </pc:spChg>
        <pc:spChg chg="add mod">
          <ac:chgData name="Mohammad Salman" userId="cfd6754c-e613-4f6f-bb98-36aef69d8c31" providerId="ADAL" clId="{8A4AC86B-8A4E-4D42-B2D3-93B0C982EBD3}" dt="2023-10-08T10:29:51.001" v="14087" actId="20577"/>
          <ac:spMkLst>
            <pc:docMk/>
            <pc:sldMk cId="836772374" sldId="314"/>
            <ac:spMk id="13" creationId="{85D0E843-37DE-D0EE-5BE0-997E72F11AFC}"/>
          </ac:spMkLst>
        </pc:spChg>
        <pc:spChg chg="mod">
          <ac:chgData name="Mohammad Salman" userId="cfd6754c-e613-4f6f-bb98-36aef69d8c31" providerId="ADAL" clId="{8A4AC86B-8A4E-4D42-B2D3-93B0C982EBD3}" dt="2023-10-08T10:21:13.453" v="13756" actId="20577"/>
          <ac:spMkLst>
            <pc:docMk/>
            <pc:sldMk cId="836772374" sldId="314"/>
            <ac:spMk id="14" creationId="{7CCDB5EB-CF35-5E0A-52DD-3FB798113E47}"/>
          </ac:spMkLst>
        </pc:spChg>
        <pc:spChg chg="add mod">
          <ac:chgData name="Mohammad Salman" userId="cfd6754c-e613-4f6f-bb98-36aef69d8c31" providerId="ADAL" clId="{8A4AC86B-8A4E-4D42-B2D3-93B0C982EBD3}" dt="2023-10-08T10:29:26.009" v="14079" actId="20577"/>
          <ac:spMkLst>
            <pc:docMk/>
            <pc:sldMk cId="836772374" sldId="314"/>
            <ac:spMk id="15" creationId="{3F5C2E96-4F27-C3C8-BE17-CA84F56917DB}"/>
          </ac:spMkLst>
        </pc:spChg>
        <pc:spChg chg="mod">
          <ac:chgData name="Mohammad Salman" userId="cfd6754c-e613-4f6f-bb98-36aef69d8c31" providerId="ADAL" clId="{8A4AC86B-8A4E-4D42-B2D3-93B0C982EBD3}" dt="2023-10-08T10:23:05.959" v="13965" actId="108"/>
          <ac:spMkLst>
            <pc:docMk/>
            <pc:sldMk cId="836772374" sldId="314"/>
            <ac:spMk id="16" creationId="{AA989999-CEF7-BC21-2EC6-C379C582E47A}"/>
          </ac:spMkLst>
        </pc:spChg>
        <pc:spChg chg="add mod">
          <ac:chgData name="Mohammad Salman" userId="cfd6754c-e613-4f6f-bb98-36aef69d8c31" providerId="ADAL" clId="{8A4AC86B-8A4E-4D42-B2D3-93B0C982EBD3}" dt="2023-10-08T10:29:19.738" v="14076" actId="1076"/>
          <ac:spMkLst>
            <pc:docMk/>
            <pc:sldMk cId="836772374" sldId="314"/>
            <ac:spMk id="17" creationId="{52F364B5-F9F8-6758-65DD-A0E04BD63D62}"/>
          </ac:spMkLst>
        </pc:spChg>
        <pc:spChg chg="add mod">
          <ac:chgData name="Mohammad Salman" userId="cfd6754c-e613-4f6f-bb98-36aef69d8c31" providerId="ADAL" clId="{8A4AC86B-8A4E-4D42-B2D3-93B0C982EBD3}" dt="2023-10-08T10:29:41.456" v="14084" actId="14100"/>
          <ac:spMkLst>
            <pc:docMk/>
            <pc:sldMk cId="836772374" sldId="314"/>
            <ac:spMk id="18" creationId="{0742F33A-4EC0-0EF3-24EA-04F57E0995BC}"/>
          </ac:spMkLst>
        </pc:spChg>
        <pc:spChg chg="add mod">
          <ac:chgData name="Mohammad Salman" userId="cfd6754c-e613-4f6f-bb98-36aef69d8c31" providerId="ADAL" clId="{8A4AC86B-8A4E-4D42-B2D3-93B0C982EBD3}" dt="2023-10-08T10:29:53.915" v="14092" actId="20577"/>
          <ac:spMkLst>
            <pc:docMk/>
            <pc:sldMk cId="836772374" sldId="314"/>
            <ac:spMk id="19" creationId="{AA104090-519C-B687-FFA5-0463658C4657}"/>
          </ac:spMkLst>
        </pc:spChg>
        <pc:spChg chg="add mod">
          <ac:chgData name="Mohammad Salman" userId="cfd6754c-e613-4f6f-bb98-36aef69d8c31" providerId="ADAL" clId="{8A4AC86B-8A4E-4D42-B2D3-93B0C982EBD3}" dt="2023-10-08T10:29:29.394" v="14080" actId="20577"/>
          <ac:spMkLst>
            <pc:docMk/>
            <pc:sldMk cId="836772374" sldId="314"/>
            <ac:spMk id="20" creationId="{D462C449-50AA-D77E-B56C-13B56B8A87FD}"/>
          </ac:spMkLst>
        </pc:spChg>
        <pc:spChg chg="add mod">
          <ac:chgData name="Mohammad Salman" userId="cfd6754c-e613-4f6f-bb98-36aef69d8c31" providerId="ADAL" clId="{8A4AC86B-8A4E-4D42-B2D3-93B0C982EBD3}" dt="2023-10-08T10:29:47.105" v="14086" actId="20577"/>
          <ac:spMkLst>
            <pc:docMk/>
            <pc:sldMk cId="836772374" sldId="314"/>
            <ac:spMk id="21" creationId="{7407AEA4-EBD4-962A-56AD-71F80BBB0EC8}"/>
          </ac:spMkLst>
        </pc:spChg>
        <pc:spChg chg="add mod">
          <ac:chgData name="Mohammad Salman" userId="cfd6754c-e613-4f6f-bb98-36aef69d8c31" providerId="ADAL" clId="{8A4AC86B-8A4E-4D42-B2D3-93B0C982EBD3}" dt="2023-10-08T10:29:34.833" v="14082" actId="14100"/>
          <ac:spMkLst>
            <pc:docMk/>
            <pc:sldMk cId="836772374" sldId="314"/>
            <ac:spMk id="22" creationId="{22A66277-39EC-5BB9-F84C-4D0B468627F1}"/>
          </ac:spMkLst>
        </pc:spChg>
        <pc:cxnChg chg="add del mod">
          <ac:chgData name="Mohammad Salman" userId="cfd6754c-e613-4f6f-bb98-36aef69d8c31" providerId="ADAL" clId="{8A4AC86B-8A4E-4D42-B2D3-93B0C982EBD3}" dt="2023-10-08T10:28:39.973" v="14071" actId="478"/>
          <ac:cxnSpMkLst>
            <pc:docMk/>
            <pc:sldMk cId="836772374" sldId="314"/>
            <ac:cxnSpMk id="3" creationId="{F60BB5A3-4345-859C-A12E-74D3B06576A0}"/>
          </ac:cxnSpMkLst>
        </pc:cxnChg>
        <pc:cxnChg chg="add del mod">
          <ac:chgData name="Mohammad Salman" userId="cfd6754c-e613-4f6f-bb98-36aef69d8c31" providerId="ADAL" clId="{8A4AC86B-8A4E-4D42-B2D3-93B0C982EBD3}" dt="2023-10-08T10:28:39.973" v="14071" actId="478"/>
          <ac:cxnSpMkLst>
            <pc:docMk/>
            <pc:sldMk cId="836772374" sldId="314"/>
            <ac:cxnSpMk id="4" creationId="{95C0F8C1-9B09-7906-B86C-B4744AA64978}"/>
          </ac:cxnSpMkLst>
        </pc:cxnChg>
        <pc:cxnChg chg="add mod">
          <ac:chgData name="Mohammad Salman" userId="cfd6754c-e613-4f6f-bb98-36aef69d8c31" providerId="ADAL" clId="{8A4AC86B-8A4E-4D42-B2D3-93B0C982EBD3}" dt="2023-10-08T11:40:46.816" v="14586" actId="692"/>
          <ac:cxnSpMkLst>
            <pc:docMk/>
            <pc:sldMk cId="836772374" sldId="314"/>
            <ac:cxnSpMk id="10" creationId="{C5257CE0-6A77-2AF5-64A0-56E14A50CA9E}"/>
          </ac:cxnSpMkLst>
        </pc:cxnChg>
        <pc:cxnChg chg="add mod">
          <ac:chgData name="Mohammad Salman" userId="cfd6754c-e613-4f6f-bb98-36aef69d8c31" providerId="ADAL" clId="{8A4AC86B-8A4E-4D42-B2D3-93B0C982EBD3}" dt="2023-10-08T11:40:46.816" v="14586" actId="692"/>
          <ac:cxnSpMkLst>
            <pc:docMk/>
            <pc:sldMk cId="836772374" sldId="314"/>
            <ac:cxnSpMk id="11" creationId="{E85B89FF-24D1-FA90-C0ED-F7AF6DE6C3B2}"/>
          </ac:cxnSpMkLst>
        </pc:cxnChg>
      </pc:sldChg>
      <pc:sldChg chg="addSp delSp modSp add del mod modAnim">
        <pc:chgData name="Mohammad Salman" userId="cfd6754c-e613-4f6f-bb98-36aef69d8c31" providerId="ADAL" clId="{8A4AC86B-8A4E-4D42-B2D3-93B0C982EBD3}" dt="2023-10-08T14:20:46.921" v="17920" actId="2696"/>
        <pc:sldMkLst>
          <pc:docMk/>
          <pc:sldMk cId="1121903803" sldId="315"/>
        </pc:sldMkLst>
        <pc:spChg chg="del mod">
          <ac:chgData name="Mohammad Salman" userId="cfd6754c-e613-4f6f-bb98-36aef69d8c31" providerId="ADAL" clId="{8A4AC86B-8A4E-4D42-B2D3-93B0C982EBD3}" dt="2023-10-08T10:30:18.171" v="14093" actId="478"/>
          <ac:spMkLst>
            <pc:docMk/>
            <pc:sldMk cId="1121903803" sldId="315"/>
            <ac:spMk id="9" creationId="{221510AA-65BA-5DCB-F6C7-AAADC9148184}"/>
          </ac:spMkLst>
        </pc:spChg>
        <pc:spChg chg="add mod">
          <ac:chgData name="Mohammad Salman" userId="cfd6754c-e613-4f6f-bb98-36aef69d8c31" providerId="ADAL" clId="{8A4AC86B-8A4E-4D42-B2D3-93B0C982EBD3}" dt="2023-10-08T10:28:10.667" v="14070" actId="1076"/>
          <ac:spMkLst>
            <pc:docMk/>
            <pc:sldMk cId="1121903803" sldId="315"/>
            <ac:spMk id="13" creationId="{EEA68461-D6B8-17FF-5409-399CDA4CEB1D}"/>
          </ac:spMkLst>
        </pc:spChg>
        <pc:spChg chg="add mod">
          <ac:chgData name="Mohammad Salman" userId="cfd6754c-e613-4f6f-bb98-36aef69d8c31" providerId="ADAL" clId="{8A4AC86B-8A4E-4D42-B2D3-93B0C982EBD3}" dt="2023-10-08T10:30:31.827" v="14094"/>
          <ac:spMkLst>
            <pc:docMk/>
            <pc:sldMk cId="1121903803" sldId="315"/>
            <ac:spMk id="15" creationId="{4B4FCE7F-5D51-5D2A-87A7-A036B3113478}"/>
          </ac:spMkLst>
        </pc:spChg>
        <pc:spChg chg="add mod">
          <ac:chgData name="Mohammad Salman" userId="cfd6754c-e613-4f6f-bb98-36aef69d8c31" providerId="ADAL" clId="{8A4AC86B-8A4E-4D42-B2D3-93B0C982EBD3}" dt="2023-10-08T10:30:31.827" v="14094"/>
          <ac:spMkLst>
            <pc:docMk/>
            <pc:sldMk cId="1121903803" sldId="315"/>
            <ac:spMk id="17" creationId="{6D36B252-58BC-8B4A-D06B-C7B641D9C2EC}"/>
          </ac:spMkLst>
        </pc:spChg>
        <pc:spChg chg="add mod">
          <ac:chgData name="Mohammad Salman" userId="cfd6754c-e613-4f6f-bb98-36aef69d8c31" providerId="ADAL" clId="{8A4AC86B-8A4E-4D42-B2D3-93B0C982EBD3}" dt="2023-10-08T10:30:31.827" v="14094"/>
          <ac:spMkLst>
            <pc:docMk/>
            <pc:sldMk cId="1121903803" sldId="315"/>
            <ac:spMk id="18" creationId="{889CE054-BD84-C665-EE89-CEDB8827282B}"/>
          </ac:spMkLst>
        </pc:spChg>
        <pc:spChg chg="add mod">
          <ac:chgData name="Mohammad Salman" userId="cfd6754c-e613-4f6f-bb98-36aef69d8c31" providerId="ADAL" clId="{8A4AC86B-8A4E-4D42-B2D3-93B0C982EBD3}" dt="2023-10-08T10:30:31.827" v="14094"/>
          <ac:spMkLst>
            <pc:docMk/>
            <pc:sldMk cId="1121903803" sldId="315"/>
            <ac:spMk id="19" creationId="{E4186A3D-1E8A-04F2-0CD4-6FAAAEAC7643}"/>
          </ac:spMkLst>
        </pc:spChg>
        <pc:spChg chg="add mod">
          <ac:chgData name="Mohammad Salman" userId="cfd6754c-e613-4f6f-bb98-36aef69d8c31" providerId="ADAL" clId="{8A4AC86B-8A4E-4D42-B2D3-93B0C982EBD3}" dt="2023-10-08T10:30:31.827" v="14094"/>
          <ac:spMkLst>
            <pc:docMk/>
            <pc:sldMk cId="1121903803" sldId="315"/>
            <ac:spMk id="20" creationId="{90BD7533-EB85-A232-F8C9-C7A0D6DD1698}"/>
          </ac:spMkLst>
        </pc:spChg>
        <pc:spChg chg="add mod">
          <ac:chgData name="Mohammad Salman" userId="cfd6754c-e613-4f6f-bb98-36aef69d8c31" providerId="ADAL" clId="{8A4AC86B-8A4E-4D42-B2D3-93B0C982EBD3}" dt="2023-10-08T10:30:31.827" v="14094"/>
          <ac:spMkLst>
            <pc:docMk/>
            <pc:sldMk cId="1121903803" sldId="315"/>
            <ac:spMk id="21" creationId="{9F686DC1-9A55-FD22-3659-E53681225F03}"/>
          </ac:spMkLst>
        </pc:spChg>
        <pc:spChg chg="add mod">
          <ac:chgData name="Mohammad Salman" userId="cfd6754c-e613-4f6f-bb98-36aef69d8c31" providerId="ADAL" clId="{8A4AC86B-8A4E-4D42-B2D3-93B0C982EBD3}" dt="2023-10-08T10:30:31.827" v="14094"/>
          <ac:spMkLst>
            <pc:docMk/>
            <pc:sldMk cId="1121903803" sldId="315"/>
            <ac:spMk id="22" creationId="{434B76F2-13C0-A339-8171-BE1D9372189A}"/>
          </ac:spMkLst>
        </pc:spChg>
        <pc:spChg chg="add mod">
          <ac:chgData name="Mohammad Salman" userId="cfd6754c-e613-4f6f-bb98-36aef69d8c31" providerId="ADAL" clId="{8A4AC86B-8A4E-4D42-B2D3-93B0C982EBD3}" dt="2023-10-08T10:30:31.827" v="14094"/>
          <ac:spMkLst>
            <pc:docMk/>
            <pc:sldMk cId="1121903803" sldId="315"/>
            <ac:spMk id="23" creationId="{A9E105B9-C93A-BA31-F742-32622F7BB082}"/>
          </ac:spMkLst>
        </pc:spChg>
        <pc:spChg chg="add mod">
          <ac:chgData name="Mohammad Salman" userId="cfd6754c-e613-4f6f-bb98-36aef69d8c31" providerId="ADAL" clId="{8A4AC86B-8A4E-4D42-B2D3-93B0C982EBD3}" dt="2023-10-08T10:32:01.554" v="14106" actId="1076"/>
          <ac:spMkLst>
            <pc:docMk/>
            <pc:sldMk cId="1121903803" sldId="315"/>
            <ac:spMk id="25" creationId="{41193C53-B32E-ACE4-1CEA-9F41B95E6700}"/>
          </ac:spMkLst>
        </pc:spChg>
        <pc:grpChg chg="add mod">
          <ac:chgData name="Mohammad Salman" userId="cfd6754c-e613-4f6f-bb98-36aef69d8c31" providerId="ADAL" clId="{8A4AC86B-8A4E-4D42-B2D3-93B0C982EBD3}" dt="2023-10-08T10:26:47.113" v="14019" actId="14100"/>
          <ac:grpSpMkLst>
            <pc:docMk/>
            <pc:sldMk cId="1121903803" sldId="315"/>
            <ac:grpSpMk id="7" creationId="{3B90BED5-BB4C-9B6C-9F0C-609609523875}"/>
          </ac:grpSpMkLst>
        </pc:grpChg>
        <pc:cxnChg chg="del mod">
          <ac:chgData name="Mohammad Salman" userId="cfd6754c-e613-4f6f-bb98-36aef69d8c31" providerId="ADAL" clId="{8A4AC86B-8A4E-4D42-B2D3-93B0C982EBD3}" dt="2023-10-08T10:30:18.171" v="14093" actId="478"/>
          <ac:cxnSpMkLst>
            <pc:docMk/>
            <pc:sldMk cId="1121903803" sldId="315"/>
            <ac:cxnSpMk id="3" creationId="{F60BB5A3-4345-859C-A12E-74D3B06576A0}"/>
          </ac:cxnSpMkLst>
        </pc:cxnChg>
        <pc:cxnChg chg="del mod">
          <ac:chgData name="Mohammad Salman" userId="cfd6754c-e613-4f6f-bb98-36aef69d8c31" providerId="ADAL" clId="{8A4AC86B-8A4E-4D42-B2D3-93B0C982EBD3}" dt="2023-10-08T10:30:18.171" v="14093" actId="478"/>
          <ac:cxnSpMkLst>
            <pc:docMk/>
            <pc:sldMk cId="1121903803" sldId="315"/>
            <ac:cxnSpMk id="4" creationId="{95C0F8C1-9B09-7906-B86C-B4744AA64978}"/>
          </ac:cxnSpMkLst>
        </pc:cxnChg>
        <pc:cxnChg chg="add del">
          <ac:chgData name="Mohammad Salman" userId="cfd6754c-e613-4f6f-bb98-36aef69d8c31" providerId="ADAL" clId="{8A4AC86B-8A4E-4D42-B2D3-93B0C982EBD3}" dt="2023-10-08T10:26:02.256" v="14009" actId="478"/>
          <ac:cxnSpMkLst>
            <pc:docMk/>
            <pc:sldMk cId="1121903803" sldId="315"/>
            <ac:cxnSpMk id="5" creationId="{93DF1A76-F570-BEB2-E11E-4C964C1FA5F1}"/>
          </ac:cxnSpMkLst>
        </pc:cxnChg>
        <pc:cxnChg chg="mod">
          <ac:chgData name="Mohammad Salman" userId="cfd6754c-e613-4f6f-bb98-36aef69d8c31" providerId="ADAL" clId="{8A4AC86B-8A4E-4D42-B2D3-93B0C982EBD3}" dt="2023-10-08T10:27:04.432" v="14021" actId="692"/>
          <ac:cxnSpMkLst>
            <pc:docMk/>
            <pc:sldMk cId="1121903803" sldId="315"/>
            <ac:cxnSpMk id="8" creationId="{91530BFB-A7E8-C325-FC59-95544D12067E}"/>
          </ac:cxnSpMkLst>
        </pc:cxnChg>
        <pc:cxnChg chg="mod">
          <ac:chgData name="Mohammad Salman" userId="cfd6754c-e613-4f6f-bb98-36aef69d8c31" providerId="ADAL" clId="{8A4AC86B-8A4E-4D42-B2D3-93B0C982EBD3}" dt="2023-10-08T10:27:04.432" v="14021" actId="692"/>
          <ac:cxnSpMkLst>
            <pc:docMk/>
            <pc:sldMk cId="1121903803" sldId="315"/>
            <ac:cxnSpMk id="10" creationId="{361324A9-65F8-85AD-D9BE-72C23DAD2F08}"/>
          </ac:cxnSpMkLst>
        </pc:cxnChg>
        <pc:cxnChg chg="mod">
          <ac:chgData name="Mohammad Salman" userId="cfd6754c-e613-4f6f-bb98-36aef69d8c31" providerId="ADAL" clId="{8A4AC86B-8A4E-4D42-B2D3-93B0C982EBD3}" dt="2023-10-08T10:27:04.432" v="14021" actId="692"/>
          <ac:cxnSpMkLst>
            <pc:docMk/>
            <pc:sldMk cId="1121903803" sldId="315"/>
            <ac:cxnSpMk id="11" creationId="{BD827770-5486-FA93-D5EF-7C603960F494}"/>
          </ac:cxnSpMkLst>
        </pc:cxnChg>
      </pc:sldChg>
      <pc:sldChg chg="addSp delSp modSp new del mod setBg">
        <pc:chgData name="Mohammad Salman" userId="cfd6754c-e613-4f6f-bb98-36aef69d8c31" providerId="ADAL" clId="{8A4AC86B-8A4E-4D42-B2D3-93B0C982EBD3}" dt="2023-10-08T14:20:46.921" v="17920" actId="2696"/>
        <pc:sldMkLst>
          <pc:docMk/>
          <pc:sldMk cId="3601129592" sldId="316"/>
        </pc:sldMkLst>
        <pc:spChg chg="del">
          <ac:chgData name="Mohammad Salman" userId="cfd6754c-e613-4f6f-bb98-36aef69d8c31" providerId="ADAL" clId="{8A4AC86B-8A4E-4D42-B2D3-93B0C982EBD3}" dt="2023-10-08T10:40:06.342" v="14247" actId="478"/>
          <ac:spMkLst>
            <pc:docMk/>
            <pc:sldMk cId="3601129592" sldId="316"/>
            <ac:spMk id="2" creationId="{8B17D632-68D8-C135-B9BF-1BDF67DA1FE9}"/>
          </ac:spMkLst>
        </pc:spChg>
        <pc:spChg chg="del">
          <ac:chgData name="Mohammad Salman" userId="cfd6754c-e613-4f6f-bb98-36aef69d8c31" providerId="ADAL" clId="{8A4AC86B-8A4E-4D42-B2D3-93B0C982EBD3}" dt="2023-10-08T10:40:06.342" v="14247" actId="478"/>
          <ac:spMkLst>
            <pc:docMk/>
            <pc:sldMk cId="3601129592" sldId="316"/>
            <ac:spMk id="3" creationId="{B3C131FA-F6BA-56F6-0E2F-70D394527E3D}"/>
          </ac:spMkLst>
        </pc:spChg>
        <pc:spChg chg="add del mod">
          <ac:chgData name="Mohammad Salman" userId="cfd6754c-e613-4f6f-bb98-36aef69d8c31" providerId="ADAL" clId="{8A4AC86B-8A4E-4D42-B2D3-93B0C982EBD3}" dt="2023-10-08T10:42:40.908" v="14519" actId="1036"/>
          <ac:spMkLst>
            <pc:docMk/>
            <pc:sldMk cId="3601129592" sldId="316"/>
            <ac:spMk id="5" creationId="{BB100E65-5E87-2B27-3264-7EB452CCB875}"/>
          </ac:spMkLst>
        </pc:spChg>
        <pc:spChg chg="add del mod">
          <ac:chgData name="Mohammad Salman" userId="cfd6754c-e613-4f6f-bb98-36aef69d8c31" providerId="ADAL" clId="{8A4AC86B-8A4E-4D42-B2D3-93B0C982EBD3}" dt="2023-10-08T10:40:39.675" v="14261" actId="22"/>
          <ac:spMkLst>
            <pc:docMk/>
            <pc:sldMk cId="3601129592" sldId="316"/>
            <ac:spMk id="7" creationId="{6F6C6B20-B706-DF26-BD40-F2D1B64AE8BB}"/>
          </ac:spMkLst>
        </pc:spChg>
        <pc:spChg chg="add mod">
          <ac:chgData name="Mohammad Salman" userId="cfd6754c-e613-4f6f-bb98-36aef69d8c31" providerId="ADAL" clId="{8A4AC86B-8A4E-4D42-B2D3-93B0C982EBD3}" dt="2023-10-08T10:42:40.908" v="14519" actId="1036"/>
          <ac:spMkLst>
            <pc:docMk/>
            <pc:sldMk cId="3601129592" sldId="316"/>
            <ac:spMk id="9" creationId="{5EEF0F3F-5DC4-EA39-F03D-A453D1AE9C5F}"/>
          </ac:spMkLst>
        </pc:spChg>
        <pc:spChg chg="add mod">
          <ac:chgData name="Mohammad Salman" userId="cfd6754c-e613-4f6f-bb98-36aef69d8c31" providerId="ADAL" clId="{8A4AC86B-8A4E-4D42-B2D3-93B0C982EBD3}" dt="2023-10-08T10:43:38.954" v="14543" actId="1076"/>
          <ac:spMkLst>
            <pc:docMk/>
            <pc:sldMk cId="3601129592" sldId="316"/>
            <ac:spMk id="10" creationId="{0D4A1842-3C92-DE2D-F724-BBA474271D3D}"/>
          </ac:spMkLst>
        </pc:spChg>
      </pc:sldChg>
      <pc:sldChg chg="modSp add del mod">
        <pc:chgData name="Mohammad Salman" userId="cfd6754c-e613-4f6f-bb98-36aef69d8c31" providerId="ADAL" clId="{8A4AC86B-8A4E-4D42-B2D3-93B0C982EBD3}" dt="2023-10-08T14:20:46.921" v="17920" actId="2696"/>
        <pc:sldMkLst>
          <pc:docMk/>
          <pc:sldMk cId="3060148797" sldId="317"/>
        </pc:sldMkLst>
        <pc:spChg chg="mod">
          <ac:chgData name="Mohammad Salman" userId="cfd6754c-e613-4f6f-bb98-36aef69d8c31" providerId="ADAL" clId="{8A4AC86B-8A4E-4D42-B2D3-93B0C982EBD3}" dt="2023-10-08T11:47:54.200" v="15145" actId="20577"/>
          <ac:spMkLst>
            <pc:docMk/>
            <pc:sldMk cId="3060148797" sldId="317"/>
            <ac:spMk id="3" creationId="{DF0DA36B-DD7C-268E-8B82-E9B370C0CCC1}"/>
          </ac:spMkLst>
        </pc:spChg>
      </pc:sldChg>
      <pc:sldChg chg="modSp add del mod setBg">
        <pc:chgData name="Mohammad Salman" userId="cfd6754c-e613-4f6f-bb98-36aef69d8c31" providerId="ADAL" clId="{8A4AC86B-8A4E-4D42-B2D3-93B0C982EBD3}" dt="2023-10-08T14:20:46.921" v="17920" actId="2696"/>
        <pc:sldMkLst>
          <pc:docMk/>
          <pc:sldMk cId="3494820671" sldId="318"/>
        </pc:sldMkLst>
        <pc:spChg chg="mod">
          <ac:chgData name="Mohammad Salman" userId="cfd6754c-e613-4f6f-bb98-36aef69d8c31" providerId="ADAL" clId="{8A4AC86B-8A4E-4D42-B2D3-93B0C982EBD3}" dt="2023-10-08T11:44:32.762" v="14687"/>
          <ac:spMkLst>
            <pc:docMk/>
            <pc:sldMk cId="3494820671" sldId="318"/>
            <ac:spMk id="5" creationId="{BB100E65-5E87-2B27-3264-7EB452CCB875}"/>
          </ac:spMkLst>
        </pc:spChg>
        <pc:spChg chg="mod">
          <ac:chgData name="Mohammad Salman" userId="cfd6754c-e613-4f6f-bb98-36aef69d8c31" providerId="ADAL" clId="{8A4AC86B-8A4E-4D42-B2D3-93B0C982EBD3}" dt="2023-10-08T11:44:15.930" v="14684"/>
          <ac:spMkLst>
            <pc:docMk/>
            <pc:sldMk cId="3494820671" sldId="318"/>
            <ac:spMk id="9" creationId="{5EEF0F3F-5DC4-EA39-F03D-A453D1AE9C5F}"/>
          </ac:spMkLst>
        </pc:spChg>
        <pc:spChg chg="mod">
          <ac:chgData name="Mohammad Salman" userId="cfd6754c-e613-4f6f-bb98-36aef69d8c31" providerId="ADAL" clId="{8A4AC86B-8A4E-4D42-B2D3-93B0C982EBD3}" dt="2023-10-08T11:43:56.025" v="14683" actId="20577"/>
          <ac:spMkLst>
            <pc:docMk/>
            <pc:sldMk cId="3494820671" sldId="318"/>
            <ac:spMk id="10" creationId="{0D4A1842-3C92-DE2D-F724-BBA474271D3D}"/>
          </ac:spMkLst>
        </pc:spChg>
      </pc:sldChg>
      <pc:sldChg chg="addSp delSp modSp add del mod delAnim modAnim">
        <pc:chgData name="Mohammad Salman" userId="cfd6754c-e613-4f6f-bb98-36aef69d8c31" providerId="ADAL" clId="{8A4AC86B-8A4E-4D42-B2D3-93B0C982EBD3}" dt="2023-10-08T14:20:46.921" v="17920" actId="2696"/>
        <pc:sldMkLst>
          <pc:docMk/>
          <pc:sldMk cId="278361032" sldId="319"/>
        </pc:sldMkLst>
        <pc:spChg chg="add mod">
          <ac:chgData name="Mohammad Salman" userId="cfd6754c-e613-4f6f-bb98-36aef69d8c31" providerId="ADAL" clId="{8A4AC86B-8A4E-4D42-B2D3-93B0C982EBD3}" dt="2023-10-08T12:10:48.648" v="15814" actId="1076"/>
          <ac:spMkLst>
            <pc:docMk/>
            <pc:sldMk cId="278361032" sldId="319"/>
            <ac:spMk id="2" creationId="{6D7CA434-4D8F-3BA6-8DF3-92FFFA1EAC40}"/>
          </ac:spMkLst>
        </pc:spChg>
        <pc:spChg chg="add mod">
          <ac:chgData name="Mohammad Salman" userId="cfd6754c-e613-4f6f-bb98-36aef69d8c31" providerId="ADAL" clId="{8A4AC86B-8A4E-4D42-B2D3-93B0C982EBD3}" dt="2023-10-08T12:10:48.648" v="15814" actId="1076"/>
          <ac:spMkLst>
            <pc:docMk/>
            <pc:sldMk cId="278361032" sldId="319"/>
            <ac:spMk id="3" creationId="{03A267FE-85B7-6BEC-154D-B4CED7C5F262}"/>
          </ac:spMkLst>
        </pc:spChg>
        <pc:spChg chg="add mod">
          <ac:chgData name="Mohammad Salman" userId="cfd6754c-e613-4f6f-bb98-36aef69d8c31" providerId="ADAL" clId="{8A4AC86B-8A4E-4D42-B2D3-93B0C982EBD3}" dt="2023-10-08T12:10:48.648" v="15814" actId="1076"/>
          <ac:spMkLst>
            <pc:docMk/>
            <pc:sldMk cId="278361032" sldId="319"/>
            <ac:spMk id="4" creationId="{2175B40B-1DB5-8537-9CAD-5F20C8CD723F}"/>
          </ac:spMkLst>
        </pc:spChg>
        <pc:spChg chg="add mod">
          <ac:chgData name="Mohammad Salman" userId="cfd6754c-e613-4f6f-bb98-36aef69d8c31" providerId="ADAL" clId="{8A4AC86B-8A4E-4D42-B2D3-93B0C982EBD3}" dt="2023-10-08T12:10:48.648" v="15814" actId="1076"/>
          <ac:spMkLst>
            <pc:docMk/>
            <pc:sldMk cId="278361032" sldId="319"/>
            <ac:spMk id="5" creationId="{F3D45503-213B-7AD1-7D6D-4433233CE749}"/>
          </ac:spMkLst>
        </pc:spChg>
        <pc:spChg chg="mod">
          <ac:chgData name="Mohammad Salman" userId="cfd6754c-e613-4f6f-bb98-36aef69d8c31" providerId="ADAL" clId="{8A4AC86B-8A4E-4D42-B2D3-93B0C982EBD3}" dt="2023-10-08T12:10:34.016" v="15812" actId="20577"/>
          <ac:spMkLst>
            <pc:docMk/>
            <pc:sldMk cId="278361032" sldId="319"/>
            <ac:spMk id="6" creationId="{88CD6C93-5359-F108-EC0B-86C3F991DB1D}"/>
          </ac:spMkLst>
        </pc:spChg>
        <pc:spChg chg="add mod">
          <ac:chgData name="Mohammad Salman" userId="cfd6754c-e613-4f6f-bb98-36aef69d8c31" providerId="ADAL" clId="{8A4AC86B-8A4E-4D42-B2D3-93B0C982EBD3}" dt="2023-10-08T12:10:48.648" v="15814" actId="1076"/>
          <ac:spMkLst>
            <pc:docMk/>
            <pc:sldMk cId="278361032" sldId="319"/>
            <ac:spMk id="7" creationId="{258C7B20-28F2-6F95-1E01-8E40564585F1}"/>
          </ac:spMkLst>
        </pc:spChg>
        <pc:spChg chg="add mod">
          <ac:chgData name="Mohammad Salman" userId="cfd6754c-e613-4f6f-bb98-36aef69d8c31" providerId="ADAL" clId="{8A4AC86B-8A4E-4D42-B2D3-93B0C982EBD3}" dt="2023-10-08T12:10:48.648" v="15814" actId="1076"/>
          <ac:spMkLst>
            <pc:docMk/>
            <pc:sldMk cId="278361032" sldId="319"/>
            <ac:spMk id="8" creationId="{2BC2F706-F907-03F3-4314-7E922FE30DC8}"/>
          </ac:spMkLst>
        </pc:spChg>
        <pc:spChg chg="add mod">
          <ac:chgData name="Mohammad Salman" userId="cfd6754c-e613-4f6f-bb98-36aef69d8c31" providerId="ADAL" clId="{8A4AC86B-8A4E-4D42-B2D3-93B0C982EBD3}" dt="2023-10-08T12:10:48.648" v="15814" actId="1076"/>
          <ac:spMkLst>
            <pc:docMk/>
            <pc:sldMk cId="278361032" sldId="319"/>
            <ac:spMk id="9" creationId="{B1A0F447-BCFD-98C7-77F9-69D672B53A8D}"/>
          </ac:spMkLst>
        </pc:spChg>
        <pc:spChg chg="add mod">
          <ac:chgData name="Mohammad Salman" userId="cfd6754c-e613-4f6f-bb98-36aef69d8c31" providerId="ADAL" clId="{8A4AC86B-8A4E-4D42-B2D3-93B0C982EBD3}" dt="2023-10-08T12:10:48.648" v="15814" actId="1076"/>
          <ac:spMkLst>
            <pc:docMk/>
            <pc:sldMk cId="278361032" sldId="319"/>
            <ac:spMk id="10" creationId="{63A2A171-8083-D488-7692-6E6EC01D55CE}"/>
          </ac:spMkLst>
        </pc:spChg>
        <pc:spChg chg="add mod">
          <ac:chgData name="Mohammad Salman" userId="cfd6754c-e613-4f6f-bb98-36aef69d8c31" providerId="ADAL" clId="{8A4AC86B-8A4E-4D42-B2D3-93B0C982EBD3}" dt="2023-10-08T12:11:01.629" v="15815"/>
          <ac:spMkLst>
            <pc:docMk/>
            <pc:sldMk cId="278361032" sldId="319"/>
            <ac:spMk id="13" creationId="{17747F27-0CB5-AEA3-DBAD-E23489F0BAE9}"/>
          </ac:spMkLst>
        </pc:spChg>
        <pc:spChg chg="mod">
          <ac:chgData name="Mohammad Salman" userId="cfd6754c-e613-4f6f-bb98-36aef69d8c31" providerId="ADAL" clId="{8A4AC86B-8A4E-4D42-B2D3-93B0C982EBD3}" dt="2023-10-08T12:08:56.559" v="15596" actId="20577"/>
          <ac:spMkLst>
            <pc:docMk/>
            <pc:sldMk cId="278361032" sldId="319"/>
            <ac:spMk id="14" creationId="{7CCDB5EB-CF35-5E0A-52DD-3FB798113E47}"/>
          </ac:spMkLst>
        </pc:spChg>
        <pc:spChg chg="del">
          <ac:chgData name="Mohammad Salman" userId="cfd6754c-e613-4f6f-bb98-36aef69d8c31" providerId="ADAL" clId="{8A4AC86B-8A4E-4D42-B2D3-93B0C982EBD3}" dt="2023-10-08T11:48:37.955" v="15147" actId="478"/>
          <ac:spMkLst>
            <pc:docMk/>
            <pc:sldMk cId="278361032" sldId="319"/>
            <ac:spMk id="16" creationId="{AA989999-CEF7-BC21-2EC6-C379C582E47A}"/>
          </ac:spMkLst>
        </pc:spChg>
        <pc:cxnChg chg="add mod">
          <ac:chgData name="Mohammad Salman" userId="cfd6754c-e613-4f6f-bb98-36aef69d8c31" providerId="ADAL" clId="{8A4AC86B-8A4E-4D42-B2D3-93B0C982EBD3}" dt="2023-10-08T12:11:10.338" v="15816" actId="14100"/>
          <ac:cxnSpMkLst>
            <pc:docMk/>
            <pc:sldMk cId="278361032" sldId="319"/>
            <ac:cxnSpMk id="11" creationId="{0843435D-8A7E-99EC-709C-08E2AE29683F}"/>
          </ac:cxnSpMkLst>
        </pc:cxnChg>
        <pc:cxnChg chg="add mod">
          <ac:chgData name="Mohammad Salman" userId="cfd6754c-e613-4f6f-bb98-36aef69d8c31" providerId="ADAL" clId="{8A4AC86B-8A4E-4D42-B2D3-93B0C982EBD3}" dt="2023-10-08T12:11:01.629" v="15815"/>
          <ac:cxnSpMkLst>
            <pc:docMk/>
            <pc:sldMk cId="278361032" sldId="319"/>
            <ac:cxnSpMk id="12" creationId="{58A67F86-EAC5-2147-1E33-9100A54ACDFB}"/>
          </ac:cxnSpMkLst>
        </pc:cxnChg>
      </pc:sldChg>
      <pc:sldChg chg="addSp delSp modSp add del mod setBg modNotesTx">
        <pc:chgData name="Mohammad Salman" userId="cfd6754c-e613-4f6f-bb98-36aef69d8c31" providerId="ADAL" clId="{8A4AC86B-8A4E-4D42-B2D3-93B0C982EBD3}" dt="2023-10-08T14:20:46.921" v="17920" actId="2696"/>
        <pc:sldMkLst>
          <pc:docMk/>
          <pc:sldMk cId="3937602891" sldId="320"/>
        </pc:sldMkLst>
        <pc:spChg chg="add del">
          <ac:chgData name="Mohammad Salman" userId="cfd6754c-e613-4f6f-bb98-36aef69d8c31" providerId="ADAL" clId="{8A4AC86B-8A4E-4D42-B2D3-93B0C982EBD3}" dt="2023-10-08T12:02:17.178" v="15580" actId="22"/>
          <ac:spMkLst>
            <pc:docMk/>
            <pc:sldMk cId="3937602891" sldId="320"/>
            <ac:spMk id="3" creationId="{0D2C5052-D040-B0A7-7043-992334222FB8}"/>
          </ac:spMkLst>
        </pc:spChg>
        <pc:spChg chg="del mod">
          <ac:chgData name="Mohammad Salman" userId="cfd6754c-e613-4f6f-bb98-36aef69d8c31" providerId="ADAL" clId="{8A4AC86B-8A4E-4D42-B2D3-93B0C982EBD3}" dt="2023-10-08T12:45:12.410" v="17347" actId="478"/>
          <ac:spMkLst>
            <pc:docMk/>
            <pc:sldMk cId="3937602891" sldId="320"/>
            <ac:spMk id="5" creationId="{BB100E65-5E87-2B27-3264-7EB452CCB875}"/>
          </ac:spMkLst>
        </pc:spChg>
        <pc:spChg chg="add del">
          <ac:chgData name="Mohammad Salman" userId="cfd6754c-e613-4f6f-bb98-36aef69d8c31" providerId="ADAL" clId="{8A4AC86B-8A4E-4D42-B2D3-93B0C982EBD3}" dt="2023-10-08T12:02:21.374" v="15582" actId="478"/>
          <ac:spMkLst>
            <pc:docMk/>
            <pc:sldMk cId="3937602891" sldId="320"/>
            <ac:spMk id="6" creationId="{464037BC-5832-F272-F22D-9C4F6E26058C}"/>
          </ac:spMkLst>
        </pc:spChg>
        <pc:spChg chg="add mod">
          <ac:chgData name="Mohammad Salman" userId="cfd6754c-e613-4f6f-bb98-36aef69d8c31" providerId="ADAL" clId="{8A4AC86B-8A4E-4D42-B2D3-93B0C982EBD3}" dt="2023-10-08T12:45:56.786" v="17358" actId="1076"/>
          <ac:spMkLst>
            <pc:docMk/>
            <pc:sldMk cId="3937602891" sldId="320"/>
            <ac:spMk id="8" creationId="{16288814-CD07-C15C-9920-87866A568834}"/>
          </ac:spMkLst>
        </pc:spChg>
        <pc:spChg chg="del mod">
          <ac:chgData name="Mohammad Salman" userId="cfd6754c-e613-4f6f-bb98-36aef69d8c31" providerId="ADAL" clId="{8A4AC86B-8A4E-4D42-B2D3-93B0C982EBD3}" dt="2023-10-08T12:45:12.410" v="17347" actId="478"/>
          <ac:spMkLst>
            <pc:docMk/>
            <pc:sldMk cId="3937602891" sldId="320"/>
            <ac:spMk id="9" creationId="{5EEF0F3F-5DC4-EA39-F03D-A453D1AE9C5F}"/>
          </ac:spMkLst>
        </pc:spChg>
        <pc:spChg chg="mod">
          <ac:chgData name="Mohammad Salman" userId="cfd6754c-e613-4f6f-bb98-36aef69d8c31" providerId="ADAL" clId="{8A4AC86B-8A4E-4D42-B2D3-93B0C982EBD3}" dt="2023-10-08T12:47:20.769" v="17616" actId="14100"/>
          <ac:spMkLst>
            <pc:docMk/>
            <pc:sldMk cId="3937602891" sldId="320"/>
            <ac:spMk id="10" creationId="{0D4A1842-3C92-DE2D-F724-BBA474271D3D}"/>
          </ac:spMkLst>
        </pc:spChg>
        <pc:spChg chg="add mod">
          <ac:chgData name="Mohammad Salman" userId="cfd6754c-e613-4f6f-bb98-36aef69d8c31" providerId="ADAL" clId="{8A4AC86B-8A4E-4D42-B2D3-93B0C982EBD3}" dt="2023-10-08T12:51:14.087" v="17859" actId="1076"/>
          <ac:spMkLst>
            <pc:docMk/>
            <pc:sldMk cId="3937602891" sldId="320"/>
            <ac:spMk id="11" creationId="{1E227464-9001-A617-0DAA-8096DB5732EF}"/>
          </ac:spMkLst>
        </pc:spChg>
        <pc:spChg chg="add del mod">
          <ac:chgData name="Mohammad Salman" userId="cfd6754c-e613-4f6f-bb98-36aef69d8c31" providerId="ADAL" clId="{8A4AC86B-8A4E-4D42-B2D3-93B0C982EBD3}" dt="2023-10-08T12:51:01.989" v="17855"/>
          <ac:spMkLst>
            <pc:docMk/>
            <pc:sldMk cId="3937602891" sldId="320"/>
            <ac:spMk id="12" creationId="{22E8881E-31F3-05D5-B39D-3A87E92F8713}"/>
          </ac:spMkLst>
        </pc:spChg>
        <pc:spChg chg="add mod">
          <ac:chgData name="Mohammad Salman" userId="cfd6754c-e613-4f6f-bb98-36aef69d8c31" providerId="ADAL" clId="{8A4AC86B-8A4E-4D42-B2D3-93B0C982EBD3}" dt="2023-10-08T12:51:09.936" v="17858" actId="1076"/>
          <ac:spMkLst>
            <pc:docMk/>
            <pc:sldMk cId="3937602891" sldId="320"/>
            <ac:spMk id="13" creationId="{BCA3531C-FC26-99FA-CD1B-05F6CBD59C57}"/>
          </ac:spMkLst>
        </pc:spChg>
      </pc:sldChg>
      <pc:sldChg chg="add del">
        <pc:chgData name="Mohammad Salman" userId="cfd6754c-e613-4f6f-bb98-36aef69d8c31" providerId="ADAL" clId="{8A4AC86B-8A4E-4D42-B2D3-93B0C982EBD3}" dt="2023-10-08T12:12:36.431" v="15820" actId="47"/>
        <pc:sldMkLst>
          <pc:docMk/>
          <pc:sldMk cId="2521316767" sldId="321"/>
        </pc:sldMkLst>
      </pc:sldChg>
      <pc:sldChg chg="addSp delSp modSp add del mod modAnim">
        <pc:chgData name="Mohammad Salman" userId="cfd6754c-e613-4f6f-bb98-36aef69d8c31" providerId="ADAL" clId="{8A4AC86B-8A4E-4D42-B2D3-93B0C982EBD3}" dt="2023-10-08T14:20:46.921" v="17920" actId="2696"/>
        <pc:sldMkLst>
          <pc:docMk/>
          <pc:sldMk cId="3428871913" sldId="321"/>
        </pc:sldMkLst>
        <pc:spChg chg="mod">
          <ac:chgData name="Mohammad Salman" userId="cfd6754c-e613-4f6f-bb98-36aef69d8c31" providerId="ADAL" clId="{8A4AC86B-8A4E-4D42-B2D3-93B0C982EBD3}" dt="2023-10-08T12:15:44.778" v="16044" actId="20577"/>
          <ac:spMkLst>
            <pc:docMk/>
            <pc:sldMk cId="3428871913" sldId="321"/>
            <ac:spMk id="6" creationId="{88CD6C93-5359-F108-EC0B-86C3F991DB1D}"/>
          </ac:spMkLst>
        </pc:spChg>
        <pc:spChg chg="del">
          <ac:chgData name="Mohammad Salman" userId="cfd6754c-e613-4f6f-bb98-36aef69d8c31" providerId="ADAL" clId="{8A4AC86B-8A4E-4D42-B2D3-93B0C982EBD3}" dt="2023-10-08T12:12:47.798" v="15823" actId="478"/>
          <ac:spMkLst>
            <pc:docMk/>
            <pc:sldMk cId="3428871913" sldId="321"/>
            <ac:spMk id="13" creationId="{17747F27-0CB5-AEA3-DBAD-E23489F0BAE9}"/>
          </ac:spMkLst>
        </pc:spChg>
        <pc:spChg chg="add mod">
          <ac:chgData name="Mohammad Salman" userId="cfd6754c-e613-4f6f-bb98-36aef69d8c31" providerId="ADAL" clId="{8A4AC86B-8A4E-4D42-B2D3-93B0C982EBD3}" dt="2023-10-08T12:14:37.925" v="16038" actId="14100"/>
          <ac:spMkLst>
            <pc:docMk/>
            <pc:sldMk cId="3428871913" sldId="321"/>
            <ac:spMk id="15" creationId="{E793935C-6E9C-E229-536A-109870AB9AD5}"/>
          </ac:spMkLst>
        </pc:spChg>
        <pc:spChg chg="add del mod">
          <ac:chgData name="Mohammad Salman" userId="cfd6754c-e613-4f6f-bb98-36aef69d8c31" providerId="ADAL" clId="{8A4AC86B-8A4E-4D42-B2D3-93B0C982EBD3}" dt="2023-10-08T12:23:57.433" v="16356" actId="478"/>
          <ac:spMkLst>
            <pc:docMk/>
            <pc:sldMk cId="3428871913" sldId="321"/>
            <ac:spMk id="16" creationId="{AA13AF84-E5D7-096E-6709-977FA0E86B95}"/>
          </ac:spMkLst>
        </pc:spChg>
        <pc:spChg chg="add mod">
          <ac:chgData name="Mohammad Salman" userId="cfd6754c-e613-4f6f-bb98-36aef69d8c31" providerId="ADAL" clId="{8A4AC86B-8A4E-4D42-B2D3-93B0C982EBD3}" dt="2023-10-08T12:23:57.803" v="16357"/>
          <ac:spMkLst>
            <pc:docMk/>
            <pc:sldMk cId="3428871913" sldId="321"/>
            <ac:spMk id="17" creationId="{1BB1898D-B8E3-4489-E3B4-D026F30E67E5}"/>
          </ac:spMkLst>
        </pc:spChg>
        <pc:cxnChg chg="del">
          <ac:chgData name="Mohammad Salman" userId="cfd6754c-e613-4f6f-bb98-36aef69d8c31" providerId="ADAL" clId="{8A4AC86B-8A4E-4D42-B2D3-93B0C982EBD3}" dt="2023-10-08T12:12:47.798" v="15823" actId="478"/>
          <ac:cxnSpMkLst>
            <pc:docMk/>
            <pc:sldMk cId="3428871913" sldId="321"/>
            <ac:cxnSpMk id="11" creationId="{0843435D-8A7E-99EC-709C-08E2AE29683F}"/>
          </ac:cxnSpMkLst>
        </pc:cxnChg>
        <pc:cxnChg chg="del">
          <ac:chgData name="Mohammad Salman" userId="cfd6754c-e613-4f6f-bb98-36aef69d8c31" providerId="ADAL" clId="{8A4AC86B-8A4E-4D42-B2D3-93B0C982EBD3}" dt="2023-10-08T12:12:47.798" v="15823" actId="478"/>
          <ac:cxnSpMkLst>
            <pc:docMk/>
            <pc:sldMk cId="3428871913" sldId="321"/>
            <ac:cxnSpMk id="12" creationId="{58A67F86-EAC5-2147-1E33-9100A54ACDFB}"/>
          </ac:cxnSpMkLst>
        </pc:cxnChg>
      </pc:sldChg>
      <pc:sldChg chg="addSp modSp add del mod modAnim">
        <pc:chgData name="Mohammad Salman" userId="cfd6754c-e613-4f6f-bb98-36aef69d8c31" providerId="ADAL" clId="{8A4AC86B-8A4E-4D42-B2D3-93B0C982EBD3}" dt="2023-10-08T14:20:46.921" v="17920" actId="2696"/>
        <pc:sldMkLst>
          <pc:docMk/>
          <pc:sldMk cId="742445563" sldId="322"/>
        </pc:sldMkLst>
        <pc:spChg chg="mod">
          <ac:chgData name="Mohammad Salman" userId="cfd6754c-e613-4f6f-bb98-36aef69d8c31" providerId="ADAL" clId="{8A4AC86B-8A4E-4D42-B2D3-93B0C982EBD3}" dt="2023-10-08T12:23:05.118" v="16349" actId="20577"/>
          <ac:spMkLst>
            <pc:docMk/>
            <pc:sldMk cId="742445563" sldId="322"/>
            <ac:spMk id="6" creationId="{88CD6C93-5359-F108-EC0B-86C3F991DB1D}"/>
          </ac:spMkLst>
        </pc:spChg>
        <pc:spChg chg="add mod">
          <ac:chgData name="Mohammad Salman" userId="cfd6754c-e613-4f6f-bb98-36aef69d8c31" providerId="ADAL" clId="{8A4AC86B-8A4E-4D42-B2D3-93B0C982EBD3}" dt="2023-10-08T12:23:44.208" v="16354" actId="1076"/>
          <ac:spMkLst>
            <pc:docMk/>
            <pc:sldMk cId="742445563" sldId="322"/>
            <ac:spMk id="11" creationId="{B519927D-498C-6BB5-9ED4-FBD158A3B62E}"/>
          </ac:spMkLst>
        </pc:spChg>
        <pc:spChg chg="mod">
          <ac:chgData name="Mohammad Salman" userId="cfd6754c-e613-4f6f-bb98-36aef69d8c31" providerId="ADAL" clId="{8A4AC86B-8A4E-4D42-B2D3-93B0C982EBD3}" dt="2023-10-08T12:16:05.819" v="16057" actId="1076"/>
          <ac:spMkLst>
            <pc:docMk/>
            <pc:sldMk cId="742445563" sldId="322"/>
            <ac:spMk id="15" creationId="{E793935C-6E9C-E229-536A-109870AB9AD5}"/>
          </ac:spMkLst>
        </pc:spChg>
        <pc:spChg chg="mod">
          <ac:chgData name="Mohammad Salman" userId="cfd6754c-e613-4f6f-bb98-36aef69d8c31" providerId="ADAL" clId="{8A4AC86B-8A4E-4D42-B2D3-93B0C982EBD3}" dt="2023-10-08T12:23:54.941" v="16355" actId="1076"/>
          <ac:spMkLst>
            <pc:docMk/>
            <pc:sldMk cId="742445563" sldId="322"/>
            <ac:spMk id="16" creationId="{AA13AF84-E5D7-096E-6709-977FA0E86B95}"/>
          </ac:spMkLst>
        </pc:spChg>
        <pc:spChg chg="add mod">
          <ac:chgData name="Mohammad Salman" userId="cfd6754c-e613-4f6f-bb98-36aef69d8c31" providerId="ADAL" clId="{8A4AC86B-8A4E-4D42-B2D3-93B0C982EBD3}" dt="2023-10-08T12:26:53.514" v="16557" actId="1076"/>
          <ac:spMkLst>
            <pc:docMk/>
            <pc:sldMk cId="742445563" sldId="322"/>
            <ac:spMk id="18" creationId="{7441EDEF-B62F-EE15-F2A6-0963C6FA2BE5}"/>
          </ac:spMkLst>
        </pc:spChg>
        <pc:cxnChg chg="add mod">
          <ac:chgData name="Mohammad Salman" userId="cfd6754c-e613-4f6f-bb98-36aef69d8c31" providerId="ADAL" clId="{8A4AC86B-8A4E-4D42-B2D3-93B0C982EBD3}" dt="2023-10-08T12:27:18.270" v="16571" actId="1076"/>
          <ac:cxnSpMkLst>
            <pc:docMk/>
            <pc:sldMk cId="742445563" sldId="322"/>
            <ac:cxnSpMk id="13" creationId="{E15D0DA2-017A-E534-9F3A-DE9A97B36579}"/>
          </ac:cxnSpMkLst>
        </pc:cxnChg>
        <pc:cxnChg chg="add mod">
          <ac:chgData name="Mohammad Salman" userId="cfd6754c-e613-4f6f-bb98-36aef69d8c31" providerId="ADAL" clId="{8A4AC86B-8A4E-4D42-B2D3-93B0C982EBD3}" dt="2023-10-08T12:27:18.270" v="16571" actId="1076"/>
          <ac:cxnSpMkLst>
            <pc:docMk/>
            <pc:sldMk cId="742445563" sldId="322"/>
            <ac:cxnSpMk id="17" creationId="{57C379BD-31C4-24A1-BE63-1A48045F52AC}"/>
          </ac:cxnSpMkLst>
        </pc:cxnChg>
      </pc:sldChg>
      <pc:sldChg chg="addSp delSp modSp add del mod delAnim modAnim">
        <pc:chgData name="Mohammad Salman" userId="cfd6754c-e613-4f6f-bb98-36aef69d8c31" providerId="ADAL" clId="{8A4AC86B-8A4E-4D42-B2D3-93B0C982EBD3}" dt="2023-10-08T14:20:46.921" v="17920" actId="2696"/>
        <pc:sldMkLst>
          <pc:docMk/>
          <pc:sldMk cId="783975415" sldId="323"/>
        </pc:sldMkLst>
        <pc:spChg chg="del">
          <ac:chgData name="Mohammad Salman" userId="cfd6754c-e613-4f6f-bb98-36aef69d8c31" providerId="ADAL" clId="{8A4AC86B-8A4E-4D42-B2D3-93B0C982EBD3}" dt="2023-10-08T12:32:45.472" v="16763" actId="478"/>
          <ac:spMkLst>
            <pc:docMk/>
            <pc:sldMk cId="783975415" sldId="323"/>
            <ac:spMk id="5" creationId="{F3D45503-213B-7AD1-7D6D-4433233CE749}"/>
          </ac:spMkLst>
        </pc:spChg>
        <pc:spChg chg="mod">
          <ac:chgData name="Mohammad Salman" userId="cfd6754c-e613-4f6f-bb98-36aef69d8c31" providerId="ADAL" clId="{8A4AC86B-8A4E-4D42-B2D3-93B0C982EBD3}" dt="2023-10-08T12:32:58.176" v="16766" actId="20577"/>
          <ac:spMkLst>
            <pc:docMk/>
            <pc:sldMk cId="783975415" sldId="323"/>
            <ac:spMk id="6" creationId="{88CD6C93-5359-F108-EC0B-86C3F991DB1D}"/>
          </ac:spMkLst>
        </pc:spChg>
        <pc:spChg chg="del">
          <ac:chgData name="Mohammad Salman" userId="cfd6754c-e613-4f6f-bb98-36aef69d8c31" providerId="ADAL" clId="{8A4AC86B-8A4E-4D42-B2D3-93B0C982EBD3}" dt="2023-10-08T12:32:47.589" v="16764" actId="478"/>
          <ac:spMkLst>
            <pc:docMk/>
            <pc:sldMk cId="783975415" sldId="323"/>
            <ac:spMk id="10" creationId="{63A2A171-8083-D488-7692-6E6EC01D55CE}"/>
          </ac:spMkLst>
        </pc:spChg>
        <pc:spChg chg="del">
          <ac:chgData name="Mohammad Salman" userId="cfd6754c-e613-4f6f-bb98-36aef69d8c31" providerId="ADAL" clId="{8A4AC86B-8A4E-4D42-B2D3-93B0C982EBD3}" dt="2023-10-08T12:29:03.883" v="16574" actId="478"/>
          <ac:spMkLst>
            <pc:docMk/>
            <pc:sldMk cId="783975415" sldId="323"/>
            <ac:spMk id="11" creationId="{B519927D-498C-6BB5-9ED4-FBD158A3B62E}"/>
          </ac:spMkLst>
        </pc:spChg>
        <pc:spChg chg="del">
          <ac:chgData name="Mohammad Salman" userId="cfd6754c-e613-4f6f-bb98-36aef69d8c31" providerId="ADAL" clId="{8A4AC86B-8A4E-4D42-B2D3-93B0C982EBD3}" dt="2023-10-08T12:29:01.859" v="16573" actId="478"/>
          <ac:spMkLst>
            <pc:docMk/>
            <pc:sldMk cId="783975415" sldId="323"/>
            <ac:spMk id="14" creationId="{7CCDB5EB-CF35-5E0A-52DD-3FB798113E47}"/>
          </ac:spMkLst>
        </pc:spChg>
        <pc:spChg chg="del">
          <ac:chgData name="Mohammad Salman" userId="cfd6754c-e613-4f6f-bb98-36aef69d8c31" providerId="ADAL" clId="{8A4AC86B-8A4E-4D42-B2D3-93B0C982EBD3}" dt="2023-10-08T12:29:03.883" v="16574" actId="478"/>
          <ac:spMkLst>
            <pc:docMk/>
            <pc:sldMk cId="783975415" sldId="323"/>
            <ac:spMk id="15" creationId="{E793935C-6E9C-E229-536A-109870AB9AD5}"/>
          </ac:spMkLst>
        </pc:spChg>
        <pc:spChg chg="del">
          <ac:chgData name="Mohammad Salman" userId="cfd6754c-e613-4f6f-bb98-36aef69d8c31" providerId="ADAL" clId="{8A4AC86B-8A4E-4D42-B2D3-93B0C982EBD3}" dt="2023-10-08T12:29:05.260" v="16575" actId="478"/>
          <ac:spMkLst>
            <pc:docMk/>
            <pc:sldMk cId="783975415" sldId="323"/>
            <ac:spMk id="16" creationId="{AA13AF84-E5D7-096E-6709-977FA0E86B95}"/>
          </ac:spMkLst>
        </pc:spChg>
        <pc:spChg chg="del">
          <ac:chgData name="Mohammad Salman" userId="cfd6754c-e613-4f6f-bb98-36aef69d8c31" providerId="ADAL" clId="{8A4AC86B-8A4E-4D42-B2D3-93B0C982EBD3}" dt="2023-10-08T12:32:50.360" v="16765" actId="478"/>
          <ac:spMkLst>
            <pc:docMk/>
            <pc:sldMk cId="783975415" sldId="323"/>
            <ac:spMk id="18" creationId="{7441EDEF-B62F-EE15-F2A6-0963C6FA2BE5}"/>
          </ac:spMkLst>
        </pc:spChg>
        <pc:spChg chg="add mod">
          <ac:chgData name="Mohammad Salman" userId="cfd6754c-e613-4f6f-bb98-36aef69d8c31" providerId="ADAL" clId="{8A4AC86B-8A4E-4D42-B2D3-93B0C982EBD3}" dt="2023-10-08T12:29:23.250" v="16583" actId="1076"/>
          <ac:spMkLst>
            <pc:docMk/>
            <pc:sldMk cId="783975415" sldId="323"/>
            <ac:spMk id="19" creationId="{F97B8EC6-38D2-59BF-C0AA-8DCAE9D86287}"/>
          </ac:spMkLst>
        </pc:spChg>
        <pc:spChg chg="add mod">
          <ac:chgData name="Mohammad Salman" userId="cfd6754c-e613-4f6f-bb98-36aef69d8c31" providerId="ADAL" clId="{8A4AC86B-8A4E-4D42-B2D3-93B0C982EBD3}" dt="2023-10-08T12:30:10.744" v="16597" actId="1038"/>
          <ac:spMkLst>
            <pc:docMk/>
            <pc:sldMk cId="783975415" sldId="323"/>
            <ac:spMk id="20" creationId="{FC10B3BA-A0E6-78FF-52C6-8F0DB33DA22B}"/>
          </ac:spMkLst>
        </pc:spChg>
        <pc:spChg chg="add mod">
          <ac:chgData name="Mohammad Salman" userId="cfd6754c-e613-4f6f-bb98-36aef69d8c31" providerId="ADAL" clId="{8A4AC86B-8A4E-4D42-B2D3-93B0C982EBD3}" dt="2023-10-08T12:32:10.554" v="16759" actId="20577"/>
          <ac:spMkLst>
            <pc:docMk/>
            <pc:sldMk cId="783975415" sldId="323"/>
            <ac:spMk id="21" creationId="{FC7D9D00-AE7B-D4EA-FB26-E63BDB289370}"/>
          </ac:spMkLst>
        </pc:spChg>
        <pc:spChg chg="add mod">
          <ac:chgData name="Mohammad Salman" userId="cfd6754c-e613-4f6f-bb98-36aef69d8c31" providerId="ADAL" clId="{8A4AC86B-8A4E-4D42-B2D3-93B0C982EBD3}" dt="2023-10-08T12:32:22.339" v="16761" actId="14100"/>
          <ac:spMkLst>
            <pc:docMk/>
            <pc:sldMk cId="783975415" sldId="323"/>
            <ac:spMk id="26" creationId="{072860AD-23FE-AE56-F5C4-037EE2EBBAFC}"/>
          </ac:spMkLst>
        </pc:spChg>
        <pc:cxnChg chg="del">
          <ac:chgData name="Mohammad Salman" userId="cfd6754c-e613-4f6f-bb98-36aef69d8c31" providerId="ADAL" clId="{8A4AC86B-8A4E-4D42-B2D3-93B0C982EBD3}" dt="2023-10-08T12:32:45.472" v="16763" actId="478"/>
          <ac:cxnSpMkLst>
            <pc:docMk/>
            <pc:sldMk cId="783975415" sldId="323"/>
            <ac:cxnSpMk id="13" creationId="{E15D0DA2-017A-E534-9F3A-DE9A97B36579}"/>
          </ac:cxnSpMkLst>
        </pc:cxnChg>
        <pc:cxnChg chg="del">
          <ac:chgData name="Mohammad Salman" userId="cfd6754c-e613-4f6f-bb98-36aef69d8c31" providerId="ADAL" clId="{8A4AC86B-8A4E-4D42-B2D3-93B0C982EBD3}" dt="2023-10-08T12:32:47.589" v="16764" actId="478"/>
          <ac:cxnSpMkLst>
            <pc:docMk/>
            <pc:sldMk cId="783975415" sldId="323"/>
            <ac:cxnSpMk id="17" creationId="{57C379BD-31C4-24A1-BE63-1A48045F52AC}"/>
          </ac:cxnSpMkLst>
        </pc:cxnChg>
        <pc:cxnChg chg="add mod">
          <ac:chgData name="Mohammad Salman" userId="cfd6754c-e613-4f6f-bb98-36aef69d8c31" providerId="ADAL" clId="{8A4AC86B-8A4E-4D42-B2D3-93B0C982EBD3}" dt="2023-10-08T12:32:29.186" v="16762" actId="14100"/>
          <ac:cxnSpMkLst>
            <pc:docMk/>
            <pc:sldMk cId="783975415" sldId="323"/>
            <ac:cxnSpMk id="22" creationId="{CE2B89F0-9DC0-2A4D-BC60-E19FF063BD23}"/>
          </ac:cxnSpMkLst>
        </pc:cxnChg>
      </pc:sldChg>
      <pc:sldChg chg="modSp add del mod">
        <pc:chgData name="Mohammad Salman" userId="cfd6754c-e613-4f6f-bb98-36aef69d8c31" providerId="ADAL" clId="{8A4AC86B-8A4E-4D42-B2D3-93B0C982EBD3}" dt="2023-10-08T14:20:46.921" v="17920" actId="2696"/>
        <pc:sldMkLst>
          <pc:docMk/>
          <pc:sldMk cId="73716982" sldId="324"/>
        </pc:sldMkLst>
        <pc:spChg chg="mod">
          <ac:chgData name="Mohammad Salman" userId="cfd6754c-e613-4f6f-bb98-36aef69d8c31" providerId="ADAL" clId="{8A4AC86B-8A4E-4D42-B2D3-93B0C982EBD3}" dt="2023-10-08T12:37:19.828" v="16944" actId="6549"/>
          <ac:spMkLst>
            <pc:docMk/>
            <pc:sldMk cId="73716982" sldId="324"/>
            <ac:spMk id="3" creationId="{DF0DA36B-DD7C-268E-8B82-E9B370C0CCC1}"/>
          </ac:spMkLst>
        </pc:spChg>
      </pc:sldChg>
      <pc:sldChg chg="addSp delSp modSp add del mod modNotesTx">
        <pc:chgData name="Mohammad Salman" userId="cfd6754c-e613-4f6f-bb98-36aef69d8c31" providerId="ADAL" clId="{8A4AC86B-8A4E-4D42-B2D3-93B0C982EBD3}" dt="2023-10-08T14:20:46.921" v="17920" actId="2696"/>
        <pc:sldMkLst>
          <pc:docMk/>
          <pc:sldMk cId="3738048529" sldId="325"/>
        </pc:sldMkLst>
        <pc:spChg chg="add mod">
          <ac:chgData name="Mohammad Salman" userId="cfd6754c-e613-4f6f-bb98-36aef69d8c31" providerId="ADAL" clId="{8A4AC86B-8A4E-4D42-B2D3-93B0C982EBD3}" dt="2023-10-08T12:49:33.447" v="17643" actId="1076"/>
          <ac:spMkLst>
            <pc:docMk/>
            <pc:sldMk cId="3738048529" sldId="325"/>
            <ac:spMk id="3" creationId="{B20BFA79-229F-79EB-C886-8DBA90C1102D}"/>
          </ac:spMkLst>
        </pc:spChg>
        <pc:spChg chg="add mod">
          <ac:chgData name="Mohammad Salman" userId="cfd6754c-e613-4f6f-bb98-36aef69d8c31" providerId="ADAL" clId="{8A4AC86B-8A4E-4D42-B2D3-93B0C982EBD3}" dt="2023-10-08T12:50:43.564" v="17852" actId="1076"/>
          <ac:spMkLst>
            <pc:docMk/>
            <pc:sldMk cId="3738048529" sldId="325"/>
            <ac:spMk id="4" creationId="{970C8B4B-5A20-5CDC-9EBE-10366E9C0747}"/>
          </ac:spMkLst>
        </pc:spChg>
        <pc:spChg chg="del">
          <ac:chgData name="Mohammad Salman" userId="cfd6754c-e613-4f6f-bb98-36aef69d8c31" providerId="ADAL" clId="{8A4AC86B-8A4E-4D42-B2D3-93B0C982EBD3}" dt="2023-10-08T12:47:30.896" v="17617" actId="478"/>
          <ac:spMkLst>
            <pc:docMk/>
            <pc:sldMk cId="3738048529" sldId="325"/>
            <ac:spMk id="5" creationId="{BB100E65-5E87-2B27-3264-7EB452CCB875}"/>
          </ac:spMkLst>
        </pc:spChg>
        <pc:spChg chg="del">
          <ac:chgData name="Mohammad Salman" userId="cfd6754c-e613-4f6f-bb98-36aef69d8c31" providerId="ADAL" clId="{8A4AC86B-8A4E-4D42-B2D3-93B0C982EBD3}" dt="2023-10-08T12:47:30.896" v="17617" actId="478"/>
          <ac:spMkLst>
            <pc:docMk/>
            <pc:sldMk cId="3738048529" sldId="325"/>
            <ac:spMk id="9" creationId="{5EEF0F3F-5DC4-EA39-F03D-A453D1AE9C5F}"/>
          </ac:spMkLst>
        </pc:spChg>
        <pc:spChg chg="mod">
          <ac:chgData name="Mohammad Salman" userId="cfd6754c-e613-4f6f-bb98-36aef69d8c31" providerId="ADAL" clId="{8A4AC86B-8A4E-4D42-B2D3-93B0C982EBD3}" dt="2023-10-08T12:50:27.656" v="17850" actId="113"/>
          <ac:spMkLst>
            <pc:docMk/>
            <pc:sldMk cId="3738048529" sldId="325"/>
            <ac:spMk id="10" creationId="{0D4A1842-3C92-DE2D-F724-BBA474271D3D}"/>
          </ac:spMkLst>
        </pc:spChg>
      </pc:sldChg>
      <pc:sldChg chg="modSp add del mod">
        <pc:chgData name="Mohammad Salman" userId="cfd6754c-e613-4f6f-bb98-36aef69d8c31" providerId="ADAL" clId="{8A4AC86B-8A4E-4D42-B2D3-93B0C982EBD3}" dt="2023-10-08T14:20:46.921" v="17920" actId="2696"/>
        <pc:sldMkLst>
          <pc:docMk/>
          <pc:sldMk cId="2141261538" sldId="326"/>
        </pc:sldMkLst>
        <pc:spChg chg="mod">
          <ac:chgData name="Mohammad Salman" userId="cfd6754c-e613-4f6f-bb98-36aef69d8c31" providerId="ADAL" clId="{8A4AC86B-8A4E-4D42-B2D3-93B0C982EBD3}" dt="2023-10-08T12:51:57.833" v="17919" actId="14100"/>
          <ac:spMkLst>
            <pc:docMk/>
            <pc:sldMk cId="2141261538" sldId="326"/>
            <ac:spMk id="10" creationId="{0D4A1842-3C92-DE2D-F724-BBA474271D3D}"/>
          </ac:spMkLst>
        </pc:spChg>
      </pc:sldChg>
      <pc:sldChg chg="new del">
        <pc:chgData name="Mohammad Salman" userId="cfd6754c-e613-4f6f-bb98-36aef69d8c31" providerId="ADAL" clId="{8A4AC86B-8A4E-4D42-B2D3-93B0C982EBD3}" dt="2023-10-08T12:42:01.904" v="17138" actId="680"/>
        <pc:sldMkLst>
          <pc:docMk/>
          <pc:sldMk cId="640557427" sldId="327"/>
        </pc:sldMkLst>
      </pc:sldChg>
      <pc:sldChg chg="addSp delSp modSp add del mod">
        <pc:chgData name="Mohammad Salman" userId="cfd6754c-e613-4f6f-bb98-36aef69d8c31" providerId="ADAL" clId="{8A4AC86B-8A4E-4D42-B2D3-93B0C982EBD3}" dt="2023-10-08T14:20:46.921" v="17920" actId="2696"/>
        <pc:sldMkLst>
          <pc:docMk/>
          <pc:sldMk cId="3730547048" sldId="327"/>
        </pc:sldMkLst>
        <pc:spChg chg="add mod">
          <ac:chgData name="Mohammad Salman" userId="cfd6754c-e613-4f6f-bb98-36aef69d8c31" providerId="ADAL" clId="{8A4AC86B-8A4E-4D42-B2D3-93B0C982EBD3}" dt="2023-10-08T12:43:21.595" v="17161" actId="20577"/>
          <ac:spMkLst>
            <pc:docMk/>
            <pc:sldMk cId="3730547048" sldId="327"/>
            <ac:spMk id="3" creationId="{EB7FC5CF-3071-307F-3CB7-21B29DAFC7D3}"/>
          </ac:spMkLst>
        </pc:spChg>
        <pc:spChg chg="del">
          <ac:chgData name="Mohammad Salman" userId="cfd6754c-e613-4f6f-bb98-36aef69d8c31" providerId="ADAL" clId="{8A4AC86B-8A4E-4D42-B2D3-93B0C982EBD3}" dt="2023-10-08T12:42:10.381" v="17140" actId="478"/>
          <ac:spMkLst>
            <pc:docMk/>
            <pc:sldMk cId="3730547048" sldId="327"/>
            <ac:spMk id="5" creationId="{BB100E65-5E87-2B27-3264-7EB452CCB875}"/>
          </ac:spMkLst>
        </pc:spChg>
        <pc:spChg chg="del">
          <ac:chgData name="Mohammad Salman" userId="cfd6754c-e613-4f6f-bb98-36aef69d8c31" providerId="ADAL" clId="{8A4AC86B-8A4E-4D42-B2D3-93B0C982EBD3}" dt="2023-10-08T12:42:11.506" v="17141" actId="478"/>
          <ac:spMkLst>
            <pc:docMk/>
            <pc:sldMk cId="3730547048" sldId="327"/>
            <ac:spMk id="9" creationId="{5EEF0F3F-5DC4-EA39-F03D-A453D1AE9C5F}"/>
          </ac:spMkLst>
        </pc:spChg>
        <pc:spChg chg="mod">
          <ac:chgData name="Mohammad Salman" userId="cfd6754c-e613-4f6f-bb98-36aef69d8c31" providerId="ADAL" clId="{8A4AC86B-8A4E-4D42-B2D3-93B0C982EBD3}" dt="2023-10-08T12:44:11.403" v="17346" actId="20577"/>
          <ac:spMkLst>
            <pc:docMk/>
            <pc:sldMk cId="3730547048" sldId="327"/>
            <ac:spMk id="10" creationId="{0D4A1842-3C92-DE2D-F724-BBA474271D3D}"/>
          </ac:spMkLst>
        </pc:spChg>
      </pc:sldChg>
      <pc:sldMasterChg chg="modSldLayout">
        <pc:chgData name="Mohammad Salman" userId="cfd6754c-e613-4f6f-bb98-36aef69d8c31" providerId="ADAL" clId="{8A4AC86B-8A4E-4D42-B2D3-93B0C982EBD3}" dt="2023-10-02T09:23:00.802" v="1" actId="114"/>
        <pc:sldMasterMkLst>
          <pc:docMk/>
          <pc:sldMasterMk cId="772530303" sldId="2147483648"/>
        </pc:sldMasterMkLst>
        <pc:sldLayoutChg chg="modSp">
          <pc:chgData name="Mohammad Salman" userId="cfd6754c-e613-4f6f-bb98-36aef69d8c31" providerId="ADAL" clId="{8A4AC86B-8A4E-4D42-B2D3-93B0C982EBD3}" dt="2023-10-02T09:23:00.802" v="1" actId="114"/>
          <pc:sldLayoutMkLst>
            <pc:docMk/>
            <pc:sldMasterMk cId="772530303" sldId="2147483648"/>
            <pc:sldLayoutMk cId="1251849033" sldId="2147483649"/>
          </pc:sldLayoutMkLst>
          <pc:spChg chg="mod">
            <ac:chgData name="Mohammad Salman" userId="cfd6754c-e613-4f6f-bb98-36aef69d8c31" providerId="ADAL" clId="{8A4AC86B-8A4E-4D42-B2D3-93B0C982EBD3}" dt="2023-10-02T09:23:00.802" v="1" actId="114"/>
            <ac:spMkLst>
              <pc:docMk/>
              <pc:sldMasterMk cId="772530303" sldId="2147483648"/>
              <pc:sldLayoutMk cId="1251849033" sldId="2147483649"/>
              <ac:spMk id="3" creationId="{4C11A2E5-83F1-DA8F-F52B-71A83ADE67D2}"/>
            </ac:spMkLst>
          </pc:sp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8:34:00.878"/>
    </inkml:context>
    <inkml:brush xml:id="br0">
      <inkml:brushProperty name="width" value="0.1" units="cm"/>
      <inkml:brushProperty name="height" value="0.1" units="cm"/>
      <inkml:brushProperty name="color" value="#4472C4"/>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8:34:00.879"/>
    </inkml:context>
    <inkml:brush xml:id="br0">
      <inkml:brushProperty name="width" value="0.1" units="cm"/>
      <inkml:brushProperty name="height" value="0.1" units="cm"/>
      <inkml:brushProperty name="color" value="#4472C4"/>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8:36:23.085"/>
    </inkml:context>
    <inkml:brush xml:id="br0">
      <inkml:brushProperty name="width" value="0.1" units="cm"/>
      <inkml:brushProperty name="height" value="0.1" units="cm"/>
      <inkml:brushProperty name="color" value="#00B050"/>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8:36:23.086"/>
    </inkml:context>
    <inkml:brush xml:id="br0">
      <inkml:brushProperty name="width" value="0.1" units="cm"/>
      <inkml:brushProperty name="height" value="0.1" units="cm"/>
      <inkml:brushProperty name="color" value="#00B050"/>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8:34:00.878"/>
    </inkml:context>
    <inkml:brush xml:id="br0">
      <inkml:brushProperty name="width" value="0.1" units="cm"/>
      <inkml:brushProperty name="height" value="0.1" units="cm"/>
      <inkml:brushProperty name="color" value="#4472C4"/>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8:34:00.879"/>
    </inkml:context>
    <inkml:brush xml:id="br0">
      <inkml:brushProperty name="width" value="0.1" units="cm"/>
      <inkml:brushProperty name="height" value="0.1" units="cm"/>
      <inkml:brushProperty name="color" value="#4472C4"/>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8:42:48.831"/>
    </inkml:context>
    <inkml:brush xml:id="br0">
      <inkml:brushProperty name="width" value="0.1" units="cm"/>
      <inkml:brushProperty name="height" value="0.1" units="cm"/>
      <inkml:brushProperty name="color" value="#00B050"/>
    </inkml:brush>
  </inkml:definitions>
  <inkml:trace contextRef="#ctx0" brushRef="#br0">0 5087 24575,'41'-37'0,"70"-84"0,-4 4 0,458-385 0,-389 371 0,3 12 0,217-92 0,-154 127 0,-66 27 0,50-17 0,1 14 0,1 18 0,298 4 0,3084 42 0,-3074-50 0,-2-59 0,-129 23 0,1214-321-2702,-1133 213 2552,-368 132 100,-3-9 0,122-98 0,-198 133 59,48-53 0,-75 71 282,1 0 1,-2-3-1,1 1 0,-2 0 1,1-3-1,-2 0 1,11-25-1,-8 17-127,-1 1 0,1 3 0,28-42 0,3-6-167,-24 43 3,-1 2 0,1 0 0,30-30 0,30-39 0,-62 70 0,128-168 0,-88 128 0,77-94 0,-114 131 0,28-55 0,-8 12 0,24-31 0,-9 17 0,77-156 0,-42 75 0,-18 36 0,-32 60 0,-26 49 0,-1-4 0,17-34 0,-27 53 0,0-1 0,0 0 0,-1 0 0,0-1 0,0 0 0,0 1 0,-1-1 0,1 0 0,-1-1 0,0 1 0,0 0 0,-1-1 0,0-14 0,0 21 0,0 2 0,0-1 0,-1 1 0,1-2 0,0 1 0,-1 1 0,1-2 0,0 2 0,-1-1 0,1 1 0,-1-2 0,1 2 0,-1 0 0,1-1 0,-1 1 0,1-2 0,-1 2 0,1 0 0,-1-1 0,1 1 0,-1 0 0,0 0 0,1 0 0,-1-2 0,1 2 0,-1 0 0,1 0 0,0 0 0,-1 0 0,0 0 0,1 0 0,-1 0 0,0 0 0,1 0 0,-1 2 0,1-2 0,-1 0 0,0 0 0,1 1 0,-2-1 0,-31 20 0,26-15 0,-18 13 0,1 2 0,0 4 0,0-1 0,3 3 0,-1 0 0,1 4 0,0-1 0,-23 46 0,38-65 0,-1-1 0,1 0 0,-1-1 0,0 0 0,0-1 0,-1 0 0,0-1 0,-12 8 0,-7 0 0,-35 12 0,4-5 0,24-10 0,28-11 0,2 0 0,-2 2 0,1-1 0,-1 1 0,2-1 0,-2 2 0,1-1 0,0 1 0,1 2 0,-1-2 0,-9 11 0,14-14 0,-1 0 0,1 0 0,0 0 0,0 1 0,0-1 0,0 0 0,0 0 0,0 2 0,0-2 0,0 0 0,0 0 0,0 1 0,0-1 0,0 0 0,0 2 0,0-2 0,0 0 0,0 0 0,0 1 0,0-1 0,0 0 0,0 0 0,0 2 0,0-2 0,0 0 0,0 0 0,0 2 0,1-2 0,-1 0 0,0 0 0,0 0 0,0 1 0,1-1 0,-1 0 0,0 0 0,0 0 0,0 2 0,1-2 0,-1 0 0,0 0 0,0 0 0,1 0 0,-1 0 0,0 0 0,0 0 0,1 0 0,-1 0 0,0 0 0,0 0 0,1 0 0,-1 0 0,0 0 0,1 0 0,-1 0 0,0 0 0,0 0 0,1 0 0,18-2 0,6-12 0,0-3 0,-1-1 0,32-33 0,9-6 0,-26 24 0,0-2 0,63-78 0,-88 94 0,2 4 0,-1-2 0,1 3 0,20-15 0,-30 26 0,0-2 0,1 2 0,-2 0 0,2 0 0,-1 0 0,0 1 0,1 1 0,0 1 0,-1-2 0,1 2 0,-1 2 0,1-2 0,-1 1 0,1 1 0,5 4 0,-9-5 0,0 3 0,0-1 0,-1 0 0,1 0 0,-1 0 0,0 0 0,0 0 0,0 2 0,0-2 0,0 1 0,0 0 0,0 0 0,0 1 0,-1-1 0,0 1 0,1 0 0,-1-1 0,0 1 0,-1 0 0,0-1 0,1 2 0,0 7 0,0 15 0,0 1 0,-3 51 0,1-46 0,0-12 0,1 155 0,1-154 0,1 1 0,0-3 0,1 2 0,1-1 0,8 38 0,-5-31 0,-1 1 0,-2-1 0,1 2 0,-2-2 0,0 2 0,0 51 0,0-12 0,-3-61-124,1 0 0,-1 0 0,2 1 0,-1-1 0,0-1 0,0 1-1,2 0 1,-1-1 0,1 0 0,3 8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1:31.745"/>
    </inkml:context>
    <inkml:brush xml:id="br0">
      <inkml:brushProperty name="width" value="0.1" units="cm"/>
      <inkml:brushProperty name="height" value="0.1" units="cm"/>
      <inkml:brushProperty name="color" value="#4472C4"/>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1:31.746"/>
    </inkml:context>
    <inkml:brush xml:id="br0">
      <inkml:brushProperty name="width" value="0.1" units="cm"/>
      <inkml:brushProperty name="height" value="0.1" units="cm"/>
      <inkml:brushProperty name="color" value="#4472C4"/>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5:42.509"/>
    </inkml:context>
    <inkml:brush xml:id="br0">
      <inkml:brushProperty name="width" value="0.1" units="cm"/>
      <inkml:brushProperty name="height" value="0.1" units="cm"/>
      <inkml:brushProperty name="color" value="#00B050"/>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5:42.510"/>
    </inkml:context>
    <inkml:brush xml:id="br0">
      <inkml:brushProperty name="width" value="0.1" units="cm"/>
      <inkml:brushProperty name="height" value="0.1" units="cm"/>
      <inkml:brushProperty name="color" value="#00B050"/>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1:31.745"/>
    </inkml:context>
    <inkml:brush xml:id="br0">
      <inkml:brushProperty name="width" value="0.1" units="cm"/>
      <inkml:brushProperty name="height" value="0.1" units="cm"/>
      <inkml:brushProperty name="color" value="#4472C4"/>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1:31.746"/>
    </inkml:context>
    <inkml:brush xml:id="br0">
      <inkml:brushProperty name="width" value="0.1" units="cm"/>
      <inkml:brushProperty name="height" value="0.1" units="cm"/>
      <inkml:brushProperty name="color" value="#4472C4"/>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1:31.745"/>
    </inkml:context>
    <inkml:brush xml:id="br0">
      <inkml:brushProperty name="width" value="0.1" units="cm"/>
      <inkml:brushProperty name="height" value="0.1" units="cm"/>
      <inkml:brushProperty name="color" value="#4472C4"/>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1:31.746"/>
    </inkml:context>
    <inkml:brush xml:id="br0">
      <inkml:brushProperty name="width" value="0.1" units="cm"/>
      <inkml:brushProperty name="height" value="0.1" units="cm"/>
      <inkml:brushProperty name="color" value="#4472C4"/>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9:43.529"/>
    </inkml:context>
    <inkml:brush xml:id="br0">
      <inkml:brushProperty name="width" value="0.1" units="cm"/>
      <inkml:brushProperty name="height" value="0.1" units="cm"/>
      <inkml:brushProperty name="color" value="#00B050"/>
    </inkml:brush>
  </inkml:definitions>
  <inkml:trace contextRef="#ctx0" brushRef="#br0">0 2634 24575,'6'-2'0,"-1"0"0,1 1 0,-1-2 0,1 1 0,-1-1 0,0 0 0,0 0 0,0 0 0,0-1 0,-1 1 0,1-1 0,-1 0 0,4-6 0,5-2 0,299-295-179,-133 126-623,32-22 312,9 9 1,446-301 0,-515 405 142,4 6-1,282-107 1,351-60-1198,-339 133 1379,527-68 0,-455 101 732,344-35 516,-755 113-79,602-36 1465,-1 25-2219,-488 17-249,327 9 0,185 96 0,-605-81 0,-109-19 0,364 70 0,-9 29 0,-233-56 0,206 81 0,-235-77 0,431 203 0,-491-228 0,0 0 0,80 52 0,10 23 0,-8-4 0,231 125 0,-282-183 0,-47-23 0,-1 2 0,0 1 0,52 38 0,46 31 0,-65-47 0,-51-32 0,0 2 0,27 19 0,150 145 0,-155-137 0,-20-18 0,21 18 0,-2 2 0,-1 1 0,38 54 0,-52-60 0,-18-27 0,-1 0 0,0 1 0,0 0 0,-1 0 0,0 0 0,0 1 0,-1-1 0,0 1 0,-1 0 0,3 14 0,-2 35-1365,-4-33-5461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09:49:43.530"/>
    </inkml:context>
    <inkml:brush xml:id="br0">
      <inkml:brushProperty name="width" value="0.1" units="cm"/>
      <inkml:brushProperty name="height" value="0.1" units="cm"/>
      <inkml:brushProperty name="color" value="#00B050"/>
    </inkml:brush>
  </inkml:definitions>
  <inkml:trace contextRef="#ctx0" brushRef="#br0">694 0 24575,'1'41'0,"2"0"0,11 56 0,-5-27 0,-3 0 0,-7 126 0,-1-75 0,3-77 0,1-25 0,-2 0 0,0 0 0,-4 19 0,4-37 0,0-1 0,0 1 0,-1-1 0,1 0 0,0 1 0,-1-1 0,1 1 0,0-1 0,-1 0 0,1 1 0,0-1 0,-1 1 0,1-1 0,-1 0 0,1 0 0,-1 1 0,1-1 0,0 0 0,-1 0 0,1 1 0,-1-1 0,1 0 0,-1 0 0,1 0 0,-1 0 0,0 0 0,1 0 0,-1 0 0,1 0 0,-1 0 0,1 0 0,-1 0 0,1 0 0,-1 0 0,1-1 0,-1 1 0,1 0 0,-1 0 0,1 0 0,-1-1 0,1 1 0,0 0 0,-1-1 0,1 1 0,-1 0 0,1-1 0,0 1 0,-1 0 0,1-2 0,-24-17 0,23 19 0,-4-6 0,-1 0 0,0 0 0,-1 1 0,1 0 0,-1 0 0,0 1 0,0 0 0,0 0 0,-1 1 0,0-1 0,1 2 0,-17-5 0,0 2 0,0-1 0,-36-15 0,4 2 0,-130-29 0,132 35 0,-91-22-1365,122 31-5461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D181F6-AB9E-4CA1-BA0A-F7E12F02D211}" type="datetimeFigureOut">
              <a:rPr lang="en-US" smtClean="0"/>
              <a:t>10/23/2023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F32250-D443-400D-91E0-68BC898CF60A}" type="slidenum">
              <a:rPr lang="en-US" smtClean="0"/>
              <a:t>‹#›</a:t>
            </a:fld>
            <a:endParaRPr lang="en-US"/>
          </a:p>
        </p:txBody>
      </p:sp>
    </p:spTree>
    <p:extLst>
      <p:ext uri="{BB962C8B-B14F-4D97-AF65-F5344CB8AC3E}">
        <p14:creationId xmlns:p14="http://schemas.microsoft.com/office/powerpoint/2010/main" val="2875928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F32250-D443-400D-91E0-68BC898CF60A}" type="slidenum">
              <a:rPr lang="en-US" smtClean="0"/>
              <a:t>1</a:t>
            </a:fld>
            <a:endParaRPr lang="en-US"/>
          </a:p>
        </p:txBody>
      </p:sp>
    </p:spTree>
    <p:extLst>
      <p:ext uri="{BB962C8B-B14F-4D97-AF65-F5344CB8AC3E}">
        <p14:creationId xmlns:p14="http://schemas.microsoft.com/office/powerpoint/2010/main" val="2267995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D3140"/>
                </a:solidFill>
                <a:effectLst/>
                <a:latin typeface="Open Sans" panose="020B0606030504020204" pitchFamily="34" charset="0"/>
              </a:rPr>
              <a:t>The friend declaration is not affected by access controls, so it does not matter where within the class body it is placed.</a:t>
            </a:r>
          </a:p>
          <a:p>
            <a:r>
              <a:rPr lang="en-US" b="0" i="0" dirty="0">
                <a:solidFill>
                  <a:srgbClr val="2D3140"/>
                </a:solidFill>
                <a:effectLst/>
                <a:latin typeface="Open Sans" panose="020B0606030504020204" pitchFamily="34" charset="0"/>
              </a:rPr>
              <a:t>A function can be a friend of more than one class at the same time.</a:t>
            </a:r>
            <a:endParaRPr lang="en-US" dirty="0"/>
          </a:p>
        </p:txBody>
      </p:sp>
      <p:sp>
        <p:nvSpPr>
          <p:cNvPr id="4" name="Slide Number Placeholder 3"/>
          <p:cNvSpPr>
            <a:spLocks noGrp="1"/>
          </p:cNvSpPr>
          <p:nvPr>
            <p:ph type="sldNum" sz="quarter" idx="5"/>
          </p:nvPr>
        </p:nvSpPr>
        <p:spPr/>
        <p:txBody>
          <a:bodyPr/>
          <a:lstStyle/>
          <a:p>
            <a:fld id="{E5F32250-D443-400D-91E0-68BC898CF60A}" type="slidenum">
              <a:rPr lang="en-US" smtClean="0"/>
              <a:t>8</a:t>
            </a:fld>
            <a:endParaRPr lang="en-US"/>
          </a:p>
        </p:txBody>
      </p:sp>
    </p:spTree>
    <p:extLst>
      <p:ext uri="{BB962C8B-B14F-4D97-AF65-F5344CB8AC3E}">
        <p14:creationId xmlns:p14="http://schemas.microsoft.com/office/powerpoint/2010/main" val="3776801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one of the objects is implicit, </a:t>
            </a:r>
            <a:r>
              <a:rPr lang="en-US" dirty="0" err="1"/>
              <a:t>getNum</a:t>
            </a:r>
            <a:r>
              <a:rPr lang="en-US" dirty="0"/>
              <a:t>() and </a:t>
            </a:r>
            <a:r>
              <a:rPr lang="en-US" dirty="0" err="1"/>
              <a:t>getDen</a:t>
            </a:r>
            <a:r>
              <a:rPr lang="en-US" dirty="0"/>
              <a:t>() are being accessed using </a:t>
            </a:r>
            <a:r>
              <a:rPr lang="en-US" b="1" dirty="0"/>
              <a:t>this</a:t>
            </a:r>
            <a:r>
              <a:rPr lang="en-US" dirty="0"/>
              <a:t>.</a:t>
            </a:r>
          </a:p>
        </p:txBody>
      </p:sp>
      <p:sp>
        <p:nvSpPr>
          <p:cNvPr id="4" name="Slide Number Placeholder 3"/>
          <p:cNvSpPr>
            <a:spLocks noGrp="1"/>
          </p:cNvSpPr>
          <p:nvPr>
            <p:ph type="sldNum" sz="quarter" idx="5"/>
          </p:nvPr>
        </p:nvSpPr>
        <p:spPr/>
        <p:txBody>
          <a:bodyPr/>
          <a:lstStyle/>
          <a:p>
            <a:fld id="{E5F32250-D443-400D-91E0-68BC898CF60A}" type="slidenum">
              <a:rPr lang="en-US" smtClean="0"/>
              <a:t>12</a:t>
            </a:fld>
            <a:endParaRPr lang="en-US"/>
          </a:p>
        </p:txBody>
      </p:sp>
    </p:spTree>
    <p:extLst>
      <p:ext uri="{BB962C8B-B14F-4D97-AF65-F5344CB8AC3E}">
        <p14:creationId xmlns:p14="http://schemas.microsoft.com/office/powerpoint/2010/main" val="114546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D3140"/>
                </a:solidFill>
                <a:effectLst/>
                <a:latin typeface="Open Sans" panose="020B0606030504020204" pitchFamily="34" charset="0"/>
              </a:rPr>
              <a:t>Typically, we won’t be able to use a member overload if the left operand is either not a class (e.g. int), or it is a class that we can’t modify (e.g. std::</a:t>
            </a:r>
            <a:r>
              <a:rPr lang="en-US" b="0" i="0" dirty="0" err="1">
                <a:solidFill>
                  <a:srgbClr val="2D3140"/>
                </a:solidFill>
                <a:effectLst/>
                <a:latin typeface="Open Sans" panose="020B0606030504020204" pitchFamily="34" charset="0"/>
              </a:rPr>
              <a:t>ostream</a:t>
            </a:r>
            <a:r>
              <a:rPr lang="en-US" b="0" i="0" dirty="0">
                <a:solidFill>
                  <a:srgbClr val="2D3140"/>
                </a:solidFill>
                <a:effectLst/>
                <a:latin typeface="Open Sans" panose="020B0606030504020204" pitchFamily="34" charset="0"/>
              </a:rPr>
              <a:t>).</a:t>
            </a:r>
            <a:endParaRPr lang="en-US" dirty="0"/>
          </a:p>
        </p:txBody>
      </p:sp>
      <p:sp>
        <p:nvSpPr>
          <p:cNvPr id="4" name="Slide Number Placeholder 3"/>
          <p:cNvSpPr>
            <a:spLocks noGrp="1"/>
          </p:cNvSpPr>
          <p:nvPr>
            <p:ph type="sldNum" sz="quarter" idx="5"/>
          </p:nvPr>
        </p:nvSpPr>
        <p:spPr/>
        <p:txBody>
          <a:bodyPr/>
          <a:lstStyle/>
          <a:p>
            <a:fld id="{E5F32250-D443-400D-91E0-68BC898CF60A}" type="slidenum">
              <a:rPr lang="en-US" smtClean="0"/>
              <a:t>19</a:t>
            </a:fld>
            <a:endParaRPr lang="en-US"/>
          </a:p>
        </p:txBody>
      </p:sp>
    </p:spTree>
    <p:extLst>
      <p:ext uri="{BB962C8B-B14F-4D97-AF65-F5344CB8AC3E}">
        <p14:creationId xmlns:p14="http://schemas.microsoft.com/office/powerpoint/2010/main" val="3623521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typecast operator in your lab can only be implemented as a member function of your class.</a:t>
            </a:r>
          </a:p>
        </p:txBody>
      </p:sp>
      <p:sp>
        <p:nvSpPr>
          <p:cNvPr id="4" name="Slide Number Placeholder 3"/>
          <p:cNvSpPr>
            <a:spLocks noGrp="1"/>
          </p:cNvSpPr>
          <p:nvPr>
            <p:ph type="sldNum" sz="quarter" idx="5"/>
          </p:nvPr>
        </p:nvSpPr>
        <p:spPr/>
        <p:txBody>
          <a:bodyPr/>
          <a:lstStyle/>
          <a:p>
            <a:fld id="{E5F32250-D443-400D-91E0-68BC898CF60A}" type="slidenum">
              <a:rPr lang="en-US" smtClean="0"/>
              <a:t>21</a:t>
            </a:fld>
            <a:endParaRPr lang="en-US"/>
          </a:p>
        </p:txBody>
      </p:sp>
    </p:spTree>
    <p:extLst>
      <p:ext uri="{BB962C8B-B14F-4D97-AF65-F5344CB8AC3E}">
        <p14:creationId xmlns:p14="http://schemas.microsoft.com/office/powerpoint/2010/main" val="1565773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will be </a:t>
            </a:r>
          </a:p>
          <a:p>
            <a:r>
              <a:rPr lang="en-US" dirty="0"/>
              <a:t>7 7 7</a:t>
            </a:r>
          </a:p>
        </p:txBody>
      </p:sp>
      <p:sp>
        <p:nvSpPr>
          <p:cNvPr id="4" name="Slide Number Placeholder 3"/>
          <p:cNvSpPr>
            <a:spLocks noGrp="1"/>
          </p:cNvSpPr>
          <p:nvPr>
            <p:ph type="sldNum" sz="quarter" idx="5"/>
          </p:nvPr>
        </p:nvSpPr>
        <p:spPr/>
        <p:txBody>
          <a:bodyPr/>
          <a:lstStyle/>
          <a:p>
            <a:fld id="{E5F32250-D443-400D-91E0-68BC898CF60A}" type="slidenum">
              <a:rPr lang="en-US" smtClean="0"/>
              <a:t>24</a:t>
            </a:fld>
            <a:endParaRPr lang="en-US"/>
          </a:p>
        </p:txBody>
      </p:sp>
    </p:spTree>
    <p:extLst>
      <p:ext uri="{BB962C8B-B14F-4D97-AF65-F5344CB8AC3E}">
        <p14:creationId xmlns:p14="http://schemas.microsoft.com/office/powerpoint/2010/main" val="2756585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if you </a:t>
            </a:r>
            <a:r>
              <a:rPr lang="en-US" dirty="0" err="1"/>
              <a:t>ctor</a:t>
            </a:r>
            <a:r>
              <a:rPr lang="en-US" dirty="0"/>
              <a:t> only took one argument, </a:t>
            </a:r>
            <a:r>
              <a:rPr lang="en-US" dirty="0" err="1"/>
              <a:t>fiveThirds</a:t>
            </a:r>
            <a:r>
              <a:rPr lang="en-US" dirty="0"/>
              <a:t> = 4 would have used 4 to create a Fraction object and then copied that over to </a:t>
            </a:r>
            <a:r>
              <a:rPr lang="en-US" dirty="0" err="1"/>
              <a:t>fiveThirds</a:t>
            </a:r>
            <a:r>
              <a:rPr lang="en-US" dirty="0"/>
              <a:t>. </a:t>
            </a:r>
          </a:p>
          <a:p>
            <a:r>
              <a:rPr lang="en-US" dirty="0"/>
              <a:t>This is my hypothesis.</a:t>
            </a:r>
          </a:p>
          <a:p>
            <a:endParaRPr lang="en-US" dirty="0"/>
          </a:p>
          <a:p>
            <a:r>
              <a:rPr lang="en-US" dirty="0"/>
              <a:t>The way to stop the above behavior then is to use the explicit keyword with your constructors to stop this implicit conversion. </a:t>
            </a:r>
            <a:r>
              <a:rPr lang="en-US" dirty="0" err="1"/>
              <a:t>Cherno</a:t>
            </a:r>
            <a:r>
              <a:rPr lang="en-US" dirty="0"/>
              <a:t> also has a video on this.</a:t>
            </a:r>
          </a:p>
        </p:txBody>
      </p:sp>
      <p:sp>
        <p:nvSpPr>
          <p:cNvPr id="4" name="Slide Number Placeholder 3"/>
          <p:cNvSpPr>
            <a:spLocks noGrp="1"/>
          </p:cNvSpPr>
          <p:nvPr>
            <p:ph type="sldNum" sz="quarter" idx="5"/>
          </p:nvPr>
        </p:nvSpPr>
        <p:spPr/>
        <p:txBody>
          <a:bodyPr/>
          <a:lstStyle/>
          <a:p>
            <a:fld id="{E5F32250-D443-400D-91E0-68BC898CF60A}" type="slidenum">
              <a:rPr lang="en-US" smtClean="0"/>
              <a:t>27</a:t>
            </a:fld>
            <a:endParaRPr lang="en-US"/>
          </a:p>
        </p:txBody>
      </p:sp>
    </p:spTree>
    <p:extLst>
      <p:ext uri="{BB962C8B-B14F-4D97-AF65-F5344CB8AC3E}">
        <p14:creationId xmlns:p14="http://schemas.microsoft.com/office/powerpoint/2010/main" val="1915457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 the implementation of operator&lt;&lt; to reduce stuff on the slide.</a:t>
            </a:r>
          </a:p>
        </p:txBody>
      </p:sp>
      <p:sp>
        <p:nvSpPr>
          <p:cNvPr id="4" name="Slide Number Placeholder 3"/>
          <p:cNvSpPr>
            <a:spLocks noGrp="1"/>
          </p:cNvSpPr>
          <p:nvPr>
            <p:ph type="sldNum" sz="quarter" idx="5"/>
          </p:nvPr>
        </p:nvSpPr>
        <p:spPr/>
        <p:txBody>
          <a:bodyPr/>
          <a:lstStyle/>
          <a:p>
            <a:fld id="{E5F32250-D443-400D-91E0-68BC898CF60A}" type="slidenum">
              <a:rPr lang="en-US" smtClean="0"/>
              <a:t>28</a:t>
            </a:fld>
            <a:endParaRPr lang="en-US"/>
          </a:p>
        </p:txBody>
      </p:sp>
    </p:spTree>
    <p:extLst>
      <p:ext uri="{BB962C8B-B14F-4D97-AF65-F5344CB8AC3E}">
        <p14:creationId xmlns:p14="http://schemas.microsoft.com/office/powerpoint/2010/main" val="3981623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two are what we talked about in the copy </a:t>
            </a:r>
            <a:r>
              <a:rPr lang="en-US" dirty="0" err="1"/>
              <a:t>ctors</a:t>
            </a:r>
            <a:r>
              <a:rPr lang="en-US" dirty="0"/>
              <a:t>, and the third is the memory leak.</a:t>
            </a:r>
          </a:p>
        </p:txBody>
      </p:sp>
      <p:sp>
        <p:nvSpPr>
          <p:cNvPr id="4" name="Slide Number Placeholder 3"/>
          <p:cNvSpPr>
            <a:spLocks noGrp="1"/>
          </p:cNvSpPr>
          <p:nvPr>
            <p:ph type="sldNum" sz="quarter" idx="5"/>
          </p:nvPr>
        </p:nvSpPr>
        <p:spPr/>
        <p:txBody>
          <a:bodyPr/>
          <a:lstStyle/>
          <a:p>
            <a:fld id="{E5F32250-D443-400D-91E0-68BC898CF60A}" type="slidenum">
              <a:rPr lang="en-US" smtClean="0"/>
              <a:t>36</a:t>
            </a:fld>
            <a:endParaRPr lang="en-US"/>
          </a:p>
        </p:txBody>
      </p:sp>
    </p:spTree>
    <p:extLst>
      <p:ext uri="{BB962C8B-B14F-4D97-AF65-F5344CB8AC3E}">
        <p14:creationId xmlns:p14="http://schemas.microsoft.com/office/powerpoint/2010/main" val="1351626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talk about packaging all of this in a separate function called </a:t>
            </a:r>
            <a:r>
              <a:rPr lang="en-US" dirty="0" err="1"/>
              <a:t>deepCopy</a:t>
            </a:r>
            <a:r>
              <a:rPr lang="en-US" dirty="0"/>
              <a:t> as well.</a:t>
            </a:r>
          </a:p>
        </p:txBody>
      </p:sp>
      <p:sp>
        <p:nvSpPr>
          <p:cNvPr id="4" name="Slide Number Placeholder 3"/>
          <p:cNvSpPr>
            <a:spLocks noGrp="1"/>
          </p:cNvSpPr>
          <p:nvPr>
            <p:ph type="sldNum" sz="quarter" idx="5"/>
          </p:nvPr>
        </p:nvSpPr>
        <p:spPr/>
        <p:txBody>
          <a:bodyPr/>
          <a:lstStyle/>
          <a:p>
            <a:fld id="{E5F32250-D443-400D-91E0-68BC898CF60A}" type="slidenum">
              <a:rPr lang="en-US" smtClean="0"/>
              <a:t>43</a:t>
            </a:fld>
            <a:endParaRPr lang="en-US"/>
          </a:p>
        </p:txBody>
      </p:sp>
    </p:spTree>
    <p:extLst>
      <p:ext uri="{BB962C8B-B14F-4D97-AF65-F5344CB8AC3E}">
        <p14:creationId xmlns:p14="http://schemas.microsoft.com/office/powerpoint/2010/main" val="2741932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B77FC-90A0-61DF-D3ED-9017AD4FC8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11A2E5-83F1-DA8F-F52B-71A83ADE67D2}"/>
              </a:ext>
            </a:extLst>
          </p:cNvPr>
          <p:cNvSpPr>
            <a:spLocks noGrp="1"/>
          </p:cNvSpPr>
          <p:nvPr>
            <p:ph type="subTitle" idx="1"/>
          </p:nvPr>
        </p:nvSpPr>
        <p:spPr>
          <a:xfrm>
            <a:off x="1524000" y="3602038"/>
            <a:ext cx="91440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E4D9F12-2D04-F7B8-0035-13509524B247}"/>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5" name="Footer Placeholder 4">
            <a:extLst>
              <a:ext uri="{FF2B5EF4-FFF2-40B4-BE49-F238E27FC236}">
                <a16:creationId xmlns:a16="http://schemas.microsoft.com/office/drawing/2014/main" id="{5998550B-925E-B33E-73A2-3D7676BD0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B615E-1D4D-467E-38D3-107600979266}"/>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1251849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F0670-7FCA-471C-8084-46FEE2E89A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023E59-5085-7922-6A0B-03F8F6C66E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4265E0-9056-3A9F-F6A2-4B50DBBF054A}"/>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5" name="Footer Placeholder 4">
            <a:extLst>
              <a:ext uri="{FF2B5EF4-FFF2-40B4-BE49-F238E27FC236}">
                <a16:creationId xmlns:a16="http://schemas.microsoft.com/office/drawing/2014/main" id="{CAAE9261-47DB-3C17-D061-1B39A8B70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CF1F84-6602-EECB-18DF-5BE0A918DEAA}"/>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99842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EA8C-8348-3210-9C2C-85AC4EDFF9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779795-AECF-E87A-849A-0B4BE3FF22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94081-3C2B-6ED1-24F1-2BC9BE5B0C33}"/>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5" name="Footer Placeholder 4">
            <a:extLst>
              <a:ext uri="{FF2B5EF4-FFF2-40B4-BE49-F238E27FC236}">
                <a16:creationId xmlns:a16="http://schemas.microsoft.com/office/drawing/2014/main" id="{FA2222AB-7110-F9D1-7AC1-DDC70DE38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AA470-7DA8-26C6-2DEE-2A804F7CC3CD}"/>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2100305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DFEB-7CEA-9327-26B9-C702E96CB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D6C574-8058-0A81-6E78-65C62E6B7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570D81-54B6-6826-8344-FEEA0853EC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C46D15-6FB0-7A16-C4FE-20647E012C91}"/>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6" name="Footer Placeholder 5">
            <a:extLst>
              <a:ext uri="{FF2B5EF4-FFF2-40B4-BE49-F238E27FC236}">
                <a16:creationId xmlns:a16="http://schemas.microsoft.com/office/drawing/2014/main" id="{DD828BA1-2DAF-2D9C-AA4E-10788EEE37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B2E3A-9937-B696-55E1-EBF7BCB3073D}"/>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431437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7B481-8AE1-D9DD-6980-5F325C14ED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0CDE02-46B0-A85D-2123-FF19562C1A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72AEBA-1DBC-668C-28AD-F8CE53826E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25E0AD-0585-DE69-3EF8-D32CA18F85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A117CA-0325-4111-C233-1B8E22398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3ED932-9727-9184-17F6-5253B8EBBC78}"/>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8" name="Footer Placeholder 7">
            <a:extLst>
              <a:ext uri="{FF2B5EF4-FFF2-40B4-BE49-F238E27FC236}">
                <a16:creationId xmlns:a16="http://schemas.microsoft.com/office/drawing/2014/main" id="{F01B8EB8-4331-1281-A8DF-1EDE42B6EA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B748B5-A37B-49D7-5B3C-C80B8CE8AD0B}"/>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513692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C87E-0CE9-C6DC-B2A3-240F20CCF7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3D6C35-9254-581C-DF61-76D8E968959A}"/>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4" name="Footer Placeholder 3">
            <a:extLst>
              <a:ext uri="{FF2B5EF4-FFF2-40B4-BE49-F238E27FC236}">
                <a16:creationId xmlns:a16="http://schemas.microsoft.com/office/drawing/2014/main" id="{50CE9102-8167-2397-AC3F-74FB4E99A5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1EBC3C-F764-F94D-789F-A59532CC4554}"/>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3845361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9C5CFC-C75B-7110-0FD5-7D846D3BB25A}"/>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3" name="Footer Placeholder 2">
            <a:extLst>
              <a:ext uri="{FF2B5EF4-FFF2-40B4-BE49-F238E27FC236}">
                <a16:creationId xmlns:a16="http://schemas.microsoft.com/office/drawing/2014/main" id="{068B82DB-7C58-AE1A-0357-A71A42CE1C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3CD37B-241F-F7E4-FA20-BD7EF4CFFD37}"/>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1545506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47726-27F0-87B5-C539-81E1268EAA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969CDC-6EB8-931A-1246-F2A6079C1D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2832C5-01BA-99DC-9B42-A2AA42B3A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F2F576-9808-8C30-AC11-4CD942E79307}"/>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6" name="Footer Placeholder 5">
            <a:extLst>
              <a:ext uri="{FF2B5EF4-FFF2-40B4-BE49-F238E27FC236}">
                <a16:creationId xmlns:a16="http://schemas.microsoft.com/office/drawing/2014/main" id="{73035BCB-3BE9-9135-0878-30D2106401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FEA974-BD6C-CACC-3BD4-7176757F0C8E}"/>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411770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FAE97-F37B-1D40-6F78-09FDEEE93F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2575DE-5574-B412-E29E-972301F7AD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4836FA-A897-C097-432E-FE811143AC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C7D493-2E22-7D08-DCD9-1DBED2BF1FD5}"/>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6" name="Footer Placeholder 5">
            <a:extLst>
              <a:ext uri="{FF2B5EF4-FFF2-40B4-BE49-F238E27FC236}">
                <a16:creationId xmlns:a16="http://schemas.microsoft.com/office/drawing/2014/main" id="{04FE6EB5-C0BB-81F7-4585-97E3DD986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99415D-44F3-4484-9BF8-9468E4666B82}"/>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1515388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CFB-FC3A-B197-739E-37EC03283F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5312FD-96C9-CA5C-6F6A-144D910FBB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9A4E61-2670-A26D-350F-366DA8CBE8D0}"/>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5" name="Footer Placeholder 4">
            <a:extLst>
              <a:ext uri="{FF2B5EF4-FFF2-40B4-BE49-F238E27FC236}">
                <a16:creationId xmlns:a16="http://schemas.microsoft.com/office/drawing/2014/main" id="{2B0B14C1-55FB-F9CB-E6D4-47619534AA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BBD67F-9BAF-3279-29E5-CCFAE3C80CA6}"/>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2115882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304B7F-A328-523F-65F1-04C869B386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3F48EC-219C-2E5F-C5F6-1913F2ADF9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E4286-3DA8-22FF-D807-8E66ACFAFF69}"/>
              </a:ext>
            </a:extLst>
          </p:cNvPr>
          <p:cNvSpPr>
            <a:spLocks noGrp="1"/>
          </p:cNvSpPr>
          <p:nvPr>
            <p:ph type="dt" sz="half" idx="10"/>
          </p:nvPr>
        </p:nvSpPr>
        <p:spPr/>
        <p:txBody>
          <a:bodyPr/>
          <a:lstStyle/>
          <a:p>
            <a:fld id="{36631E57-4A8D-4A6A-8134-5B35819A996E}" type="datetimeFigureOut">
              <a:rPr lang="en-US" smtClean="0"/>
              <a:t>10/23/2023</a:t>
            </a:fld>
            <a:endParaRPr lang="en-US"/>
          </a:p>
        </p:txBody>
      </p:sp>
      <p:sp>
        <p:nvSpPr>
          <p:cNvPr id="5" name="Footer Placeholder 4">
            <a:extLst>
              <a:ext uri="{FF2B5EF4-FFF2-40B4-BE49-F238E27FC236}">
                <a16:creationId xmlns:a16="http://schemas.microsoft.com/office/drawing/2014/main" id="{45EC435C-90E2-04B3-A0D0-C051E72B2E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C312F-BA84-D129-5A02-EDF9D81C5831}"/>
              </a:ext>
            </a:extLst>
          </p:cNvPr>
          <p:cNvSpPr>
            <a:spLocks noGrp="1"/>
          </p:cNvSpPr>
          <p:nvPr>
            <p:ph type="sldNum" sz="quarter" idx="12"/>
          </p:nvPr>
        </p:nvSpPr>
        <p:spPr/>
        <p:txBody>
          <a:bodyPr/>
          <a:lstStyle/>
          <a:p>
            <a:fld id="{F35A59D3-810B-4649-9448-92D3BF8B28CF}" type="slidenum">
              <a:rPr lang="en-US" smtClean="0"/>
              <a:t>‹#›</a:t>
            </a:fld>
            <a:endParaRPr lang="en-US"/>
          </a:p>
        </p:txBody>
      </p:sp>
    </p:spTree>
    <p:extLst>
      <p:ext uri="{BB962C8B-B14F-4D97-AF65-F5344CB8AC3E}">
        <p14:creationId xmlns:p14="http://schemas.microsoft.com/office/powerpoint/2010/main" val="128257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97C337-1F5F-1D3E-B784-BA05B9945D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378997-BE91-744E-DA78-395E5D9B2A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2BC42B-9A18-7325-F8CE-E80FF51C9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631E57-4A8D-4A6A-8134-5B35819A996E}" type="datetimeFigureOut">
              <a:rPr lang="en-US" smtClean="0"/>
              <a:t>10/23/2023</a:t>
            </a:fld>
            <a:endParaRPr lang="en-US"/>
          </a:p>
        </p:txBody>
      </p:sp>
      <p:sp>
        <p:nvSpPr>
          <p:cNvPr id="5" name="Footer Placeholder 4">
            <a:extLst>
              <a:ext uri="{FF2B5EF4-FFF2-40B4-BE49-F238E27FC236}">
                <a16:creationId xmlns:a16="http://schemas.microsoft.com/office/drawing/2014/main" id="{73416D74-2A93-B4C5-0A2C-1353DB844C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F11E18-208C-CAA6-95FF-5496801290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5A59D3-810B-4649-9448-92D3BF8B28CF}" type="slidenum">
              <a:rPr lang="en-US" smtClean="0"/>
              <a:t>‹#›</a:t>
            </a:fld>
            <a:endParaRPr lang="en-US"/>
          </a:p>
        </p:txBody>
      </p:sp>
    </p:spTree>
    <p:extLst>
      <p:ext uri="{BB962C8B-B14F-4D97-AF65-F5344CB8AC3E}">
        <p14:creationId xmlns:p14="http://schemas.microsoft.com/office/powerpoint/2010/main" val="772530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learncpp.com/cpp-tutorial/introduction-to-operator-overloading/"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learncpp.com/cpp-tutorial/overloading-operators-using-member-functions/"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learncpp.com/cpp-tutorial/shallow-vs-deep-copying/"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30.png"/><Relationship Id="rId4" Type="http://schemas.openxmlformats.org/officeDocument/2006/relationships/customXml" Target="../ink/ink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customXml" Target="../ink/ink6.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customXml" Target="../ink/ink11.xml"/><Relationship Id="rId2"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10.xml"/><Relationship Id="rId5" Type="http://schemas.openxmlformats.org/officeDocument/2006/relationships/image" Target="../media/image30.png"/><Relationship Id="rId4" Type="http://schemas.openxmlformats.org/officeDocument/2006/relationships/customXml" Target="../ink/ink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customXml" Target="../ink/ink17.xm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customXml" Target="../ink/ink16.xml"/><Relationship Id="rId5" Type="http://schemas.openxmlformats.org/officeDocument/2006/relationships/image" Target="../media/image7.png"/><Relationship Id="rId4" Type="http://schemas.openxmlformats.org/officeDocument/2006/relationships/customXml" Target="../ink/ink15.xml"/><Relationship Id="rId9" Type="http://schemas.openxmlformats.org/officeDocument/2006/relationships/image" Target="../media/image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07F2-327F-9D77-691A-A278377E8E71}"/>
              </a:ext>
            </a:extLst>
          </p:cNvPr>
          <p:cNvSpPr>
            <a:spLocks noGrp="1"/>
          </p:cNvSpPr>
          <p:nvPr>
            <p:ph type="ctrTitle"/>
          </p:nvPr>
        </p:nvSpPr>
        <p:spPr/>
        <p:txBody>
          <a:bodyPr/>
          <a:lstStyle/>
          <a:p>
            <a:r>
              <a:rPr lang="en-US" dirty="0"/>
              <a:t>Object-Oriented Programming</a:t>
            </a:r>
          </a:p>
        </p:txBody>
      </p:sp>
      <p:sp>
        <p:nvSpPr>
          <p:cNvPr id="3" name="Subtitle 2">
            <a:extLst>
              <a:ext uri="{FF2B5EF4-FFF2-40B4-BE49-F238E27FC236}">
                <a16:creationId xmlns:a16="http://schemas.microsoft.com/office/drawing/2014/main" id="{B454DBB6-33DD-361C-8A5E-C8CDA16318C3}"/>
              </a:ext>
            </a:extLst>
          </p:cNvPr>
          <p:cNvSpPr>
            <a:spLocks noGrp="1"/>
          </p:cNvSpPr>
          <p:nvPr>
            <p:ph type="subTitle" idx="1"/>
          </p:nvPr>
        </p:nvSpPr>
        <p:spPr/>
        <p:txBody>
          <a:bodyPr/>
          <a:lstStyle/>
          <a:p>
            <a:r>
              <a:rPr lang="en-US" dirty="0"/>
              <a:t>Mohammad Salman</a:t>
            </a:r>
          </a:p>
          <a:p>
            <a:r>
              <a:rPr lang="en-US" dirty="0"/>
              <a:t>Dean’s Fellow</a:t>
            </a:r>
          </a:p>
        </p:txBody>
      </p:sp>
    </p:spTree>
    <p:extLst>
      <p:ext uri="{BB962C8B-B14F-4D97-AF65-F5344CB8AC3E}">
        <p14:creationId xmlns:p14="http://schemas.microsoft.com/office/powerpoint/2010/main" val="820814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07F91-1010-09BD-D8AF-5C7E5941893D}"/>
              </a:ext>
            </a:extLst>
          </p:cNvPr>
          <p:cNvSpPr>
            <a:spLocks noGrp="1"/>
          </p:cNvSpPr>
          <p:nvPr>
            <p:ph type="title"/>
          </p:nvPr>
        </p:nvSpPr>
        <p:spPr/>
        <p:txBody>
          <a:bodyPr/>
          <a:lstStyle/>
          <a:p>
            <a:r>
              <a:rPr lang="en-US" dirty="0"/>
              <a:t>Logistics </a:t>
            </a:r>
          </a:p>
        </p:txBody>
      </p:sp>
      <p:sp>
        <p:nvSpPr>
          <p:cNvPr id="3" name="Content Placeholder 2">
            <a:extLst>
              <a:ext uri="{FF2B5EF4-FFF2-40B4-BE49-F238E27FC236}">
                <a16:creationId xmlns:a16="http://schemas.microsoft.com/office/drawing/2014/main" id="{8907F92F-F960-222F-BFDB-818FADFA0543}"/>
              </a:ext>
            </a:extLst>
          </p:cNvPr>
          <p:cNvSpPr>
            <a:spLocks noGrp="1"/>
          </p:cNvSpPr>
          <p:nvPr>
            <p:ph idx="1"/>
          </p:nvPr>
        </p:nvSpPr>
        <p:spPr/>
        <p:txBody>
          <a:bodyPr/>
          <a:lstStyle/>
          <a:p>
            <a:r>
              <a:rPr lang="en-US" dirty="0"/>
              <a:t>Lab quiz when?</a:t>
            </a:r>
          </a:p>
          <a:p>
            <a:endParaRPr lang="en-US" dirty="0"/>
          </a:p>
          <a:p>
            <a:r>
              <a:rPr lang="en-US" dirty="0"/>
              <a:t>Coming Wednesday or the week after that?</a:t>
            </a:r>
          </a:p>
          <a:p>
            <a:pPr lvl="1"/>
            <a:r>
              <a:rPr lang="en-US" dirty="0"/>
              <a:t>Coming Wednesday is the lab quiz.</a:t>
            </a:r>
          </a:p>
          <a:p>
            <a:pPr lvl="1"/>
            <a:r>
              <a:rPr lang="en-US" dirty="0"/>
              <a:t>All topics before operator overloading (this week’s topics) included.</a:t>
            </a:r>
          </a:p>
          <a:p>
            <a:endParaRPr lang="en-US" dirty="0"/>
          </a:p>
          <a:p>
            <a:r>
              <a:rPr lang="en-US" dirty="0"/>
              <a:t>We will have </a:t>
            </a:r>
            <a:r>
              <a:rPr lang="en-US" b="1" dirty="0"/>
              <a:t>five lab quizzes</a:t>
            </a:r>
            <a:r>
              <a:rPr lang="en-US" dirty="0"/>
              <a:t> in total in this course.</a:t>
            </a:r>
          </a:p>
        </p:txBody>
      </p:sp>
    </p:spTree>
    <p:extLst>
      <p:ext uri="{BB962C8B-B14F-4D97-AF65-F5344CB8AC3E}">
        <p14:creationId xmlns:p14="http://schemas.microsoft.com/office/powerpoint/2010/main" val="697961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44BC10-939A-36FB-1034-7A30F2CEF98B}"/>
              </a:ext>
            </a:extLst>
          </p:cNvPr>
          <p:cNvSpPr>
            <a:spLocks noGrp="1"/>
          </p:cNvSpPr>
          <p:nvPr>
            <p:ph type="ctrTitle"/>
          </p:nvPr>
        </p:nvSpPr>
        <p:spPr/>
        <p:txBody>
          <a:bodyPr/>
          <a:lstStyle/>
          <a:p>
            <a:r>
              <a:rPr lang="en-US" dirty="0"/>
              <a:t>Operator Overloading</a:t>
            </a:r>
          </a:p>
        </p:txBody>
      </p:sp>
      <p:sp>
        <p:nvSpPr>
          <p:cNvPr id="5" name="Subtitle 4">
            <a:extLst>
              <a:ext uri="{FF2B5EF4-FFF2-40B4-BE49-F238E27FC236}">
                <a16:creationId xmlns:a16="http://schemas.microsoft.com/office/drawing/2014/main" id="{1055A9FA-B429-F8DF-E19A-5E0FB47530FC}"/>
              </a:ext>
            </a:extLst>
          </p:cNvPr>
          <p:cNvSpPr>
            <a:spLocks noGrp="1"/>
          </p:cNvSpPr>
          <p:nvPr>
            <p:ph type="subTitle" idx="1"/>
          </p:nvPr>
        </p:nvSpPr>
        <p:spPr/>
        <p:txBody>
          <a:bodyPr/>
          <a:lstStyle/>
          <a:p>
            <a:r>
              <a:rPr lang="en-US" dirty="0"/>
              <a:t>An example before we continue on with this topic.</a:t>
            </a:r>
          </a:p>
        </p:txBody>
      </p:sp>
      <p:sp>
        <p:nvSpPr>
          <p:cNvPr id="7" name="TextBox 6">
            <a:extLst>
              <a:ext uri="{FF2B5EF4-FFF2-40B4-BE49-F238E27FC236}">
                <a16:creationId xmlns:a16="http://schemas.microsoft.com/office/drawing/2014/main" id="{A8C904E5-7B3B-16C9-2429-7826A4F953A4}"/>
              </a:ext>
            </a:extLst>
          </p:cNvPr>
          <p:cNvSpPr txBox="1"/>
          <p:nvPr/>
        </p:nvSpPr>
        <p:spPr>
          <a:xfrm>
            <a:off x="2191226" y="5849035"/>
            <a:ext cx="7809547" cy="369332"/>
          </a:xfrm>
          <a:prstGeom prst="rect">
            <a:avLst/>
          </a:prstGeom>
          <a:noFill/>
        </p:spPr>
        <p:txBody>
          <a:bodyPr wrap="square">
            <a:spAutoFit/>
          </a:bodyPr>
          <a:lstStyle/>
          <a:p>
            <a:pPr algn="ctr"/>
            <a:r>
              <a:rPr lang="en-US" dirty="0">
                <a:hlinkClick r:id="rId2"/>
              </a:rPr>
              <a:t>https://www.learncpp.com/cpp-tutorial/introduction-to-operator-overloading/</a:t>
            </a:r>
            <a:endParaRPr lang="en-US" dirty="0"/>
          </a:p>
        </p:txBody>
      </p:sp>
    </p:spTree>
    <p:extLst>
      <p:ext uri="{BB962C8B-B14F-4D97-AF65-F5344CB8AC3E}">
        <p14:creationId xmlns:p14="http://schemas.microsoft.com/office/powerpoint/2010/main" val="115906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BAC148-CD68-69F4-3F21-091622B7F3FC}"/>
              </a:ext>
            </a:extLst>
          </p:cNvPr>
          <p:cNvPicPr>
            <a:picLocks noChangeAspect="1"/>
          </p:cNvPicPr>
          <p:nvPr/>
        </p:nvPicPr>
        <p:blipFill>
          <a:blip r:embed="rId2"/>
          <a:stretch>
            <a:fillRect/>
          </a:stretch>
        </p:blipFill>
        <p:spPr>
          <a:xfrm>
            <a:off x="249608" y="404035"/>
            <a:ext cx="5617792" cy="6049930"/>
          </a:xfrm>
          <a:prstGeom prst="rect">
            <a:avLst/>
          </a:prstGeom>
        </p:spPr>
      </p:pic>
      <p:sp>
        <p:nvSpPr>
          <p:cNvPr id="6" name="TextBox 5">
            <a:extLst>
              <a:ext uri="{FF2B5EF4-FFF2-40B4-BE49-F238E27FC236}">
                <a16:creationId xmlns:a16="http://schemas.microsoft.com/office/drawing/2014/main" id="{96D9F869-D5B7-75E8-AD65-EA5E63548B5A}"/>
              </a:ext>
            </a:extLst>
          </p:cNvPr>
          <p:cNvSpPr txBox="1"/>
          <p:nvPr/>
        </p:nvSpPr>
        <p:spPr>
          <a:xfrm>
            <a:off x="6095999" y="3940629"/>
            <a:ext cx="5736771" cy="369332"/>
          </a:xfrm>
          <a:prstGeom prst="rect">
            <a:avLst/>
          </a:prstGeom>
          <a:noFill/>
        </p:spPr>
        <p:txBody>
          <a:bodyPr wrap="square" rtlCol="0">
            <a:spAutoFit/>
          </a:bodyPr>
          <a:lstStyle/>
          <a:p>
            <a:r>
              <a:rPr lang="en-US" i="1" dirty="0"/>
              <a:t>The function is collapsed; the implementation is there.</a:t>
            </a:r>
          </a:p>
        </p:txBody>
      </p:sp>
      <p:sp>
        <p:nvSpPr>
          <p:cNvPr id="7" name="TextBox 6">
            <a:extLst>
              <a:ext uri="{FF2B5EF4-FFF2-40B4-BE49-F238E27FC236}">
                <a16:creationId xmlns:a16="http://schemas.microsoft.com/office/drawing/2014/main" id="{D1CB341E-4CE8-FE32-AC88-0421989D95EF}"/>
              </a:ext>
            </a:extLst>
          </p:cNvPr>
          <p:cNvSpPr txBox="1"/>
          <p:nvPr/>
        </p:nvSpPr>
        <p:spPr>
          <a:xfrm>
            <a:off x="6095998" y="404035"/>
            <a:ext cx="5736771" cy="369332"/>
          </a:xfrm>
          <a:prstGeom prst="rect">
            <a:avLst/>
          </a:prstGeom>
          <a:noFill/>
        </p:spPr>
        <p:txBody>
          <a:bodyPr wrap="square" rtlCol="0">
            <a:spAutoFit/>
          </a:bodyPr>
          <a:lstStyle/>
          <a:p>
            <a:r>
              <a:rPr lang="en-US" i="1" dirty="0"/>
              <a:t>What will be the output of this program?</a:t>
            </a:r>
          </a:p>
        </p:txBody>
      </p:sp>
    </p:spTree>
    <p:extLst>
      <p:ext uri="{BB962C8B-B14F-4D97-AF65-F5344CB8AC3E}">
        <p14:creationId xmlns:p14="http://schemas.microsoft.com/office/powerpoint/2010/main" val="2683805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1CB341E-4CE8-FE32-AC88-0421989D95EF}"/>
              </a:ext>
            </a:extLst>
          </p:cNvPr>
          <p:cNvSpPr txBox="1"/>
          <p:nvPr/>
        </p:nvSpPr>
        <p:spPr>
          <a:xfrm>
            <a:off x="6095998" y="404035"/>
            <a:ext cx="5736771" cy="3139321"/>
          </a:xfrm>
          <a:prstGeom prst="rect">
            <a:avLst/>
          </a:prstGeom>
          <a:noFill/>
        </p:spPr>
        <p:txBody>
          <a:bodyPr wrap="square" rtlCol="0">
            <a:spAutoFit/>
          </a:bodyPr>
          <a:lstStyle/>
          <a:p>
            <a:r>
              <a:rPr lang="en-US" i="1" dirty="0"/>
              <a:t>The implementation of your operator overload </a:t>
            </a:r>
            <a:r>
              <a:rPr lang="en-US" b="1" i="1" dirty="0"/>
              <a:t>should be intuitive and make sense</a:t>
            </a:r>
            <a:r>
              <a:rPr lang="en-US" i="1" dirty="0"/>
              <a:t>. </a:t>
            </a:r>
          </a:p>
          <a:p>
            <a:endParaRPr lang="en-US" i="1" dirty="0"/>
          </a:p>
          <a:p>
            <a:r>
              <a:rPr lang="en-US" b="1" i="1" dirty="0"/>
              <a:t>Irresponsible implementation </a:t>
            </a:r>
            <a:r>
              <a:rPr lang="en-US" i="1" dirty="0"/>
              <a:t>of operator overloads can serve to confuse your future self and other programmers working with your code base.</a:t>
            </a:r>
          </a:p>
          <a:p>
            <a:endParaRPr lang="en-US" i="1" dirty="0"/>
          </a:p>
          <a:p>
            <a:r>
              <a:rPr lang="en-US" i="1" dirty="0"/>
              <a:t>e.g. if you have two string objects, what will their subtraction indicate?</a:t>
            </a:r>
          </a:p>
          <a:p>
            <a:r>
              <a:rPr lang="en-US" b="1" dirty="0" err="1">
                <a:latin typeface="Cascadia Code" panose="020B0609020000020004" pitchFamily="49" charset="0"/>
                <a:ea typeface="Cascadia Code" panose="020B0609020000020004" pitchFamily="49" charset="0"/>
                <a:cs typeface="Cascadia Code" panose="020B0609020000020004" pitchFamily="49" charset="0"/>
              </a:rPr>
              <a:t>MyString</a:t>
            </a:r>
            <a:r>
              <a:rPr lang="en-US" b="1" dirty="0">
                <a:latin typeface="Cascadia Code" panose="020B0609020000020004" pitchFamily="49" charset="0"/>
                <a:ea typeface="Cascadia Code" panose="020B0609020000020004" pitchFamily="49" charset="0"/>
                <a:cs typeface="Cascadia Code" panose="020B0609020000020004" pitchFamily="49" charset="0"/>
              </a:rPr>
              <a:t> </a:t>
            </a:r>
            <a:r>
              <a:rPr lang="en-US" dirty="0">
                <a:latin typeface="Cascadia Code" panose="020B0609020000020004" pitchFamily="49" charset="0"/>
                <a:ea typeface="Cascadia Code" panose="020B0609020000020004" pitchFamily="49" charset="0"/>
                <a:cs typeface="Cascadia Code" panose="020B0609020000020004" pitchFamily="49" charset="0"/>
              </a:rPr>
              <a:t>s1; </a:t>
            </a:r>
            <a:r>
              <a:rPr lang="en-US" b="1" dirty="0" err="1">
                <a:latin typeface="Cascadia Code" panose="020B0609020000020004" pitchFamily="49" charset="0"/>
                <a:ea typeface="Cascadia Code" panose="020B0609020000020004" pitchFamily="49" charset="0"/>
                <a:cs typeface="Cascadia Code" panose="020B0609020000020004" pitchFamily="49" charset="0"/>
              </a:rPr>
              <a:t>MyString</a:t>
            </a:r>
            <a:r>
              <a:rPr lang="en-US" b="1" dirty="0">
                <a:latin typeface="Cascadia Code" panose="020B0609020000020004" pitchFamily="49" charset="0"/>
                <a:ea typeface="Cascadia Code" panose="020B0609020000020004" pitchFamily="49" charset="0"/>
                <a:cs typeface="Cascadia Code" panose="020B0609020000020004" pitchFamily="49" charset="0"/>
              </a:rPr>
              <a:t> </a:t>
            </a:r>
            <a:r>
              <a:rPr lang="en-US" dirty="0">
                <a:latin typeface="Cascadia Code" panose="020B0609020000020004" pitchFamily="49" charset="0"/>
                <a:ea typeface="Cascadia Code" panose="020B0609020000020004" pitchFamily="49" charset="0"/>
                <a:cs typeface="Cascadia Code" panose="020B0609020000020004" pitchFamily="49" charset="0"/>
              </a:rPr>
              <a:t>s2;</a:t>
            </a:r>
          </a:p>
          <a:p>
            <a:r>
              <a:rPr lang="en-US" b="1" dirty="0">
                <a:latin typeface="Cascadia Code" panose="020B0609020000020004" pitchFamily="49" charset="0"/>
                <a:ea typeface="Cascadia Code" panose="020B0609020000020004" pitchFamily="49" charset="0"/>
                <a:cs typeface="Cascadia Code" panose="020B0609020000020004" pitchFamily="49" charset="0"/>
              </a:rPr>
              <a:t>std::</a:t>
            </a:r>
            <a:r>
              <a:rPr lang="en-US" dirty="0" err="1">
                <a:latin typeface="Cascadia Code" panose="020B0609020000020004" pitchFamily="49" charset="0"/>
                <a:ea typeface="Cascadia Code" panose="020B0609020000020004" pitchFamily="49" charset="0"/>
                <a:cs typeface="Cascadia Code" panose="020B0609020000020004" pitchFamily="49" charset="0"/>
              </a:rPr>
              <a:t>cout</a:t>
            </a:r>
            <a:r>
              <a:rPr lang="en-US" dirty="0">
                <a:latin typeface="Cascadia Code" panose="020B0609020000020004" pitchFamily="49" charset="0"/>
                <a:ea typeface="Cascadia Code" panose="020B0609020000020004" pitchFamily="49" charset="0"/>
                <a:cs typeface="Cascadia Code" panose="020B0609020000020004" pitchFamily="49" charset="0"/>
              </a:rPr>
              <a:t> &lt;&lt; s1 – s2;</a:t>
            </a:r>
          </a:p>
        </p:txBody>
      </p:sp>
      <p:pic>
        <p:nvPicPr>
          <p:cNvPr id="3" name="Picture 2">
            <a:extLst>
              <a:ext uri="{FF2B5EF4-FFF2-40B4-BE49-F238E27FC236}">
                <a16:creationId xmlns:a16="http://schemas.microsoft.com/office/drawing/2014/main" id="{53034190-F644-0EAF-CE47-AA86C60207F3}"/>
              </a:ext>
            </a:extLst>
          </p:cNvPr>
          <p:cNvPicPr>
            <a:picLocks noChangeAspect="1"/>
          </p:cNvPicPr>
          <p:nvPr/>
        </p:nvPicPr>
        <p:blipFill>
          <a:blip r:embed="rId2"/>
          <a:stretch>
            <a:fillRect/>
          </a:stretch>
        </p:blipFill>
        <p:spPr>
          <a:xfrm>
            <a:off x="163286" y="57257"/>
            <a:ext cx="5540826" cy="6743485"/>
          </a:xfrm>
          <a:prstGeom prst="rect">
            <a:avLst/>
          </a:prstGeom>
        </p:spPr>
      </p:pic>
      <p:sp>
        <p:nvSpPr>
          <p:cNvPr id="4" name="Rectangle 3">
            <a:extLst>
              <a:ext uri="{FF2B5EF4-FFF2-40B4-BE49-F238E27FC236}">
                <a16:creationId xmlns:a16="http://schemas.microsoft.com/office/drawing/2014/main" id="{191556F9-5E87-2EFF-9F1E-A44F4E5AD310}"/>
              </a:ext>
            </a:extLst>
          </p:cNvPr>
          <p:cNvSpPr/>
          <p:nvPr/>
        </p:nvSpPr>
        <p:spPr>
          <a:xfrm>
            <a:off x="54427" y="3733801"/>
            <a:ext cx="5758543" cy="8382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189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DF7497-2F10-4B4A-0AF6-E95792164AF4}"/>
              </a:ext>
            </a:extLst>
          </p:cNvPr>
          <p:cNvPicPr>
            <a:picLocks noChangeAspect="1"/>
          </p:cNvPicPr>
          <p:nvPr/>
        </p:nvPicPr>
        <p:blipFill>
          <a:blip r:embed="rId2"/>
          <a:stretch>
            <a:fillRect/>
          </a:stretch>
        </p:blipFill>
        <p:spPr>
          <a:xfrm>
            <a:off x="1109984" y="1134498"/>
            <a:ext cx="9972031" cy="4589003"/>
          </a:xfrm>
          <a:prstGeom prst="rect">
            <a:avLst/>
          </a:prstGeom>
        </p:spPr>
      </p:pic>
      <p:sp>
        <p:nvSpPr>
          <p:cNvPr id="6" name="Rectangle 5">
            <a:extLst>
              <a:ext uri="{FF2B5EF4-FFF2-40B4-BE49-F238E27FC236}">
                <a16:creationId xmlns:a16="http://schemas.microsoft.com/office/drawing/2014/main" id="{0971D5A8-2B3F-931F-060C-1F645902778F}"/>
              </a:ext>
            </a:extLst>
          </p:cNvPr>
          <p:cNvSpPr/>
          <p:nvPr/>
        </p:nvSpPr>
        <p:spPr>
          <a:xfrm>
            <a:off x="903512" y="3897086"/>
            <a:ext cx="10384973" cy="120831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6224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61D27-63B5-CA06-B816-33B3F326F64A}"/>
              </a:ext>
            </a:extLst>
          </p:cNvPr>
          <p:cNvSpPr>
            <a:spLocks noGrp="1"/>
          </p:cNvSpPr>
          <p:nvPr>
            <p:ph type="title"/>
          </p:nvPr>
        </p:nvSpPr>
        <p:spPr/>
        <p:txBody>
          <a:bodyPr/>
          <a:lstStyle/>
          <a:p>
            <a:r>
              <a:rPr lang="en-US" dirty="0"/>
              <a:t>FYI</a:t>
            </a:r>
          </a:p>
        </p:txBody>
      </p:sp>
      <p:sp>
        <p:nvSpPr>
          <p:cNvPr id="3" name="Content Placeholder 2">
            <a:extLst>
              <a:ext uri="{FF2B5EF4-FFF2-40B4-BE49-F238E27FC236}">
                <a16:creationId xmlns:a16="http://schemas.microsoft.com/office/drawing/2014/main" id="{91831A66-223A-857D-EF85-ADA6A9D50949}"/>
              </a:ext>
            </a:extLst>
          </p:cNvPr>
          <p:cNvSpPr>
            <a:spLocks noGrp="1"/>
          </p:cNvSpPr>
          <p:nvPr>
            <p:ph idx="1"/>
          </p:nvPr>
        </p:nvSpPr>
        <p:spPr/>
        <p:txBody>
          <a:bodyPr>
            <a:normAutofit fontScale="92500" lnSpcReduction="20000"/>
          </a:bodyPr>
          <a:lstStyle/>
          <a:p>
            <a:r>
              <a:rPr lang="en-US" dirty="0"/>
              <a:t>Note that doing </a:t>
            </a:r>
          </a:p>
          <a:p>
            <a:pPr marL="0" indent="0" algn="ctr">
              <a:buNone/>
            </a:pPr>
            <a:r>
              <a:rPr lang="en-US" b="0" dirty="0">
                <a:solidFill>
                  <a:srgbClr val="7A3E9D"/>
                </a:solidFill>
                <a:effectLst/>
                <a:latin typeface="Cascadia Mono" panose="020B0609020000020004" pitchFamily="49" charset="0"/>
              </a:rPr>
              <a:t>fraction1</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fraction2</a:t>
            </a:r>
            <a:r>
              <a:rPr lang="en-US" b="0" dirty="0">
                <a:solidFill>
                  <a:srgbClr val="777777"/>
                </a:solidFill>
                <a:effectLst/>
                <a:latin typeface="Cascadia Mono" panose="020B0609020000020004" pitchFamily="49" charset="0"/>
              </a:rPr>
              <a:t>;</a:t>
            </a:r>
            <a:endParaRPr lang="en-US" dirty="0"/>
          </a:p>
          <a:p>
            <a:pPr marL="0" indent="0">
              <a:buNone/>
            </a:pPr>
            <a:r>
              <a:rPr lang="en-US" dirty="0"/>
              <a:t>triggers a call to </a:t>
            </a:r>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dirty="0"/>
              <a:t>.</a:t>
            </a:r>
          </a:p>
          <a:p>
            <a:pPr marL="0" indent="0">
              <a:buNone/>
            </a:pPr>
            <a:endParaRPr lang="en-US" dirty="0"/>
          </a:p>
          <a:p>
            <a:pPr marL="0" indent="0">
              <a:buNone/>
            </a:pPr>
            <a:endParaRPr lang="en-US" dirty="0"/>
          </a:p>
          <a:p>
            <a:r>
              <a:rPr lang="en-US" dirty="0"/>
              <a:t>You could explicitly call this operator overload as well.</a:t>
            </a:r>
          </a:p>
          <a:p>
            <a:pPr marL="0" indent="0" algn="ctr">
              <a:buNone/>
            </a:pPr>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7A3E9D"/>
                </a:solidFill>
                <a:effectLst/>
                <a:latin typeface="Cascadia Mono" panose="020B0609020000020004" pitchFamily="49" charset="0"/>
              </a:rPr>
              <a:t>fraction1</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fraction2</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endParaRPr lang="en-US" dirty="0"/>
          </a:p>
          <a:p>
            <a:endParaRPr lang="en-US" dirty="0"/>
          </a:p>
          <a:p>
            <a:r>
              <a:rPr lang="en-US" dirty="0"/>
              <a:t>This will work as well.</a:t>
            </a:r>
          </a:p>
        </p:txBody>
      </p:sp>
    </p:spTree>
    <p:extLst>
      <p:ext uri="{BB962C8B-B14F-4D97-AF65-F5344CB8AC3E}">
        <p14:creationId xmlns:p14="http://schemas.microsoft.com/office/powerpoint/2010/main" val="878952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A2BD3-691B-1688-A4F8-B9D878B53F28}"/>
              </a:ext>
            </a:extLst>
          </p:cNvPr>
          <p:cNvSpPr>
            <a:spLocks noGrp="1"/>
          </p:cNvSpPr>
          <p:nvPr>
            <p:ph type="title"/>
          </p:nvPr>
        </p:nvSpPr>
        <p:spPr/>
        <p:txBody>
          <a:bodyPr/>
          <a:lstStyle/>
          <a:p>
            <a:r>
              <a:rPr lang="en-US" dirty="0"/>
              <a:t>Friend Functions</a:t>
            </a:r>
          </a:p>
        </p:txBody>
      </p:sp>
      <p:sp>
        <p:nvSpPr>
          <p:cNvPr id="3" name="Content Placeholder 2">
            <a:extLst>
              <a:ext uri="{FF2B5EF4-FFF2-40B4-BE49-F238E27FC236}">
                <a16:creationId xmlns:a16="http://schemas.microsoft.com/office/drawing/2014/main" id="{DB6299A2-7375-8132-5B9E-84E80F7DD1A4}"/>
              </a:ext>
            </a:extLst>
          </p:cNvPr>
          <p:cNvSpPr>
            <a:spLocks noGrp="1"/>
          </p:cNvSpPr>
          <p:nvPr>
            <p:ph idx="1"/>
          </p:nvPr>
        </p:nvSpPr>
        <p:spPr/>
        <p:txBody>
          <a:bodyPr/>
          <a:lstStyle/>
          <a:p>
            <a:r>
              <a:rPr lang="en-US" dirty="0"/>
              <a:t>The class perceives the function marked as </a:t>
            </a:r>
            <a:r>
              <a:rPr lang="en-US" b="1" dirty="0">
                <a:latin typeface="Cascadia Code" panose="020B0609020000020004" pitchFamily="49" charset="0"/>
                <a:ea typeface="Cascadia Code" panose="020B0609020000020004" pitchFamily="49" charset="0"/>
                <a:cs typeface="Cascadia Code" panose="020B0609020000020004" pitchFamily="49" charset="0"/>
              </a:rPr>
              <a:t>friend</a:t>
            </a:r>
            <a:r>
              <a:rPr lang="en-US" dirty="0"/>
              <a:t> as its friend.</a:t>
            </a:r>
          </a:p>
          <a:p>
            <a:endParaRPr lang="en-US" dirty="0"/>
          </a:p>
          <a:p>
            <a:r>
              <a:rPr lang="en-US" dirty="0"/>
              <a:t>Therefore, the class allows this function to access the private and protected members </a:t>
            </a:r>
            <a:r>
              <a:rPr lang="en-US" sz="2000" i="1" dirty="0"/>
              <a:t>(attributes and methods)</a:t>
            </a:r>
            <a:r>
              <a:rPr lang="en-US" dirty="0"/>
              <a:t> of its objects.</a:t>
            </a:r>
          </a:p>
          <a:p>
            <a:endParaRPr lang="en-US" dirty="0"/>
          </a:p>
          <a:p>
            <a:r>
              <a:rPr lang="en-US" dirty="0"/>
              <a:t>This technique can save you from unnecessarily adding many getters and setters.</a:t>
            </a:r>
          </a:p>
        </p:txBody>
      </p:sp>
    </p:spTree>
    <p:extLst>
      <p:ext uri="{BB962C8B-B14F-4D97-AF65-F5344CB8AC3E}">
        <p14:creationId xmlns:p14="http://schemas.microsoft.com/office/powerpoint/2010/main" val="40901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E249C2-3DE0-EB7D-DBB2-A62F478DF08E}"/>
              </a:ext>
            </a:extLst>
          </p:cNvPr>
          <p:cNvSpPr>
            <a:spLocks noGrp="1"/>
          </p:cNvSpPr>
          <p:nvPr>
            <p:ph type="ctrTitle"/>
          </p:nvPr>
        </p:nvSpPr>
        <p:spPr/>
        <p:txBody>
          <a:bodyPr>
            <a:normAutofit fontScale="90000"/>
          </a:bodyPr>
          <a:lstStyle/>
          <a:p>
            <a:r>
              <a:rPr lang="en-US" dirty="0"/>
              <a:t>Writing Operator Overloads Using Class Member Functions</a:t>
            </a:r>
          </a:p>
        </p:txBody>
      </p:sp>
      <p:sp>
        <p:nvSpPr>
          <p:cNvPr id="5" name="Subtitle 4">
            <a:extLst>
              <a:ext uri="{FF2B5EF4-FFF2-40B4-BE49-F238E27FC236}">
                <a16:creationId xmlns:a16="http://schemas.microsoft.com/office/drawing/2014/main" id="{B7C82062-ABEC-37CF-D7EE-253395AD18CE}"/>
              </a:ext>
            </a:extLst>
          </p:cNvPr>
          <p:cNvSpPr>
            <a:spLocks noGrp="1"/>
          </p:cNvSpPr>
          <p:nvPr>
            <p:ph type="subTitle" idx="1"/>
          </p:nvPr>
        </p:nvSpPr>
        <p:spPr>
          <a:xfrm>
            <a:off x="1524000" y="3602037"/>
            <a:ext cx="9144000" cy="1861503"/>
          </a:xfrm>
        </p:spPr>
        <p:txBody>
          <a:bodyPr>
            <a:normAutofit/>
          </a:bodyPr>
          <a:lstStyle/>
          <a:p>
            <a:r>
              <a:rPr lang="en-US" dirty="0"/>
              <a:t>These functions </a:t>
            </a:r>
            <a:r>
              <a:rPr lang="en-US" b="1" dirty="0"/>
              <a:t>will</a:t>
            </a:r>
            <a:r>
              <a:rPr lang="en-US" dirty="0"/>
              <a:t> be part of your </a:t>
            </a:r>
            <a:r>
              <a:rPr lang="en-US" b="1" i="0" dirty="0">
                <a:latin typeface="Cascadia Code" panose="020B0609020000020004" pitchFamily="49" charset="0"/>
                <a:ea typeface="Cascadia Code" panose="020B0609020000020004" pitchFamily="49" charset="0"/>
                <a:cs typeface="Cascadia Code" panose="020B0609020000020004" pitchFamily="49" charset="0"/>
              </a:rPr>
              <a:t>class</a:t>
            </a:r>
            <a:r>
              <a:rPr lang="en-US" dirty="0"/>
              <a:t>.</a:t>
            </a:r>
          </a:p>
        </p:txBody>
      </p:sp>
      <p:sp>
        <p:nvSpPr>
          <p:cNvPr id="7" name="TextBox 6">
            <a:extLst>
              <a:ext uri="{FF2B5EF4-FFF2-40B4-BE49-F238E27FC236}">
                <a16:creationId xmlns:a16="http://schemas.microsoft.com/office/drawing/2014/main" id="{70719408-AFE1-4DBD-8A0C-1EE317580D9D}"/>
              </a:ext>
            </a:extLst>
          </p:cNvPr>
          <p:cNvSpPr txBox="1"/>
          <p:nvPr/>
        </p:nvSpPr>
        <p:spPr>
          <a:xfrm>
            <a:off x="1643743" y="5957892"/>
            <a:ext cx="8904514" cy="369332"/>
          </a:xfrm>
          <a:prstGeom prst="rect">
            <a:avLst/>
          </a:prstGeom>
          <a:noFill/>
        </p:spPr>
        <p:txBody>
          <a:bodyPr wrap="square">
            <a:spAutoFit/>
          </a:bodyPr>
          <a:lstStyle/>
          <a:p>
            <a:pPr algn="ctr"/>
            <a:r>
              <a:rPr lang="en-US" dirty="0">
                <a:hlinkClick r:id="rId2"/>
              </a:rPr>
              <a:t>https://www.learncpp.com/cpp-tutorial/overloading-operators-using-member-functions/</a:t>
            </a:r>
            <a:endParaRPr lang="en-US" dirty="0"/>
          </a:p>
        </p:txBody>
      </p:sp>
    </p:spTree>
    <p:extLst>
      <p:ext uri="{BB962C8B-B14F-4D97-AF65-F5344CB8AC3E}">
        <p14:creationId xmlns:p14="http://schemas.microsoft.com/office/powerpoint/2010/main" val="4178443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99F2D94-3657-2C11-4EAE-408EF9F9B856}"/>
              </a:ext>
            </a:extLst>
          </p:cNvPr>
          <p:cNvSpPr txBox="1"/>
          <p:nvPr/>
        </p:nvSpPr>
        <p:spPr>
          <a:xfrm>
            <a:off x="42182" y="28116"/>
            <a:ext cx="5551714" cy="3754874"/>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Fraction</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p>
          <a:p>
            <a:endParaRPr lang="en-US" sz="1400" dirty="0">
              <a:solidFill>
                <a:srgbClr val="777777"/>
              </a:solidFill>
              <a:latin typeface="Cascadia Mono" panose="020B0609020000020004" pitchFamily="49" charset="0"/>
            </a:endParaRPr>
          </a:p>
          <a:p>
            <a:r>
              <a:rPr lang="en-US" sz="1400" b="0" dirty="0">
                <a:solidFill>
                  <a:srgbClr val="7A3E9D"/>
                </a:solidFill>
                <a:effectLst/>
                <a:latin typeface="Cascadia Mono" panose="020B0609020000020004" pitchFamily="49" charset="0"/>
              </a:rPr>
              <a:t>    void</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show</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p>
          <a:p>
            <a:r>
              <a:rPr lang="en-US" sz="1400" dirty="0">
                <a:solidFill>
                  <a:srgbClr val="333333"/>
                </a:solidFill>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9" name="TextBox 8">
            <a:extLst>
              <a:ext uri="{FF2B5EF4-FFF2-40B4-BE49-F238E27FC236}">
                <a16:creationId xmlns:a16="http://schemas.microsoft.com/office/drawing/2014/main" id="{35A012EE-F04B-75CC-F121-A9FA0BB277E9}"/>
              </a:ext>
            </a:extLst>
          </p:cNvPr>
          <p:cNvSpPr txBox="1"/>
          <p:nvPr/>
        </p:nvSpPr>
        <p:spPr>
          <a:xfrm>
            <a:off x="3025548" y="4244561"/>
            <a:ext cx="7445829" cy="2585323"/>
          </a:xfrm>
          <a:prstGeom prst="rect">
            <a:avLst/>
          </a:prstGeom>
          <a:noFill/>
        </p:spPr>
        <p:txBody>
          <a:bodyPr wrap="square">
            <a:spAutoFit/>
          </a:bodyPr>
          <a:lstStyle/>
          <a:p>
            <a:r>
              <a:rPr lang="en-US" sz="1600" b="0" i="1" dirty="0">
                <a:solidFill>
                  <a:srgbClr val="AAAAAA"/>
                </a:solidFill>
                <a:effectLst/>
                <a:latin typeface="Cascadia Mono" panose="020B0609020000020004" pitchFamily="49" charset="0"/>
              </a:rPr>
              <a:t>// Not part of class; it's present in the global scope.</a:t>
            </a:r>
            <a:endParaRPr lang="en-US" sz="1600" b="0" dirty="0">
              <a:solidFill>
                <a:srgbClr val="333333"/>
              </a:solidFill>
              <a:effectLst/>
              <a:latin typeface="Cascadia Mono" panose="020B0609020000020004" pitchFamily="49" charset="0"/>
            </a:endParaRPr>
          </a:p>
          <a:p>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operator*</a:t>
            </a:r>
            <a:r>
              <a:rPr lang="en-US" sz="1600" b="0" dirty="0">
                <a:solidFill>
                  <a:srgbClr val="777777"/>
                </a:solidFill>
                <a:effectLst/>
                <a:latin typeface="Cascadia Mono" panose="020B0609020000020004" pitchFamily="49" charset="0"/>
              </a:rPr>
              <a:t>(</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fr1</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fr2</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numRes</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fr1</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getNum</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fr2</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getNum</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denRes</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fr1</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getDen</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fr2</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getDen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res</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numRes</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denRes</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res</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11" name="TextBox 10">
            <a:extLst>
              <a:ext uri="{FF2B5EF4-FFF2-40B4-BE49-F238E27FC236}">
                <a16:creationId xmlns:a16="http://schemas.microsoft.com/office/drawing/2014/main" id="{2860BF70-B83F-A4F2-611F-0CBD03DEB1AE}"/>
              </a:ext>
            </a:extLst>
          </p:cNvPr>
          <p:cNvSpPr txBox="1"/>
          <p:nvPr/>
        </p:nvSpPr>
        <p:spPr>
          <a:xfrm>
            <a:off x="6821941" y="28116"/>
            <a:ext cx="5323114" cy="2800767"/>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main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fraction1</a:t>
            </a:r>
            <a:r>
              <a:rPr lang="en-US" sz="1600" b="0" dirty="0">
                <a:solidFill>
                  <a:srgbClr val="777777"/>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1</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2</a:t>
            </a:r>
            <a:r>
              <a:rPr lang="en-US" sz="1600" b="0" dirty="0">
                <a:solidFill>
                  <a:srgbClr val="777777"/>
                </a:solidFill>
                <a:effectLst/>
                <a:latin typeface="Cascadia Mono" panose="020B0609020000020004" pitchFamily="49" charset="0"/>
              </a:rPr>
              <a:t>};</a:t>
            </a:r>
            <a:r>
              <a:rPr lang="en-US" sz="1600" b="0" i="1" dirty="0">
                <a:solidFill>
                  <a:srgbClr val="AAAAAA"/>
                </a:solidFill>
                <a:effectLst/>
                <a:latin typeface="Cascadia Mono" panose="020B0609020000020004" pitchFamily="49" charset="0"/>
              </a:rPr>
              <a:t>       // 1/2</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fraction2</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fraction1</a:t>
            </a:r>
            <a:r>
              <a:rPr lang="en-US" sz="1600" b="0" dirty="0">
                <a:solidFill>
                  <a:srgbClr val="777777"/>
                </a:solidFill>
                <a:effectLst/>
                <a:latin typeface="Cascadia Mono" panose="020B0609020000020004" pitchFamily="49" charset="0"/>
              </a:rPr>
              <a:t>};</a:t>
            </a:r>
            <a:r>
              <a:rPr lang="en-US" sz="1600" b="0" i="1" dirty="0">
                <a:solidFill>
                  <a:srgbClr val="AAAAAA"/>
                </a:solidFill>
                <a:effectLst/>
                <a:latin typeface="Cascadia Mono" panose="020B0609020000020004" pitchFamily="49" charset="0"/>
              </a:rPr>
              <a:t>  // 1/2</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f3</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fraction1</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fraction2</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f3</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show</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0</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cxnSp>
        <p:nvCxnSpPr>
          <p:cNvPr id="13" name="Straight Arrow Connector 12">
            <a:extLst>
              <a:ext uri="{FF2B5EF4-FFF2-40B4-BE49-F238E27FC236}">
                <a16:creationId xmlns:a16="http://schemas.microsoft.com/office/drawing/2014/main" id="{ADCEA028-7AE4-DC26-4904-6BF584C3FCC9}"/>
              </a:ext>
            </a:extLst>
          </p:cNvPr>
          <p:cNvCxnSpPr>
            <a:cxnSpLocks/>
          </p:cNvCxnSpPr>
          <p:nvPr/>
        </p:nvCxnSpPr>
        <p:spPr>
          <a:xfrm flipH="1">
            <a:off x="7467600" y="1584306"/>
            <a:ext cx="2015898" cy="294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D5640E-59D7-D71B-5FA1-219008A32D8A}"/>
              </a:ext>
            </a:extLst>
          </p:cNvPr>
          <p:cNvCxnSpPr>
            <a:cxnSpLocks/>
          </p:cNvCxnSpPr>
          <p:nvPr/>
        </p:nvCxnSpPr>
        <p:spPr>
          <a:xfrm flipH="1">
            <a:off x="9962130" y="1584306"/>
            <a:ext cx="1029550" cy="294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76BA90B-F429-308E-EFFF-72911297B8B0}"/>
              </a:ext>
            </a:extLst>
          </p:cNvPr>
          <p:cNvSpPr txBox="1"/>
          <p:nvPr/>
        </p:nvSpPr>
        <p:spPr>
          <a:xfrm>
            <a:off x="7139668" y="3213556"/>
            <a:ext cx="4484914" cy="646331"/>
          </a:xfrm>
          <a:prstGeom prst="rect">
            <a:avLst/>
          </a:prstGeom>
          <a:solidFill>
            <a:schemeClr val="accent4">
              <a:lumMod val="20000"/>
              <a:lumOff val="80000"/>
              <a:alpha val="70000"/>
            </a:schemeClr>
          </a:solidFill>
          <a:ln w="19050">
            <a:solidFill>
              <a:schemeClr val="tx1"/>
            </a:solidFill>
          </a:ln>
        </p:spPr>
        <p:txBody>
          <a:bodyPr wrap="square">
            <a:spAutoFit/>
          </a:bodyPr>
          <a:lstStyle/>
          <a:p>
            <a:r>
              <a:rPr lang="en-US" b="0" i="1" dirty="0">
                <a:solidFill>
                  <a:srgbClr val="AAAAAA"/>
                </a:solidFill>
                <a:effectLst/>
                <a:latin typeface="Cascadia Mono" panose="020B0609020000020004" pitchFamily="49" charset="0"/>
              </a:rPr>
              <a:t>// Compiler's interpretation</a:t>
            </a:r>
            <a:endParaRPr lang="en-US" b="0" dirty="0">
              <a:solidFill>
                <a:srgbClr val="333333"/>
              </a:solidFill>
              <a:effectLst/>
              <a:latin typeface="Cascadia Mono" panose="020B0609020000020004" pitchFamily="49" charset="0"/>
            </a:endParaRPr>
          </a:p>
          <a:p>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7A3E9D"/>
                </a:solidFill>
                <a:effectLst/>
                <a:latin typeface="Cascadia Mono" panose="020B0609020000020004" pitchFamily="49" charset="0"/>
              </a:rPr>
              <a:t>fraction1</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fraction2</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154647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407F3F9-C73C-7E8D-1755-3CC24DA7F1F1}"/>
              </a:ext>
            </a:extLst>
          </p:cNvPr>
          <p:cNvSpPr txBox="1"/>
          <p:nvPr/>
        </p:nvSpPr>
        <p:spPr>
          <a:xfrm>
            <a:off x="111578" y="1687182"/>
            <a:ext cx="7576457" cy="5078313"/>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class</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A3E9D"/>
                </a:solidFill>
                <a:effectLst/>
                <a:latin typeface="Cascadia Mono" panose="020B0609020000020004" pitchFamily="49" charset="0"/>
              </a:rPr>
              <a:t>private</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m_num</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m_den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7A3E9D"/>
                </a:solidFill>
                <a:effectLst/>
                <a:latin typeface="Cascadia Mono" panose="020B0609020000020004" pitchFamily="49" charset="0"/>
              </a:rPr>
              <a:t>public</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i="1" dirty="0">
                <a:solidFill>
                  <a:srgbClr val="AAAAAA"/>
                </a:solidFill>
                <a:effectLst/>
                <a:latin typeface="Cascadia Mono" panose="020B0609020000020004" pitchFamily="49" charset="0"/>
              </a:rPr>
              <a:t>// Other stuff here (omitted due to lack of space)</a:t>
            </a:r>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4B69C6"/>
                </a:solidFill>
                <a:effectLst/>
                <a:latin typeface="Cascadia Mono" panose="020B0609020000020004" pitchFamily="49" charset="0"/>
              </a:rPr>
              <a:t>const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4B69C6"/>
                </a:solidFill>
                <a:effectLst/>
                <a:latin typeface="Cascadia Mono" panose="020B0609020000020004" pitchFamily="49" charset="0"/>
              </a:rPr>
              <a:t>&amp;</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const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numRes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err="1">
                <a:solidFill>
                  <a:srgbClr val="AA3731"/>
                </a:solidFill>
                <a:effectLst/>
                <a:latin typeface="Cascadia Mono" panose="020B0609020000020004" pitchFamily="49" charset="0"/>
              </a:rPr>
              <a:t>getNum</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getNum</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err="1">
                <a:solidFill>
                  <a:srgbClr val="AA3731"/>
                </a:solidFill>
                <a:effectLst/>
                <a:latin typeface="Cascadia Mono" panose="020B0609020000020004" pitchFamily="49" charset="0"/>
              </a:rPr>
              <a:t>getDen</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getDen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numRes</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2" name="TextBox 1">
            <a:extLst>
              <a:ext uri="{FF2B5EF4-FFF2-40B4-BE49-F238E27FC236}">
                <a16:creationId xmlns:a16="http://schemas.microsoft.com/office/drawing/2014/main" id="{A7B34CBF-9BF2-48A8-822F-C7874CB17140}"/>
              </a:ext>
            </a:extLst>
          </p:cNvPr>
          <p:cNvSpPr txBox="1"/>
          <p:nvPr/>
        </p:nvSpPr>
        <p:spPr>
          <a:xfrm>
            <a:off x="111578" y="92505"/>
            <a:ext cx="11968844" cy="1200329"/>
          </a:xfrm>
          <a:prstGeom prst="rect">
            <a:avLst/>
          </a:prstGeom>
          <a:noFill/>
        </p:spPr>
        <p:txBody>
          <a:bodyPr wrap="square" rtlCol="0">
            <a:spAutoFit/>
          </a:bodyPr>
          <a:lstStyle/>
          <a:p>
            <a:r>
              <a:rPr lang="en-US" dirty="0"/>
              <a:t>The reason we need a </a:t>
            </a:r>
            <a:r>
              <a:rPr lang="en-US" b="1" dirty="0"/>
              <a:t>single explicit parameter </a:t>
            </a:r>
            <a:r>
              <a:rPr lang="en-US" dirty="0"/>
              <a:t>is because the overload is a member function.</a:t>
            </a:r>
          </a:p>
          <a:p>
            <a:r>
              <a:rPr lang="en-US" dirty="0"/>
              <a:t>To call a member function, you need to </a:t>
            </a:r>
            <a:r>
              <a:rPr lang="en-US" b="1" dirty="0"/>
              <a:t>call it with an object </a:t>
            </a:r>
            <a:r>
              <a:rPr lang="en-US" dirty="0"/>
              <a:t>of that class.</a:t>
            </a:r>
          </a:p>
          <a:p>
            <a:pPr marL="285750" indent="-285750">
              <a:buFont typeface="Arial" panose="020B0604020202020204" pitchFamily="34" charset="0"/>
              <a:buChar char="•"/>
            </a:pPr>
            <a:r>
              <a:rPr lang="en-US" dirty="0"/>
              <a:t>The </a:t>
            </a:r>
            <a:r>
              <a:rPr lang="en-US" b="1" dirty="0"/>
              <a:t>first operand </a:t>
            </a:r>
            <a:r>
              <a:rPr lang="en-US" dirty="0"/>
              <a:t>gets passed in as the </a:t>
            </a:r>
            <a:r>
              <a:rPr lang="en-US" b="1" dirty="0"/>
              <a:t>implicit object</a:t>
            </a:r>
            <a:r>
              <a:rPr lang="en-US" dirty="0"/>
              <a:t>, and </a:t>
            </a:r>
          </a:p>
          <a:p>
            <a:pPr marL="285750" indent="-285750">
              <a:buFont typeface="Arial" panose="020B0604020202020204" pitchFamily="34" charset="0"/>
              <a:buChar char="•"/>
            </a:pPr>
            <a:r>
              <a:rPr lang="en-US" dirty="0"/>
              <a:t>The </a:t>
            </a:r>
            <a:r>
              <a:rPr lang="en-US" b="1" dirty="0"/>
              <a:t>second operand </a:t>
            </a:r>
            <a:r>
              <a:rPr lang="en-US" dirty="0"/>
              <a:t>gets passed in as the </a:t>
            </a:r>
            <a:r>
              <a:rPr lang="en-US" b="1" dirty="0"/>
              <a:t>explicit parameter</a:t>
            </a:r>
            <a:r>
              <a:rPr lang="en-US" dirty="0"/>
              <a:t>.</a:t>
            </a:r>
          </a:p>
        </p:txBody>
      </p:sp>
      <p:sp>
        <p:nvSpPr>
          <p:cNvPr id="4" name="TextBox 3">
            <a:extLst>
              <a:ext uri="{FF2B5EF4-FFF2-40B4-BE49-F238E27FC236}">
                <a16:creationId xmlns:a16="http://schemas.microsoft.com/office/drawing/2014/main" id="{D4912255-37C4-CD58-F03B-AB8B14B23275}"/>
              </a:ext>
            </a:extLst>
          </p:cNvPr>
          <p:cNvSpPr txBox="1"/>
          <p:nvPr/>
        </p:nvSpPr>
        <p:spPr>
          <a:xfrm>
            <a:off x="7413171" y="1535278"/>
            <a:ext cx="4667251" cy="1631216"/>
          </a:xfrm>
          <a:prstGeom prst="rect">
            <a:avLst/>
          </a:prstGeom>
          <a:noFill/>
        </p:spPr>
        <p:txBody>
          <a:bodyPr wrap="square">
            <a:spAutoFit/>
          </a:bodyPr>
          <a:lstStyle/>
          <a:p>
            <a:r>
              <a:rPr lang="en-US" sz="2000" b="0" i="1" dirty="0">
                <a:solidFill>
                  <a:srgbClr val="AAAAAA"/>
                </a:solidFill>
                <a:effectLst/>
                <a:latin typeface="Cascadia Mono" panose="020B0609020000020004" pitchFamily="49" charset="0"/>
              </a:rPr>
              <a:t>// In main()</a:t>
            </a:r>
            <a:endParaRPr lang="en-US" sz="2000" b="0" dirty="0">
              <a:solidFill>
                <a:srgbClr val="7A3E9D"/>
              </a:solidFill>
              <a:effectLst/>
              <a:latin typeface="Cascadia Mono" panose="020B0609020000020004" pitchFamily="49" charset="0"/>
            </a:endParaRPr>
          </a:p>
          <a:p>
            <a:r>
              <a:rPr lang="en-US" sz="2000" b="0" dirty="0">
                <a:solidFill>
                  <a:srgbClr val="7A3E9D"/>
                </a:solidFill>
                <a:effectLst/>
                <a:latin typeface="Cascadia Mono" panose="020B0609020000020004" pitchFamily="49" charset="0"/>
              </a:rPr>
              <a:t>fraction1</a:t>
            </a:r>
            <a:r>
              <a:rPr lang="en-US" sz="2000" b="0" dirty="0">
                <a:solidFill>
                  <a:srgbClr val="333333"/>
                </a:solidFill>
                <a:effectLst/>
                <a:latin typeface="Cascadia Mono" panose="020B0609020000020004" pitchFamily="49" charset="0"/>
              </a:rPr>
              <a:t> </a:t>
            </a:r>
            <a:r>
              <a:rPr lang="en-US" sz="2000" b="1" dirty="0">
                <a:solidFill>
                  <a:srgbClr val="AA3731"/>
                </a:solidFill>
                <a:effectLst/>
                <a:latin typeface="Cascadia Mono" panose="020B0609020000020004" pitchFamily="49" charset="0"/>
              </a:rPr>
              <a:t>*</a:t>
            </a:r>
            <a:r>
              <a:rPr lang="en-US" sz="2000" b="0" dirty="0">
                <a:solidFill>
                  <a:srgbClr val="333333"/>
                </a:solidFill>
                <a:effectLst/>
                <a:latin typeface="Cascadia Mono" panose="020B0609020000020004" pitchFamily="49" charset="0"/>
              </a:rPr>
              <a:t> </a:t>
            </a:r>
            <a:r>
              <a:rPr lang="en-US" sz="2000" b="0" dirty="0">
                <a:solidFill>
                  <a:srgbClr val="7A3E9D"/>
                </a:solidFill>
                <a:effectLst/>
                <a:latin typeface="Cascadia Mono" panose="020B0609020000020004" pitchFamily="49" charset="0"/>
              </a:rPr>
              <a:t>fraction2</a:t>
            </a:r>
          </a:p>
          <a:p>
            <a:endParaRPr lang="en-US" sz="2000" dirty="0">
              <a:solidFill>
                <a:srgbClr val="7A3E9D"/>
              </a:solidFill>
              <a:latin typeface="Cascadia Mono" panose="020B0609020000020004" pitchFamily="49" charset="0"/>
            </a:endParaRPr>
          </a:p>
          <a:p>
            <a:r>
              <a:rPr lang="en-US" sz="2000" b="0" i="1" dirty="0">
                <a:solidFill>
                  <a:srgbClr val="AAAAAA"/>
                </a:solidFill>
                <a:effectLst/>
                <a:latin typeface="Cascadia Mono" panose="020B0609020000020004" pitchFamily="49" charset="0"/>
              </a:rPr>
              <a:t>// Compiler’s interpretation</a:t>
            </a:r>
          </a:p>
          <a:p>
            <a:r>
              <a:rPr lang="en-US" sz="2000" b="0" dirty="0">
                <a:solidFill>
                  <a:srgbClr val="7A3E9D"/>
                </a:solidFill>
                <a:effectLst/>
                <a:latin typeface="Cascadia Mono" panose="020B0609020000020004" pitchFamily="49" charset="0"/>
              </a:rPr>
              <a:t>fraction1</a:t>
            </a:r>
            <a:r>
              <a:rPr lang="en-US" sz="2000" b="0" dirty="0">
                <a:solidFill>
                  <a:srgbClr val="777777"/>
                </a:solidFill>
                <a:effectLst/>
                <a:latin typeface="Cascadia Mono" panose="020B0609020000020004" pitchFamily="49" charset="0"/>
              </a:rPr>
              <a:t>.</a:t>
            </a:r>
            <a:r>
              <a:rPr lang="en-US" sz="2000" b="1" dirty="0">
                <a:solidFill>
                  <a:srgbClr val="AA3731"/>
                </a:solidFill>
                <a:effectLst/>
                <a:latin typeface="Cascadia Mono" panose="020B0609020000020004" pitchFamily="49" charset="0"/>
              </a:rPr>
              <a:t>operator*</a:t>
            </a:r>
            <a:r>
              <a:rPr lang="en-US" sz="2000" b="0" dirty="0">
                <a:solidFill>
                  <a:srgbClr val="777777"/>
                </a:solidFill>
                <a:effectLst/>
                <a:latin typeface="Cascadia Mono" panose="020B0609020000020004" pitchFamily="49" charset="0"/>
              </a:rPr>
              <a:t>(</a:t>
            </a:r>
            <a:r>
              <a:rPr lang="en-US" sz="2000" b="0" dirty="0">
                <a:solidFill>
                  <a:srgbClr val="7A3E9D"/>
                </a:solidFill>
                <a:effectLst/>
                <a:latin typeface="Cascadia Mono" panose="020B0609020000020004" pitchFamily="49" charset="0"/>
              </a:rPr>
              <a:t>fraction2</a:t>
            </a:r>
            <a:r>
              <a:rPr lang="en-US" sz="2000" b="0" dirty="0">
                <a:solidFill>
                  <a:srgbClr val="777777"/>
                </a:solidFill>
                <a:effectLst/>
                <a:latin typeface="Cascadia Mono" panose="020B0609020000020004" pitchFamily="49" charset="0"/>
              </a:rPr>
              <a:t>)</a:t>
            </a:r>
            <a:endParaRPr lang="en-US" sz="2000"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1907023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F9DFF4F-1FE7-7467-DCB2-E06A947428EE}"/>
              </a:ext>
            </a:extLst>
          </p:cNvPr>
          <p:cNvGraphicFramePr>
            <a:graphicFrameLocks noGrp="1"/>
          </p:cNvGraphicFramePr>
          <p:nvPr>
            <p:extLst>
              <p:ext uri="{D42A27DB-BD31-4B8C-83A1-F6EECF244321}">
                <p14:modId xmlns:p14="http://schemas.microsoft.com/office/powerpoint/2010/main" val="888688987"/>
              </p:ext>
            </p:extLst>
          </p:nvPr>
        </p:nvGraphicFramePr>
        <p:xfrm>
          <a:off x="274863" y="5389637"/>
          <a:ext cx="3116944" cy="1112520"/>
        </p:xfrm>
        <a:graphic>
          <a:graphicData uri="http://schemas.openxmlformats.org/drawingml/2006/table">
            <a:tbl>
              <a:tblPr firstRow="1" bandRow="1">
                <a:tableStyleId>{5C22544A-7EE6-4342-B048-85BDC9FD1C3A}</a:tableStyleId>
              </a:tblPr>
              <a:tblGrid>
                <a:gridCol w="1558472">
                  <a:extLst>
                    <a:ext uri="{9D8B030D-6E8A-4147-A177-3AD203B41FA5}">
                      <a16:colId xmlns:a16="http://schemas.microsoft.com/office/drawing/2014/main" val="1710640896"/>
                    </a:ext>
                  </a:extLst>
                </a:gridCol>
                <a:gridCol w="1558472">
                  <a:extLst>
                    <a:ext uri="{9D8B030D-6E8A-4147-A177-3AD203B41FA5}">
                      <a16:colId xmlns:a16="http://schemas.microsoft.com/office/drawing/2014/main" val="1604905053"/>
                    </a:ext>
                  </a:extLst>
                </a:gridCol>
              </a:tblGrid>
              <a:tr h="370840">
                <a:tc gridSpan="2">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Fraction fraction1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a:endParaRPr lang="en-US"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5205172"/>
                  </a:ext>
                </a:extLst>
              </a:tr>
              <a:tr h="370840">
                <a:tc>
                  <a:txBody>
                    <a:bodyPr/>
                    <a:lstStyle/>
                    <a:p>
                      <a:pPr algn="ctr"/>
                      <a:r>
                        <a:rPr lang="en-US" b="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m_num</a:t>
                      </a:r>
                      <a:endParaRPr lang="en-US" b="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b="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m_den</a:t>
                      </a:r>
                      <a:endParaRPr lang="en-US" b="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1198424"/>
                  </a:ext>
                </a:extLst>
              </a:tr>
              <a:tr h="370840">
                <a:tc gridSpan="2">
                  <a:txBody>
                    <a:bodyPr/>
                    <a:lstStyle/>
                    <a:p>
                      <a:pPr algn="ctr"/>
                      <a:r>
                        <a:rPr lang="en-US" b="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3283760"/>
                  </a:ext>
                </a:extLst>
              </a:tr>
            </a:tbl>
          </a:graphicData>
        </a:graphic>
      </p:graphicFrame>
      <p:graphicFrame>
        <p:nvGraphicFramePr>
          <p:cNvPr id="5" name="Table 4">
            <a:extLst>
              <a:ext uri="{FF2B5EF4-FFF2-40B4-BE49-F238E27FC236}">
                <a16:creationId xmlns:a16="http://schemas.microsoft.com/office/drawing/2014/main" id="{37841469-265D-8D8A-4380-2046BCD2F5DA}"/>
              </a:ext>
            </a:extLst>
          </p:cNvPr>
          <p:cNvGraphicFramePr>
            <a:graphicFrameLocks noGrp="1"/>
          </p:cNvGraphicFramePr>
          <p:nvPr>
            <p:extLst>
              <p:ext uri="{D42A27DB-BD31-4B8C-83A1-F6EECF244321}">
                <p14:modId xmlns:p14="http://schemas.microsoft.com/office/powerpoint/2010/main" val="806278931"/>
              </p:ext>
            </p:extLst>
          </p:nvPr>
        </p:nvGraphicFramePr>
        <p:xfrm>
          <a:off x="3994601" y="5389637"/>
          <a:ext cx="3116944" cy="1112520"/>
        </p:xfrm>
        <a:graphic>
          <a:graphicData uri="http://schemas.openxmlformats.org/drawingml/2006/table">
            <a:tbl>
              <a:tblPr firstRow="1" bandRow="1">
                <a:tableStyleId>{5C22544A-7EE6-4342-B048-85BDC9FD1C3A}</a:tableStyleId>
              </a:tblPr>
              <a:tblGrid>
                <a:gridCol w="1302807">
                  <a:extLst>
                    <a:ext uri="{9D8B030D-6E8A-4147-A177-3AD203B41FA5}">
                      <a16:colId xmlns:a16="http://schemas.microsoft.com/office/drawing/2014/main" val="1710640896"/>
                    </a:ext>
                  </a:extLst>
                </a:gridCol>
                <a:gridCol w="1814137">
                  <a:extLst>
                    <a:ext uri="{9D8B030D-6E8A-4147-A177-3AD203B41FA5}">
                      <a16:colId xmlns:a16="http://schemas.microsoft.com/office/drawing/2014/main" val="1604905053"/>
                    </a:ext>
                  </a:extLst>
                </a:gridCol>
              </a:tblGrid>
              <a:tr h="370840">
                <a:tc gridSpan="2">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Fraction fraction2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pPr algn="ctr"/>
                      <a:endParaRPr lang="en-US"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5205172"/>
                  </a:ext>
                </a:extLst>
              </a:tr>
              <a:tr h="370840">
                <a:tc>
                  <a:txBody>
                    <a:bodyPr/>
                    <a:lstStyle/>
                    <a:p>
                      <a:pPr algn="ctr"/>
                      <a:r>
                        <a:rPr lang="en-US" b="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m_num</a:t>
                      </a:r>
                      <a:endParaRPr lang="en-US" b="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m_den</a:t>
                      </a:r>
                      <a:endParaRPr lang="en-US" b="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91198424"/>
                  </a:ext>
                </a:extLst>
              </a:tr>
              <a:tr h="370840">
                <a:tc gridSpan="2">
                  <a:txBody>
                    <a:bodyPr/>
                    <a:lstStyle/>
                    <a:p>
                      <a:pPr algn="ctr"/>
                      <a:r>
                        <a:rPr lang="en-US" b="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3283760"/>
                  </a:ext>
                </a:extLst>
              </a:tr>
            </a:tbl>
          </a:graphicData>
        </a:graphic>
      </p:graphicFrame>
      <p:sp>
        <p:nvSpPr>
          <p:cNvPr id="6" name="TextBox 5">
            <a:extLst>
              <a:ext uri="{FF2B5EF4-FFF2-40B4-BE49-F238E27FC236}">
                <a16:creationId xmlns:a16="http://schemas.microsoft.com/office/drawing/2014/main" id="{5ED2C707-AD5A-D7E4-DE74-669148398951}"/>
              </a:ext>
            </a:extLst>
          </p:cNvPr>
          <p:cNvSpPr txBox="1"/>
          <p:nvPr/>
        </p:nvSpPr>
        <p:spPr>
          <a:xfrm>
            <a:off x="7524749" y="-4064"/>
            <a:ext cx="4667251" cy="1631216"/>
          </a:xfrm>
          <a:prstGeom prst="rect">
            <a:avLst/>
          </a:prstGeom>
          <a:noFill/>
        </p:spPr>
        <p:txBody>
          <a:bodyPr wrap="square">
            <a:spAutoFit/>
          </a:bodyPr>
          <a:lstStyle/>
          <a:p>
            <a:r>
              <a:rPr lang="en-US" sz="2000" b="0" i="1" dirty="0">
                <a:solidFill>
                  <a:srgbClr val="AAAAAA"/>
                </a:solidFill>
                <a:effectLst/>
                <a:latin typeface="Cascadia Mono" panose="020B0609020000020004" pitchFamily="49" charset="0"/>
              </a:rPr>
              <a:t>// In main()</a:t>
            </a:r>
            <a:endParaRPr lang="en-US" sz="2000" b="0" dirty="0">
              <a:solidFill>
                <a:srgbClr val="7A3E9D"/>
              </a:solidFill>
              <a:effectLst/>
              <a:latin typeface="Cascadia Mono" panose="020B0609020000020004" pitchFamily="49" charset="0"/>
            </a:endParaRPr>
          </a:p>
          <a:p>
            <a:r>
              <a:rPr lang="en-US" sz="2000" b="0" dirty="0">
                <a:solidFill>
                  <a:srgbClr val="7A3E9D"/>
                </a:solidFill>
                <a:effectLst/>
                <a:latin typeface="Cascadia Mono" panose="020B0609020000020004" pitchFamily="49" charset="0"/>
              </a:rPr>
              <a:t>fraction1</a:t>
            </a:r>
            <a:r>
              <a:rPr lang="en-US" sz="2000" b="0" dirty="0">
                <a:solidFill>
                  <a:srgbClr val="333333"/>
                </a:solidFill>
                <a:effectLst/>
                <a:latin typeface="Cascadia Mono" panose="020B0609020000020004" pitchFamily="49" charset="0"/>
              </a:rPr>
              <a:t> </a:t>
            </a:r>
            <a:r>
              <a:rPr lang="en-US" sz="2000" b="1" dirty="0">
                <a:solidFill>
                  <a:srgbClr val="AA3731"/>
                </a:solidFill>
                <a:effectLst/>
                <a:latin typeface="Cascadia Mono" panose="020B0609020000020004" pitchFamily="49" charset="0"/>
              </a:rPr>
              <a:t>*</a:t>
            </a:r>
            <a:r>
              <a:rPr lang="en-US" sz="2000" b="0" dirty="0">
                <a:solidFill>
                  <a:srgbClr val="333333"/>
                </a:solidFill>
                <a:effectLst/>
                <a:latin typeface="Cascadia Mono" panose="020B0609020000020004" pitchFamily="49" charset="0"/>
              </a:rPr>
              <a:t> </a:t>
            </a:r>
            <a:r>
              <a:rPr lang="en-US" sz="2000" b="0" dirty="0">
                <a:solidFill>
                  <a:srgbClr val="7A3E9D"/>
                </a:solidFill>
                <a:effectLst/>
                <a:latin typeface="Cascadia Mono" panose="020B0609020000020004" pitchFamily="49" charset="0"/>
              </a:rPr>
              <a:t>fraction2</a:t>
            </a:r>
          </a:p>
          <a:p>
            <a:endParaRPr lang="en-US" sz="2000" dirty="0">
              <a:solidFill>
                <a:srgbClr val="7A3E9D"/>
              </a:solidFill>
              <a:latin typeface="Cascadia Mono" panose="020B0609020000020004" pitchFamily="49" charset="0"/>
            </a:endParaRPr>
          </a:p>
          <a:p>
            <a:r>
              <a:rPr lang="en-US" sz="2000" b="0" i="1" dirty="0">
                <a:solidFill>
                  <a:srgbClr val="AAAAAA"/>
                </a:solidFill>
                <a:effectLst/>
                <a:latin typeface="Cascadia Mono" panose="020B0609020000020004" pitchFamily="49" charset="0"/>
              </a:rPr>
              <a:t>// Compiler’s interpretation</a:t>
            </a:r>
          </a:p>
          <a:p>
            <a:r>
              <a:rPr lang="en-US" sz="2000" b="0" dirty="0">
                <a:solidFill>
                  <a:srgbClr val="7A3E9D"/>
                </a:solidFill>
                <a:effectLst/>
                <a:latin typeface="Cascadia Mono" panose="020B0609020000020004" pitchFamily="49" charset="0"/>
              </a:rPr>
              <a:t>fraction1</a:t>
            </a:r>
            <a:r>
              <a:rPr lang="en-US" sz="2000" b="0" dirty="0">
                <a:solidFill>
                  <a:srgbClr val="777777"/>
                </a:solidFill>
                <a:effectLst/>
                <a:latin typeface="Cascadia Mono" panose="020B0609020000020004" pitchFamily="49" charset="0"/>
              </a:rPr>
              <a:t>.</a:t>
            </a:r>
            <a:r>
              <a:rPr lang="en-US" sz="2000" b="1" dirty="0">
                <a:solidFill>
                  <a:srgbClr val="AA3731"/>
                </a:solidFill>
                <a:effectLst/>
                <a:latin typeface="Cascadia Mono" panose="020B0609020000020004" pitchFamily="49" charset="0"/>
              </a:rPr>
              <a:t>operator*</a:t>
            </a:r>
            <a:r>
              <a:rPr lang="en-US" sz="2000" b="0" dirty="0">
                <a:solidFill>
                  <a:srgbClr val="777777"/>
                </a:solidFill>
                <a:effectLst/>
                <a:latin typeface="Cascadia Mono" panose="020B0609020000020004" pitchFamily="49" charset="0"/>
              </a:rPr>
              <a:t>(</a:t>
            </a:r>
            <a:r>
              <a:rPr lang="en-US" sz="2000" b="0" dirty="0">
                <a:solidFill>
                  <a:srgbClr val="7A3E9D"/>
                </a:solidFill>
                <a:effectLst/>
                <a:latin typeface="Cascadia Mono" panose="020B0609020000020004" pitchFamily="49" charset="0"/>
              </a:rPr>
              <a:t>fraction2</a:t>
            </a:r>
            <a:r>
              <a:rPr lang="en-US" sz="2000" b="0" dirty="0">
                <a:solidFill>
                  <a:srgbClr val="777777"/>
                </a:solidFill>
                <a:effectLst/>
                <a:latin typeface="Cascadia Mono" panose="020B0609020000020004" pitchFamily="49" charset="0"/>
              </a:rPr>
              <a:t>)</a:t>
            </a:r>
            <a:endParaRPr lang="en-US" sz="2000" b="0" dirty="0">
              <a:solidFill>
                <a:srgbClr val="333333"/>
              </a:solidFill>
              <a:effectLst/>
              <a:latin typeface="Cascadia Mono" panose="020B0609020000020004" pitchFamily="49" charset="0"/>
            </a:endParaRPr>
          </a:p>
        </p:txBody>
      </p:sp>
      <p:graphicFrame>
        <p:nvGraphicFramePr>
          <p:cNvPr id="7" name="Table 6">
            <a:extLst>
              <a:ext uri="{FF2B5EF4-FFF2-40B4-BE49-F238E27FC236}">
                <a16:creationId xmlns:a16="http://schemas.microsoft.com/office/drawing/2014/main" id="{0885D560-7C7B-64B5-7106-29A13C798C49}"/>
              </a:ext>
            </a:extLst>
          </p:cNvPr>
          <p:cNvGraphicFramePr>
            <a:graphicFrameLocks noGrp="1"/>
          </p:cNvGraphicFramePr>
          <p:nvPr>
            <p:extLst>
              <p:ext uri="{D42A27DB-BD31-4B8C-83A1-F6EECF244321}">
                <p14:modId xmlns:p14="http://schemas.microsoft.com/office/powerpoint/2010/main" val="1458358966"/>
              </p:ext>
            </p:extLst>
          </p:nvPr>
        </p:nvGraphicFramePr>
        <p:xfrm>
          <a:off x="503462" y="3058159"/>
          <a:ext cx="3796395" cy="741680"/>
        </p:xfrm>
        <a:graphic>
          <a:graphicData uri="http://schemas.openxmlformats.org/drawingml/2006/table">
            <a:tbl>
              <a:tblPr firstRow="1" bandRow="1">
                <a:tableStyleId>{5C22544A-7EE6-4342-B048-85BDC9FD1C3A}</a:tableStyleId>
              </a:tblPr>
              <a:tblGrid>
                <a:gridCol w="3796395">
                  <a:extLst>
                    <a:ext uri="{9D8B030D-6E8A-4147-A177-3AD203B41FA5}">
                      <a16:colId xmlns:a16="http://schemas.microsoft.com/office/drawing/2014/main" val="1710640896"/>
                    </a:ext>
                  </a:extLst>
                </a:gridCol>
              </a:tblGrid>
              <a:tr h="370840">
                <a:tc>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const Fraction* const this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45205172"/>
                  </a:ext>
                </a:extLst>
              </a:tr>
              <a:tr h="370840">
                <a:tc>
                  <a:txBody>
                    <a:bodyPr/>
                    <a:lstStyle/>
                    <a:p>
                      <a:pPr algn="ctr"/>
                      <a:r>
                        <a:rPr lang="en-US" b="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&amp;fraction1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1198424"/>
                  </a:ext>
                </a:extLst>
              </a:tr>
            </a:tbl>
          </a:graphicData>
        </a:graphic>
      </p:graphicFrame>
      <p:cxnSp>
        <p:nvCxnSpPr>
          <p:cNvPr id="9" name="Straight Arrow Connector 8">
            <a:extLst>
              <a:ext uri="{FF2B5EF4-FFF2-40B4-BE49-F238E27FC236}">
                <a16:creationId xmlns:a16="http://schemas.microsoft.com/office/drawing/2014/main" id="{41F828CB-9D06-74BE-54C9-7F574BA62CA4}"/>
              </a:ext>
            </a:extLst>
          </p:cNvPr>
          <p:cNvCxnSpPr>
            <a:cxnSpLocks/>
            <a:stCxn id="7" idx="2"/>
            <a:endCxn id="4" idx="0"/>
          </p:cNvCxnSpPr>
          <p:nvPr/>
        </p:nvCxnSpPr>
        <p:spPr>
          <a:xfrm flipH="1">
            <a:off x="1833335" y="3799839"/>
            <a:ext cx="568324" cy="158979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F18B4B9-2998-8AE9-8ADE-87F83A54EEB4}"/>
              </a:ext>
            </a:extLst>
          </p:cNvPr>
          <p:cNvSpPr txBox="1"/>
          <p:nvPr/>
        </p:nvSpPr>
        <p:spPr>
          <a:xfrm>
            <a:off x="5988502" y="2158110"/>
            <a:ext cx="6203498" cy="2893100"/>
          </a:xfrm>
          <a:prstGeom prst="rect">
            <a:avLst/>
          </a:prstGeom>
          <a:noFill/>
        </p:spPr>
        <p:txBody>
          <a:bodyPr wrap="square">
            <a:spAutoFit/>
          </a:bodyPr>
          <a:lstStyle/>
          <a:p>
            <a:r>
              <a:rPr lang="en-US" i="1" dirty="0">
                <a:solidFill>
                  <a:srgbClr val="AAAAAA"/>
                </a:solidFill>
                <a:latin typeface="Cascadia Mono" panose="020B0609020000020004" pitchFamily="49" charset="0"/>
              </a:rPr>
              <a:t>// Member of class Fraction</a:t>
            </a:r>
            <a:endParaRPr lang="en-US" dirty="0">
              <a:solidFill>
                <a:srgbClr val="7A3E9D"/>
              </a:solidFill>
              <a:latin typeface="Cascadia Mono" panose="020B0609020000020004" pitchFamily="49" charset="0"/>
            </a:endParaRPr>
          </a:p>
          <a:p>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4B69C6"/>
                </a:solidFill>
                <a:effectLst/>
                <a:latin typeface="Cascadia Mono" panose="020B0609020000020004" pitchFamily="49" charset="0"/>
              </a:rPr>
              <a:t>const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4B69C6"/>
                </a:solidFill>
                <a:effectLst/>
                <a:latin typeface="Cascadia Mono" panose="020B0609020000020004" pitchFamily="49" charset="0"/>
              </a:rPr>
              <a:t>&amp;</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const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numRes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err="1">
                <a:solidFill>
                  <a:srgbClr val="AA3731"/>
                </a:solidFill>
                <a:effectLst/>
                <a:latin typeface="Cascadia Mono" panose="020B0609020000020004" pitchFamily="49" charset="0"/>
              </a:rPr>
              <a:t>getNum</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getNum</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err="1">
                <a:solidFill>
                  <a:srgbClr val="AA3731"/>
                </a:solidFill>
                <a:effectLst/>
                <a:latin typeface="Cascadia Mono" panose="020B0609020000020004" pitchFamily="49" charset="0"/>
              </a:rPr>
              <a:t>getDen</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getDen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numRes</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15" name="TextBox 14">
            <a:extLst>
              <a:ext uri="{FF2B5EF4-FFF2-40B4-BE49-F238E27FC236}">
                <a16:creationId xmlns:a16="http://schemas.microsoft.com/office/drawing/2014/main" id="{CDDDE6CC-C385-FD4F-B334-55C719DB359F}"/>
              </a:ext>
            </a:extLst>
          </p:cNvPr>
          <p:cNvSpPr txBox="1"/>
          <p:nvPr/>
        </p:nvSpPr>
        <p:spPr>
          <a:xfrm>
            <a:off x="7209063" y="5682343"/>
            <a:ext cx="631371" cy="369332"/>
          </a:xfrm>
          <a:prstGeom prst="rect">
            <a:avLst/>
          </a:prstGeom>
          <a:solidFill>
            <a:schemeClr val="accent6">
              <a:lumMod val="20000"/>
              <a:lumOff val="80000"/>
            </a:schemeClr>
          </a:solidFill>
        </p:spPr>
        <p:txBody>
          <a:bodyPr wrap="square" rtlCol="0">
            <a:spAutoFit/>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fr2</a:t>
            </a:r>
          </a:p>
        </p:txBody>
      </p:sp>
      <p:sp>
        <p:nvSpPr>
          <p:cNvPr id="19" name="TextBox 18">
            <a:extLst>
              <a:ext uri="{FF2B5EF4-FFF2-40B4-BE49-F238E27FC236}">
                <a16:creationId xmlns:a16="http://schemas.microsoft.com/office/drawing/2014/main" id="{5EBD389B-46E1-AA0C-7817-E5EA474E0D33}"/>
              </a:ext>
            </a:extLst>
          </p:cNvPr>
          <p:cNvSpPr txBox="1"/>
          <p:nvPr/>
        </p:nvSpPr>
        <p:spPr>
          <a:xfrm>
            <a:off x="111578" y="92505"/>
            <a:ext cx="2664279" cy="1477328"/>
          </a:xfrm>
          <a:prstGeom prst="rect">
            <a:avLst/>
          </a:prstGeom>
          <a:noFill/>
          <a:ln w="19050">
            <a:solidFill>
              <a:schemeClr val="accent1"/>
            </a:solidFill>
          </a:ln>
        </p:spPr>
        <p:txBody>
          <a:bodyPr wrap="square" rtlCol="0">
            <a:spAutoFit/>
          </a:bodyPr>
          <a:lstStyle/>
          <a:p>
            <a:r>
              <a:rPr lang="en-US" b="1" i="1" u="sng" dirty="0">
                <a:solidFill>
                  <a:schemeClr val="accent1"/>
                </a:solidFill>
              </a:rPr>
              <a:t>Note</a:t>
            </a:r>
          </a:p>
          <a:p>
            <a:r>
              <a:rPr lang="en-US" i="1" dirty="0">
                <a:solidFill>
                  <a:schemeClr val="accent1"/>
                </a:solidFill>
              </a:rPr>
              <a:t>This first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const</a:t>
            </a:r>
            <a:r>
              <a:rPr lang="en-US" i="1" dirty="0">
                <a:solidFill>
                  <a:schemeClr val="accent1"/>
                </a:solidFill>
              </a:rPr>
              <a:t> is only there because the member function has been marked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const</a:t>
            </a:r>
            <a:r>
              <a:rPr lang="en-US" i="1" dirty="0">
                <a:solidFill>
                  <a:schemeClr val="accent1"/>
                </a:solidFill>
              </a:rPr>
              <a:t>. </a:t>
            </a:r>
          </a:p>
        </p:txBody>
      </p:sp>
      <p:sp>
        <p:nvSpPr>
          <p:cNvPr id="20" name="Rectangle 19">
            <a:extLst>
              <a:ext uri="{FF2B5EF4-FFF2-40B4-BE49-F238E27FC236}">
                <a16:creationId xmlns:a16="http://schemas.microsoft.com/office/drawing/2014/main" id="{CFABE055-3C1A-79FB-B945-A1EBF2C63F2D}"/>
              </a:ext>
            </a:extLst>
          </p:cNvPr>
          <p:cNvSpPr/>
          <p:nvPr/>
        </p:nvSpPr>
        <p:spPr>
          <a:xfrm>
            <a:off x="598715" y="2960913"/>
            <a:ext cx="838200" cy="54428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4C83179C-54E9-A1AB-D1A8-0D7203C59067}"/>
              </a:ext>
            </a:extLst>
          </p:cNvPr>
          <p:cNvCxnSpPr>
            <a:cxnSpLocks/>
            <a:stCxn id="20" idx="0"/>
            <a:endCxn id="19" idx="2"/>
          </p:cNvCxnSpPr>
          <p:nvPr/>
        </p:nvCxnSpPr>
        <p:spPr>
          <a:xfrm flipV="1">
            <a:off x="1017815" y="1569833"/>
            <a:ext cx="425903" cy="1391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49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E6CD3F-7AF0-0CAE-E956-36EC1D0B6972}"/>
              </a:ext>
            </a:extLst>
          </p:cNvPr>
          <p:cNvSpPr txBox="1"/>
          <p:nvPr/>
        </p:nvSpPr>
        <p:spPr>
          <a:xfrm>
            <a:off x="5672137" y="176910"/>
            <a:ext cx="6203498" cy="2893100"/>
          </a:xfrm>
          <a:prstGeom prst="rect">
            <a:avLst/>
          </a:prstGeom>
          <a:noFill/>
        </p:spPr>
        <p:txBody>
          <a:bodyPr wrap="square">
            <a:spAutoFit/>
          </a:bodyPr>
          <a:lstStyle/>
          <a:p>
            <a:r>
              <a:rPr lang="en-US" i="1" dirty="0">
                <a:solidFill>
                  <a:srgbClr val="AAAAAA"/>
                </a:solidFill>
                <a:latin typeface="Cascadia Mono" panose="020B0609020000020004" pitchFamily="49" charset="0"/>
              </a:rPr>
              <a:t>// Member of class Fraction</a:t>
            </a:r>
            <a:endParaRPr lang="en-US" dirty="0">
              <a:solidFill>
                <a:srgbClr val="7A3E9D"/>
              </a:solidFill>
              <a:latin typeface="Cascadia Mono" panose="020B0609020000020004" pitchFamily="49" charset="0"/>
            </a:endParaRPr>
          </a:p>
          <a:p>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4B69C6"/>
                </a:solidFill>
                <a:effectLst/>
                <a:latin typeface="Cascadia Mono" panose="020B0609020000020004" pitchFamily="49" charset="0"/>
              </a:rPr>
              <a:t>const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4B69C6"/>
                </a:solidFill>
                <a:effectLst/>
                <a:latin typeface="Cascadia Mono" panose="020B0609020000020004" pitchFamily="49" charset="0"/>
              </a:rPr>
              <a:t>&amp;</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const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numRes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err="1">
                <a:solidFill>
                  <a:srgbClr val="AA3731"/>
                </a:solidFill>
                <a:effectLst/>
                <a:latin typeface="Cascadia Mono" panose="020B0609020000020004" pitchFamily="49" charset="0"/>
              </a:rPr>
              <a:t>getNum</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getNum</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err="1">
                <a:solidFill>
                  <a:srgbClr val="AA3731"/>
                </a:solidFill>
                <a:effectLst/>
                <a:latin typeface="Cascadia Mono" panose="020B0609020000020004" pitchFamily="49" charset="0"/>
              </a:rPr>
              <a:t>getDen</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getDen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numRes</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32CC3AE2-CC6D-06BC-702E-99C22E4FACA5}"/>
              </a:ext>
            </a:extLst>
          </p:cNvPr>
          <p:cNvSpPr txBox="1"/>
          <p:nvPr/>
        </p:nvSpPr>
        <p:spPr>
          <a:xfrm>
            <a:off x="231320" y="176910"/>
            <a:ext cx="4939393" cy="1754326"/>
          </a:xfrm>
          <a:prstGeom prst="rect">
            <a:avLst/>
          </a:prstGeom>
          <a:noFill/>
        </p:spPr>
        <p:txBody>
          <a:bodyPr wrap="square" rtlCol="0">
            <a:spAutoFit/>
          </a:bodyPr>
          <a:lstStyle/>
          <a:p>
            <a:r>
              <a:rPr lang="en-US" b="1" dirty="0"/>
              <a:t>Is there a need to use getters in the implementation of this function?</a:t>
            </a:r>
          </a:p>
          <a:p>
            <a:endParaRPr lang="en-US" dirty="0"/>
          </a:p>
          <a:p>
            <a:r>
              <a:rPr lang="en-US" b="1" dirty="0"/>
              <a:t>No. </a:t>
            </a:r>
            <a:r>
              <a:rPr lang="en-US" dirty="0"/>
              <a:t>It is a member of the class.</a:t>
            </a:r>
          </a:p>
          <a:p>
            <a:r>
              <a:rPr lang="en-US" dirty="0"/>
              <a:t>As a member of the class, it </a:t>
            </a:r>
            <a:r>
              <a:rPr lang="en-US" b="1" dirty="0"/>
              <a:t>can access the private members </a:t>
            </a:r>
            <a:r>
              <a:rPr lang="en-US" dirty="0"/>
              <a:t>of the objects of this class.</a:t>
            </a:r>
          </a:p>
        </p:txBody>
      </p:sp>
      <p:sp>
        <p:nvSpPr>
          <p:cNvPr id="7" name="TextBox 6">
            <a:extLst>
              <a:ext uri="{FF2B5EF4-FFF2-40B4-BE49-F238E27FC236}">
                <a16:creationId xmlns:a16="http://schemas.microsoft.com/office/drawing/2014/main" id="{B21F4192-B2C4-F237-3F6E-BAB9B967877E}"/>
              </a:ext>
            </a:extLst>
          </p:cNvPr>
          <p:cNvSpPr txBox="1"/>
          <p:nvPr/>
        </p:nvSpPr>
        <p:spPr>
          <a:xfrm>
            <a:off x="2955471" y="3492589"/>
            <a:ext cx="6281057" cy="2585323"/>
          </a:xfrm>
          <a:prstGeom prst="rect">
            <a:avLst/>
          </a:prstGeom>
          <a:noFill/>
        </p:spPr>
        <p:txBody>
          <a:bodyPr wrap="square">
            <a:spAutoFit/>
          </a:bodyPr>
          <a:lstStyle/>
          <a:p>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4B69C6"/>
                </a:solidFill>
                <a:effectLst/>
                <a:latin typeface="Cascadia Mono" panose="020B0609020000020004" pitchFamily="49" charset="0"/>
              </a:rPr>
              <a:t>const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4B69C6"/>
                </a:solidFill>
                <a:effectLst/>
                <a:latin typeface="Cascadia Mono" panose="020B0609020000020004" pitchFamily="49" charset="0"/>
              </a:rPr>
              <a:t>&amp;</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const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numRes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m_num</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0" dirty="0">
                <a:solidFill>
                  <a:srgbClr val="7A3E9D"/>
                </a:solidFill>
                <a:effectLst/>
                <a:latin typeface="Cascadia Mono" panose="020B0609020000020004" pitchFamily="49" charset="0"/>
              </a:rPr>
              <a:t>m_num</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m_den</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fr2</a:t>
            </a:r>
            <a:r>
              <a:rPr lang="en-US" b="0" dirty="0">
                <a:solidFill>
                  <a:srgbClr val="777777"/>
                </a:solidFill>
                <a:effectLst/>
                <a:latin typeface="Cascadia Mono" panose="020B0609020000020004" pitchFamily="49" charset="0"/>
              </a:rPr>
              <a:t>.</a:t>
            </a:r>
            <a:r>
              <a:rPr lang="en-US" b="0" dirty="0">
                <a:solidFill>
                  <a:srgbClr val="7A3E9D"/>
                </a:solidFill>
                <a:effectLst/>
                <a:latin typeface="Cascadia Mono" panose="020B0609020000020004" pitchFamily="49" charset="0"/>
              </a:rPr>
              <a:t>m_den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numRes</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denRes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res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194655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2D4A-10E2-E33D-9063-C41A22DC7179}"/>
              </a:ext>
            </a:extLst>
          </p:cNvPr>
          <p:cNvSpPr>
            <a:spLocks noGrp="1"/>
          </p:cNvSpPr>
          <p:nvPr>
            <p:ph type="title"/>
          </p:nvPr>
        </p:nvSpPr>
        <p:spPr/>
        <p:txBody>
          <a:bodyPr/>
          <a:lstStyle/>
          <a:p>
            <a:r>
              <a:rPr lang="en-US" dirty="0"/>
              <a:t>When overloading an operator using a member function…</a:t>
            </a:r>
          </a:p>
        </p:txBody>
      </p:sp>
      <p:sp>
        <p:nvSpPr>
          <p:cNvPr id="3" name="Content Placeholder 2">
            <a:extLst>
              <a:ext uri="{FF2B5EF4-FFF2-40B4-BE49-F238E27FC236}">
                <a16:creationId xmlns:a16="http://schemas.microsoft.com/office/drawing/2014/main" id="{69DC40E3-7046-CC46-2F11-67994AB0AA50}"/>
              </a:ext>
            </a:extLst>
          </p:cNvPr>
          <p:cNvSpPr>
            <a:spLocks noGrp="1"/>
          </p:cNvSpPr>
          <p:nvPr>
            <p:ph idx="1"/>
          </p:nvPr>
        </p:nvSpPr>
        <p:spPr/>
        <p:txBody>
          <a:bodyPr/>
          <a:lstStyle/>
          <a:p>
            <a:r>
              <a:rPr lang="en-US" dirty="0">
                <a:solidFill>
                  <a:schemeClr val="accent1"/>
                </a:solidFill>
              </a:rPr>
              <a:t>The left operand becomes the implicit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*this</a:t>
            </a:r>
            <a:r>
              <a:rPr lang="en-US" dirty="0">
                <a:solidFill>
                  <a:schemeClr val="accent1"/>
                </a:solidFill>
              </a:rPr>
              <a:t> object.</a:t>
            </a:r>
          </a:p>
          <a:p>
            <a:endParaRPr lang="en-US" dirty="0">
              <a:solidFill>
                <a:schemeClr val="accent1"/>
              </a:solidFill>
            </a:endParaRPr>
          </a:p>
          <a:p>
            <a:r>
              <a:rPr lang="en-US" dirty="0">
                <a:solidFill>
                  <a:schemeClr val="accent1"/>
                </a:solidFill>
              </a:rPr>
              <a:t>All other operands become (explicit) function parameters.</a:t>
            </a:r>
          </a:p>
        </p:txBody>
      </p:sp>
    </p:spTree>
    <p:extLst>
      <p:ext uri="{BB962C8B-B14F-4D97-AF65-F5344CB8AC3E}">
        <p14:creationId xmlns:p14="http://schemas.microsoft.com/office/powerpoint/2010/main" val="56499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6907C3-2878-2956-78C2-02930FC88016}"/>
              </a:ext>
            </a:extLst>
          </p:cNvPr>
          <p:cNvSpPr txBox="1"/>
          <p:nvPr/>
        </p:nvSpPr>
        <p:spPr>
          <a:xfrm>
            <a:off x="195942" y="474345"/>
            <a:ext cx="5627914" cy="5909310"/>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Fraction</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numRes</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denRes</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res</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numRes</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denRes</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res</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void</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show</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6" name="Rectangle 5">
            <a:extLst>
              <a:ext uri="{FF2B5EF4-FFF2-40B4-BE49-F238E27FC236}">
                <a16:creationId xmlns:a16="http://schemas.microsoft.com/office/drawing/2014/main" id="{961508B1-B0BA-CA34-D032-F5D9D673B0CE}"/>
              </a:ext>
            </a:extLst>
          </p:cNvPr>
          <p:cNvSpPr/>
          <p:nvPr/>
        </p:nvSpPr>
        <p:spPr>
          <a:xfrm>
            <a:off x="489858" y="3429000"/>
            <a:ext cx="4016828" cy="21118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4271AB3-7609-87F5-C45A-1DD2996F70E4}"/>
              </a:ext>
            </a:extLst>
          </p:cNvPr>
          <p:cNvSpPr txBox="1"/>
          <p:nvPr/>
        </p:nvSpPr>
        <p:spPr>
          <a:xfrm>
            <a:off x="7195461" y="2844225"/>
            <a:ext cx="4800597" cy="3539430"/>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main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fraction1</a:t>
            </a:r>
            <a:r>
              <a:rPr lang="en-US" sz="1600" b="0" dirty="0">
                <a:solidFill>
                  <a:srgbClr val="777777"/>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1</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2</a:t>
            </a:r>
            <a:r>
              <a:rPr lang="en-US" sz="1600" b="0" dirty="0">
                <a:solidFill>
                  <a:srgbClr val="777777"/>
                </a:solidFill>
                <a:effectLst/>
                <a:latin typeface="Cascadia Mono" panose="020B0609020000020004" pitchFamily="49" charset="0"/>
              </a:rPr>
              <a:t>};</a:t>
            </a:r>
            <a:r>
              <a:rPr lang="en-US" sz="1600" b="0" i="1" dirty="0">
                <a:solidFill>
                  <a:srgbClr val="AAAAAA"/>
                </a:solidFill>
                <a:effectLst/>
                <a:latin typeface="Cascadia Mono" panose="020B0609020000020004" pitchFamily="49" charset="0"/>
              </a:rPr>
              <a:t>   // 1/2</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x</a:t>
            </a:r>
            <a:r>
              <a:rPr lang="en-US" sz="1600" b="0" dirty="0">
                <a:solidFill>
                  <a:srgbClr val="777777"/>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5</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f3</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fraction1</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x</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p>
          <a:p>
            <a:r>
              <a:rPr lang="en-US" sz="1600" b="0" i="1" dirty="0">
                <a:solidFill>
                  <a:srgbClr val="AAAAAA"/>
                </a:solidFill>
                <a:effectLst/>
                <a:latin typeface="Cascadia Mono" panose="020B0609020000020004" pitchFamily="49" charset="0"/>
              </a:rPr>
              <a:t>    // Compiler's interpretation</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i="1" dirty="0">
                <a:solidFill>
                  <a:srgbClr val="AAAAAA"/>
                </a:solidFill>
                <a:latin typeface="Cascadia Mono" panose="020B0609020000020004" pitchFamily="49" charset="0"/>
              </a:rPr>
              <a:t>// fraction1.operator*(x)</a:t>
            </a:r>
          </a:p>
          <a:p>
            <a:r>
              <a:rPr lang="en-US" sz="1600" b="0" dirty="0">
                <a:solidFill>
                  <a:srgbClr val="333333"/>
                </a:solidFill>
                <a:effectLst/>
                <a:latin typeface="Cascadia Mono" panose="020B0609020000020004" pitchFamily="49" charset="0"/>
              </a:rPr>
              <a:t>    </a:t>
            </a: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f3</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show</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0</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9" name="TextBox 8">
            <a:extLst>
              <a:ext uri="{FF2B5EF4-FFF2-40B4-BE49-F238E27FC236}">
                <a16:creationId xmlns:a16="http://schemas.microsoft.com/office/drawing/2014/main" id="{EB469519-60B2-3A65-2EAA-6387592E2647}"/>
              </a:ext>
            </a:extLst>
          </p:cNvPr>
          <p:cNvSpPr txBox="1"/>
          <p:nvPr/>
        </p:nvSpPr>
        <p:spPr>
          <a:xfrm>
            <a:off x="6825343" y="176910"/>
            <a:ext cx="5170715" cy="1200329"/>
          </a:xfrm>
          <a:prstGeom prst="rect">
            <a:avLst/>
          </a:prstGeom>
          <a:noFill/>
        </p:spPr>
        <p:txBody>
          <a:bodyPr wrap="square" rtlCol="0">
            <a:spAutoFit/>
          </a:bodyPr>
          <a:lstStyle/>
          <a:p>
            <a:r>
              <a:rPr lang="en-US" dirty="0"/>
              <a:t>This is multiplication of a </a:t>
            </a:r>
            <a:r>
              <a:rPr lang="en-US" b="1" dirty="0">
                <a:latin typeface="Cascadia Code" panose="020B0609020000020004" pitchFamily="49" charset="0"/>
                <a:ea typeface="Cascadia Code" panose="020B0609020000020004" pitchFamily="49" charset="0"/>
                <a:cs typeface="Cascadia Code" panose="020B0609020000020004" pitchFamily="49" charset="0"/>
              </a:rPr>
              <a:t>Fraction</a:t>
            </a:r>
            <a:r>
              <a:rPr lang="en-US" dirty="0"/>
              <a:t> with an </a:t>
            </a:r>
            <a:r>
              <a:rPr lang="en-US" b="1" dirty="0">
                <a:latin typeface="Cascadia Code" panose="020B0609020000020004" pitchFamily="49" charset="0"/>
                <a:ea typeface="Cascadia Code" panose="020B0609020000020004" pitchFamily="49" charset="0"/>
                <a:cs typeface="Cascadia Code" panose="020B0609020000020004" pitchFamily="49" charset="0"/>
              </a:rPr>
              <a:t>int</a:t>
            </a:r>
            <a:r>
              <a:rPr lang="en-US" dirty="0"/>
              <a:t>.</a:t>
            </a:r>
          </a:p>
          <a:p>
            <a:endParaRPr lang="en-US" dirty="0"/>
          </a:p>
          <a:p>
            <a:r>
              <a:rPr lang="en-US" dirty="0"/>
              <a:t>The </a:t>
            </a:r>
            <a:r>
              <a:rPr lang="en-US" b="1" dirty="0">
                <a:latin typeface="Cascadia Code" panose="020B0609020000020004" pitchFamily="49" charset="0"/>
                <a:ea typeface="Cascadia Code" panose="020B0609020000020004" pitchFamily="49" charset="0"/>
                <a:cs typeface="Cascadia Code" panose="020B0609020000020004" pitchFamily="49" charset="0"/>
              </a:rPr>
              <a:t>fraction1</a:t>
            </a:r>
            <a:r>
              <a:rPr lang="en-US" dirty="0"/>
              <a:t> object is pointed by </a:t>
            </a:r>
            <a:r>
              <a:rPr lang="en-US" b="1" dirty="0">
                <a:latin typeface="Cascadia Code" panose="020B0609020000020004" pitchFamily="49" charset="0"/>
                <a:ea typeface="Cascadia Code" panose="020B0609020000020004" pitchFamily="49" charset="0"/>
                <a:cs typeface="Cascadia Code" panose="020B0609020000020004" pitchFamily="49" charset="0"/>
              </a:rPr>
              <a:t>this</a:t>
            </a:r>
            <a:r>
              <a:rPr lang="en-US" dirty="0"/>
              <a:t>, and the integer </a:t>
            </a:r>
            <a:r>
              <a:rPr lang="en-US" b="1" dirty="0">
                <a:latin typeface="Cascadia Code" panose="020B0609020000020004" pitchFamily="49" charset="0"/>
                <a:ea typeface="Cascadia Code" panose="020B0609020000020004" pitchFamily="49" charset="0"/>
                <a:cs typeface="Cascadia Code" panose="020B0609020000020004" pitchFamily="49" charset="0"/>
              </a:rPr>
              <a:t>x</a:t>
            </a:r>
            <a:r>
              <a:rPr lang="en-US" dirty="0"/>
              <a:t> gets passed by value into </a:t>
            </a:r>
            <a:r>
              <a:rPr lang="en-US" b="1" dirty="0">
                <a:latin typeface="Cascadia Code" panose="020B0609020000020004" pitchFamily="49" charset="0"/>
                <a:ea typeface="Cascadia Code" panose="020B0609020000020004" pitchFamily="49" charset="0"/>
                <a:cs typeface="Cascadia Code" panose="020B0609020000020004" pitchFamily="49" charset="0"/>
              </a:rPr>
              <a:t>num</a:t>
            </a:r>
            <a:r>
              <a:rPr lang="en-US" dirty="0"/>
              <a:t>. </a:t>
            </a:r>
          </a:p>
        </p:txBody>
      </p:sp>
    </p:spTree>
    <p:extLst>
      <p:ext uri="{BB962C8B-B14F-4D97-AF65-F5344CB8AC3E}">
        <p14:creationId xmlns:p14="http://schemas.microsoft.com/office/powerpoint/2010/main" val="3725457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6907C3-2878-2956-78C2-02930FC88016}"/>
              </a:ext>
            </a:extLst>
          </p:cNvPr>
          <p:cNvSpPr txBox="1"/>
          <p:nvPr/>
        </p:nvSpPr>
        <p:spPr>
          <a:xfrm>
            <a:off x="195942" y="474345"/>
            <a:ext cx="5627914" cy="5909310"/>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Fraction</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numRes</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denRes</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res</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numRes</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denRes</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res</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void</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show</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6" name="Rectangle 5">
            <a:extLst>
              <a:ext uri="{FF2B5EF4-FFF2-40B4-BE49-F238E27FC236}">
                <a16:creationId xmlns:a16="http://schemas.microsoft.com/office/drawing/2014/main" id="{961508B1-B0BA-CA34-D032-F5D9D673B0CE}"/>
              </a:ext>
            </a:extLst>
          </p:cNvPr>
          <p:cNvSpPr/>
          <p:nvPr/>
        </p:nvSpPr>
        <p:spPr>
          <a:xfrm>
            <a:off x="489858" y="3429000"/>
            <a:ext cx="4016828" cy="21118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4271AB3-7609-87F5-C45A-1DD2996F70E4}"/>
              </a:ext>
            </a:extLst>
          </p:cNvPr>
          <p:cNvSpPr txBox="1"/>
          <p:nvPr/>
        </p:nvSpPr>
        <p:spPr>
          <a:xfrm>
            <a:off x="7195461" y="2844225"/>
            <a:ext cx="4800597" cy="3539430"/>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main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fraction1</a:t>
            </a:r>
            <a:r>
              <a:rPr lang="en-US" sz="1600" b="0" dirty="0">
                <a:solidFill>
                  <a:srgbClr val="777777"/>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1</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2</a:t>
            </a:r>
            <a:r>
              <a:rPr lang="en-US" sz="1600" b="0" dirty="0">
                <a:solidFill>
                  <a:srgbClr val="777777"/>
                </a:solidFill>
                <a:effectLst/>
                <a:latin typeface="Cascadia Mono" panose="020B0609020000020004" pitchFamily="49" charset="0"/>
              </a:rPr>
              <a:t>};</a:t>
            </a:r>
            <a:r>
              <a:rPr lang="en-US" sz="1600" b="0" i="1" dirty="0">
                <a:solidFill>
                  <a:srgbClr val="AAAAAA"/>
                </a:solidFill>
                <a:effectLst/>
                <a:latin typeface="Cascadia Mono" panose="020B0609020000020004" pitchFamily="49" charset="0"/>
              </a:rPr>
              <a:t>   // 1/2</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x</a:t>
            </a:r>
            <a:r>
              <a:rPr lang="en-US" sz="1600" b="0" dirty="0">
                <a:solidFill>
                  <a:srgbClr val="777777"/>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5</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f3</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x</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fraction1</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b="0" dirty="0">
                <a:solidFill>
                  <a:srgbClr val="333333"/>
                </a:solidFill>
                <a:effectLst/>
                <a:latin typeface="Cascadia Mono" panose="020B0609020000020004" pitchFamily="49" charset="0"/>
              </a:rPr>
              <a:t>    </a:t>
            </a:r>
          </a:p>
          <a:p>
            <a:r>
              <a:rPr lang="en-US" sz="1600" b="0" i="1" dirty="0">
                <a:solidFill>
                  <a:srgbClr val="AAAAAA"/>
                </a:solidFill>
                <a:effectLst/>
                <a:latin typeface="Cascadia Mono" panose="020B0609020000020004" pitchFamily="49" charset="0"/>
              </a:rPr>
              <a:t>    // Compiler's interpretation</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i="1" dirty="0">
                <a:solidFill>
                  <a:srgbClr val="AAAAAA"/>
                </a:solidFill>
                <a:latin typeface="Cascadia Mono" panose="020B0609020000020004" pitchFamily="49" charset="0"/>
              </a:rPr>
              <a:t>// fraction1.operator*(x)</a:t>
            </a:r>
          </a:p>
          <a:p>
            <a:r>
              <a:rPr lang="en-US" sz="1600" b="0" dirty="0">
                <a:solidFill>
                  <a:srgbClr val="333333"/>
                </a:solidFill>
                <a:effectLst/>
                <a:latin typeface="Cascadia Mono" panose="020B0609020000020004" pitchFamily="49" charset="0"/>
              </a:rPr>
              <a:t>    </a:t>
            </a: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f3</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show</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0</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9" name="TextBox 8">
            <a:extLst>
              <a:ext uri="{FF2B5EF4-FFF2-40B4-BE49-F238E27FC236}">
                <a16:creationId xmlns:a16="http://schemas.microsoft.com/office/drawing/2014/main" id="{EB469519-60B2-3A65-2EAA-6387592E2647}"/>
              </a:ext>
            </a:extLst>
          </p:cNvPr>
          <p:cNvSpPr txBox="1"/>
          <p:nvPr/>
        </p:nvSpPr>
        <p:spPr>
          <a:xfrm>
            <a:off x="6825343" y="176910"/>
            <a:ext cx="5170715" cy="1754326"/>
          </a:xfrm>
          <a:prstGeom prst="rect">
            <a:avLst/>
          </a:prstGeom>
          <a:noFill/>
        </p:spPr>
        <p:txBody>
          <a:bodyPr wrap="square" rtlCol="0">
            <a:spAutoFit/>
          </a:bodyPr>
          <a:lstStyle/>
          <a:p>
            <a:r>
              <a:rPr lang="en-US" dirty="0"/>
              <a:t>How will you write an overload for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dirty="0"/>
              <a:t> so that </a:t>
            </a:r>
            <a:r>
              <a:rPr lang="en-US" b="1" dirty="0">
                <a:latin typeface="Cascadia Code" panose="020B0609020000020004" pitchFamily="49" charset="0"/>
                <a:ea typeface="Cascadia Code" panose="020B0609020000020004" pitchFamily="49" charset="0"/>
                <a:cs typeface="Cascadia Code" panose="020B0609020000020004" pitchFamily="49" charset="0"/>
              </a:rPr>
              <a:t>int</a:t>
            </a:r>
            <a:r>
              <a:rPr lang="en-US" dirty="0"/>
              <a:t> is the first parameter and </a:t>
            </a:r>
            <a:r>
              <a:rPr lang="en-US" b="1" dirty="0">
                <a:latin typeface="Cascadia Code" panose="020B0609020000020004" pitchFamily="49" charset="0"/>
                <a:ea typeface="Cascadia Code" panose="020B0609020000020004" pitchFamily="49" charset="0"/>
                <a:cs typeface="Cascadia Code" panose="020B0609020000020004" pitchFamily="49" charset="0"/>
              </a:rPr>
              <a:t>Fraction</a:t>
            </a:r>
            <a:r>
              <a:rPr lang="en-US" dirty="0"/>
              <a:t> is the second parameter?</a:t>
            </a:r>
          </a:p>
          <a:p>
            <a:endParaRPr lang="en-US" dirty="0"/>
          </a:p>
          <a:p>
            <a:r>
              <a:rPr lang="en-US" b="1" dirty="0"/>
              <a:t>You cannot</a:t>
            </a:r>
            <a:r>
              <a:rPr lang="en-US" dirty="0"/>
              <a:t>.</a:t>
            </a:r>
          </a:p>
          <a:p>
            <a:r>
              <a:rPr lang="en-US" dirty="0"/>
              <a:t>Need a non-member function.</a:t>
            </a:r>
          </a:p>
        </p:txBody>
      </p:sp>
      <p:sp>
        <p:nvSpPr>
          <p:cNvPr id="2" name="Arrow: Right 1">
            <a:extLst>
              <a:ext uri="{FF2B5EF4-FFF2-40B4-BE49-F238E27FC236}">
                <a16:creationId xmlns:a16="http://schemas.microsoft.com/office/drawing/2014/main" id="{3891438C-C16F-8BCD-13D7-969ECCBB454B}"/>
              </a:ext>
            </a:extLst>
          </p:cNvPr>
          <p:cNvSpPr/>
          <p:nvPr/>
        </p:nvSpPr>
        <p:spPr>
          <a:xfrm>
            <a:off x="6923314" y="4147456"/>
            <a:ext cx="729343" cy="1850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096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3040A58-8478-D123-0DE8-0BDEC38F02B5}"/>
              </a:ext>
            </a:extLst>
          </p:cNvPr>
          <p:cNvSpPr txBox="1"/>
          <p:nvPr/>
        </p:nvSpPr>
        <p:spPr>
          <a:xfrm>
            <a:off x="6683830" y="1159134"/>
            <a:ext cx="4180114" cy="1200329"/>
          </a:xfrm>
          <a:prstGeom prst="rect">
            <a:avLst/>
          </a:prstGeom>
          <a:noFill/>
        </p:spPr>
        <p:txBody>
          <a:bodyPr wrap="square">
            <a:spAutoFit/>
          </a:bodyPr>
          <a:lstStyle/>
          <a:p>
            <a:r>
              <a:rPr lang="en-US" sz="2400" b="0" dirty="0">
                <a:solidFill>
                  <a:srgbClr val="7A3E9D"/>
                </a:solidFill>
                <a:effectLst/>
                <a:latin typeface="Cascadia Mono" panose="020B0609020000020004" pitchFamily="49" charset="0"/>
              </a:rPr>
              <a:t>x</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fraction1</a:t>
            </a:r>
          </a:p>
          <a:p>
            <a:endParaRPr lang="en-US" sz="2400" dirty="0">
              <a:solidFill>
                <a:srgbClr val="7A3E9D"/>
              </a:solidFill>
              <a:latin typeface="Cascadia Mono" panose="020B0609020000020004" pitchFamily="49" charset="0"/>
            </a:endParaRPr>
          </a:p>
          <a:p>
            <a:r>
              <a:rPr lang="en-US" sz="2400" dirty="0" err="1">
                <a:solidFill>
                  <a:srgbClr val="7A3E9D"/>
                </a:solidFill>
                <a:latin typeface="Cascadia Mono" panose="020B0609020000020004" pitchFamily="49" charset="0"/>
              </a:rPr>
              <a:t>x.</a:t>
            </a:r>
            <a:r>
              <a:rPr lang="en-US" sz="2400" b="1" dirty="0" err="1">
                <a:solidFill>
                  <a:srgbClr val="AA3731"/>
                </a:solidFill>
                <a:effectLst/>
                <a:latin typeface="Cascadia Mono" panose="020B0609020000020004" pitchFamily="49" charset="0"/>
              </a:rPr>
              <a:t>operator</a:t>
            </a:r>
            <a:r>
              <a:rPr lang="en-US" sz="2400" b="1" dirty="0">
                <a:solidFill>
                  <a:srgbClr val="AA3731"/>
                </a:solidFill>
                <a:effectLst/>
                <a:latin typeface="Cascadia Mono" panose="020B0609020000020004" pitchFamily="49" charset="0"/>
              </a:rPr>
              <a:t>*</a:t>
            </a:r>
            <a:r>
              <a:rPr lang="en-US" sz="2400" dirty="0">
                <a:solidFill>
                  <a:srgbClr val="7A3E9D"/>
                </a:solidFill>
                <a:latin typeface="Cascadia Mono" panose="020B0609020000020004" pitchFamily="49" charset="0"/>
              </a:rPr>
              <a:t>(fraction1)</a:t>
            </a:r>
            <a:endParaRPr lang="en-US" sz="2400" dirty="0">
              <a:solidFill>
                <a:srgbClr val="333333"/>
              </a:solidFill>
              <a:latin typeface="Cascadia Mono" panose="020B0609020000020004" pitchFamily="49" charset="0"/>
            </a:endParaRPr>
          </a:p>
        </p:txBody>
      </p:sp>
      <p:sp>
        <p:nvSpPr>
          <p:cNvPr id="8" name="TextBox 7">
            <a:extLst>
              <a:ext uri="{FF2B5EF4-FFF2-40B4-BE49-F238E27FC236}">
                <a16:creationId xmlns:a16="http://schemas.microsoft.com/office/drawing/2014/main" id="{231ED54C-12B4-B898-86EC-A45BA4F3670F}"/>
              </a:ext>
            </a:extLst>
          </p:cNvPr>
          <p:cNvSpPr txBox="1"/>
          <p:nvPr/>
        </p:nvSpPr>
        <p:spPr>
          <a:xfrm>
            <a:off x="511627" y="743635"/>
            <a:ext cx="5170715" cy="2031325"/>
          </a:xfrm>
          <a:prstGeom prst="rect">
            <a:avLst/>
          </a:prstGeom>
          <a:noFill/>
        </p:spPr>
        <p:txBody>
          <a:bodyPr wrap="square" rtlCol="0">
            <a:spAutoFit/>
          </a:bodyPr>
          <a:lstStyle/>
          <a:p>
            <a:r>
              <a:rPr lang="en-US" dirty="0"/>
              <a:t>This is what you have.</a:t>
            </a:r>
          </a:p>
          <a:p>
            <a:endParaRPr lang="en-US" dirty="0"/>
          </a:p>
          <a:p>
            <a:r>
              <a:rPr lang="en-US" dirty="0"/>
              <a:t>As a member function overload, this is what the interpretation should be. </a:t>
            </a:r>
          </a:p>
          <a:p>
            <a:endParaRPr lang="en-US" dirty="0"/>
          </a:p>
          <a:p>
            <a:r>
              <a:rPr lang="en-US" dirty="0"/>
              <a:t>But this doesn’t make sense because an </a:t>
            </a:r>
            <a:r>
              <a:rPr lang="en-US" b="1" dirty="0">
                <a:latin typeface="Cascadia Code" panose="020B0609020000020004" pitchFamily="49" charset="0"/>
                <a:ea typeface="Cascadia Code" panose="020B0609020000020004" pitchFamily="49" charset="0"/>
                <a:cs typeface="Cascadia Code" panose="020B0609020000020004" pitchFamily="49" charset="0"/>
              </a:rPr>
              <a:t>int</a:t>
            </a:r>
            <a:r>
              <a:rPr lang="en-US" dirty="0"/>
              <a:t> is not a class in C++.</a:t>
            </a:r>
          </a:p>
        </p:txBody>
      </p:sp>
      <p:sp>
        <p:nvSpPr>
          <p:cNvPr id="10" name="TextBox 9">
            <a:extLst>
              <a:ext uri="{FF2B5EF4-FFF2-40B4-BE49-F238E27FC236}">
                <a16:creationId xmlns:a16="http://schemas.microsoft.com/office/drawing/2014/main" id="{6A09B4FC-EF99-6591-ACEA-A6A72ECA6485}"/>
              </a:ext>
            </a:extLst>
          </p:cNvPr>
          <p:cNvSpPr txBox="1"/>
          <p:nvPr/>
        </p:nvSpPr>
        <p:spPr>
          <a:xfrm>
            <a:off x="511627" y="4270606"/>
            <a:ext cx="5170715" cy="1200329"/>
          </a:xfrm>
          <a:prstGeom prst="rect">
            <a:avLst/>
          </a:prstGeom>
          <a:noFill/>
        </p:spPr>
        <p:txBody>
          <a:bodyPr wrap="square">
            <a:spAutoFit/>
          </a:bodyPr>
          <a:lstStyle/>
          <a:p>
            <a:r>
              <a:rPr lang="en-US" dirty="0"/>
              <a:t>As such you need to overload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dirty="0"/>
              <a:t> as a global (or a non-member) function.</a:t>
            </a:r>
          </a:p>
          <a:p>
            <a:endParaRPr lang="en-US" dirty="0"/>
          </a:p>
          <a:p>
            <a:r>
              <a:rPr lang="en-US" dirty="0"/>
              <a:t>So that we have this interpretation.</a:t>
            </a:r>
          </a:p>
        </p:txBody>
      </p:sp>
      <p:sp>
        <p:nvSpPr>
          <p:cNvPr id="11" name="TextBox 10">
            <a:extLst>
              <a:ext uri="{FF2B5EF4-FFF2-40B4-BE49-F238E27FC236}">
                <a16:creationId xmlns:a16="http://schemas.microsoft.com/office/drawing/2014/main" id="{37AE8C54-1913-0A7F-94EA-D0A9272717E6}"/>
              </a:ext>
            </a:extLst>
          </p:cNvPr>
          <p:cNvSpPr txBox="1"/>
          <p:nvPr/>
        </p:nvSpPr>
        <p:spPr>
          <a:xfrm>
            <a:off x="6683829" y="4270606"/>
            <a:ext cx="4408713" cy="1200329"/>
          </a:xfrm>
          <a:prstGeom prst="rect">
            <a:avLst/>
          </a:prstGeom>
          <a:noFill/>
        </p:spPr>
        <p:txBody>
          <a:bodyPr wrap="square">
            <a:spAutoFit/>
          </a:bodyPr>
          <a:lstStyle/>
          <a:p>
            <a:r>
              <a:rPr lang="en-US" sz="2400" b="0" dirty="0">
                <a:solidFill>
                  <a:srgbClr val="7A3E9D"/>
                </a:solidFill>
                <a:effectLst/>
                <a:latin typeface="Cascadia Mono" panose="020B0609020000020004" pitchFamily="49" charset="0"/>
              </a:rPr>
              <a:t>x</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fraction1</a:t>
            </a:r>
          </a:p>
          <a:p>
            <a:endParaRPr lang="en-US" sz="2400" dirty="0">
              <a:solidFill>
                <a:srgbClr val="7A3E9D"/>
              </a:solidFill>
              <a:latin typeface="Cascadia Mono" panose="020B0609020000020004" pitchFamily="49" charset="0"/>
            </a:endParaRPr>
          </a:p>
          <a:p>
            <a:r>
              <a:rPr lang="en-US" sz="2400" b="1" dirty="0">
                <a:solidFill>
                  <a:srgbClr val="AA3731"/>
                </a:solidFill>
                <a:effectLst/>
                <a:latin typeface="Cascadia Mono" panose="020B0609020000020004" pitchFamily="49" charset="0"/>
              </a:rPr>
              <a:t>operator*</a:t>
            </a:r>
            <a:r>
              <a:rPr lang="en-US" sz="2400" dirty="0">
                <a:solidFill>
                  <a:srgbClr val="7A3E9D"/>
                </a:solidFill>
                <a:latin typeface="Cascadia Mono" panose="020B0609020000020004" pitchFamily="49" charset="0"/>
              </a:rPr>
              <a:t>(x, fraction1)</a:t>
            </a:r>
            <a:endParaRPr lang="en-US" sz="2400" dirty="0">
              <a:solidFill>
                <a:srgbClr val="333333"/>
              </a:solidFill>
              <a:latin typeface="Cascadia Mono" panose="020B0609020000020004" pitchFamily="49" charset="0"/>
            </a:endParaRPr>
          </a:p>
        </p:txBody>
      </p:sp>
    </p:spTree>
    <p:extLst>
      <p:ext uri="{BB962C8B-B14F-4D97-AF65-F5344CB8AC3E}">
        <p14:creationId xmlns:p14="http://schemas.microsoft.com/office/powerpoint/2010/main" val="349066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314248-FF68-7E1C-F9D7-696AB90F1282}"/>
              </a:ext>
            </a:extLst>
          </p:cNvPr>
          <p:cNvSpPr txBox="1"/>
          <p:nvPr/>
        </p:nvSpPr>
        <p:spPr>
          <a:xfrm>
            <a:off x="571500" y="942498"/>
            <a:ext cx="11048999" cy="1569660"/>
          </a:xfrm>
          <a:prstGeom prst="rect">
            <a:avLst/>
          </a:prstGeom>
          <a:noFill/>
        </p:spPr>
        <p:txBody>
          <a:bodyPr wrap="square">
            <a:spAutoFit/>
          </a:bodyPr>
          <a:lstStyle/>
          <a:p>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operator&lt;&lt;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Point</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point</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448C27"/>
                </a:solidFill>
                <a:effectLst/>
                <a:latin typeface="Cascadia Mono" panose="020B0609020000020004" pitchFamily="49" charset="0"/>
              </a:rPr>
              <a:t>Point(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point</a:t>
            </a:r>
            <a:r>
              <a:rPr lang="en-US" sz="1600" b="0" dirty="0" err="1">
                <a:solidFill>
                  <a:srgbClr val="777777"/>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getX</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448C27"/>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point</a:t>
            </a:r>
            <a:r>
              <a:rPr lang="en-US" sz="1600" b="0" dirty="0" err="1">
                <a:solidFill>
                  <a:srgbClr val="777777"/>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getY</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448C27"/>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point</a:t>
            </a:r>
            <a:r>
              <a:rPr lang="en-US" sz="1600" b="0" dirty="0" err="1">
                <a:solidFill>
                  <a:srgbClr val="777777"/>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getZ</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448C27"/>
                </a:solidFill>
                <a:effectLst/>
                <a:latin typeface="Cascadia Mono" panose="020B0609020000020004" pitchFamily="49" charset="0"/>
              </a:rPr>
              <a:t>)</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A8B623E2-8153-D0D0-ABAC-97C034C1D99C}"/>
              </a:ext>
            </a:extLst>
          </p:cNvPr>
          <p:cNvSpPr txBox="1"/>
          <p:nvPr/>
        </p:nvSpPr>
        <p:spPr>
          <a:xfrm>
            <a:off x="217713" y="232006"/>
            <a:ext cx="11593287" cy="646331"/>
          </a:xfrm>
          <a:prstGeom prst="rect">
            <a:avLst/>
          </a:prstGeom>
          <a:noFill/>
        </p:spPr>
        <p:txBody>
          <a:bodyPr wrap="square" rtlCol="0">
            <a:spAutoFit/>
          </a:bodyPr>
          <a:lstStyle/>
          <a:p>
            <a:r>
              <a:rPr lang="en-US" dirty="0"/>
              <a:t>Can you define the overload for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operator&lt;&lt;()</a:t>
            </a:r>
            <a:r>
              <a:rPr lang="en-US" dirty="0"/>
              <a:t> as a member function of class </a:t>
            </a:r>
            <a:r>
              <a:rPr lang="en-US" b="1" dirty="0">
                <a:latin typeface="Cascadia Code" panose="020B0609020000020004" pitchFamily="49" charset="0"/>
                <a:ea typeface="Cascadia Code" panose="020B0609020000020004" pitchFamily="49" charset="0"/>
                <a:cs typeface="Cascadia Code" panose="020B0609020000020004" pitchFamily="49" charset="0"/>
              </a:rPr>
              <a:t>Point</a:t>
            </a:r>
            <a:r>
              <a:rPr lang="en-US" dirty="0"/>
              <a:t> (or any user-defined class for that matter)?</a:t>
            </a:r>
          </a:p>
        </p:txBody>
      </p:sp>
      <p:sp>
        <p:nvSpPr>
          <p:cNvPr id="6" name="TextBox 5">
            <a:extLst>
              <a:ext uri="{FF2B5EF4-FFF2-40B4-BE49-F238E27FC236}">
                <a16:creationId xmlns:a16="http://schemas.microsoft.com/office/drawing/2014/main" id="{EB609A19-62BC-5952-56EB-2C4469389DA4}"/>
              </a:ext>
            </a:extLst>
          </p:cNvPr>
          <p:cNvSpPr txBox="1"/>
          <p:nvPr/>
        </p:nvSpPr>
        <p:spPr>
          <a:xfrm>
            <a:off x="217711" y="2765524"/>
            <a:ext cx="11593287" cy="369332"/>
          </a:xfrm>
          <a:prstGeom prst="rect">
            <a:avLst/>
          </a:prstGeom>
          <a:noFill/>
        </p:spPr>
        <p:txBody>
          <a:bodyPr wrap="square" rtlCol="0">
            <a:spAutoFit/>
          </a:bodyPr>
          <a:lstStyle/>
          <a:p>
            <a:r>
              <a:rPr lang="en-US" dirty="0"/>
              <a:t>If you wanted this to be defined as a member function, the interpretation would be as follows.</a:t>
            </a:r>
          </a:p>
        </p:txBody>
      </p:sp>
      <p:sp>
        <p:nvSpPr>
          <p:cNvPr id="7" name="TextBox 6">
            <a:extLst>
              <a:ext uri="{FF2B5EF4-FFF2-40B4-BE49-F238E27FC236}">
                <a16:creationId xmlns:a16="http://schemas.microsoft.com/office/drawing/2014/main" id="{94E8CBB0-AB77-4655-9F04-8607E0EBB5E4}"/>
              </a:ext>
            </a:extLst>
          </p:cNvPr>
          <p:cNvSpPr txBox="1"/>
          <p:nvPr/>
        </p:nvSpPr>
        <p:spPr>
          <a:xfrm>
            <a:off x="4191816" y="3133233"/>
            <a:ext cx="3808368" cy="461665"/>
          </a:xfrm>
          <a:prstGeom prst="rect">
            <a:avLst/>
          </a:prstGeom>
          <a:noFill/>
        </p:spPr>
        <p:txBody>
          <a:bodyPr wrap="square">
            <a:spAutoFit/>
          </a:bodyPr>
          <a:lstStyle/>
          <a:p>
            <a:r>
              <a:rPr lang="en-US" sz="2400" b="1" dirty="0">
                <a:solidFill>
                  <a:srgbClr val="7A3E9D"/>
                </a:solidFill>
                <a:latin typeface="Cascadia Mono" panose="020B0609020000020004" pitchFamily="49" charset="0"/>
              </a:rPr>
              <a:t>std</a:t>
            </a:r>
            <a:r>
              <a:rPr lang="en-US" sz="2400" dirty="0">
                <a:solidFill>
                  <a:srgbClr val="777777"/>
                </a:solidFill>
                <a:latin typeface="Cascadia Mono" panose="020B0609020000020004" pitchFamily="49" charset="0"/>
              </a:rPr>
              <a:t>::</a:t>
            </a:r>
            <a:r>
              <a:rPr lang="en-US" sz="2400" dirty="0" err="1">
                <a:solidFill>
                  <a:srgbClr val="7A3E9D"/>
                </a:solidFill>
                <a:latin typeface="Cascadia Mono" panose="020B0609020000020004" pitchFamily="49" charset="0"/>
              </a:rPr>
              <a:t>cout</a:t>
            </a:r>
            <a:r>
              <a:rPr lang="en-US" sz="2400" dirty="0">
                <a:solidFill>
                  <a:srgbClr val="333333"/>
                </a:solidFill>
                <a:latin typeface="Cascadia Mono" panose="020B0609020000020004" pitchFamily="49" charset="0"/>
              </a:rPr>
              <a:t> </a:t>
            </a:r>
            <a:r>
              <a:rPr lang="en-US" sz="2400" b="1" dirty="0">
                <a:solidFill>
                  <a:srgbClr val="AA3731"/>
                </a:solidFill>
                <a:latin typeface="Cascadia Mono" panose="020B0609020000020004" pitchFamily="49" charset="0"/>
              </a:rPr>
              <a:t>&lt;&lt;</a:t>
            </a:r>
            <a:r>
              <a:rPr lang="en-US" sz="2400" dirty="0">
                <a:solidFill>
                  <a:srgbClr val="333333"/>
                </a:solidFill>
                <a:latin typeface="Cascadia Mono" panose="020B0609020000020004" pitchFamily="49" charset="0"/>
              </a:rPr>
              <a:t> </a:t>
            </a:r>
            <a:r>
              <a:rPr lang="en-US" sz="2400" dirty="0">
                <a:solidFill>
                  <a:srgbClr val="7A3E9D"/>
                </a:solidFill>
                <a:latin typeface="Cascadia Mono" panose="020B0609020000020004" pitchFamily="49" charset="0"/>
              </a:rPr>
              <a:t>point1</a:t>
            </a:r>
            <a:r>
              <a:rPr lang="en-US" sz="2400" dirty="0">
                <a:solidFill>
                  <a:srgbClr val="777777"/>
                </a:solidFill>
                <a:latin typeface="Cascadia Mono" panose="020B0609020000020004" pitchFamily="49" charset="0"/>
              </a:rPr>
              <a:t>;</a:t>
            </a:r>
            <a:endParaRPr lang="en-US" sz="2400" dirty="0"/>
          </a:p>
        </p:txBody>
      </p:sp>
      <p:sp>
        <p:nvSpPr>
          <p:cNvPr id="8" name="TextBox 7">
            <a:extLst>
              <a:ext uri="{FF2B5EF4-FFF2-40B4-BE49-F238E27FC236}">
                <a16:creationId xmlns:a16="http://schemas.microsoft.com/office/drawing/2014/main" id="{52CEF37B-35C5-01FB-04C0-CB5639AFB6C9}"/>
              </a:ext>
            </a:extLst>
          </p:cNvPr>
          <p:cNvSpPr txBox="1"/>
          <p:nvPr/>
        </p:nvSpPr>
        <p:spPr>
          <a:xfrm>
            <a:off x="3200603" y="3759175"/>
            <a:ext cx="5790793" cy="461665"/>
          </a:xfrm>
          <a:prstGeom prst="rect">
            <a:avLst/>
          </a:prstGeom>
          <a:noFill/>
        </p:spPr>
        <p:txBody>
          <a:bodyPr wrap="square">
            <a:spAutoFit/>
          </a:bodyPr>
          <a:lstStyle/>
          <a:p>
            <a:r>
              <a:rPr lang="en-US" sz="2400" dirty="0">
                <a:solidFill>
                  <a:srgbClr val="777777"/>
                </a:solidFill>
                <a:latin typeface="Cascadia Mono" panose="020B0609020000020004" pitchFamily="49" charset="0"/>
              </a:rPr>
              <a:t>(</a:t>
            </a:r>
            <a:r>
              <a:rPr lang="en-US" sz="2400" b="1" dirty="0">
                <a:solidFill>
                  <a:srgbClr val="7A3E9D"/>
                </a:solidFill>
                <a:latin typeface="Cascadia Mono" panose="020B0609020000020004" pitchFamily="49" charset="0"/>
              </a:rPr>
              <a:t>std</a:t>
            </a:r>
            <a:r>
              <a:rPr lang="en-US" sz="2400" dirty="0">
                <a:solidFill>
                  <a:srgbClr val="777777"/>
                </a:solidFill>
                <a:latin typeface="Cascadia Mono" panose="020B0609020000020004" pitchFamily="49" charset="0"/>
              </a:rPr>
              <a:t>::</a:t>
            </a:r>
            <a:r>
              <a:rPr lang="en-US" sz="2400" dirty="0" err="1">
                <a:solidFill>
                  <a:srgbClr val="7A3E9D"/>
                </a:solidFill>
                <a:latin typeface="Cascadia Mono" panose="020B0609020000020004" pitchFamily="49" charset="0"/>
              </a:rPr>
              <a:t>cout</a:t>
            </a:r>
            <a:r>
              <a:rPr lang="en-US" sz="2400" dirty="0">
                <a:solidFill>
                  <a:srgbClr val="777777"/>
                </a:solidFill>
                <a:latin typeface="Cascadia Mono" panose="020B0609020000020004" pitchFamily="49" charset="0"/>
              </a:rPr>
              <a:t>)</a:t>
            </a:r>
            <a:r>
              <a:rPr lang="en-US" sz="2400" dirty="0">
                <a:solidFill>
                  <a:srgbClr val="7A3E9D"/>
                </a:solidFill>
                <a:latin typeface="Cascadia Mono" panose="020B0609020000020004" pitchFamily="49" charset="0"/>
              </a:rPr>
              <a:t>.</a:t>
            </a:r>
            <a:r>
              <a:rPr lang="en-US" sz="2400" b="1" dirty="0">
                <a:solidFill>
                  <a:srgbClr val="AA3731"/>
                </a:solidFill>
                <a:latin typeface="Cascadia Mono" panose="020B0609020000020004" pitchFamily="49" charset="0"/>
              </a:rPr>
              <a:t>operator&lt;&lt;</a:t>
            </a:r>
            <a:r>
              <a:rPr lang="en-US" sz="2400" dirty="0">
                <a:solidFill>
                  <a:srgbClr val="777777"/>
                </a:solidFill>
                <a:latin typeface="Cascadia Mono" panose="020B0609020000020004" pitchFamily="49" charset="0"/>
              </a:rPr>
              <a:t>(</a:t>
            </a:r>
            <a:r>
              <a:rPr lang="en-US" sz="2400" dirty="0">
                <a:solidFill>
                  <a:srgbClr val="7A3E9D"/>
                </a:solidFill>
                <a:latin typeface="Cascadia Mono" panose="020B0609020000020004" pitchFamily="49" charset="0"/>
              </a:rPr>
              <a:t>point1</a:t>
            </a:r>
            <a:r>
              <a:rPr lang="en-US" sz="2400" dirty="0">
                <a:solidFill>
                  <a:srgbClr val="777777"/>
                </a:solidFill>
                <a:latin typeface="Cascadia Mono" panose="020B0609020000020004" pitchFamily="49" charset="0"/>
              </a:rPr>
              <a:t>);</a:t>
            </a:r>
            <a:endParaRPr lang="en-US" sz="2400" dirty="0"/>
          </a:p>
        </p:txBody>
      </p:sp>
      <p:sp>
        <p:nvSpPr>
          <p:cNvPr id="9" name="TextBox 8">
            <a:extLst>
              <a:ext uri="{FF2B5EF4-FFF2-40B4-BE49-F238E27FC236}">
                <a16:creationId xmlns:a16="http://schemas.microsoft.com/office/drawing/2014/main" id="{AE29FD5B-EF25-87B8-1A4E-4AC570AD2906}"/>
              </a:ext>
            </a:extLst>
          </p:cNvPr>
          <p:cNvSpPr txBox="1"/>
          <p:nvPr/>
        </p:nvSpPr>
        <p:spPr>
          <a:xfrm>
            <a:off x="217711" y="4582913"/>
            <a:ext cx="11593287" cy="1815882"/>
          </a:xfrm>
          <a:prstGeom prst="rect">
            <a:avLst/>
          </a:prstGeom>
          <a:noFill/>
        </p:spPr>
        <p:txBody>
          <a:bodyPr wrap="square" rtlCol="0">
            <a:spAutoFit/>
          </a:bodyPr>
          <a:lstStyle/>
          <a:p>
            <a:r>
              <a:rPr lang="en-US" dirty="0"/>
              <a:t>So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operator&lt;&lt;()</a:t>
            </a:r>
            <a:r>
              <a:rPr lang="en-US" dirty="0"/>
              <a:t> shouldn’t be a member of class </a:t>
            </a:r>
            <a:r>
              <a:rPr lang="en-US" b="1" dirty="0">
                <a:latin typeface="Cascadia Code" panose="020B0609020000020004" pitchFamily="49" charset="0"/>
                <a:ea typeface="Cascadia Code" panose="020B0609020000020004" pitchFamily="49" charset="0"/>
                <a:cs typeface="Cascadia Code" panose="020B0609020000020004" pitchFamily="49" charset="0"/>
              </a:rPr>
              <a:t>Point</a:t>
            </a:r>
            <a:r>
              <a:rPr lang="en-US" dirty="0"/>
              <a:t>. </a:t>
            </a:r>
          </a:p>
          <a:p>
            <a:r>
              <a:rPr lang="en-US" dirty="0"/>
              <a:t>Now, we would need to somehow modify the class </a:t>
            </a:r>
            <a:r>
              <a:rPr lang="en-US" b="1" dirty="0" err="1">
                <a:latin typeface="Cascadia Code" panose="020B0609020000020004" pitchFamily="49" charset="0"/>
                <a:ea typeface="Cascadia Code" panose="020B0609020000020004" pitchFamily="49" charset="0"/>
                <a:cs typeface="Cascadia Code" panose="020B0609020000020004" pitchFamily="49" charset="0"/>
              </a:rPr>
              <a:t>ostream</a:t>
            </a:r>
            <a:r>
              <a:rPr lang="en-US" dirty="0"/>
              <a:t> (to which </a:t>
            </a:r>
            <a:r>
              <a:rPr lang="en-US" b="1" dirty="0" err="1">
                <a:latin typeface="Cascadia Code" panose="020B0609020000020004" pitchFamily="49" charset="0"/>
                <a:ea typeface="Cascadia Code" panose="020B0609020000020004" pitchFamily="49" charset="0"/>
                <a:cs typeface="Cascadia Code" panose="020B0609020000020004" pitchFamily="49" charset="0"/>
              </a:rPr>
              <a:t>cout</a:t>
            </a:r>
            <a:r>
              <a:rPr lang="en-US" dirty="0"/>
              <a:t> belongs to). </a:t>
            </a:r>
          </a:p>
          <a:p>
            <a:r>
              <a:rPr lang="en-US" dirty="0"/>
              <a:t>Since </a:t>
            </a:r>
            <a:r>
              <a:rPr lang="en-US" b="1" dirty="0" err="1">
                <a:latin typeface="Cascadia Code" panose="020B0609020000020004" pitchFamily="49" charset="0"/>
                <a:ea typeface="Cascadia Code" panose="020B0609020000020004" pitchFamily="49" charset="0"/>
                <a:cs typeface="Cascadia Code" panose="020B0609020000020004" pitchFamily="49" charset="0"/>
              </a:rPr>
              <a:t>ostream</a:t>
            </a:r>
            <a:r>
              <a:rPr lang="en-US" dirty="0"/>
              <a:t> is built into the language, we cannot modify it.</a:t>
            </a:r>
          </a:p>
          <a:p>
            <a:endParaRPr lang="en-US" dirty="0"/>
          </a:p>
          <a:p>
            <a:r>
              <a:rPr lang="en-US" sz="2000" dirty="0">
                <a:solidFill>
                  <a:schemeClr val="accent1"/>
                </a:solidFill>
              </a:rPr>
              <a:t>Therefore, overloads for </a:t>
            </a:r>
            <a:r>
              <a:rPr lang="en-US" sz="20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operator&lt;&lt;()</a:t>
            </a:r>
            <a:r>
              <a:rPr lang="en-US" sz="2000" dirty="0">
                <a:solidFill>
                  <a:schemeClr val="accent1"/>
                </a:solidFill>
              </a:rPr>
              <a:t> and for </a:t>
            </a:r>
            <a:r>
              <a:rPr lang="en-US" sz="20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operator&gt;&gt;()</a:t>
            </a:r>
            <a:r>
              <a:rPr lang="en-US" sz="2000" dirty="0">
                <a:solidFill>
                  <a:schemeClr val="accent1"/>
                </a:solidFill>
              </a:rPr>
              <a:t> (not an exhaustive list) have to be defined as </a:t>
            </a:r>
            <a:r>
              <a:rPr lang="en-US" sz="2000" b="1" dirty="0">
                <a:solidFill>
                  <a:schemeClr val="accent1"/>
                </a:solidFill>
              </a:rPr>
              <a:t>normal functions</a:t>
            </a:r>
            <a:r>
              <a:rPr lang="en-US" sz="2000" dirty="0">
                <a:solidFill>
                  <a:schemeClr val="accent1"/>
                </a:solidFill>
              </a:rPr>
              <a:t>.</a:t>
            </a:r>
            <a:endParaRPr lang="en-US" dirty="0">
              <a:solidFill>
                <a:schemeClr val="accent1"/>
              </a:solidFill>
            </a:endParaRPr>
          </a:p>
        </p:txBody>
      </p:sp>
    </p:spTree>
    <p:extLst>
      <p:ext uri="{BB962C8B-B14F-4D97-AF65-F5344CB8AC3E}">
        <p14:creationId xmlns:p14="http://schemas.microsoft.com/office/powerpoint/2010/main" val="131640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2D4A-10E2-E33D-9063-C41A22DC7179}"/>
              </a:ext>
            </a:extLst>
          </p:cNvPr>
          <p:cNvSpPr>
            <a:spLocks noGrp="1"/>
          </p:cNvSpPr>
          <p:nvPr>
            <p:ph type="title"/>
          </p:nvPr>
        </p:nvSpPr>
        <p:spPr/>
        <p:txBody>
          <a:bodyPr/>
          <a:lstStyle/>
          <a:p>
            <a:r>
              <a:rPr lang="en-US" dirty="0"/>
              <a:t>When overloading an operator using a member function…</a:t>
            </a:r>
          </a:p>
        </p:txBody>
      </p:sp>
      <p:sp>
        <p:nvSpPr>
          <p:cNvPr id="3" name="Content Placeholder 2">
            <a:extLst>
              <a:ext uri="{FF2B5EF4-FFF2-40B4-BE49-F238E27FC236}">
                <a16:creationId xmlns:a16="http://schemas.microsoft.com/office/drawing/2014/main" id="{69DC40E3-7046-CC46-2F11-67994AB0AA50}"/>
              </a:ext>
            </a:extLst>
          </p:cNvPr>
          <p:cNvSpPr>
            <a:spLocks noGrp="1"/>
          </p:cNvSpPr>
          <p:nvPr>
            <p:ph idx="1"/>
          </p:nvPr>
        </p:nvSpPr>
        <p:spPr/>
        <p:txBody>
          <a:bodyPr/>
          <a:lstStyle/>
          <a:p>
            <a:r>
              <a:rPr lang="en-US" dirty="0"/>
              <a:t>The left operand becomes the implicit </a:t>
            </a:r>
            <a:r>
              <a:rPr lang="en-US" b="1" dirty="0">
                <a:latin typeface="Cascadia Code" panose="020B0609020000020004" pitchFamily="49" charset="0"/>
                <a:ea typeface="Cascadia Code" panose="020B0609020000020004" pitchFamily="49" charset="0"/>
                <a:cs typeface="Cascadia Code" panose="020B0609020000020004" pitchFamily="49" charset="0"/>
              </a:rPr>
              <a:t>*this</a:t>
            </a:r>
            <a:r>
              <a:rPr lang="en-US" dirty="0"/>
              <a:t> object.</a:t>
            </a:r>
          </a:p>
          <a:p>
            <a:endParaRPr lang="en-US" dirty="0"/>
          </a:p>
          <a:p>
            <a:r>
              <a:rPr lang="en-US" dirty="0"/>
              <a:t>All other operands become (explicit) function parameters.</a:t>
            </a:r>
          </a:p>
          <a:p>
            <a:endParaRPr lang="en-US" dirty="0"/>
          </a:p>
          <a:p>
            <a:r>
              <a:rPr lang="en-US" dirty="0">
                <a:solidFill>
                  <a:schemeClr val="accent1"/>
                </a:solidFill>
              </a:rPr>
              <a:t>The overloaded operator must be added as a member function of the </a:t>
            </a:r>
            <a:r>
              <a:rPr lang="en-US" b="1" dirty="0">
                <a:solidFill>
                  <a:schemeClr val="accent1"/>
                </a:solidFill>
              </a:rPr>
              <a:t>left operand</a:t>
            </a:r>
            <a:r>
              <a:rPr lang="en-US" dirty="0">
                <a:solidFill>
                  <a:schemeClr val="accent1"/>
                </a:solidFill>
              </a:rPr>
              <a:t>.</a:t>
            </a:r>
          </a:p>
          <a:p>
            <a:pPr lvl="1"/>
            <a:r>
              <a:rPr lang="en-US" sz="2000" i="1" dirty="0">
                <a:solidFill>
                  <a:schemeClr val="accent1"/>
                </a:solidFill>
              </a:rPr>
              <a:t>Use the following examples to understand why this point is important.</a:t>
            </a:r>
            <a:endParaRPr lang="en-US" i="1" dirty="0">
              <a:solidFill>
                <a:schemeClr val="accent1"/>
              </a:solidFill>
            </a:endParaRPr>
          </a:p>
          <a:p>
            <a:endParaRPr lang="en-US" dirty="0"/>
          </a:p>
        </p:txBody>
      </p:sp>
      <p:sp>
        <p:nvSpPr>
          <p:cNvPr id="4" name="TextBox 3">
            <a:extLst>
              <a:ext uri="{FF2B5EF4-FFF2-40B4-BE49-F238E27FC236}">
                <a16:creationId xmlns:a16="http://schemas.microsoft.com/office/drawing/2014/main" id="{2C18B67E-49BE-B4EE-4BE3-540170FBCF75}"/>
              </a:ext>
            </a:extLst>
          </p:cNvPr>
          <p:cNvSpPr txBox="1"/>
          <p:nvPr/>
        </p:nvSpPr>
        <p:spPr>
          <a:xfrm>
            <a:off x="838200" y="5299798"/>
            <a:ext cx="4408713" cy="830997"/>
          </a:xfrm>
          <a:prstGeom prst="rect">
            <a:avLst/>
          </a:prstGeom>
          <a:noFill/>
        </p:spPr>
        <p:txBody>
          <a:bodyPr wrap="square">
            <a:spAutoFit/>
          </a:bodyPr>
          <a:lstStyle/>
          <a:p>
            <a:r>
              <a:rPr lang="en-US" sz="2400" b="0" dirty="0">
                <a:solidFill>
                  <a:srgbClr val="7A3E9D"/>
                </a:solidFill>
                <a:effectLst/>
                <a:latin typeface="Cascadia Mono" panose="020B0609020000020004" pitchFamily="49" charset="0"/>
              </a:rPr>
              <a:t>x</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fraction1</a:t>
            </a:r>
            <a:endParaRPr lang="en-US" sz="2400" dirty="0">
              <a:solidFill>
                <a:srgbClr val="7A3E9D"/>
              </a:solidFill>
              <a:latin typeface="Cascadia Mono" panose="020B0609020000020004" pitchFamily="49" charset="0"/>
            </a:endParaRPr>
          </a:p>
          <a:p>
            <a:r>
              <a:rPr lang="en-US" sz="2400" dirty="0" err="1">
                <a:solidFill>
                  <a:srgbClr val="7A3E9D"/>
                </a:solidFill>
                <a:latin typeface="Cascadia Mono" panose="020B0609020000020004" pitchFamily="49" charset="0"/>
              </a:rPr>
              <a:t>x.</a:t>
            </a:r>
            <a:r>
              <a:rPr lang="en-US" sz="2400" b="1" dirty="0" err="1">
                <a:solidFill>
                  <a:srgbClr val="AA3731"/>
                </a:solidFill>
                <a:latin typeface="Cascadia Mono" panose="020B0609020000020004" pitchFamily="49" charset="0"/>
              </a:rPr>
              <a:t>operator</a:t>
            </a:r>
            <a:r>
              <a:rPr lang="en-US" sz="2400" b="1" dirty="0">
                <a:solidFill>
                  <a:srgbClr val="AA3731"/>
                </a:solidFill>
                <a:latin typeface="Cascadia Mono" panose="020B0609020000020004" pitchFamily="49" charset="0"/>
              </a:rPr>
              <a:t>*</a:t>
            </a:r>
            <a:r>
              <a:rPr lang="en-US" sz="2400" dirty="0">
                <a:solidFill>
                  <a:srgbClr val="7A3E9D"/>
                </a:solidFill>
                <a:latin typeface="Cascadia Mono" panose="020B0609020000020004" pitchFamily="49" charset="0"/>
              </a:rPr>
              <a:t>(fraction1)</a:t>
            </a:r>
            <a:endParaRPr lang="en-US" sz="2400" dirty="0">
              <a:solidFill>
                <a:srgbClr val="333333"/>
              </a:solidFill>
              <a:latin typeface="Cascadia Mono" panose="020B0609020000020004" pitchFamily="49" charset="0"/>
            </a:endParaRPr>
          </a:p>
        </p:txBody>
      </p:sp>
      <p:sp>
        <p:nvSpPr>
          <p:cNvPr id="5" name="TextBox 4">
            <a:extLst>
              <a:ext uri="{FF2B5EF4-FFF2-40B4-BE49-F238E27FC236}">
                <a16:creationId xmlns:a16="http://schemas.microsoft.com/office/drawing/2014/main" id="{99A58ED7-5DEC-8861-8DC2-525DA4140B49}"/>
              </a:ext>
            </a:extLst>
          </p:cNvPr>
          <p:cNvSpPr txBox="1"/>
          <p:nvPr/>
        </p:nvSpPr>
        <p:spPr>
          <a:xfrm>
            <a:off x="5563007" y="5299799"/>
            <a:ext cx="5790793" cy="830997"/>
          </a:xfrm>
          <a:prstGeom prst="rect">
            <a:avLst/>
          </a:prstGeom>
          <a:noFill/>
        </p:spPr>
        <p:txBody>
          <a:bodyPr wrap="square">
            <a:spAutoFit/>
          </a:bodyPr>
          <a:lstStyle/>
          <a:p>
            <a:r>
              <a:rPr lang="en-US" sz="2400" b="1" dirty="0">
                <a:solidFill>
                  <a:srgbClr val="7A3E9D"/>
                </a:solidFill>
                <a:latin typeface="Cascadia Mono" panose="020B0609020000020004" pitchFamily="49" charset="0"/>
              </a:rPr>
              <a:t>std</a:t>
            </a:r>
            <a:r>
              <a:rPr lang="en-US" sz="2400" dirty="0">
                <a:solidFill>
                  <a:srgbClr val="777777"/>
                </a:solidFill>
                <a:latin typeface="Cascadia Mono" panose="020B0609020000020004" pitchFamily="49" charset="0"/>
              </a:rPr>
              <a:t>::</a:t>
            </a:r>
            <a:r>
              <a:rPr lang="en-US" sz="2400" dirty="0" err="1">
                <a:solidFill>
                  <a:srgbClr val="7A3E9D"/>
                </a:solidFill>
                <a:latin typeface="Cascadia Mono" panose="020B0609020000020004" pitchFamily="49" charset="0"/>
              </a:rPr>
              <a:t>cout</a:t>
            </a:r>
            <a:r>
              <a:rPr lang="en-US" sz="2400" dirty="0">
                <a:solidFill>
                  <a:srgbClr val="333333"/>
                </a:solidFill>
                <a:latin typeface="Cascadia Mono" panose="020B0609020000020004" pitchFamily="49" charset="0"/>
              </a:rPr>
              <a:t> </a:t>
            </a:r>
            <a:r>
              <a:rPr lang="en-US" sz="2400" b="1" dirty="0">
                <a:solidFill>
                  <a:srgbClr val="AA3731"/>
                </a:solidFill>
                <a:latin typeface="Cascadia Mono" panose="020B0609020000020004" pitchFamily="49" charset="0"/>
              </a:rPr>
              <a:t>&lt;&lt;</a:t>
            </a:r>
            <a:r>
              <a:rPr lang="en-US" sz="2400" dirty="0">
                <a:solidFill>
                  <a:srgbClr val="333333"/>
                </a:solidFill>
                <a:latin typeface="Cascadia Mono" panose="020B0609020000020004" pitchFamily="49" charset="0"/>
              </a:rPr>
              <a:t> </a:t>
            </a:r>
            <a:r>
              <a:rPr lang="en-US" sz="2400" dirty="0">
                <a:solidFill>
                  <a:srgbClr val="7A3E9D"/>
                </a:solidFill>
                <a:latin typeface="Cascadia Mono" panose="020B0609020000020004" pitchFamily="49" charset="0"/>
              </a:rPr>
              <a:t>point1</a:t>
            </a:r>
            <a:r>
              <a:rPr lang="en-US" sz="2400" dirty="0">
                <a:solidFill>
                  <a:srgbClr val="777777"/>
                </a:solidFill>
                <a:latin typeface="Cascadia Mono" panose="020B0609020000020004" pitchFamily="49" charset="0"/>
              </a:rPr>
              <a:t>;</a:t>
            </a:r>
          </a:p>
          <a:p>
            <a:r>
              <a:rPr lang="en-US" sz="2400" dirty="0">
                <a:solidFill>
                  <a:srgbClr val="777777"/>
                </a:solidFill>
                <a:latin typeface="Cascadia Mono" panose="020B0609020000020004" pitchFamily="49" charset="0"/>
              </a:rPr>
              <a:t>(</a:t>
            </a:r>
            <a:r>
              <a:rPr lang="en-US" sz="2400" b="1" dirty="0">
                <a:solidFill>
                  <a:srgbClr val="7A3E9D"/>
                </a:solidFill>
                <a:latin typeface="Cascadia Mono" panose="020B0609020000020004" pitchFamily="49" charset="0"/>
              </a:rPr>
              <a:t>std</a:t>
            </a:r>
            <a:r>
              <a:rPr lang="en-US" sz="2400" dirty="0">
                <a:solidFill>
                  <a:srgbClr val="777777"/>
                </a:solidFill>
                <a:latin typeface="Cascadia Mono" panose="020B0609020000020004" pitchFamily="49" charset="0"/>
              </a:rPr>
              <a:t>::</a:t>
            </a:r>
            <a:r>
              <a:rPr lang="en-US" sz="2400" dirty="0" err="1">
                <a:solidFill>
                  <a:srgbClr val="7A3E9D"/>
                </a:solidFill>
                <a:latin typeface="Cascadia Mono" panose="020B0609020000020004" pitchFamily="49" charset="0"/>
              </a:rPr>
              <a:t>cout</a:t>
            </a:r>
            <a:r>
              <a:rPr lang="en-US" sz="2400" dirty="0">
                <a:solidFill>
                  <a:srgbClr val="777777"/>
                </a:solidFill>
                <a:latin typeface="Cascadia Mono" panose="020B0609020000020004" pitchFamily="49" charset="0"/>
              </a:rPr>
              <a:t>)</a:t>
            </a:r>
            <a:r>
              <a:rPr lang="en-US" sz="2400" dirty="0">
                <a:solidFill>
                  <a:srgbClr val="7A3E9D"/>
                </a:solidFill>
                <a:latin typeface="Cascadia Mono" panose="020B0609020000020004" pitchFamily="49" charset="0"/>
              </a:rPr>
              <a:t>.</a:t>
            </a:r>
            <a:r>
              <a:rPr lang="en-US" sz="2400" b="1" dirty="0">
                <a:solidFill>
                  <a:srgbClr val="AA3731"/>
                </a:solidFill>
                <a:latin typeface="Cascadia Mono" panose="020B0609020000020004" pitchFamily="49" charset="0"/>
              </a:rPr>
              <a:t>operator&lt;&lt;</a:t>
            </a:r>
            <a:r>
              <a:rPr lang="en-US" sz="2400" dirty="0">
                <a:solidFill>
                  <a:srgbClr val="777777"/>
                </a:solidFill>
                <a:latin typeface="Cascadia Mono" panose="020B0609020000020004" pitchFamily="49" charset="0"/>
              </a:rPr>
              <a:t>(</a:t>
            </a:r>
            <a:r>
              <a:rPr lang="en-US" sz="2400" dirty="0">
                <a:solidFill>
                  <a:srgbClr val="7A3E9D"/>
                </a:solidFill>
                <a:latin typeface="Cascadia Mono" panose="020B0609020000020004" pitchFamily="49" charset="0"/>
              </a:rPr>
              <a:t>point1</a:t>
            </a:r>
            <a:r>
              <a:rPr lang="en-US" sz="2400" dirty="0">
                <a:solidFill>
                  <a:srgbClr val="777777"/>
                </a:solidFill>
                <a:latin typeface="Cascadia Mono" panose="020B0609020000020004" pitchFamily="49" charset="0"/>
              </a:rPr>
              <a:t>);</a:t>
            </a:r>
            <a:endParaRPr lang="en-US" sz="2400" dirty="0"/>
          </a:p>
        </p:txBody>
      </p:sp>
    </p:spTree>
    <p:extLst>
      <p:ext uri="{BB962C8B-B14F-4D97-AF65-F5344CB8AC3E}">
        <p14:creationId xmlns:p14="http://schemas.microsoft.com/office/powerpoint/2010/main" val="160992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4036-5767-27B0-8109-19080CAAC2C7}"/>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1FE718A4-A348-6BD8-776C-075ECC2BC305}"/>
              </a:ext>
            </a:extLst>
          </p:cNvPr>
          <p:cNvSpPr>
            <a:spLocks noGrp="1"/>
          </p:cNvSpPr>
          <p:nvPr>
            <p:ph idx="1"/>
          </p:nvPr>
        </p:nvSpPr>
        <p:spPr/>
        <p:txBody>
          <a:bodyPr/>
          <a:lstStyle/>
          <a:p>
            <a:r>
              <a:rPr lang="en-US" dirty="0"/>
              <a:t>There are some operators which </a:t>
            </a:r>
            <a:r>
              <a:rPr lang="en-US" b="1" dirty="0"/>
              <a:t>must </a:t>
            </a:r>
            <a:r>
              <a:rPr lang="en-US" dirty="0"/>
              <a:t>be overloaded as </a:t>
            </a:r>
            <a:r>
              <a:rPr lang="en-US" b="1" dirty="0"/>
              <a:t>normal (non-member) functions</a:t>
            </a:r>
            <a:r>
              <a:rPr lang="en-US" dirty="0"/>
              <a:t>.</a:t>
            </a:r>
          </a:p>
          <a:p>
            <a:endParaRPr lang="en-US" dirty="0"/>
          </a:p>
          <a:p>
            <a:r>
              <a:rPr lang="en-US" dirty="0"/>
              <a:t>There are some operators which can be overloaded in </a:t>
            </a:r>
            <a:r>
              <a:rPr lang="en-US" b="1" dirty="0"/>
              <a:t>both ways</a:t>
            </a:r>
            <a:r>
              <a:rPr lang="en-US" dirty="0"/>
              <a:t>.</a:t>
            </a:r>
          </a:p>
          <a:p>
            <a:endParaRPr lang="en-US" dirty="0"/>
          </a:p>
          <a:p>
            <a:r>
              <a:rPr lang="en-US" dirty="0"/>
              <a:t>There are some operators which </a:t>
            </a:r>
            <a:r>
              <a:rPr lang="en-US" b="1" dirty="0"/>
              <a:t>must </a:t>
            </a:r>
            <a:r>
              <a:rPr lang="en-US" dirty="0"/>
              <a:t>be overloaded as </a:t>
            </a:r>
            <a:r>
              <a:rPr lang="en-US" b="1" dirty="0"/>
              <a:t>member functions </a:t>
            </a:r>
            <a:r>
              <a:rPr lang="en-US" dirty="0"/>
              <a:t>(they must be part of the class).</a:t>
            </a:r>
          </a:p>
        </p:txBody>
      </p:sp>
    </p:spTree>
    <p:extLst>
      <p:ext uri="{BB962C8B-B14F-4D97-AF65-F5344CB8AC3E}">
        <p14:creationId xmlns:p14="http://schemas.microsoft.com/office/powerpoint/2010/main" val="2482811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4036-5767-27B0-8109-19080CAAC2C7}"/>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1FE718A4-A348-6BD8-776C-075ECC2BC305}"/>
              </a:ext>
            </a:extLst>
          </p:cNvPr>
          <p:cNvSpPr>
            <a:spLocks noGrp="1"/>
          </p:cNvSpPr>
          <p:nvPr>
            <p:ph idx="1"/>
          </p:nvPr>
        </p:nvSpPr>
        <p:spPr/>
        <p:txBody>
          <a:bodyPr>
            <a:normAutofit fontScale="92500" lnSpcReduction="10000"/>
          </a:bodyPr>
          <a:lstStyle/>
          <a:p>
            <a:r>
              <a:rPr lang="en-US" dirty="0">
                <a:solidFill>
                  <a:schemeClr val="accent1"/>
                </a:solidFill>
              </a:rPr>
              <a:t>There are some operators which </a:t>
            </a:r>
            <a:r>
              <a:rPr lang="en-US" b="1" dirty="0">
                <a:solidFill>
                  <a:schemeClr val="accent1"/>
                </a:solidFill>
              </a:rPr>
              <a:t>must </a:t>
            </a:r>
            <a:r>
              <a:rPr lang="en-US" dirty="0">
                <a:solidFill>
                  <a:schemeClr val="accent1"/>
                </a:solidFill>
              </a:rPr>
              <a:t>be overloaded as </a:t>
            </a:r>
            <a:r>
              <a:rPr lang="en-US" b="1" dirty="0">
                <a:solidFill>
                  <a:schemeClr val="accent1"/>
                </a:solidFill>
              </a:rPr>
              <a:t>member functions </a:t>
            </a:r>
            <a:r>
              <a:rPr lang="en-US" dirty="0">
                <a:solidFill>
                  <a:schemeClr val="accent1"/>
                </a:solidFill>
              </a:rPr>
              <a:t>(they must be part of the class).</a:t>
            </a:r>
          </a:p>
          <a:p>
            <a:endParaRPr lang="en-US" dirty="0"/>
          </a:p>
          <a:p>
            <a:r>
              <a:rPr lang="en-US" dirty="0"/>
              <a:t>Assignment (</a:t>
            </a:r>
            <a:r>
              <a:rPr lang="en-US" dirty="0">
                <a:latin typeface="Cascadia Code" panose="020B0609020000020004" pitchFamily="49" charset="0"/>
                <a:ea typeface="Cascadia Code" panose="020B0609020000020004" pitchFamily="49" charset="0"/>
                <a:cs typeface="Cascadia Code" panose="020B0609020000020004" pitchFamily="49" charset="0"/>
              </a:rPr>
              <a:t> </a:t>
            </a:r>
            <a:r>
              <a:rPr lang="en-US" b="1" dirty="0">
                <a:latin typeface="Cascadia Code" panose="020B0609020000020004" pitchFamily="49" charset="0"/>
                <a:ea typeface="Cascadia Code" panose="020B0609020000020004" pitchFamily="49" charset="0"/>
                <a:cs typeface="Cascadia Code" panose="020B0609020000020004" pitchFamily="49" charset="0"/>
              </a:rPr>
              <a:t>= </a:t>
            </a:r>
            <a:r>
              <a:rPr lang="en-US" dirty="0"/>
              <a:t>)</a:t>
            </a:r>
          </a:p>
          <a:p>
            <a:r>
              <a:rPr lang="en-US" dirty="0"/>
              <a:t>Subscript (</a:t>
            </a:r>
            <a:r>
              <a:rPr lang="en-US" dirty="0">
                <a:latin typeface="Cascadia Code" panose="020B0609020000020004" pitchFamily="49" charset="0"/>
                <a:ea typeface="Cascadia Code" panose="020B0609020000020004" pitchFamily="49" charset="0"/>
                <a:cs typeface="Cascadia Code" panose="020B0609020000020004" pitchFamily="49" charset="0"/>
              </a:rPr>
              <a:t> </a:t>
            </a:r>
            <a:r>
              <a:rPr lang="en-US" b="1" dirty="0">
                <a:latin typeface="Cascadia Code" panose="020B0609020000020004" pitchFamily="49" charset="0"/>
                <a:ea typeface="Cascadia Code" panose="020B0609020000020004" pitchFamily="49" charset="0"/>
                <a:cs typeface="Cascadia Code" panose="020B0609020000020004" pitchFamily="49" charset="0"/>
              </a:rPr>
              <a:t>[] </a:t>
            </a:r>
            <a:r>
              <a:rPr lang="en-US" dirty="0"/>
              <a:t>)</a:t>
            </a:r>
          </a:p>
          <a:p>
            <a:r>
              <a:rPr lang="en-US" dirty="0"/>
              <a:t>Function call (</a:t>
            </a:r>
            <a:r>
              <a:rPr lang="en-US" dirty="0">
                <a:latin typeface="Cascadia Code" panose="020B0609020000020004" pitchFamily="49" charset="0"/>
                <a:ea typeface="Cascadia Code" panose="020B0609020000020004" pitchFamily="49" charset="0"/>
                <a:cs typeface="Cascadia Code" panose="020B0609020000020004" pitchFamily="49" charset="0"/>
              </a:rPr>
              <a:t> </a:t>
            </a:r>
            <a:r>
              <a:rPr lang="en-US" b="1" dirty="0">
                <a:latin typeface="Cascadia Code" panose="020B0609020000020004" pitchFamily="49" charset="0"/>
                <a:ea typeface="Cascadia Code" panose="020B0609020000020004" pitchFamily="49" charset="0"/>
                <a:cs typeface="Cascadia Code" panose="020B0609020000020004" pitchFamily="49" charset="0"/>
              </a:rPr>
              <a:t>() </a:t>
            </a:r>
            <a:r>
              <a:rPr lang="en-US" dirty="0"/>
              <a:t>)</a:t>
            </a:r>
          </a:p>
          <a:p>
            <a:r>
              <a:rPr lang="en-US" dirty="0"/>
              <a:t>Member selection (</a:t>
            </a:r>
            <a:r>
              <a:rPr lang="en-US" dirty="0">
                <a:latin typeface="Cascadia Code" panose="020B0609020000020004" pitchFamily="49" charset="0"/>
                <a:ea typeface="Cascadia Code" panose="020B0609020000020004" pitchFamily="49" charset="0"/>
                <a:cs typeface="Cascadia Code" panose="020B0609020000020004" pitchFamily="49" charset="0"/>
              </a:rPr>
              <a:t> </a:t>
            </a:r>
            <a:r>
              <a:rPr lang="en-US" b="1" dirty="0">
                <a:latin typeface="Cascadia Code" panose="020B0609020000020004" pitchFamily="49" charset="0"/>
                <a:ea typeface="Cascadia Code" panose="020B0609020000020004" pitchFamily="49" charset="0"/>
                <a:cs typeface="Cascadia Code" panose="020B0609020000020004" pitchFamily="49" charset="0"/>
              </a:rPr>
              <a:t>-&gt; </a:t>
            </a:r>
            <a:r>
              <a:rPr lang="en-US" dirty="0"/>
              <a:t>) </a:t>
            </a:r>
          </a:p>
          <a:p>
            <a:r>
              <a:rPr lang="en-US" i="1" dirty="0"/>
              <a:t>And some others.</a:t>
            </a:r>
          </a:p>
          <a:p>
            <a:endParaRPr lang="en-US" dirty="0"/>
          </a:p>
          <a:p>
            <a:r>
              <a:rPr lang="en-US" dirty="0"/>
              <a:t>This is the requirement of C++.</a:t>
            </a:r>
          </a:p>
        </p:txBody>
      </p:sp>
    </p:spTree>
    <p:extLst>
      <p:ext uri="{BB962C8B-B14F-4D97-AF65-F5344CB8AC3E}">
        <p14:creationId xmlns:p14="http://schemas.microsoft.com/office/powerpoint/2010/main" val="123915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5AAB6D-ECE3-3805-BA6C-57C04A793342}"/>
              </a:ext>
            </a:extLst>
          </p:cNvPr>
          <p:cNvSpPr>
            <a:spLocks noGrp="1"/>
          </p:cNvSpPr>
          <p:nvPr>
            <p:ph type="ctrTitle"/>
          </p:nvPr>
        </p:nvSpPr>
        <p:spPr/>
        <p:txBody>
          <a:bodyPr/>
          <a:lstStyle/>
          <a:p>
            <a:r>
              <a:rPr lang="en-US" dirty="0"/>
              <a:t>Overloading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p>
        </p:txBody>
      </p:sp>
      <p:sp>
        <p:nvSpPr>
          <p:cNvPr id="5" name="Subtitle 4">
            <a:extLst>
              <a:ext uri="{FF2B5EF4-FFF2-40B4-BE49-F238E27FC236}">
                <a16:creationId xmlns:a16="http://schemas.microsoft.com/office/drawing/2014/main" id="{4108EDF8-03AD-1F11-C0E6-AF903B0EC31A}"/>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37380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AB8E-7D8D-065A-0078-1BB358BB373C}"/>
              </a:ext>
            </a:extLst>
          </p:cNvPr>
          <p:cNvSpPr>
            <a:spLocks noGrp="1"/>
          </p:cNvSpPr>
          <p:nvPr>
            <p:ph type="title"/>
          </p:nvPr>
        </p:nvSpPr>
        <p:spPr/>
        <p:txBody>
          <a:bodyPr/>
          <a:lstStyle/>
          <a:p>
            <a:r>
              <a:rPr lang="en-US" dirty="0"/>
              <a:t>The Copy Assignment Operator</a:t>
            </a:r>
            <a:br>
              <a:rPr lang="en-US" dirty="0"/>
            </a:b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p>
        </p:txBody>
      </p:sp>
      <p:sp>
        <p:nvSpPr>
          <p:cNvPr id="3" name="Content Placeholder 2">
            <a:extLst>
              <a:ext uri="{FF2B5EF4-FFF2-40B4-BE49-F238E27FC236}">
                <a16:creationId xmlns:a16="http://schemas.microsoft.com/office/drawing/2014/main" id="{241973D2-32A2-5A0C-0002-F20B334A9C23}"/>
              </a:ext>
            </a:extLst>
          </p:cNvPr>
          <p:cNvSpPr>
            <a:spLocks noGrp="1"/>
          </p:cNvSpPr>
          <p:nvPr>
            <p:ph idx="1"/>
          </p:nvPr>
        </p:nvSpPr>
        <p:spPr/>
        <p:txBody>
          <a:bodyPr>
            <a:normAutofit/>
          </a:bodyPr>
          <a:lstStyle/>
          <a:p>
            <a:r>
              <a:rPr lang="en-US" dirty="0"/>
              <a:t>It is used to copy values from one object to another </a:t>
            </a:r>
            <a:r>
              <a:rPr lang="en-US" b="1" dirty="0"/>
              <a:t>already existing </a:t>
            </a:r>
            <a:r>
              <a:rPr lang="en-US" dirty="0"/>
              <a:t>object.</a:t>
            </a:r>
          </a:p>
          <a:p>
            <a:endParaRPr lang="en-US" dirty="0"/>
          </a:p>
          <a:p>
            <a:r>
              <a:rPr lang="en-US" dirty="0"/>
              <a:t>It </a:t>
            </a:r>
            <a:r>
              <a:rPr lang="en-US" b="1" dirty="0"/>
              <a:t>must </a:t>
            </a:r>
            <a:r>
              <a:rPr lang="en-US" dirty="0"/>
              <a:t>be overloaded as a </a:t>
            </a:r>
            <a:r>
              <a:rPr lang="en-US" b="1" dirty="0"/>
              <a:t>member function</a:t>
            </a:r>
            <a:r>
              <a:rPr lang="en-US" dirty="0"/>
              <a:t>.</a:t>
            </a:r>
          </a:p>
          <a:p>
            <a:endParaRPr lang="en-US" dirty="0"/>
          </a:p>
        </p:txBody>
      </p:sp>
    </p:spTree>
    <p:extLst>
      <p:ext uri="{BB962C8B-B14F-4D97-AF65-F5344CB8AC3E}">
        <p14:creationId xmlns:p14="http://schemas.microsoft.com/office/powerpoint/2010/main" val="1960393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16FA9A-0E61-3074-1759-6EAF5A666E08}"/>
              </a:ext>
            </a:extLst>
          </p:cNvPr>
          <p:cNvSpPr txBox="1"/>
          <p:nvPr/>
        </p:nvSpPr>
        <p:spPr>
          <a:xfrm>
            <a:off x="2460171" y="1567657"/>
            <a:ext cx="7271657" cy="2677656"/>
          </a:xfrm>
          <a:prstGeom prst="rect">
            <a:avLst/>
          </a:prstGeom>
          <a:noFill/>
        </p:spPr>
        <p:txBody>
          <a:bodyPr wrap="square">
            <a:spAutoFit/>
          </a:bodyPr>
          <a:lstStyle/>
          <a:p>
            <a:r>
              <a:rPr lang="en-US" sz="2400" b="0" dirty="0">
                <a:solidFill>
                  <a:srgbClr val="7A3E9D"/>
                </a:solidFill>
                <a:effectLst/>
                <a:latin typeface="Cascadia Mono" panose="020B0609020000020004" pitchFamily="49" charset="0"/>
              </a:rPr>
              <a:t>int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x</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9C5D27"/>
                </a:solidFill>
                <a:effectLst/>
                <a:latin typeface="Cascadia Mono" panose="020B0609020000020004" pitchFamily="49" charset="0"/>
              </a:rPr>
              <a:t>5</a:t>
            </a:r>
            <a:r>
              <a:rPr lang="en-US" sz="2400" b="0" dirty="0">
                <a:solidFill>
                  <a:srgbClr val="777777"/>
                </a:solidFill>
                <a:effectLst/>
                <a:latin typeface="Cascadia Mono" panose="020B0609020000020004" pitchFamily="49" charset="0"/>
              </a:rPr>
              <a:t>;</a:t>
            </a:r>
            <a:endParaRPr lang="en-US" sz="2400" b="0" dirty="0">
              <a:solidFill>
                <a:srgbClr val="333333"/>
              </a:solidFill>
              <a:effectLst/>
              <a:latin typeface="Cascadia Mono" panose="020B0609020000020004" pitchFamily="49" charset="0"/>
            </a:endParaRPr>
          </a:p>
          <a:p>
            <a:r>
              <a:rPr lang="en-US" sz="2400" b="0" dirty="0">
                <a:solidFill>
                  <a:srgbClr val="7A3E9D"/>
                </a:solidFill>
                <a:effectLst/>
                <a:latin typeface="Cascadia Mono" panose="020B0609020000020004" pitchFamily="49" charset="0"/>
              </a:rPr>
              <a:t>int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y</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9C5D27"/>
                </a:solidFill>
                <a:effectLst/>
                <a:latin typeface="Cascadia Mono" panose="020B0609020000020004" pitchFamily="49" charset="0"/>
              </a:rPr>
              <a:t>6</a:t>
            </a:r>
            <a:r>
              <a:rPr lang="en-US" sz="2400" b="0" dirty="0">
                <a:solidFill>
                  <a:srgbClr val="777777"/>
                </a:solidFill>
                <a:effectLst/>
                <a:latin typeface="Cascadia Mono" panose="020B0609020000020004" pitchFamily="49" charset="0"/>
              </a:rPr>
              <a:t>;</a:t>
            </a:r>
            <a:endParaRPr lang="en-US" sz="2400" b="0" dirty="0">
              <a:solidFill>
                <a:srgbClr val="333333"/>
              </a:solidFill>
              <a:effectLst/>
              <a:latin typeface="Cascadia Mono" panose="020B0609020000020004" pitchFamily="49" charset="0"/>
            </a:endParaRPr>
          </a:p>
          <a:p>
            <a:r>
              <a:rPr lang="en-US" sz="2400" b="0" dirty="0">
                <a:solidFill>
                  <a:srgbClr val="7A3E9D"/>
                </a:solidFill>
                <a:effectLst/>
                <a:latin typeface="Cascadia Mono" panose="020B0609020000020004" pitchFamily="49" charset="0"/>
              </a:rPr>
              <a:t>int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z</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9C5D27"/>
                </a:solidFill>
                <a:effectLst/>
                <a:latin typeface="Cascadia Mono" panose="020B0609020000020004" pitchFamily="49" charset="0"/>
              </a:rPr>
              <a:t>7</a:t>
            </a:r>
            <a:r>
              <a:rPr lang="en-US" sz="2400" b="0" dirty="0">
                <a:solidFill>
                  <a:srgbClr val="777777"/>
                </a:solidFill>
                <a:effectLst/>
                <a:latin typeface="Cascadia Mono" panose="020B0609020000020004" pitchFamily="49" charset="0"/>
              </a:rPr>
              <a:t>;</a:t>
            </a:r>
            <a:endParaRPr lang="en-US" sz="2400" b="0" dirty="0">
              <a:solidFill>
                <a:srgbClr val="333333"/>
              </a:solidFill>
              <a:effectLst/>
              <a:latin typeface="Cascadia Mono" panose="020B0609020000020004" pitchFamily="49" charset="0"/>
            </a:endParaRPr>
          </a:p>
          <a:p>
            <a:br>
              <a:rPr lang="en-US" sz="2400" b="0" dirty="0">
                <a:solidFill>
                  <a:srgbClr val="333333"/>
                </a:solidFill>
                <a:effectLst/>
                <a:latin typeface="Cascadia Mono" panose="020B0609020000020004" pitchFamily="49" charset="0"/>
              </a:rPr>
            </a:br>
            <a:r>
              <a:rPr lang="en-US" sz="2400" b="0" dirty="0">
                <a:solidFill>
                  <a:srgbClr val="7A3E9D"/>
                </a:solidFill>
                <a:effectLst/>
                <a:latin typeface="Cascadia Mono" panose="020B0609020000020004" pitchFamily="49" charset="0"/>
              </a:rPr>
              <a:t>x</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y</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z</a:t>
            </a:r>
            <a:r>
              <a:rPr lang="en-US" sz="2400" b="0" dirty="0">
                <a:solidFill>
                  <a:srgbClr val="777777"/>
                </a:solidFill>
                <a:effectLst/>
                <a:latin typeface="Cascadia Mono" panose="020B0609020000020004" pitchFamily="49" charset="0"/>
              </a:rPr>
              <a:t>;</a:t>
            </a:r>
            <a:endParaRPr lang="en-US" sz="2400" b="0" dirty="0">
              <a:solidFill>
                <a:srgbClr val="333333"/>
              </a:solidFill>
              <a:effectLst/>
              <a:latin typeface="Cascadia Mono" panose="020B0609020000020004" pitchFamily="49" charset="0"/>
            </a:endParaRPr>
          </a:p>
          <a:p>
            <a:br>
              <a:rPr lang="en-US" sz="2400" b="0" dirty="0">
                <a:solidFill>
                  <a:srgbClr val="333333"/>
                </a:solidFill>
                <a:effectLst/>
                <a:latin typeface="Cascadia Mono" panose="020B0609020000020004" pitchFamily="49" charset="0"/>
              </a:rPr>
            </a:br>
            <a:r>
              <a:rPr lang="en-US" sz="2400" b="1" dirty="0">
                <a:solidFill>
                  <a:srgbClr val="7A3E9D"/>
                </a:solidFill>
                <a:effectLst/>
                <a:latin typeface="Cascadia Mono" panose="020B0609020000020004" pitchFamily="49" charset="0"/>
              </a:rPr>
              <a:t>std</a:t>
            </a:r>
            <a:r>
              <a:rPr lang="en-US" sz="2400" b="0" dirty="0">
                <a:solidFill>
                  <a:srgbClr val="777777"/>
                </a:solidFill>
                <a:effectLst/>
                <a:latin typeface="Cascadia Mono" panose="020B0609020000020004" pitchFamily="49" charset="0"/>
              </a:rPr>
              <a:t>::</a:t>
            </a:r>
            <a:r>
              <a:rPr lang="en-US" sz="2400" b="0" dirty="0" err="1">
                <a:solidFill>
                  <a:srgbClr val="7A3E9D"/>
                </a:solidFill>
                <a:effectLst/>
                <a:latin typeface="Cascadia Mono" panose="020B0609020000020004" pitchFamily="49" charset="0"/>
              </a:rPr>
              <a:t>cout</a:t>
            </a:r>
            <a:r>
              <a:rPr lang="en-US" sz="2400" b="0" dirty="0">
                <a:solidFill>
                  <a:srgbClr val="333333"/>
                </a:solidFill>
                <a:effectLst/>
                <a:latin typeface="Cascadia Mono" panose="020B0609020000020004" pitchFamily="49" charset="0"/>
              </a:rPr>
              <a:t> </a:t>
            </a:r>
            <a:r>
              <a:rPr lang="en-US" sz="2400" b="1" dirty="0">
                <a:solidFill>
                  <a:srgbClr val="AA3731"/>
                </a:solidFill>
                <a:effectLst/>
                <a:latin typeface="Cascadia Mono" panose="020B0609020000020004" pitchFamily="49" charset="0"/>
              </a:rPr>
              <a:t>&lt;&lt;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x</a:t>
            </a:r>
            <a:r>
              <a:rPr lang="en-US" sz="2400" b="0" dirty="0">
                <a:solidFill>
                  <a:srgbClr val="333333"/>
                </a:solidFill>
                <a:effectLst/>
                <a:latin typeface="Cascadia Mono" panose="020B0609020000020004" pitchFamily="49" charset="0"/>
              </a:rPr>
              <a:t> </a:t>
            </a:r>
            <a:r>
              <a:rPr lang="en-US" sz="2400" b="1" dirty="0">
                <a:solidFill>
                  <a:srgbClr val="AA3731"/>
                </a:solidFill>
                <a:effectLst/>
                <a:latin typeface="Cascadia Mono" panose="020B0609020000020004" pitchFamily="49" charset="0"/>
              </a:rPr>
              <a:t>&lt;&lt;</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448C27"/>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1" dirty="0">
                <a:solidFill>
                  <a:srgbClr val="AA3731"/>
                </a:solidFill>
                <a:effectLst/>
                <a:latin typeface="Cascadia Mono" panose="020B0609020000020004" pitchFamily="49" charset="0"/>
              </a:rPr>
              <a:t>&lt;&lt;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y</a:t>
            </a:r>
            <a:r>
              <a:rPr lang="en-US" sz="2400" b="0" dirty="0">
                <a:solidFill>
                  <a:srgbClr val="333333"/>
                </a:solidFill>
                <a:effectLst/>
                <a:latin typeface="Cascadia Mono" panose="020B0609020000020004" pitchFamily="49" charset="0"/>
              </a:rPr>
              <a:t> </a:t>
            </a:r>
            <a:r>
              <a:rPr lang="en-US" sz="2400" b="1" dirty="0">
                <a:solidFill>
                  <a:srgbClr val="AA3731"/>
                </a:solidFill>
                <a:effectLst/>
                <a:latin typeface="Cascadia Mono" panose="020B0609020000020004" pitchFamily="49" charset="0"/>
              </a:rPr>
              <a:t>&lt;&lt;</a:t>
            </a:r>
            <a:r>
              <a:rPr lang="en-US" sz="2400" b="0" dirty="0">
                <a:solidFill>
                  <a:srgbClr val="333333"/>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448C27"/>
                </a:solidFill>
                <a:effectLst/>
                <a:latin typeface="Cascadia Mono" panose="020B0609020000020004" pitchFamily="49" charset="0"/>
              </a:rPr>
              <a:t> </a:t>
            </a:r>
            <a:r>
              <a:rPr lang="en-US" sz="2400" b="0" dirty="0">
                <a:solidFill>
                  <a:srgbClr val="777777"/>
                </a:solidFill>
                <a:effectLst/>
                <a:latin typeface="Cascadia Mono" panose="020B0609020000020004" pitchFamily="49" charset="0"/>
              </a:rPr>
              <a:t>'</a:t>
            </a:r>
            <a:r>
              <a:rPr lang="en-US" sz="2400" b="0" dirty="0">
                <a:solidFill>
                  <a:srgbClr val="333333"/>
                </a:solidFill>
                <a:effectLst/>
                <a:latin typeface="Cascadia Mono" panose="020B0609020000020004" pitchFamily="49" charset="0"/>
              </a:rPr>
              <a:t> </a:t>
            </a:r>
            <a:r>
              <a:rPr lang="en-US" sz="2400" b="1" dirty="0">
                <a:solidFill>
                  <a:srgbClr val="AA3731"/>
                </a:solidFill>
                <a:effectLst/>
                <a:latin typeface="Cascadia Mono" panose="020B0609020000020004" pitchFamily="49" charset="0"/>
              </a:rPr>
              <a:t>&lt;&lt;</a:t>
            </a:r>
            <a:r>
              <a:rPr lang="en-US" sz="2400" b="0" dirty="0">
                <a:solidFill>
                  <a:srgbClr val="333333"/>
                </a:solidFill>
                <a:effectLst/>
                <a:latin typeface="Cascadia Mono" panose="020B0609020000020004" pitchFamily="49" charset="0"/>
              </a:rPr>
              <a:t> </a:t>
            </a:r>
            <a:r>
              <a:rPr lang="en-US" sz="2400" b="0" dirty="0">
                <a:solidFill>
                  <a:srgbClr val="7A3E9D"/>
                </a:solidFill>
                <a:effectLst/>
                <a:latin typeface="Cascadia Mono" panose="020B0609020000020004" pitchFamily="49" charset="0"/>
              </a:rPr>
              <a:t>z</a:t>
            </a:r>
            <a:r>
              <a:rPr lang="en-US" sz="2400" b="0" dirty="0">
                <a:solidFill>
                  <a:srgbClr val="777777"/>
                </a:solidFill>
                <a:effectLst/>
                <a:latin typeface="Cascadia Mono" panose="020B0609020000020004" pitchFamily="49" charset="0"/>
              </a:rPr>
              <a:t>;</a:t>
            </a:r>
            <a:endParaRPr lang="en-US" sz="2400" b="0" dirty="0">
              <a:solidFill>
                <a:srgbClr val="333333"/>
              </a:solidFill>
              <a:effectLst/>
              <a:latin typeface="Cascadia Mono" panose="020B0609020000020004" pitchFamily="49" charset="0"/>
            </a:endParaRPr>
          </a:p>
        </p:txBody>
      </p:sp>
      <p:sp>
        <p:nvSpPr>
          <p:cNvPr id="6" name="TextBox 5">
            <a:extLst>
              <a:ext uri="{FF2B5EF4-FFF2-40B4-BE49-F238E27FC236}">
                <a16:creationId xmlns:a16="http://schemas.microsoft.com/office/drawing/2014/main" id="{F48367D4-395C-9B36-BF1C-FDE66B3E6091}"/>
              </a:ext>
            </a:extLst>
          </p:cNvPr>
          <p:cNvSpPr txBox="1"/>
          <p:nvPr/>
        </p:nvSpPr>
        <p:spPr>
          <a:xfrm>
            <a:off x="108857" y="108857"/>
            <a:ext cx="6074229" cy="923330"/>
          </a:xfrm>
          <a:prstGeom prst="rect">
            <a:avLst/>
          </a:prstGeom>
          <a:noFill/>
        </p:spPr>
        <p:txBody>
          <a:bodyPr wrap="square" rtlCol="0">
            <a:spAutoFit/>
          </a:bodyPr>
          <a:lstStyle/>
          <a:p>
            <a:r>
              <a:rPr lang="en-US" dirty="0"/>
              <a:t>Assignment is done from </a:t>
            </a:r>
            <a:r>
              <a:rPr lang="en-US" b="1" dirty="0"/>
              <a:t>right to left</a:t>
            </a:r>
            <a:r>
              <a:rPr lang="en-US" dirty="0"/>
              <a:t>.</a:t>
            </a:r>
          </a:p>
          <a:p>
            <a:endParaRPr lang="en-US" dirty="0"/>
          </a:p>
          <a:p>
            <a:r>
              <a:rPr lang="en-US" dirty="0"/>
              <a:t>Keep this in mind when chaining the assignment operator.</a:t>
            </a:r>
          </a:p>
        </p:txBody>
      </p:sp>
    </p:spTree>
    <p:extLst>
      <p:ext uri="{BB962C8B-B14F-4D97-AF65-F5344CB8AC3E}">
        <p14:creationId xmlns:p14="http://schemas.microsoft.com/office/powerpoint/2010/main" val="381404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86E8-0D4B-9206-44C3-BFFFBC1B37C0}"/>
              </a:ext>
            </a:extLst>
          </p:cNvPr>
          <p:cNvSpPr>
            <a:spLocks noGrp="1"/>
          </p:cNvSpPr>
          <p:nvPr>
            <p:ph type="title"/>
          </p:nvPr>
        </p:nvSpPr>
        <p:spPr/>
        <p:txBody>
          <a:bodyPr/>
          <a:lstStyle/>
          <a:p>
            <a:r>
              <a:rPr lang="en-US" dirty="0"/>
              <a:t>Copy Constructor vs.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p>
        </p:txBody>
      </p:sp>
      <p:sp>
        <p:nvSpPr>
          <p:cNvPr id="3" name="Content Placeholder 2">
            <a:extLst>
              <a:ext uri="{FF2B5EF4-FFF2-40B4-BE49-F238E27FC236}">
                <a16:creationId xmlns:a16="http://schemas.microsoft.com/office/drawing/2014/main" id="{3A2717CC-DD48-DA7B-B7CF-C2A3F51882F6}"/>
              </a:ext>
            </a:extLst>
          </p:cNvPr>
          <p:cNvSpPr>
            <a:spLocks noGrp="1"/>
          </p:cNvSpPr>
          <p:nvPr>
            <p:ph idx="1"/>
          </p:nvPr>
        </p:nvSpPr>
        <p:spPr/>
        <p:txBody>
          <a:bodyPr/>
          <a:lstStyle/>
          <a:p>
            <a:r>
              <a:rPr lang="en-US" dirty="0"/>
              <a:t>The purpose of the copy constructor and the copy assignment operator are </a:t>
            </a:r>
            <a:r>
              <a:rPr lang="en-US" b="1" dirty="0"/>
              <a:t>almost </a:t>
            </a:r>
            <a:r>
              <a:rPr lang="en-US" dirty="0"/>
              <a:t>equivalent -- both copy one object to another. </a:t>
            </a:r>
          </a:p>
          <a:p>
            <a:endParaRPr lang="en-US" dirty="0"/>
          </a:p>
          <a:p>
            <a:r>
              <a:rPr lang="en-US" dirty="0"/>
              <a:t>However, the copy constructor </a:t>
            </a:r>
            <a:r>
              <a:rPr lang="en-US" b="1" u="sng" dirty="0"/>
              <a:t>initializes new objects</a:t>
            </a:r>
            <a:r>
              <a:rPr lang="en-US" dirty="0"/>
              <a:t>, whereas the assignment operator </a:t>
            </a:r>
            <a:r>
              <a:rPr lang="en-US" u="sng" dirty="0"/>
              <a:t>replaces the contents of </a:t>
            </a:r>
            <a:r>
              <a:rPr lang="en-US" b="1" u="sng" dirty="0"/>
              <a:t>existing objects</a:t>
            </a:r>
            <a:r>
              <a:rPr lang="en-US" dirty="0"/>
              <a:t>.</a:t>
            </a:r>
          </a:p>
          <a:p>
            <a:pPr lvl="1"/>
            <a:r>
              <a:rPr lang="en-US" dirty="0"/>
              <a:t>Note that the </a:t>
            </a:r>
            <a:r>
              <a:rPr lang="en-US" b="1" dirty="0"/>
              <a:t>copy </a:t>
            </a:r>
            <a:r>
              <a:rPr lang="en-US" b="1" dirty="0" err="1"/>
              <a:t>ctor</a:t>
            </a:r>
            <a:r>
              <a:rPr lang="en-US" b="1" dirty="0"/>
              <a:t> will be called </a:t>
            </a:r>
            <a:r>
              <a:rPr lang="en-US" dirty="0"/>
              <a:t>when you pass or return objects by value because new objects are being </a:t>
            </a:r>
            <a:r>
              <a:rPr lang="en-US" b="1" dirty="0"/>
              <a:t>created</a:t>
            </a:r>
            <a:r>
              <a:rPr lang="en-US" dirty="0"/>
              <a:t>.</a:t>
            </a:r>
          </a:p>
          <a:p>
            <a:endParaRPr lang="en-US" dirty="0"/>
          </a:p>
        </p:txBody>
      </p:sp>
    </p:spTree>
    <p:extLst>
      <p:ext uri="{BB962C8B-B14F-4D97-AF65-F5344CB8AC3E}">
        <p14:creationId xmlns:p14="http://schemas.microsoft.com/office/powerpoint/2010/main" val="61464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EB449A-AD5D-3957-6500-F057D2519393}"/>
              </a:ext>
            </a:extLst>
          </p:cNvPr>
          <p:cNvSpPr txBox="1"/>
          <p:nvPr/>
        </p:nvSpPr>
        <p:spPr>
          <a:xfrm>
            <a:off x="7674428" y="551289"/>
            <a:ext cx="4452257" cy="2308324"/>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fiveThirds</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5</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3</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fiveThirds</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4</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7" name="TextBox 6">
            <a:extLst>
              <a:ext uri="{FF2B5EF4-FFF2-40B4-BE49-F238E27FC236}">
                <a16:creationId xmlns:a16="http://schemas.microsoft.com/office/drawing/2014/main" id="{64B62188-1071-B7CA-EE3C-710AD42458B6}"/>
              </a:ext>
            </a:extLst>
          </p:cNvPr>
          <p:cNvSpPr txBox="1"/>
          <p:nvPr/>
        </p:nvSpPr>
        <p:spPr>
          <a:xfrm>
            <a:off x="65315" y="551289"/>
            <a:ext cx="9165772" cy="5755422"/>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class</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A3E9D"/>
                </a:solidFill>
                <a:effectLst/>
                <a:latin typeface="Cascadia Mono" panose="020B0609020000020004" pitchFamily="49" charset="0"/>
              </a:rPr>
              <a:t>private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m_num</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m_den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7A3E9D"/>
                </a:solidFill>
                <a:effectLst/>
                <a:latin typeface="Cascadia Mono" panose="020B0609020000020004" pitchFamily="49" charset="0"/>
              </a:rPr>
              <a:t>public</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Fraction</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num</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den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m_num</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num</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m_den</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den</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Fraction</a:t>
            </a:r>
            <a:r>
              <a:rPr lang="en-US" sz="1600" b="0" dirty="0">
                <a:solidFill>
                  <a:srgbClr val="777777"/>
                </a:solidFill>
                <a:effectLst/>
                <a:latin typeface="Cascadia Mono" panose="020B0609020000020004" pitchFamily="49" charset="0"/>
              </a:rPr>
              <a:t>(</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fr</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m_num</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fr</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m_num</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m_den</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fr</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m_den</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friend</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operator&lt;&lt;</a:t>
            </a:r>
            <a:r>
              <a:rPr lang="en-US" sz="1600" b="0" dirty="0">
                <a:solidFill>
                  <a:srgbClr val="777777"/>
                </a:solidFill>
                <a:effectLst/>
                <a:latin typeface="Cascadia Mono" panose="020B0609020000020004" pitchFamily="49" charset="0"/>
              </a:rPr>
              <a:t>(</a:t>
            </a: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f1</a:t>
            </a:r>
            <a:r>
              <a:rPr lang="en-US" sz="1600" b="0" dirty="0">
                <a:solidFill>
                  <a:srgbClr val="777777"/>
                </a:solidFill>
                <a:effectLst/>
                <a:latin typeface="Cascadia Mono" panose="020B0609020000020004" pitchFamily="49" charset="0"/>
              </a:rPr>
              <a:t>);</a:t>
            </a:r>
            <a:br>
              <a:rPr lang="en-US" sz="1600" b="0" dirty="0">
                <a:solidFill>
                  <a:srgbClr val="333333"/>
                </a:solidFill>
                <a:effectLst/>
                <a:latin typeface="Cascadia Mono" panose="020B0609020000020004" pitchFamily="49" charset="0"/>
              </a:rPr>
            </a:b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operator&lt;&lt;</a:t>
            </a:r>
            <a:r>
              <a:rPr lang="en-US" sz="1600" b="0" dirty="0">
                <a:solidFill>
                  <a:srgbClr val="777777"/>
                </a:solidFill>
                <a:effectLst/>
                <a:latin typeface="Cascadia Mono" panose="020B0609020000020004" pitchFamily="49" charset="0"/>
              </a:rPr>
              <a:t>(</a:t>
            </a: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f1</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f1</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m_num</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448C27"/>
                </a:solidFill>
                <a:effectLst/>
                <a:latin typeface="Cascadia Mono" panose="020B0609020000020004" pitchFamily="49" charset="0"/>
              </a:rPr>
              <a: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f1</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m_den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10" name="TextBox 9">
            <a:extLst>
              <a:ext uri="{FF2B5EF4-FFF2-40B4-BE49-F238E27FC236}">
                <a16:creationId xmlns:a16="http://schemas.microsoft.com/office/drawing/2014/main" id="{F4EB8AA2-1CC6-93C1-7EB9-1D11B6846B06}"/>
              </a:ext>
            </a:extLst>
          </p:cNvPr>
          <p:cNvSpPr txBox="1"/>
          <p:nvPr/>
        </p:nvSpPr>
        <p:spPr>
          <a:xfrm>
            <a:off x="2862942" y="228123"/>
            <a:ext cx="4452257" cy="1477328"/>
          </a:xfrm>
          <a:prstGeom prst="rect">
            <a:avLst/>
          </a:prstGeom>
          <a:noFill/>
        </p:spPr>
        <p:txBody>
          <a:bodyPr wrap="square" rtlCol="0">
            <a:spAutoFit/>
          </a:bodyPr>
          <a:lstStyle/>
          <a:p>
            <a:r>
              <a:rPr lang="en-US" i="1" dirty="0"/>
              <a:t>Just like before, we would need to provide the overload for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i="1" dirty="0"/>
              <a:t> (as a class member) for this to work.</a:t>
            </a:r>
          </a:p>
          <a:p>
            <a:endParaRPr lang="en-US" i="1" dirty="0"/>
          </a:p>
          <a:p>
            <a:r>
              <a:rPr lang="en-US" b="1" dirty="0" err="1">
                <a:latin typeface="Cascadia Code" panose="020B0609020000020004" pitchFamily="49" charset="0"/>
                <a:ea typeface="Cascadia Code" panose="020B0609020000020004" pitchFamily="49" charset="0"/>
                <a:cs typeface="Cascadia Code" panose="020B0609020000020004" pitchFamily="49" charset="0"/>
              </a:rPr>
              <a:t>fiveThirds.operator</a:t>
            </a:r>
            <a:r>
              <a:rPr lang="en-US" b="1" dirty="0">
                <a:latin typeface="Cascadia Code" panose="020B0609020000020004" pitchFamily="49" charset="0"/>
                <a:ea typeface="Cascadia Code" panose="020B0609020000020004" pitchFamily="49" charset="0"/>
                <a:cs typeface="Cascadia Code" panose="020B0609020000020004" pitchFamily="49" charset="0"/>
              </a:rPr>
              <a:t>=(4)</a:t>
            </a:r>
            <a:endParaRPr lang="en-US" i="1" dirty="0"/>
          </a:p>
        </p:txBody>
      </p:sp>
    </p:spTree>
    <p:extLst>
      <p:ext uri="{BB962C8B-B14F-4D97-AF65-F5344CB8AC3E}">
        <p14:creationId xmlns:p14="http://schemas.microsoft.com/office/powerpoint/2010/main" val="170912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822CE0-0824-BB57-ABE5-266E68900830}"/>
              </a:ext>
            </a:extLst>
          </p:cNvPr>
          <p:cNvPicPr>
            <a:picLocks noChangeAspect="1"/>
          </p:cNvPicPr>
          <p:nvPr/>
        </p:nvPicPr>
        <p:blipFill>
          <a:blip r:embed="rId3"/>
          <a:stretch>
            <a:fillRect/>
          </a:stretch>
        </p:blipFill>
        <p:spPr>
          <a:xfrm>
            <a:off x="826000" y="1684243"/>
            <a:ext cx="10539998" cy="3489513"/>
          </a:xfrm>
          <a:prstGeom prst="rect">
            <a:avLst/>
          </a:prstGeom>
        </p:spPr>
      </p:pic>
      <p:sp>
        <p:nvSpPr>
          <p:cNvPr id="5" name="Rectangle 4">
            <a:extLst>
              <a:ext uri="{FF2B5EF4-FFF2-40B4-BE49-F238E27FC236}">
                <a16:creationId xmlns:a16="http://schemas.microsoft.com/office/drawing/2014/main" id="{0C0B61F4-6F45-C227-A6EA-D9AD79611461}"/>
              </a:ext>
            </a:extLst>
          </p:cNvPr>
          <p:cNvSpPr/>
          <p:nvPr/>
        </p:nvSpPr>
        <p:spPr>
          <a:xfrm>
            <a:off x="593270" y="2405742"/>
            <a:ext cx="11005458" cy="1132115"/>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995876C-14F0-72C7-CE4D-45F2E42EFD81}"/>
              </a:ext>
            </a:extLst>
          </p:cNvPr>
          <p:cNvSpPr txBox="1"/>
          <p:nvPr/>
        </p:nvSpPr>
        <p:spPr>
          <a:xfrm>
            <a:off x="1599540" y="5630347"/>
            <a:ext cx="8992913" cy="923330"/>
          </a:xfrm>
          <a:prstGeom prst="rect">
            <a:avLst/>
          </a:prstGeom>
          <a:noFill/>
        </p:spPr>
        <p:txBody>
          <a:bodyPr wrap="square" rtlCol="0">
            <a:spAutoFit/>
          </a:bodyPr>
          <a:lstStyle/>
          <a:p>
            <a:pPr algn="ctr"/>
            <a:r>
              <a:rPr lang="en-US" i="1" dirty="0"/>
              <a:t>There is a nuance here that could make this work without providing the overload, but we will have to digress from the main topic. For the interested folks, the nuance relates to implicit type conversion of the integer into the object itself.</a:t>
            </a:r>
          </a:p>
        </p:txBody>
      </p:sp>
      <p:sp>
        <p:nvSpPr>
          <p:cNvPr id="9" name="TextBox 8">
            <a:extLst>
              <a:ext uri="{FF2B5EF4-FFF2-40B4-BE49-F238E27FC236}">
                <a16:creationId xmlns:a16="http://schemas.microsoft.com/office/drawing/2014/main" id="{F1ED21E2-96F1-7A49-7A77-2B805222AAD5}"/>
              </a:ext>
            </a:extLst>
          </p:cNvPr>
          <p:cNvSpPr txBox="1"/>
          <p:nvPr/>
        </p:nvSpPr>
        <p:spPr>
          <a:xfrm>
            <a:off x="3619497" y="304323"/>
            <a:ext cx="4953001" cy="369332"/>
          </a:xfrm>
          <a:prstGeom prst="rect">
            <a:avLst/>
          </a:prstGeom>
          <a:noFill/>
        </p:spPr>
        <p:txBody>
          <a:bodyPr wrap="square" rtlCol="0">
            <a:spAutoFit/>
          </a:bodyPr>
          <a:lstStyle/>
          <a:p>
            <a:r>
              <a:rPr lang="en-US" i="1" dirty="0"/>
              <a:t>Currently, you will run into a compile-time error.</a:t>
            </a:r>
          </a:p>
        </p:txBody>
      </p:sp>
    </p:spTree>
    <p:extLst>
      <p:ext uri="{BB962C8B-B14F-4D97-AF65-F5344CB8AC3E}">
        <p14:creationId xmlns:p14="http://schemas.microsoft.com/office/powerpoint/2010/main" val="2505475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EB449A-AD5D-3957-6500-F057D2519393}"/>
              </a:ext>
            </a:extLst>
          </p:cNvPr>
          <p:cNvSpPr txBox="1"/>
          <p:nvPr/>
        </p:nvSpPr>
        <p:spPr>
          <a:xfrm>
            <a:off x="7674428" y="551289"/>
            <a:ext cx="4452257" cy="3139321"/>
          </a:xfrm>
          <a:prstGeom prst="rect">
            <a:avLst/>
          </a:prstGeom>
          <a:noFill/>
        </p:spPr>
        <p:txBody>
          <a:bodyPr wrap="square">
            <a:spAutoFit/>
          </a:bodyPr>
          <a:lstStyle/>
          <a:p>
            <a:r>
              <a:rPr lang="en-US" dirty="0">
                <a:solidFill>
                  <a:srgbClr val="7A3E9D"/>
                </a:solidFill>
                <a:latin typeface="Cascadia Mono" panose="020B0609020000020004" pitchFamily="49" charset="0"/>
              </a:rPr>
              <a:t>int</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main</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a:solidFill>
                  <a:srgbClr val="7A3E9D"/>
                </a:solidFill>
                <a:latin typeface="Cascadia Mono" panose="020B0609020000020004" pitchFamily="49" charset="0"/>
              </a:rPr>
              <a:t>Fraction</a:t>
            </a:r>
            <a:r>
              <a:rPr lang="en-US" dirty="0">
                <a:solidFill>
                  <a:srgbClr val="333333"/>
                </a:solidFill>
                <a:latin typeface="Cascadia Mono" panose="020B0609020000020004" pitchFamily="49" charset="0"/>
              </a:rPr>
              <a:t> </a:t>
            </a:r>
            <a:r>
              <a:rPr lang="en-US" dirty="0" err="1">
                <a:solidFill>
                  <a:srgbClr val="7A3E9D"/>
                </a:solidFill>
                <a:latin typeface="Cascadia Mono" panose="020B0609020000020004" pitchFamily="49" charset="0"/>
              </a:rPr>
              <a:t>fiveThirds</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5</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3</a:t>
            </a:r>
            <a:r>
              <a:rPr lang="en-US" dirty="0">
                <a:solidFill>
                  <a:srgbClr val="333333"/>
                </a:solidFill>
                <a:latin typeface="Cascadia Mono" panose="020B0609020000020004" pitchFamily="49" charset="0"/>
              </a:rPr>
              <a:t> </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a:solidFill>
                  <a:srgbClr val="7A3E9D"/>
                </a:solidFill>
                <a:latin typeface="Cascadia Mono" panose="020B0609020000020004" pitchFamily="49" charset="0"/>
              </a:rPr>
              <a:t>Fraction</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f</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1</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2</a:t>
            </a:r>
            <a:r>
              <a:rPr lang="en-US" dirty="0">
                <a:solidFill>
                  <a:srgbClr val="333333"/>
                </a:solidFill>
                <a:latin typeface="Cascadia Mono" panose="020B0609020000020004" pitchFamily="49" charset="0"/>
              </a:rPr>
              <a:t> </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a:solidFill>
                  <a:srgbClr val="7A3E9D"/>
                </a:solidFill>
                <a:latin typeface="Cascadia Mono" panose="020B0609020000020004" pitchFamily="49" charset="0"/>
              </a:rPr>
              <a:t>std</a:t>
            </a:r>
            <a:r>
              <a:rPr lang="en-US" dirty="0">
                <a:solidFill>
                  <a:srgbClr val="777777"/>
                </a:solidFill>
                <a:latin typeface="Cascadia Mono" panose="020B0609020000020004" pitchFamily="49" charset="0"/>
              </a:rPr>
              <a:t>::</a:t>
            </a:r>
            <a:r>
              <a:rPr lang="en-US" dirty="0" err="1">
                <a:solidFill>
                  <a:srgbClr val="7A3E9D"/>
                </a:solidFill>
                <a:latin typeface="Cascadia Mono" panose="020B0609020000020004" pitchFamily="49" charset="0"/>
              </a:rPr>
              <a:t>cout</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&lt;&lt;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f</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&lt;&lt;</a:t>
            </a:r>
            <a:r>
              <a:rPr lang="en-US" dirty="0">
                <a:solidFill>
                  <a:srgbClr val="333333"/>
                </a:solidFill>
                <a:latin typeface="Cascadia Mono" panose="020B0609020000020004" pitchFamily="49" charset="0"/>
              </a:rPr>
              <a:t> </a:t>
            </a:r>
            <a:r>
              <a:rPr lang="en-US" dirty="0">
                <a:solidFill>
                  <a:srgbClr val="777777"/>
                </a:solidFill>
                <a:latin typeface="Cascadia Mono" panose="020B0609020000020004" pitchFamily="49" charset="0"/>
              </a:rPr>
              <a:t>'\n';</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p>
          <a:p>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f</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err="1">
                <a:solidFill>
                  <a:srgbClr val="7A3E9D"/>
                </a:solidFill>
                <a:latin typeface="Cascadia Mono" panose="020B0609020000020004" pitchFamily="49" charset="0"/>
              </a:rPr>
              <a:t>fiveThirds</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a:solidFill>
                  <a:srgbClr val="7A3E9D"/>
                </a:solidFill>
                <a:latin typeface="Cascadia Mono" panose="020B0609020000020004" pitchFamily="49" charset="0"/>
              </a:rPr>
              <a:t>std</a:t>
            </a:r>
            <a:r>
              <a:rPr lang="en-US" dirty="0">
                <a:solidFill>
                  <a:srgbClr val="777777"/>
                </a:solidFill>
                <a:latin typeface="Cascadia Mono" panose="020B0609020000020004" pitchFamily="49" charset="0"/>
              </a:rPr>
              <a:t>::</a:t>
            </a:r>
            <a:r>
              <a:rPr lang="en-US" dirty="0" err="1">
                <a:solidFill>
                  <a:srgbClr val="7A3E9D"/>
                </a:solidFill>
                <a:latin typeface="Cascadia Mono" panose="020B0609020000020004" pitchFamily="49" charset="0"/>
              </a:rPr>
              <a:t>cout</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&lt;&lt;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f</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br>
              <a:rPr lang="en-US" dirty="0">
                <a:solidFill>
                  <a:srgbClr val="333333"/>
                </a:solidFill>
                <a:latin typeface="Cascadia Mono" panose="020B0609020000020004" pitchFamily="49" charset="0"/>
              </a:rPr>
            </a:br>
            <a:r>
              <a:rPr lang="en-US" dirty="0">
                <a:solidFill>
                  <a:srgbClr val="333333"/>
                </a:solidFill>
                <a:latin typeface="Cascadia Mono" panose="020B0609020000020004" pitchFamily="49" charset="0"/>
              </a:rPr>
              <a:t>    </a:t>
            </a:r>
            <a:r>
              <a:rPr lang="en-US" dirty="0">
                <a:solidFill>
                  <a:srgbClr val="4B69C6"/>
                </a:solidFill>
                <a:latin typeface="Cascadia Mono" panose="020B0609020000020004" pitchFamily="49" charset="0"/>
              </a:rPr>
              <a:t>return</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0</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p:txBody>
      </p:sp>
      <p:sp>
        <p:nvSpPr>
          <p:cNvPr id="7" name="TextBox 6">
            <a:extLst>
              <a:ext uri="{FF2B5EF4-FFF2-40B4-BE49-F238E27FC236}">
                <a16:creationId xmlns:a16="http://schemas.microsoft.com/office/drawing/2014/main" id="{64B62188-1071-B7CA-EE3C-710AD42458B6}"/>
              </a:ext>
            </a:extLst>
          </p:cNvPr>
          <p:cNvSpPr txBox="1"/>
          <p:nvPr/>
        </p:nvSpPr>
        <p:spPr>
          <a:xfrm>
            <a:off x="65315" y="1551563"/>
            <a:ext cx="9165772" cy="4278094"/>
          </a:xfrm>
          <a:prstGeom prst="rect">
            <a:avLst/>
          </a:prstGeom>
          <a:noFill/>
        </p:spPr>
        <p:txBody>
          <a:bodyPr wrap="square">
            <a:spAutoFit/>
          </a:bodyPr>
          <a:lstStyle/>
          <a:p>
            <a:r>
              <a:rPr lang="en-US" sz="1600" dirty="0">
                <a:solidFill>
                  <a:srgbClr val="7A3E9D"/>
                </a:solidFill>
                <a:latin typeface="Cascadia Mono" panose="020B0609020000020004" pitchFamily="49" charset="0"/>
              </a:rPr>
              <a:t>class</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Fraction</a:t>
            </a:r>
            <a:endParaRPr lang="en-US" sz="1600" dirty="0">
              <a:solidFill>
                <a:srgbClr val="333333"/>
              </a:solidFill>
              <a:latin typeface="Cascadia Mono" panose="020B0609020000020004" pitchFamily="49" charset="0"/>
            </a:endParaRPr>
          </a:p>
          <a:p>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7A3E9D"/>
                </a:solidFill>
                <a:latin typeface="Cascadia Mono" panose="020B0609020000020004" pitchFamily="49" charset="0"/>
              </a:rPr>
              <a:t>private</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m_num</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m_den</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7A3E9D"/>
                </a:solidFill>
                <a:latin typeface="Cascadia Mono" panose="020B0609020000020004" pitchFamily="49" charset="0"/>
              </a:rPr>
              <a:t>public</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Fraction</a:t>
            </a:r>
            <a:r>
              <a:rPr lang="en-US" sz="1600" dirty="0">
                <a:solidFill>
                  <a:srgbClr val="777777"/>
                </a:solidFill>
                <a:latin typeface="Cascadia Mono" panose="020B0609020000020004" pitchFamily="49" charset="0"/>
              </a:rPr>
              <a:t>(</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num</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den</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m_num</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num</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m_den</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den</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Fraction</a:t>
            </a:r>
            <a:r>
              <a:rPr lang="en-US" sz="1600" dirty="0">
                <a:solidFill>
                  <a:srgbClr val="777777"/>
                </a:solidFill>
                <a:latin typeface="Cascadia Mono" panose="020B0609020000020004" pitchFamily="49" charset="0"/>
              </a:rPr>
              <a:t>(</a:t>
            </a:r>
            <a:r>
              <a:rPr lang="en-US" sz="1600" dirty="0">
                <a:solidFill>
                  <a:srgbClr val="4B69C6"/>
                </a:solidFill>
                <a:latin typeface="Cascadia Mono" panose="020B0609020000020004" pitchFamily="49" charset="0"/>
              </a:rPr>
              <a:t>const</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Fraction</a:t>
            </a:r>
            <a:r>
              <a:rPr lang="en-US" sz="1600" dirty="0">
                <a:solidFill>
                  <a:srgbClr val="4B69C6"/>
                </a:solidFill>
                <a:latin typeface="Cascadia Mono" panose="020B0609020000020004" pitchFamily="49" charset="0"/>
              </a:rPr>
              <a:t>&amp;</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fr</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m_num</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fr</a:t>
            </a:r>
            <a:r>
              <a:rPr lang="en-US" sz="1600" dirty="0" err="1">
                <a:solidFill>
                  <a:srgbClr val="777777"/>
                </a:solidFill>
                <a:latin typeface="Cascadia Mono" panose="020B0609020000020004" pitchFamily="49" charset="0"/>
              </a:rPr>
              <a:t>.</a:t>
            </a:r>
            <a:r>
              <a:rPr lang="en-US" sz="1600" dirty="0" err="1">
                <a:solidFill>
                  <a:srgbClr val="7A3E9D"/>
                </a:solidFill>
                <a:latin typeface="Cascadia Mono" panose="020B0609020000020004" pitchFamily="49" charset="0"/>
              </a:rPr>
              <a:t>m_num</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m_den</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fr</a:t>
            </a:r>
            <a:r>
              <a:rPr lang="en-US" sz="1600" dirty="0" err="1">
                <a:solidFill>
                  <a:srgbClr val="777777"/>
                </a:solidFill>
                <a:latin typeface="Cascadia Mono" panose="020B0609020000020004" pitchFamily="49" charset="0"/>
              </a:rPr>
              <a:t>.</a:t>
            </a:r>
            <a:r>
              <a:rPr lang="en-US" sz="1600" dirty="0" err="1">
                <a:solidFill>
                  <a:srgbClr val="7A3E9D"/>
                </a:solidFill>
                <a:latin typeface="Cascadia Mono" panose="020B0609020000020004" pitchFamily="49" charset="0"/>
              </a:rPr>
              <a:t>m_den</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friend</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std</a:t>
            </a:r>
            <a:r>
              <a:rPr lang="en-US" sz="1600" dirty="0">
                <a:solidFill>
                  <a:srgbClr val="777777"/>
                </a:solidFill>
                <a:latin typeface="Cascadia Mono" panose="020B0609020000020004" pitchFamily="49" charset="0"/>
              </a:rPr>
              <a:t>::</a:t>
            </a:r>
            <a:r>
              <a:rPr lang="en-US" sz="1600" b="1" dirty="0" err="1">
                <a:solidFill>
                  <a:srgbClr val="7A3E9D"/>
                </a:solidFill>
                <a:latin typeface="Cascadia Mono" panose="020B0609020000020004" pitchFamily="49" charset="0"/>
              </a:rPr>
              <a:t>ostream</a:t>
            </a:r>
            <a:r>
              <a:rPr lang="en-US" sz="1600" dirty="0">
                <a:solidFill>
                  <a:srgbClr val="4B69C6"/>
                </a:solidFill>
                <a:latin typeface="Cascadia Mono" panose="020B0609020000020004" pitchFamily="49" charset="0"/>
              </a:rPr>
              <a:t>&amp;</a:t>
            </a:r>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operator&lt;&lt;</a:t>
            </a:r>
            <a:r>
              <a:rPr lang="en-US" sz="1600" dirty="0">
                <a:solidFill>
                  <a:srgbClr val="777777"/>
                </a:solidFill>
                <a:latin typeface="Cascadia Mono" panose="020B0609020000020004" pitchFamily="49" charset="0"/>
              </a:rPr>
              <a:t>(</a:t>
            </a:r>
            <a:r>
              <a:rPr lang="en-US" sz="1600" b="1" dirty="0">
                <a:solidFill>
                  <a:srgbClr val="7A3E9D"/>
                </a:solidFill>
                <a:latin typeface="Cascadia Mono" panose="020B0609020000020004" pitchFamily="49" charset="0"/>
              </a:rPr>
              <a:t>std</a:t>
            </a:r>
            <a:r>
              <a:rPr lang="en-US" sz="1600" dirty="0">
                <a:solidFill>
                  <a:srgbClr val="777777"/>
                </a:solidFill>
                <a:latin typeface="Cascadia Mono" panose="020B0609020000020004" pitchFamily="49" charset="0"/>
              </a:rPr>
              <a:t>::</a:t>
            </a:r>
            <a:r>
              <a:rPr lang="en-US" sz="1600" b="1" dirty="0" err="1">
                <a:solidFill>
                  <a:srgbClr val="7A3E9D"/>
                </a:solidFill>
                <a:latin typeface="Cascadia Mono" panose="020B0609020000020004" pitchFamily="49" charset="0"/>
              </a:rPr>
              <a:t>ostream</a:t>
            </a:r>
            <a:r>
              <a:rPr lang="en-US" sz="1600" dirty="0">
                <a:solidFill>
                  <a:srgbClr val="4B69C6"/>
                </a:solidFill>
                <a:latin typeface="Cascadia Mono" panose="020B0609020000020004" pitchFamily="49" charset="0"/>
              </a:rPr>
              <a:t>&amp;</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out</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const</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Fraction</a:t>
            </a:r>
            <a:r>
              <a:rPr lang="en-US" sz="1600" dirty="0">
                <a:solidFill>
                  <a:srgbClr val="4B69C6"/>
                </a:solidFill>
                <a:latin typeface="Cascadia Mono" panose="020B0609020000020004" pitchFamily="49" charset="0"/>
              </a:rPr>
              <a:t>&amp;</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f1</a:t>
            </a:r>
            <a:r>
              <a:rPr lang="en-US" sz="1600" dirty="0">
                <a:solidFill>
                  <a:srgbClr val="777777"/>
                </a:solidFill>
                <a:latin typeface="Cascadia Mono" panose="020B0609020000020004" pitchFamily="49" charset="0"/>
              </a:rPr>
              <a:t>);</a:t>
            </a:r>
            <a:br>
              <a:rPr lang="en-US" sz="1600" dirty="0">
                <a:solidFill>
                  <a:srgbClr val="333333"/>
                </a:solidFill>
                <a:latin typeface="Cascadia Mono" panose="020B0609020000020004" pitchFamily="49" charset="0"/>
              </a:rPr>
            </a:b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p:txBody>
      </p:sp>
      <p:sp>
        <p:nvSpPr>
          <p:cNvPr id="10" name="TextBox 9">
            <a:extLst>
              <a:ext uri="{FF2B5EF4-FFF2-40B4-BE49-F238E27FC236}">
                <a16:creationId xmlns:a16="http://schemas.microsoft.com/office/drawing/2014/main" id="{F4EB8AA2-1CC6-93C1-7EB9-1D11B6846B06}"/>
              </a:ext>
            </a:extLst>
          </p:cNvPr>
          <p:cNvSpPr txBox="1"/>
          <p:nvPr/>
        </p:nvSpPr>
        <p:spPr>
          <a:xfrm>
            <a:off x="2862942" y="228123"/>
            <a:ext cx="4452257" cy="1754326"/>
          </a:xfrm>
          <a:prstGeom prst="rect">
            <a:avLst/>
          </a:prstGeom>
          <a:noFill/>
        </p:spPr>
        <p:txBody>
          <a:bodyPr wrap="square" rtlCol="0">
            <a:spAutoFit/>
          </a:bodyPr>
          <a:lstStyle/>
          <a:p>
            <a:r>
              <a:rPr lang="en-US" i="1" dirty="0"/>
              <a:t>This, however, works just fine. </a:t>
            </a:r>
          </a:p>
          <a:p>
            <a:r>
              <a:rPr lang="en-US" i="1" dirty="0"/>
              <a:t>The compiler provides you with an overload for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i="1" dirty="0"/>
              <a:t> that works with </a:t>
            </a:r>
            <a:r>
              <a:rPr lang="en-US" b="1" i="1" dirty="0"/>
              <a:t>objects of the same class</a:t>
            </a:r>
            <a:r>
              <a:rPr lang="en-US" i="1" dirty="0"/>
              <a:t>.</a:t>
            </a:r>
          </a:p>
          <a:p>
            <a:endParaRPr lang="en-US" i="1" dirty="0"/>
          </a:p>
          <a:p>
            <a:r>
              <a:rPr lang="en-US" b="1" dirty="0" err="1">
                <a:latin typeface="Cascadia Code" panose="020B0609020000020004" pitchFamily="49" charset="0"/>
                <a:ea typeface="Cascadia Code" panose="020B0609020000020004" pitchFamily="49" charset="0"/>
                <a:cs typeface="Cascadia Code" panose="020B0609020000020004" pitchFamily="49" charset="0"/>
              </a:rPr>
              <a:t>f.operator</a:t>
            </a:r>
            <a:r>
              <a:rPr lang="en-US" b="1" dirty="0">
                <a:latin typeface="Cascadia Code" panose="020B0609020000020004" pitchFamily="49" charset="0"/>
                <a:ea typeface="Cascadia Code" panose="020B0609020000020004" pitchFamily="49" charset="0"/>
                <a:cs typeface="Cascadia Code" panose="020B0609020000020004" pitchFamily="49" charset="0"/>
              </a:rPr>
              <a:t>=(</a:t>
            </a:r>
            <a:r>
              <a:rPr lang="en-US" b="1" dirty="0" err="1">
                <a:latin typeface="Cascadia Code" panose="020B0609020000020004" pitchFamily="49" charset="0"/>
                <a:ea typeface="Cascadia Code" panose="020B0609020000020004" pitchFamily="49" charset="0"/>
                <a:cs typeface="Cascadia Code" panose="020B0609020000020004" pitchFamily="49" charset="0"/>
              </a:rPr>
              <a:t>fiveThirds</a:t>
            </a:r>
            <a:r>
              <a:rPr lang="en-US" b="1" dirty="0">
                <a:latin typeface="Cascadia Code" panose="020B0609020000020004" pitchFamily="49" charset="0"/>
                <a:ea typeface="Cascadia Code" panose="020B0609020000020004" pitchFamily="49" charset="0"/>
                <a:cs typeface="Cascadia Code" panose="020B0609020000020004" pitchFamily="49" charset="0"/>
              </a:rPr>
              <a:t>)</a:t>
            </a:r>
            <a:endParaRPr lang="en-US" i="1" dirty="0"/>
          </a:p>
        </p:txBody>
      </p:sp>
    </p:spTree>
    <p:extLst>
      <p:ext uri="{BB962C8B-B14F-4D97-AF65-F5344CB8AC3E}">
        <p14:creationId xmlns:p14="http://schemas.microsoft.com/office/powerpoint/2010/main" val="163211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09B33E-1C8C-E33B-D26B-1DDE2CB5D49E}"/>
              </a:ext>
            </a:extLst>
          </p:cNvPr>
          <p:cNvSpPr txBox="1"/>
          <p:nvPr/>
        </p:nvSpPr>
        <p:spPr>
          <a:xfrm>
            <a:off x="3396342" y="141517"/>
            <a:ext cx="8643257" cy="2585323"/>
          </a:xfrm>
          <a:prstGeom prst="rect">
            <a:avLst/>
          </a:prstGeom>
          <a:noFill/>
          <a:ln>
            <a:solidFill>
              <a:schemeClr val="accent1">
                <a:shade val="15000"/>
              </a:schemeClr>
            </a:solidFill>
          </a:ln>
        </p:spPr>
        <p:txBody>
          <a:bodyPr wrap="square">
            <a:spAutoFit/>
          </a:bodyPr>
          <a:lstStyle/>
          <a:p>
            <a:r>
              <a:rPr lang="en-US" b="1" dirty="0">
                <a:solidFill>
                  <a:srgbClr val="7A3E9D"/>
                </a:solidFill>
                <a:effectLst/>
                <a:latin typeface="Cascadia Mono" panose="020B0609020000020004" pitchFamily="49" charset="0"/>
              </a:rPr>
              <a:t>Fraction</a:t>
            </a:r>
            <a:r>
              <a:rPr lang="en-US" b="0" dirty="0">
                <a:solidFill>
                  <a:srgbClr val="4B69C6"/>
                </a:solidFill>
                <a:effectLst/>
                <a:latin typeface="Cascadia Mono" panose="020B0609020000020004" pitchFamily="49" charset="0"/>
              </a:rPr>
              <a:t>&amp;</a:t>
            </a:r>
            <a:r>
              <a:rPr lang="en-US" b="0" dirty="0">
                <a:solidFill>
                  <a:srgbClr val="333333"/>
                </a:solidFill>
                <a:effectLst/>
                <a:latin typeface="Cascadia Mono" panose="020B0609020000020004" pitchFamily="49" charset="0"/>
              </a:rPr>
              <a:t> </a:t>
            </a:r>
            <a:r>
              <a:rPr lang="en-US" b="1" u="sng" dirty="0">
                <a:solidFill>
                  <a:srgbClr val="7A3E9D"/>
                </a:solidFill>
                <a:effectLst/>
                <a:latin typeface="Cascadia Mono" panose="020B0609020000020004" pitchFamily="49" charset="0"/>
              </a:rPr>
              <a:t>Fraction</a:t>
            </a:r>
            <a:r>
              <a:rPr lang="en-US" b="0" u="sng" dirty="0">
                <a:solidFill>
                  <a:srgbClr val="777777"/>
                </a:solidFill>
                <a:effectLst/>
                <a:latin typeface="Cascadia Mono" panose="020B0609020000020004" pitchFamily="49" charset="0"/>
              </a:rPr>
              <a:t>::</a:t>
            </a:r>
            <a:r>
              <a:rPr lang="en-US" b="1" u="sng"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4B69C6"/>
                </a:solidFill>
                <a:effectLst/>
                <a:latin typeface="Cascadia Mono" panose="020B0609020000020004" pitchFamily="49" charset="0"/>
              </a:rPr>
              <a:t>const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4B69C6"/>
                </a:solidFill>
                <a:effectLst/>
                <a:latin typeface="Cascadia Mono" panose="020B0609020000020004" pitchFamily="49" charset="0"/>
              </a:rPr>
              <a:t>&amp;</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fr</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i="1" dirty="0">
                <a:solidFill>
                  <a:srgbClr val="AAAAAA"/>
                </a:solidFill>
                <a:effectLst/>
                <a:latin typeface="Cascadia Mono" panose="020B0609020000020004" pitchFamily="49" charset="0"/>
              </a:rPr>
              <a:t>    // do the copy</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m_num</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fr</a:t>
            </a:r>
            <a:r>
              <a:rPr lang="en-US" b="0" dirty="0" err="1">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m_num</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m_den</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fr</a:t>
            </a:r>
            <a:r>
              <a:rPr lang="en-US" b="0" dirty="0" err="1">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m_den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i="1" dirty="0">
                <a:solidFill>
                  <a:srgbClr val="AAAAAA"/>
                </a:solidFill>
                <a:effectLst/>
                <a:latin typeface="Cascadia Mono" panose="020B0609020000020004" pitchFamily="49" charset="0"/>
              </a:rPr>
              <a:t>    // return the existing object so we can chain this operator</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9C5D27"/>
                </a:solidFill>
                <a:effectLst/>
                <a:latin typeface="Cascadia Mono" panose="020B0609020000020004" pitchFamily="49" charset="0"/>
              </a:rPr>
              <a:t>this</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7" name="TextBox 6">
            <a:extLst>
              <a:ext uri="{FF2B5EF4-FFF2-40B4-BE49-F238E27FC236}">
                <a16:creationId xmlns:a16="http://schemas.microsoft.com/office/drawing/2014/main" id="{A29A9EB4-D91C-CB59-04A8-B3ABC89981A3}"/>
              </a:ext>
            </a:extLst>
          </p:cNvPr>
          <p:cNvSpPr txBox="1"/>
          <p:nvPr/>
        </p:nvSpPr>
        <p:spPr>
          <a:xfrm>
            <a:off x="152401" y="1951672"/>
            <a:ext cx="8142514" cy="461664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Fraction</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den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den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Fraction</a:t>
            </a:r>
            <a:r>
              <a:rPr lang="en-US" sz="1400" b="0" dirty="0">
                <a:solidFill>
                  <a:srgbClr val="777777"/>
                </a:solidFill>
                <a:effectLst/>
                <a:latin typeface="Cascadia Mono" panose="020B0609020000020004" pitchFamily="49" charset="0"/>
              </a:rPr>
              <a:t>(</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fr</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fr</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m_num</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m_den</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fr</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m_den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Overloaded assignment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fr</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friend</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1" dirty="0" err="1">
                <a:solidFill>
                  <a:srgbClr val="7A3E9D"/>
                </a:solidFill>
                <a:effectLst/>
                <a:latin typeface="Cascadia Mono" panose="020B0609020000020004" pitchFamily="49" charset="0"/>
              </a:rPr>
              <a:t>ostream</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operator&lt;&lt;</a:t>
            </a:r>
            <a:r>
              <a:rPr lang="en-US" sz="1400" b="0" dirty="0">
                <a:solidFill>
                  <a:srgbClr val="777777"/>
                </a:solidFill>
                <a:effectLst/>
                <a:latin typeface="Cascadia Mono" panose="020B0609020000020004" pitchFamily="49" charset="0"/>
              </a:rPr>
              <a:t>(</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1" dirty="0" err="1">
                <a:solidFill>
                  <a:srgbClr val="7A3E9D"/>
                </a:solidFill>
                <a:effectLst/>
                <a:latin typeface="Cascadia Mono" panose="020B0609020000020004" pitchFamily="49" charset="0"/>
              </a:rPr>
              <a:t>ostream</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out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Fraction</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f1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8" name="Rectangle 7">
            <a:extLst>
              <a:ext uri="{FF2B5EF4-FFF2-40B4-BE49-F238E27FC236}">
                <a16:creationId xmlns:a16="http://schemas.microsoft.com/office/drawing/2014/main" id="{AA5FBDE8-0BB0-7083-489B-625A04BB91CC}"/>
              </a:ext>
            </a:extLst>
          </p:cNvPr>
          <p:cNvSpPr/>
          <p:nvPr/>
        </p:nvSpPr>
        <p:spPr>
          <a:xfrm>
            <a:off x="544285" y="5138055"/>
            <a:ext cx="4474029" cy="566057"/>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Curved 9">
            <a:extLst>
              <a:ext uri="{FF2B5EF4-FFF2-40B4-BE49-F238E27FC236}">
                <a16:creationId xmlns:a16="http://schemas.microsoft.com/office/drawing/2014/main" id="{21C6B757-C363-9DF5-6D59-EFA9C1FEDE6A}"/>
              </a:ext>
            </a:extLst>
          </p:cNvPr>
          <p:cNvCxnSpPr>
            <a:cxnSpLocks/>
            <a:stCxn id="8" idx="3"/>
            <a:endCxn id="5" idx="2"/>
          </p:cNvCxnSpPr>
          <p:nvPr/>
        </p:nvCxnSpPr>
        <p:spPr>
          <a:xfrm flipV="1">
            <a:off x="5018314" y="2726840"/>
            <a:ext cx="2699657" cy="2694244"/>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B5B72CE-25D6-78B8-C737-E315FAEAA6EE}"/>
              </a:ext>
            </a:extLst>
          </p:cNvPr>
          <p:cNvSpPr txBox="1"/>
          <p:nvPr/>
        </p:nvSpPr>
        <p:spPr>
          <a:xfrm>
            <a:off x="8675914" y="3309257"/>
            <a:ext cx="3363685" cy="2031325"/>
          </a:xfrm>
          <a:prstGeom prst="rect">
            <a:avLst/>
          </a:prstGeom>
          <a:solidFill>
            <a:schemeClr val="accent4">
              <a:lumMod val="20000"/>
              <a:lumOff val="80000"/>
            </a:schemeClr>
          </a:solidFill>
        </p:spPr>
        <p:txBody>
          <a:bodyPr wrap="square" rtlCol="0">
            <a:spAutoFit/>
          </a:bodyPr>
          <a:lstStyle/>
          <a:p>
            <a:r>
              <a:rPr lang="en-US" b="1" i="1" u="sng" dirty="0"/>
              <a:t>Note</a:t>
            </a:r>
          </a:p>
          <a:p>
            <a:r>
              <a:rPr lang="en-US" i="1" dirty="0"/>
              <a:t>This implementation can be further improved. </a:t>
            </a:r>
          </a:p>
          <a:p>
            <a:r>
              <a:rPr lang="en-US" i="1" dirty="0"/>
              <a:t>For the curious minds, read the reference link (</a:t>
            </a:r>
            <a:r>
              <a:rPr lang="en-US" b="1" i="1" dirty="0"/>
              <a:t>self-assignment</a:t>
            </a:r>
            <a:r>
              <a:rPr lang="en-US" i="1" dirty="0"/>
              <a:t>). Otherwise, it’s fine for now.</a:t>
            </a:r>
          </a:p>
        </p:txBody>
      </p:sp>
    </p:spTree>
    <p:extLst>
      <p:ext uri="{BB962C8B-B14F-4D97-AF65-F5344CB8AC3E}">
        <p14:creationId xmlns:p14="http://schemas.microsoft.com/office/powerpoint/2010/main" val="193239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1D5FD62-5D25-68AA-42AC-309EB098BC6C}"/>
              </a:ext>
            </a:extLst>
          </p:cNvPr>
          <p:cNvSpPr txBox="1"/>
          <p:nvPr/>
        </p:nvSpPr>
        <p:spPr>
          <a:xfrm>
            <a:off x="6629400" y="1477005"/>
            <a:ext cx="5464629" cy="2862322"/>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f1</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5</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3</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f2</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7</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2</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Fraction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f3</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9</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5</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f1</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f2</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f3</a:t>
            </a:r>
            <a:r>
              <a:rPr lang="en-US" b="0" dirty="0">
                <a:solidFill>
                  <a:srgbClr val="777777"/>
                </a:solidFill>
                <a:effectLst/>
                <a:latin typeface="Cascadia Mono" panose="020B0609020000020004" pitchFamily="49" charset="0"/>
              </a:rPr>
              <a:t>;</a:t>
            </a:r>
            <a:r>
              <a:rPr lang="en-US" b="0" i="1" dirty="0">
                <a:solidFill>
                  <a:srgbClr val="AAAAAA"/>
                </a:solidFill>
                <a:effectLst/>
                <a:latin typeface="Cascadia Mono" panose="020B0609020000020004" pitchFamily="49" charset="0"/>
              </a:rPr>
              <a:t> // chained assignment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9" name="TextBox 8">
            <a:extLst>
              <a:ext uri="{FF2B5EF4-FFF2-40B4-BE49-F238E27FC236}">
                <a16:creationId xmlns:a16="http://schemas.microsoft.com/office/drawing/2014/main" id="{8AA51FA9-FA16-9888-8696-F17D0B36CB0B}"/>
              </a:ext>
            </a:extLst>
          </p:cNvPr>
          <p:cNvSpPr txBox="1"/>
          <p:nvPr/>
        </p:nvSpPr>
        <p:spPr>
          <a:xfrm>
            <a:off x="97971" y="1868891"/>
            <a:ext cx="9231086" cy="4770537"/>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class</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A3E9D"/>
                </a:solidFill>
                <a:effectLst/>
                <a:latin typeface="Cascadia Mono" panose="020B0609020000020004" pitchFamily="49" charset="0"/>
              </a:rPr>
              <a:t>private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m_num</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m_den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7A3E9D"/>
                </a:solidFill>
                <a:effectLst/>
                <a:latin typeface="Cascadia Mono" panose="020B0609020000020004" pitchFamily="49" charset="0"/>
              </a:rPr>
              <a:t>public</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Fraction</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num</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den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m_num</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num</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m_den</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den</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Fraction</a:t>
            </a:r>
            <a:r>
              <a:rPr lang="en-US" sz="1600" b="0" dirty="0">
                <a:solidFill>
                  <a:srgbClr val="777777"/>
                </a:solidFill>
                <a:effectLst/>
                <a:latin typeface="Cascadia Mono" panose="020B0609020000020004" pitchFamily="49" charset="0"/>
              </a:rPr>
              <a:t>(</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fr</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m_num</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fr</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m_num</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m_den</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fr</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m_den</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operator=</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fr</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friend</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operator&lt;&lt;</a:t>
            </a:r>
            <a:r>
              <a:rPr lang="en-US" sz="1600" b="0" dirty="0">
                <a:solidFill>
                  <a:srgbClr val="777777"/>
                </a:solidFill>
                <a:effectLst/>
                <a:latin typeface="Cascadia Mono" panose="020B0609020000020004" pitchFamily="49" charset="0"/>
              </a:rPr>
              <a:t>(</a:t>
            </a: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1" dirty="0" err="1">
                <a:solidFill>
                  <a:srgbClr val="7A3E9D"/>
                </a:solidFill>
                <a:effectLst/>
                <a:latin typeface="Cascadia Mono" panose="020B0609020000020004" pitchFamily="49" charset="0"/>
              </a:rPr>
              <a:t>ostream</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out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Fraction</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f1</a:t>
            </a:r>
            <a:r>
              <a:rPr lang="en-US" sz="1600" b="0" dirty="0">
                <a:solidFill>
                  <a:srgbClr val="777777"/>
                </a:solidFill>
                <a:effectLst/>
                <a:latin typeface="Cascadia Mono" panose="020B0609020000020004" pitchFamily="49" charset="0"/>
              </a:rPr>
              <a:t>);</a:t>
            </a:r>
            <a:br>
              <a:rPr lang="en-US" sz="1600" b="0" dirty="0">
                <a:solidFill>
                  <a:srgbClr val="333333"/>
                </a:solidFill>
                <a:effectLst/>
                <a:latin typeface="Cascadia Mono" panose="020B0609020000020004" pitchFamily="49" charset="0"/>
              </a:rPr>
            </a:b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10" name="TextBox 9">
            <a:extLst>
              <a:ext uri="{FF2B5EF4-FFF2-40B4-BE49-F238E27FC236}">
                <a16:creationId xmlns:a16="http://schemas.microsoft.com/office/drawing/2014/main" id="{21159AE3-EEF6-B6DB-D71B-D1FA846CE77D}"/>
              </a:ext>
            </a:extLst>
          </p:cNvPr>
          <p:cNvSpPr txBox="1"/>
          <p:nvPr/>
        </p:nvSpPr>
        <p:spPr>
          <a:xfrm>
            <a:off x="4348843" y="118016"/>
            <a:ext cx="3494313" cy="646331"/>
          </a:xfrm>
          <a:prstGeom prst="rect">
            <a:avLst/>
          </a:prstGeom>
          <a:noFill/>
        </p:spPr>
        <p:txBody>
          <a:bodyPr wrap="square" rtlCol="0">
            <a:spAutoFit/>
          </a:bodyPr>
          <a:lstStyle/>
          <a:p>
            <a:pPr algn="ctr"/>
            <a:r>
              <a:rPr lang="en-US" b="1" i="1" u="sng" dirty="0"/>
              <a:t>Self Study</a:t>
            </a:r>
          </a:p>
          <a:p>
            <a:pPr algn="ctr"/>
            <a:r>
              <a:rPr lang="en-US" i="1" dirty="0"/>
              <a:t>What will be the output here?</a:t>
            </a:r>
          </a:p>
        </p:txBody>
      </p:sp>
    </p:spTree>
    <p:extLst>
      <p:ext uri="{BB962C8B-B14F-4D97-AF65-F5344CB8AC3E}">
        <p14:creationId xmlns:p14="http://schemas.microsoft.com/office/powerpoint/2010/main" val="205186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5AAB6D-ECE3-3805-BA6C-57C04A793342}"/>
              </a:ext>
            </a:extLst>
          </p:cNvPr>
          <p:cNvSpPr>
            <a:spLocks noGrp="1"/>
          </p:cNvSpPr>
          <p:nvPr>
            <p:ph type="ctrTitle"/>
          </p:nvPr>
        </p:nvSpPr>
        <p:spPr/>
        <p:txBody>
          <a:bodyPr/>
          <a:lstStyle/>
          <a:p>
            <a:r>
              <a:rPr lang="en-US" dirty="0"/>
              <a:t>Finishing the Rule of Three</a:t>
            </a:r>
            <a:endParaRPr lang="en-US" b="1"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5" name="Subtitle 4">
            <a:extLst>
              <a:ext uri="{FF2B5EF4-FFF2-40B4-BE49-F238E27FC236}">
                <a16:creationId xmlns:a16="http://schemas.microsoft.com/office/drawing/2014/main" id="{4108EDF8-03AD-1F11-C0E6-AF903B0EC31A}"/>
              </a:ext>
            </a:extLst>
          </p:cNvPr>
          <p:cNvSpPr>
            <a:spLocks noGrp="1"/>
          </p:cNvSpPr>
          <p:nvPr>
            <p:ph type="subTitle" idx="1"/>
          </p:nvPr>
        </p:nvSpPr>
        <p:spPr>
          <a:xfrm>
            <a:off x="1524000" y="3602037"/>
            <a:ext cx="9144000" cy="2133599"/>
          </a:xfrm>
        </p:spPr>
        <p:txBody>
          <a:bodyPr>
            <a:normAutofit/>
          </a:bodyPr>
          <a:lstStyle/>
          <a:p>
            <a:r>
              <a:rPr lang="en-US" dirty="0"/>
              <a:t>Keep in mind that the compiler provides an overload for </a:t>
            </a:r>
            <a:r>
              <a:rPr lang="en-US" b="1" i="0" dirty="0">
                <a:latin typeface="Cascadia Code" panose="020B0609020000020004" pitchFamily="49" charset="0"/>
                <a:ea typeface="Cascadia Code" panose="020B0609020000020004" pitchFamily="49" charset="0"/>
                <a:cs typeface="Cascadia Code" panose="020B0609020000020004" pitchFamily="49" charset="0"/>
              </a:rPr>
              <a:t>operator=</a:t>
            </a:r>
            <a:r>
              <a:rPr lang="en-US" dirty="0"/>
              <a:t> if I don’t provide one.</a:t>
            </a:r>
          </a:p>
          <a:p>
            <a:endParaRPr lang="en-US" dirty="0"/>
          </a:p>
          <a:p>
            <a:r>
              <a:rPr lang="en-US" dirty="0"/>
              <a:t>This overload is only for the objects of that same class.</a:t>
            </a:r>
          </a:p>
        </p:txBody>
      </p:sp>
      <p:sp>
        <p:nvSpPr>
          <p:cNvPr id="7" name="TextBox 6">
            <a:extLst>
              <a:ext uri="{FF2B5EF4-FFF2-40B4-BE49-F238E27FC236}">
                <a16:creationId xmlns:a16="http://schemas.microsoft.com/office/drawing/2014/main" id="{126B1C4A-6BDB-3BDD-8580-B10D903ED9CD}"/>
              </a:ext>
            </a:extLst>
          </p:cNvPr>
          <p:cNvSpPr txBox="1"/>
          <p:nvPr/>
        </p:nvSpPr>
        <p:spPr>
          <a:xfrm>
            <a:off x="2676303" y="6189277"/>
            <a:ext cx="6839393" cy="369332"/>
          </a:xfrm>
          <a:prstGeom prst="rect">
            <a:avLst/>
          </a:prstGeom>
          <a:noFill/>
        </p:spPr>
        <p:txBody>
          <a:bodyPr wrap="square">
            <a:spAutoFit/>
          </a:bodyPr>
          <a:lstStyle/>
          <a:p>
            <a:pPr algn="ctr"/>
            <a:r>
              <a:rPr lang="en-US" dirty="0">
                <a:hlinkClick r:id="rId2"/>
              </a:rPr>
              <a:t>https://www.learncpp.com/cpp-tutorial/shallow-vs-deep-copying/</a:t>
            </a:r>
            <a:endParaRPr lang="en-US" dirty="0"/>
          </a:p>
        </p:txBody>
      </p:sp>
    </p:spTree>
    <p:extLst>
      <p:ext uri="{BB962C8B-B14F-4D97-AF65-F5344CB8AC3E}">
        <p14:creationId xmlns:p14="http://schemas.microsoft.com/office/powerpoint/2010/main" val="1928249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D72DDB-A1F1-C1C1-B330-0FD1BBA247BC}"/>
              </a:ext>
            </a:extLst>
          </p:cNvPr>
          <p:cNvSpPr txBox="1"/>
          <p:nvPr/>
        </p:nvSpPr>
        <p:spPr>
          <a:xfrm>
            <a:off x="7369628" y="1720840"/>
            <a:ext cx="4267200" cy="2862322"/>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err="1">
                <a:solidFill>
                  <a:srgbClr val="7A3E9D"/>
                </a:solidFill>
                <a:effectLst/>
                <a:latin typeface="Cascadia Mono" panose="020B0609020000020004" pitchFamily="49" charset="0"/>
              </a:rPr>
              <a:t>MyList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list1</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5</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err="1">
                <a:solidFill>
                  <a:srgbClr val="7A3E9D"/>
                </a:solidFill>
                <a:effectLst/>
                <a:latin typeface="Cascadia Mono" panose="020B0609020000020004" pitchFamily="49" charset="0"/>
              </a:rPr>
              <a:t>MyList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list2</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list1</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7" name="TextBox 6">
            <a:extLst>
              <a:ext uri="{FF2B5EF4-FFF2-40B4-BE49-F238E27FC236}">
                <a16:creationId xmlns:a16="http://schemas.microsoft.com/office/drawing/2014/main" id="{143D2B1A-90FB-310D-9235-F30F33EFFF82}"/>
              </a:ext>
            </a:extLst>
          </p:cNvPr>
          <p:cNvSpPr txBox="1"/>
          <p:nvPr/>
        </p:nvSpPr>
        <p:spPr>
          <a:xfrm>
            <a:off x="555172" y="58846"/>
            <a:ext cx="5638800" cy="6740307"/>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class</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MyList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A3E9D"/>
                </a:solidFill>
                <a:effectLst/>
                <a:latin typeface="Cascadia Mono" panose="020B0609020000020004" pitchFamily="49" charset="0"/>
              </a:rPr>
              <a:t>private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7A3E9D"/>
                </a:solidFill>
                <a:effectLst/>
                <a:latin typeface="Cascadia Mono" panose="020B0609020000020004" pitchFamily="49" charset="0"/>
              </a:rPr>
              <a:t>public</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length</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new</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length</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MyList</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new</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p>
          <a:p>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for</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i</a:t>
            </a:r>
            <a:r>
              <a:rPr lang="en-US" sz="1600" b="0" dirty="0">
                <a:solidFill>
                  <a:srgbClr val="333333"/>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0</a:t>
            </a:r>
            <a:r>
              <a:rPr lang="en-US" sz="1600" b="0" dirty="0">
                <a:solidFill>
                  <a:srgbClr val="333333"/>
                </a:solidFill>
                <a:effectLst/>
                <a:latin typeface="Cascadia Mono" panose="020B0609020000020004" pitchFamily="49" charset="0"/>
              </a:rPr>
              <a: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i</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&lt;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delete[]</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8" name="Rectangle 7">
            <a:extLst>
              <a:ext uri="{FF2B5EF4-FFF2-40B4-BE49-F238E27FC236}">
                <a16:creationId xmlns:a16="http://schemas.microsoft.com/office/drawing/2014/main" id="{316F45E7-7073-75E6-0D85-276A77BD9389}"/>
              </a:ext>
            </a:extLst>
          </p:cNvPr>
          <p:cNvSpPr/>
          <p:nvPr/>
        </p:nvSpPr>
        <p:spPr>
          <a:xfrm>
            <a:off x="1001485" y="5431969"/>
            <a:ext cx="2645229" cy="10994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550195-2626-BFF9-0D77-C5771A812663}"/>
              </a:ext>
            </a:extLst>
          </p:cNvPr>
          <p:cNvSpPr/>
          <p:nvPr/>
        </p:nvSpPr>
        <p:spPr>
          <a:xfrm>
            <a:off x="1001485" y="2993569"/>
            <a:ext cx="5094515" cy="23186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BA0509F-1998-68B7-D9EF-E24767BE6DF9}"/>
              </a:ext>
            </a:extLst>
          </p:cNvPr>
          <p:cNvSpPr txBox="1"/>
          <p:nvPr/>
        </p:nvSpPr>
        <p:spPr>
          <a:xfrm>
            <a:off x="5606143" y="58846"/>
            <a:ext cx="5878286" cy="1477328"/>
          </a:xfrm>
          <a:prstGeom prst="rect">
            <a:avLst/>
          </a:prstGeom>
          <a:noFill/>
        </p:spPr>
        <p:txBody>
          <a:bodyPr wrap="square" rtlCol="0">
            <a:spAutoFit/>
          </a:bodyPr>
          <a:lstStyle/>
          <a:p>
            <a:r>
              <a:rPr lang="en-US" dirty="0"/>
              <a:t>If you find creating either the copy </a:t>
            </a:r>
            <a:r>
              <a:rPr lang="en-US" dirty="0" err="1"/>
              <a:t>ctor</a:t>
            </a:r>
            <a:r>
              <a:rPr lang="en-US" dirty="0"/>
              <a:t> or the </a:t>
            </a:r>
            <a:r>
              <a:rPr lang="en-US" dirty="0" err="1"/>
              <a:t>dtor</a:t>
            </a:r>
            <a:r>
              <a:rPr lang="en-US" dirty="0"/>
              <a:t>, it’s recommended to create the other as well. </a:t>
            </a:r>
          </a:p>
          <a:p>
            <a:endParaRPr lang="en-US" dirty="0"/>
          </a:p>
          <a:p>
            <a:r>
              <a:rPr lang="en-US" dirty="0"/>
              <a:t>There is actually one more thing that you have to keep in mind.</a:t>
            </a:r>
          </a:p>
        </p:txBody>
      </p:sp>
    </p:spTree>
    <p:extLst>
      <p:ext uri="{BB962C8B-B14F-4D97-AF65-F5344CB8AC3E}">
        <p14:creationId xmlns:p14="http://schemas.microsoft.com/office/powerpoint/2010/main" val="161628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9" end="1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0" end="2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1" end="2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2" end="2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15" end="1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xEl>
                                              <p:pRg st="16" end="1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xEl>
                                              <p:pRg st="17" end="1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D72DDB-A1F1-C1C1-B330-0FD1BBA247BC}"/>
              </a:ext>
            </a:extLst>
          </p:cNvPr>
          <p:cNvSpPr txBox="1"/>
          <p:nvPr/>
        </p:nvSpPr>
        <p:spPr>
          <a:xfrm>
            <a:off x="7369628" y="1720840"/>
            <a:ext cx="4267200" cy="2585323"/>
          </a:xfrm>
          <a:prstGeom prst="rect">
            <a:avLst/>
          </a:prstGeom>
          <a:noFill/>
        </p:spPr>
        <p:txBody>
          <a:bodyPr wrap="square">
            <a:spAutoFit/>
          </a:bodyPr>
          <a:lstStyle/>
          <a:p>
            <a:r>
              <a:rPr lang="en-US" dirty="0">
                <a:solidFill>
                  <a:srgbClr val="7A3E9D"/>
                </a:solidFill>
                <a:latin typeface="Cascadia Mono" panose="020B0609020000020004" pitchFamily="49" charset="0"/>
              </a:rPr>
              <a:t>int</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main</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err="1">
                <a:solidFill>
                  <a:srgbClr val="7A3E9D"/>
                </a:solidFill>
                <a:latin typeface="Cascadia Mono" panose="020B0609020000020004" pitchFamily="49" charset="0"/>
              </a:rPr>
              <a:t>MyList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list1</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5</a:t>
            </a:r>
            <a:r>
              <a:rPr lang="en-US" dirty="0">
                <a:solidFill>
                  <a:srgbClr val="333333"/>
                </a:solidFill>
                <a:latin typeface="Cascadia Mono" panose="020B0609020000020004" pitchFamily="49" charset="0"/>
              </a:rPr>
              <a:t> </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err="1">
                <a:solidFill>
                  <a:srgbClr val="7A3E9D"/>
                </a:solidFill>
                <a:latin typeface="Cascadia Mono" panose="020B0609020000020004" pitchFamily="49" charset="0"/>
              </a:rPr>
              <a:t>MyList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list2</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3</a:t>
            </a:r>
            <a:r>
              <a:rPr lang="en-US" dirty="0">
                <a:solidFill>
                  <a:srgbClr val="333333"/>
                </a:solidFill>
                <a:latin typeface="Cascadia Mono" panose="020B0609020000020004" pitchFamily="49" charset="0"/>
              </a:rPr>
              <a:t> </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br>
              <a:rPr lang="en-US" dirty="0">
                <a:solidFill>
                  <a:srgbClr val="333333"/>
                </a:solidFill>
                <a:latin typeface="Cascadia Mono" panose="020B0609020000020004" pitchFamily="49" charset="0"/>
              </a:rPr>
            </a:b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list2</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list1</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br>
              <a:rPr lang="en-US" dirty="0">
                <a:solidFill>
                  <a:srgbClr val="333333"/>
                </a:solidFill>
                <a:latin typeface="Cascadia Mono" panose="020B0609020000020004" pitchFamily="49" charset="0"/>
              </a:rPr>
            </a:br>
            <a:r>
              <a:rPr lang="en-US" dirty="0">
                <a:solidFill>
                  <a:srgbClr val="333333"/>
                </a:solidFill>
                <a:latin typeface="Cascadia Mono" panose="020B0609020000020004" pitchFamily="49" charset="0"/>
              </a:rPr>
              <a:t>    </a:t>
            </a:r>
            <a:r>
              <a:rPr lang="en-US" dirty="0">
                <a:solidFill>
                  <a:srgbClr val="4B69C6"/>
                </a:solidFill>
                <a:latin typeface="Cascadia Mono" panose="020B0609020000020004" pitchFamily="49" charset="0"/>
              </a:rPr>
              <a:t>return</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0</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p:txBody>
      </p:sp>
      <p:sp>
        <p:nvSpPr>
          <p:cNvPr id="7" name="TextBox 6">
            <a:extLst>
              <a:ext uri="{FF2B5EF4-FFF2-40B4-BE49-F238E27FC236}">
                <a16:creationId xmlns:a16="http://schemas.microsoft.com/office/drawing/2014/main" id="{143D2B1A-90FB-310D-9235-F30F33EFFF82}"/>
              </a:ext>
            </a:extLst>
          </p:cNvPr>
          <p:cNvSpPr txBox="1"/>
          <p:nvPr/>
        </p:nvSpPr>
        <p:spPr>
          <a:xfrm>
            <a:off x="555172" y="58846"/>
            <a:ext cx="5638800" cy="6740307"/>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class</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MyList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A3E9D"/>
                </a:solidFill>
                <a:effectLst/>
                <a:latin typeface="Cascadia Mono" panose="020B0609020000020004" pitchFamily="49" charset="0"/>
              </a:rPr>
              <a:t>private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7A3E9D"/>
                </a:solidFill>
                <a:effectLst/>
                <a:latin typeface="Cascadia Mono" panose="020B0609020000020004" pitchFamily="49" charset="0"/>
              </a:rPr>
              <a:t>public</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length</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new</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length</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MyList</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new</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p>
          <a:p>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for</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i</a:t>
            </a:r>
            <a:r>
              <a:rPr lang="en-US" sz="1600" b="0" dirty="0">
                <a:solidFill>
                  <a:srgbClr val="333333"/>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0</a:t>
            </a:r>
            <a:r>
              <a:rPr lang="en-US" sz="1600" b="0" dirty="0">
                <a:solidFill>
                  <a:srgbClr val="333333"/>
                </a:solidFill>
                <a:effectLst/>
                <a:latin typeface="Cascadia Mono" panose="020B0609020000020004" pitchFamily="49" charset="0"/>
              </a:rPr>
              <a: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i</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&lt;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delete[]</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8" name="Rectangle 7">
            <a:extLst>
              <a:ext uri="{FF2B5EF4-FFF2-40B4-BE49-F238E27FC236}">
                <a16:creationId xmlns:a16="http://schemas.microsoft.com/office/drawing/2014/main" id="{316F45E7-7073-75E6-0D85-276A77BD9389}"/>
              </a:ext>
            </a:extLst>
          </p:cNvPr>
          <p:cNvSpPr/>
          <p:nvPr/>
        </p:nvSpPr>
        <p:spPr>
          <a:xfrm>
            <a:off x="1001485" y="5431969"/>
            <a:ext cx="2645229" cy="10994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550195-2626-BFF9-0D77-C5771A812663}"/>
              </a:ext>
            </a:extLst>
          </p:cNvPr>
          <p:cNvSpPr/>
          <p:nvPr/>
        </p:nvSpPr>
        <p:spPr>
          <a:xfrm>
            <a:off x="1001485" y="2993569"/>
            <a:ext cx="5094515" cy="23186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BA0509F-1998-68B7-D9EF-E24767BE6DF9}"/>
              </a:ext>
            </a:extLst>
          </p:cNvPr>
          <p:cNvSpPr txBox="1"/>
          <p:nvPr/>
        </p:nvSpPr>
        <p:spPr>
          <a:xfrm>
            <a:off x="5606143" y="58846"/>
            <a:ext cx="5878286" cy="1200329"/>
          </a:xfrm>
          <a:prstGeom prst="rect">
            <a:avLst/>
          </a:prstGeom>
          <a:noFill/>
        </p:spPr>
        <p:txBody>
          <a:bodyPr wrap="square" rtlCol="0">
            <a:spAutoFit/>
          </a:bodyPr>
          <a:lstStyle/>
          <a:p>
            <a:r>
              <a:rPr lang="en-US" dirty="0"/>
              <a:t>Will the copy </a:t>
            </a:r>
            <a:r>
              <a:rPr lang="en-US" dirty="0" err="1"/>
              <a:t>ctor</a:t>
            </a:r>
            <a:r>
              <a:rPr lang="en-US" dirty="0"/>
              <a:t> be called here?</a:t>
            </a:r>
          </a:p>
          <a:p>
            <a:r>
              <a:rPr lang="en-US" b="1" dirty="0"/>
              <a:t>No!</a:t>
            </a:r>
          </a:p>
          <a:p>
            <a:r>
              <a:rPr lang="en-US" dirty="0"/>
              <a:t>The two objects have already been created, I’m just copying over the attributes of </a:t>
            </a:r>
            <a:r>
              <a:rPr lang="en-US" b="1" dirty="0">
                <a:latin typeface="Cascadia Code" panose="020B0609020000020004" pitchFamily="49" charset="0"/>
                <a:ea typeface="Cascadia Code" panose="020B0609020000020004" pitchFamily="49" charset="0"/>
                <a:cs typeface="Cascadia Code" panose="020B0609020000020004" pitchFamily="49" charset="0"/>
              </a:rPr>
              <a:t>list2</a:t>
            </a:r>
            <a:r>
              <a:rPr lang="en-US" dirty="0"/>
              <a:t> into </a:t>
            </a:r>
            <a:r>
              <a:rPr lang="en-US" b="1" dirty="0">
                <a:latin typeface="Cascadia Code" panose="020B0609020000020004" pitchFamily="49" charset="0"/>
                <a:ea typeface="Cascadia Code" panose="020B0609020000020004" pitchFamily="49" charset="0"/>
                <a:cs typeface="Cascadia Code" panose="020B0609020000020004" pitchFamily="49" charset="0"/>
              </a:rPr>
              <a:t>list1</a:t>
            </a:r>
            <a:r>
              <a:rPr lang="en-US" dirty="0"/>
              <a:t>.</a:t>
            </a:r>
          </a:p>
        </p:txBody>
      </p:sp>
      <p:sp>
        <p:nvSpPr>
          <p:cNvPr id="2" name="Arrow: Right 1">
            <a:extLst>
              <a:ext uri="{FF2B5EF4-FFF2-40B4-BE49-F238E27FC236}">
                <a16:creationId xmlns:a16="http://schemas.microsoft.com/office/drawing/2014/main" id="{582A18A0-E4C5-1DE6-1CCA-4A7473CFD47C}"/>
              </a:ext>
            </a:extLst>
          </p:cNvPr>
          <p:cNvSpPr/>
          <p:nvPr/>
        </p:nvSpPr>
        <p:spPr>
          <a:xfrm>
            <a:off x="7271656" y="3167742"/>
            <a:ext cx="544286" cy="26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8DE35C7-3D28-A183-906E-37F8D33142B1}"/>
              </a:ext>
            </a:extLst>
          </p:cNvPr>
          <p:cNvSpPr txBox="1"/>
          <p:nvPr/>
        </p:nvSpPr>
        <p:spPr>
          <a:xfrm>
            <a:off x="6640285" y="4767828"/>
            <a:ext cx="5334001" cy="646331"/>
          </a:xfrm>
          <a:prstGeom prst="rect">
            <a:avLst/>
          </a:prstGeom>
          <a:noFill/>
        </p:spPr>
        <p:txBody>
          <a:bodyPr wrap="square" rtlCol="0">
            <a:spAutoFit/>
          </a:bodyPr>
          <a:lstStyle/>
          <a:p>
            <a:r>
              <a:rPr lang="en-US" dirty="0"/>
              <a:t>The following slide shows how </a:t>
            </a:r>
            <a:r>
              <a:rPr lang="en-US" b="1" dirty="0">
                <a:latin typeface="Cascadia Code" panose="020B0609020000020004" pitchFamily="49" charset="0"/>
                <a:ea typeface="Cascadia Code" panose="020B0609020000020004" pitchFamily="49" charset="0"/>
                <a:cs typeface="Cascadia Code" panose="020B0609020000020004" pitchFamily="49" charset="0"/>
              </a:rPr>
              <a:t>list1</a:t>
            </a:r>
            <a:r>
              <a:rPr lang="en-US" dirty="0"/>
              <a:t> and </a:t>
            </a:r>
            <a:r>
              <a:rPr lang="en-US" b="1" dirty="0">
                <a:latin typeface="Cascadia Code" panose="020B0609020000020004" pitchFamily="49" charset="0"/>
                <a:ea typeface="Cascadia Code" panose="020B0609020000020004" pitchFamily="49" charset="0"/>
                <a:cs typeface="Cascadia Code" panose="020B0609020000020004" pitchFamily="49" charset="0"/>
              </a:rPr>
              <a:t>list2</a:t>
            </a:r>
            <a:r>
              <a:rPr lang="en-US" dirty="0"/>
              <a:t> will look like before the assignment operation. </a:t>
            </a:r>
          </a:p>
        </p:txBody>
      </p:sp>
    </p:spTree>
    <p:extLst>
      <p:ext uri="{BB962C8B-B14F-4D97-AF65-F5344CB8AC3E}">
        <p14:creationId xmlns:p14="http://schemas.microsoft.com/office/powerpoint/2010/main" val="70602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1DAFA97-74E5-A382-E034-AF336A56ECE7}"/>
              </a:ext>
            </a:extLst>
          </p:cNvPr>
          <p:cNvSpPr txBox="1"/>
          <p:nvPr/>
        </p:nvSpPr>
        <p:spPr>
          <a:xfrm>
            <a:off x="1076896" y="386586"/>
            <a:ext cx="4157125" cy="830997"/>
          </a:xfrm>
          <a:prstGeom prst="rect">
            <a:avLst/>
          </a:prstGeom>
          <a:noFill/>
          <a:ln>
            <a:solidFill>
              <a:schemeClr val="tx1"/>
            </a:solidFill>
          </a:ln>
        </p:spPr>
        <p:txBody>
          <a:bodyPr wrap="square" rtlCol="0">
            <a:spAutoFit/>
          </a:bodyPr>
          <a:lstStyle/>
          <a:p>
            <a:pPr algn="ctr"/>
            <a:r>
              <a:rPr lang="en-US" sz="2400" dirty="0"/>
              <a:t>Stack Memory</a:t>
            </a:r>
          </a:p>
          <a:p>
            <a:pPr algn="ctr"/>
            <a:r>
              <a:rPr lang="en-US" sz="2400" dirty="0"/>
              <a:t>Automatic Memory Allocation</a:t>
            </a:r>
          </a:p>
        </p:txBody>
      </p:sp>
      <p:sp>
        <p:nvSpPr>
          <p:cNvPr id="9" name="TextBox 8">
            <a:extLst>
              <a:ext uri="{FF2B5EF4-FFF2-40B4-BE49-F238E27FC236}">
                <a16:creationId xmlns:a16="http://schemas.microsoft.com/office/drawing/2014/main" id="{FB2DAAA1-9844-210E-F2B2-2C54B6A9986F}"/>
              </a:ext>
            </a:extLst>
          </p:cNvPr>
          <p:cNvSpPr txBox="1"/>
          <p:nvPr/>
        </p:nvSpPr>
        <p:spPr>
          <a:xfrm>
            <a:off x="7043945" y="386586"/>
            <a:ext cx="4157125" cy="830997"/>
          </a:xfrm>
          <a:prstGeom prst="rect">
            <a:avLst/>
          </a:prstGeom>
          <a:noFill/>
          <a:ln>
            <a:solidFill>
              <a:schemeClr val="tx1"/>
            </a:solidFill>
          </a:ln>
        </p:spPr>
        <p:txBody>
          <a:bodyPr wrap="square" rtlCol="0">
            <a:spAutoFit/>
          </a:bodyPr>
          <a:lstStyle/>
          <a:p>
            <a:pPr algn="ctr"/>
            <a:r>
              <a:rPr lang="en-US" sz="2400" dirty="0"/>
              <a:t>Heap Memory</a:t>
            </a:r>
          </a:p>
          <a:p>
            <a:pPr algn="ctr"/>
            <a:r>
              <a:rPr lang="en-US" sz="2400" dirty="0"/>
              <a:t>Dynamic Memory Allocation</a:t>
            </a:r>
          </a:p>
        </p:txBody>
      </p:sp>
      <p:graphicFrame>
        <p:nvGraphicFramePr>
          <p:cNvPr id="22" name="Table 4">
            <a:extLst>
              <a:ext uri="{FF2B5EF4-FFF2-40B4-BE49-F238E27FC236}">
                <a16:creationId xmlns:a16="http://schemas.microsoft.com/office/drawing/2014/main" id="{B070AA9F-5B9D-91EB-F394-7227C7DEF62E}"/>
              </a:ext>
            </a:extLst>
          </p:cNvPr>
          <p:cNvGraphicFramePr>
            <a:graphicFrameLocks noGrp="1"/>
          </p:cNvGraphicFramePr>
          <p:nvPr>
            <p:extLst>
              <p:ext uri="{D42A27DB-BD31-4B8C-83A1-F6EECF244321}">
                <p14:modId xmlns:p14="http://schemas.microsoft.com/office/powerpoint/2010/main" val="2751525659"/>
              </p:ext>
            </p:extLst>
          </p:nvPr>
        </p:nvGraphicFramePr>
        <p:xfrm>
          <a:off x="1785811" y="4591981"/>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double* = 0x130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int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graphicFrame>
        <p:nvGraphicFramePr>
          <p:cNvPr id="23" name="Table 4">
            <a:extLst>
              <a:ext uri="{FF2B5EF4-FFF2-40B4-BE49-F238E27FC236}">
                <a16:creationId xmlns:a16="http://schemas.microsoft.com/office/drawing/2014/main" id="{DBA9FA41-3857-C595-7B73-37679A7858D6}"/>
              </a:ext>
            </a:extLst>
          </p:cNvPr>
          <p:cNvGraphicFramePr>
            <a:graphicFrameLocks noGrp="1"/>
          </p:cNvGraphicFramePr>
          <p:nvPr>
            <p:extLst>
              <p:ext uri="{D42A27DB-BD31-4B8C-83A1-F6EECF244321}">
                <p14:modId xmlns:p14="http://schemas.microsoft.com/office/powerpoint/2010/main" val="2315176074"/>
              </p:ext>
            </p:extLst>
          </p:nvPr>
        </p:nvGraphicFramePr>
        <p:xfrm>
          <a:off x="1785811" y="2377276"/>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double* = 0x40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sp>
        <p:nvSpPr>
          <p:cNvPr id="24" name="TextBox 23">
            <a:extLst>
              <a:ext uri="{FF2B5EF4-FFF2-40B4-BE49-F238E27FC236}">
                <a16:creationId xmlns:a16="http://schemas.microsoft.com/office/drawing/2014/main" id="{28F8002E-07BA-1B5B-C2A4-F7E079B5624C}"/>
              </a:ext>
            </a:extLst>
          </p:cNvPr>
          <p:cNvSpPr txBox="1"/>
          <p:nvPr/>
        </p:nvSpPr>
        <p:spPr>
          <a:xfrm>
            <a:off x="324664" y="2542683"/>
            <a:ext cx="1461149"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list1</a:t>
            </a:r>
          </a:p>
        </p:txBody>
      </p:sp>
      <p:graphicFrame>
        <p:nvGraphicFramePr>
          <p:cNvPr id="25" name="Table 24">
            <a:extLst>
              <a:ext uri="{FF2B5EF4-FFF2-40B4-BE49-F238E27FC236}">
                <a16:creationId xmlns:a16="http://schemas.microsoft.com/office/drawing/2014/main" id="{4A06B4BB-4627-027C-8BA7-E6E0A0E25F8F}"/>
              </a:ext>
            </a:extLst>
          </p:cNvPr>
          <p:cNvGraphicFramePr>
            <a:graphicFrameLocks noGrp="1"/>
          </p:cNvGraphicFramePr>
          <p:nvPr>
            <p:extLst>
              <p:ext uri="{D42A27DB-BD31-4B8C-83A1-F6EECF244321}">
                <p14:modId xmlns:p14="http://schemas.microsoft.com/office/powerpoint/2010/main" val="3111040436"/>
              </p:ext>
            </p:extLst>
          </p:nvPr>
        </p:nvGraphicFramePr>
        <p:xfrm>
          <a:off x="6674337" y="2377276"/>
          <a:ext cx="4896340"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gridCol w="979268">
                  <a:extLst>
                    <a:ext uri="{9D8B030D-6E8A-4147-A177-3AD203B41FA5}">
                      <a16:colId xmlns:a16="http://schemas.microsoft.com/office/drawing/2014/main" val="3321035955"/>
                    </a:ext>
                  </a:extLst>
                </a:gridCol>
                <a:gridCol w="979268">
                  <a:extLst>
                    <a:ext uri="{9D8B030D-6E8A-4147-A177-3AD203B41FA5}">
                      <a16:colId xmlns:a16="http://schemas.microsoft.com/office/drawing/2014/main" val="2312221542"/>
                    </a:ext>
                  </a:extLst>
                </a:gridCol>
              </a:tblGrid>
              <a:tr h="370840">
                <a:tc>
                  <a:txBody>
                    <a:bodyPr/>
                    <a:lstStyle/>
                    <a:p>
                      <a:pPr algn="ctr"/>
                      <a:r>
                        <a:rPr lang="en-US" dirty="0">
                          <a:solidFill>
                            <a:schemeClr val="accent1"/>
                          </a:solidFill>
                          <a:latin typeface="Roboto Mono" panose="00000009000000000000" pitchFamily="49" charset="0"/>
                          <a:ea typeface="Roboto Mono" panose="00000009000000000000" pitchFamily="49" charset="0"/>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3.1</a:t>
                      </a:r>
                      <a:endParaRPr lang="en-US" b="1" dirty="0">
                        <a:solidFill>
                          <a:schemeClr val="accent1"/>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sp>
        <p:nvSpPr>
          <p:cNvPr id="26" name="TextBox 25">
            <a:extLst>
              <a:ext uri="{FF2B5EF4-FFF2-40B4-BE49-F238E27FC236}">
                <a16:creationId xmlns:a16="http://schemas.microsoft.com/office/drawing/2014/main" id="{9460BEA8-5C78-6DDD-BEA2-EBE87A3368AA}"/>
              </a:ext>
            </a:extLst>
          </p:cNvPr>
          <p:cNvSpPr txBox="1"/>
          <p:nvPr/>
        </p:nvSpPr>
        <p:spPr>
          <a:xfrm>
            <a:off x="324664" y="4764721"/>
            <a:ext cx="1461149"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list2</a:t>
            </a:r>
          </a:p>
        </p:txBody>
      </p:sp>
      <p:grpSp>
        <p:nvGrpSpPr>
          <p:cNvPr id="27" name="Group 26">
            <a:extLst>
              <a:ext uri="{FF2B5EF4-FFF2-40B4-BE49-F238E27FC236}">
                <a16:creationId xmlns:a16="http://schemas.microsoft.com/office/drawing/2014/main" id="{8F805106-E557-1166-66C4-B7EDA91EBAE7}"/>
              </a:ext>
            </a:extLst>
          </p:cNvPr>
          <p:cNvGrpSpPr/>
          <p:nvPr/>
        </p:nvGrpSpPr>
        <p:grpSpPr>
          <a:xfrm>
            <a:off x="2340463" y="1479410"/>
            <a:ext cx="4736160" cy="948240"/>
            <a:chOff x="2340463" y="2916326"/>
            <a:chExt cx="4736160" cy="948240"/>
          </a:xfrm>
        </p:grpSpPr>
        <mc:AlternateContent xmlns:mc="http://schemas.openxmlformats.org/markup-compatibility/2006" xmlns:p14="http://schemas.microsoft.com/office/powerpoint/2010/main">
          <mc:Choice Requires="p14">
            <p:contentPart p14:bwMode="auto" r:id="rId2">
              <p14:nvContentPartPr>
                <p14:cNvPr id="28" name="Ink 27">
                  <a:extLst>
                    <a:ext uri="{FF2B5EF4-FFF2-40B4-BE49-F238E27FC236}">
                      <a16:creationId xmlns:a16="http://schemas.microsoft.com/office/drawing/2014/main" id="{EA91FDEA-2BD6-5427-B630-991D273E220B}"/>
                    </a:ext>
                  </a:extLst>
                </p14:cNvPr>
                <p14:cNvContentPartPr/>
                <p14:nvPr/>
              </p14:nvContentPartPr>
              <p14:xfrm>
                <a:off x="2340463" y="2916326"/>
                <a:ext cx="4726080" cy="948240"/>
              </p14:xfrm>
            </p:contentPart>
          </mc:Choice>
          <mc:Fallback xmlns="">
            <p:pic>
              <p:nvPicPr>
                <p:cNvPr id="17" name="Ink 16">
                  <a:extLst>
                    <a:ext uri="{FF2B5EF4-FFF2-40B4-BE49-F238E27FC236}">
                      <a16:creationId xmlns:a16="http://schemas.microsoft.com/office/drawing/2014/main" id="{42A35953-DE14-B001-7744-30FADB3CCB8C}"/>
                    </a:ext>
                  </a:extLst>
                </p:cNvPr>
                <p:cNvPicPr/>
                <p:nvPr/>
              </p:nvPicPr>
              <p:blipFill>
                <a:blip r:embed="rId3"/>
                <a:stretch>
                  <a:fillRect/>
                </a:stretch>
              </p:blipFill>
              <p:spPr>
                <a:xfrm>
                  <a:off x="2322463" y="289868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450FAE7E-FD50-5631-22E4-67D9238B3AD8}"/>
                    </a:ext>
                  </a:extLst>
                </p14:cNvPr>
                <p14:cNvContentPartPr/>
                <p14:nvPr/>
              </p14:nvContentPartPr>
              <p14:xfrm>
                <a:off x="6814903" y="3450926"/>
                <a:ext cx="261720" cy="282240"/>
              </p14:xfrm>
            </p:contentPart>
          </mc:Choice>
          <mc:Fallback xmlns="">
            <p:pic>
              <p:nvPicPr>
                <p:cNvPr id="18" name="Ink 17">
                  <a:extLst>
                    <a:ext uri="{FF2B5EF4-FFF2-40B4-BE49-F238E27FC236}">
                      <a16:creationId xmlns:a16="http://schemas.microsoft.com/office/drawing/2014/main" id="{7421F87B-7AF3-8CD0-DDC8-3EAC3C92F69C}"/>
                    </a:ext>
                  </a:extLst>
                </p:cNvPr>
                <p:cNvPicPr/>
                <p:nvPr/>
              </p:nvPicPr>
              <p:blipFill>
                <a:blip r:embed="rId5"/>
                <a:stretch>
                  <a:fillRect/>
                </a:stretch>
              </p:blipFill>
              <p:spPr>
                <a:xfrm>
                  <a:off x="6796903" y="3432926"/>
                  <a:ext cx="297360" cy="317880"/>
                </a:xfrm>
                <a:prstGeom prst="rect">
                  <a:avLst/>
                </a:prstGeom>
              </p:spPr>
            </p:pic>
          </mc:Fallback>
        </mc:AlternateContent>
      </p:grpSp>
      <p:sp>
        <p:nvSpPr>
          <p:cNvPr id="32" name="TextBox 31">
            <a:extLst>
              <a:ext uri="{FF2B5EF4-FFF2-40B4-BE49-F238E27FC236}">
                <a16:creationId xmlns:a16="http://schemas.microsoft.com/office/drawing/2014/main" id="{CAD8DD05-5971-99BE-1F56-CF27B962463D}"/>
              </a:ext>
            </a:extLst>
          </p:cNvPr>
          <p:cNvSpPr txBox="1"/>
          <p:nvPr/>
        </p:nvSpPr>
        <p:spPr>
          <a:xfrm>
            <a:off x="530039" y="2914781"/>
            <a:ext cx="1093713" cy="369332"/>
          </a:xfrm>
          <a:prstGeom prst="rect">
            <a:avLst/>
          </a:prstGeom>
          <a:noFill/>
          <a:ln>
            <a:noFill/>
          </a:ln>
        </p:spPr>
        <p:txBody>
          <a:bodyPr wrap="square" rtlCol="0">
            <a:spAutoFit/>
          </a:bodyPr>
          <a:lstStyle/>
          <a:p>
            <a:pPr algn="ctr"/>
            <a:r>
              <a:rPr lang="en-US" b="1" dirty="0">
                <a:solidFill>
                  <a:schemeClr val="accent1"/>
                </a:solidFill>
                <a:latin typeface="Roboto Mono" panose="00000009000000000000" pitchFamily="49" charset="0"/>
                <a:ea typeface="Roboto Mono" panose="00000009000000000000" pitchFamily="49" charset="0"/>
              </a:rPr>
              <a:t>0x20</a:t>
            </a:r>
          </a:p>
        </p:txBody>
      </p:sp>
      <p:sp>
        <p:nvSpPr>
          <p:cNvPr id="33" name="TextBox 32">
            <a:extLst>
              <a:ext uri="{FF2B5EF4-FFF2-40B4-BE49-F238E27FC236}">
                <a16:creationId xmlns:a16="http://schemas.microsoft.com/office/drawing/2014/main" id="{FB72E214-7BE8-4038-86C9-4AB7DB108EF4}"/>
              </a:ext>
            </a:extLst>
          </p:cNvPr>
          <p:cNvSpPr txBox="1"/>
          <p:nvPr/>
        </p:nvSpPr>
        <p:spPr>
          <a:xfrm>
            <a:off x="523470" y="5172397"/>
            <a:ext cx="1093713" cy="369332"/>
          </a:xfrm>
          <a:prstGeom prst="rect">
            <a:avLst/>
          </a:prstGeom>
          <a:noFill/>
          <a:ln>
            <a:noFill/>
          </a:ln>
        </p:spPr>
        <p:txBody>
          <a:bodyPr wrap="square" rtlCol="0">
            <a:spAutoFit/>
          </a:bodyPr>
          <a:lstStyle/>
          <a:p>
            <a:pPr algn="ctr"/>
            <a:r>
              <a:rPr lang="en-US" b="1" dirty="0">
                <a:solidFill>
                  <a:srgbClr val="00B050"/>
                </a:solidFill>
                <a:latin typeface="Roboto Mono" panose="00000009000000000000" pitchFamily="49" charset="0"/>
                <a:ea typeface="Roboto Mono" panose="00000009000000000000" pitchFamily="49" charset="0"/>
              </a:rPr>
              <a:t>0x100</a:t>
            </a:r>
          </a:p>
        </p:txBody>
      </p:sp>
      <p:graphicFrame>
        <p:nvGraphicFramePr>
          <p:cNvPr id="35" name="Table 34">
            <a:extLst>
              <a:ext uri="{FF2B5EF4-FFF2-40B4-BE49-F238E27FC236}">
                <a16:creationId xmlns:a16="http://schemas.microsoft.com/office/drawing/2014/main" id="{6B0D53E2-2AE7-74A0-D67D-885C34EE6C82}"/>
              </a:ext>
            </a:extLst>
          </p:cNvPr>
          <p:cNvGraphicFramePr>
            <a:graphicFrameLocks noGrp="1"/>
          </p:cNvGraphicFramePr>
          <p:nvPr>
            <p:extLst>
              <p:ext uri="{D42A27DB-BD31-4B8C-83A1-F6EECF244321}">
                <p14:modId xmlns:p14="http://schemas.microsoft.com/office/powerpoint/2010/main" val="3922640077"/>
              </p:ext>
            </p:extLst>
          </p:nvPr>
        </p:nvGraphicFramePr>
        <p:xfrm>
          <a:off x="6674337" y="4591981"/>
          <a:ext cx="2937804"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tblGrid>
              <a:tr h="370840">
                <a:tc>
                  <a:txBody>
                    <a:bodyPr/>
                    <a:lstStyle/>
                    <a:p>
                      <a:pPr algn="ctr"/>
                      <a:r>
                        <a:rPr lang="en-US" dirty="0">
                          <a:solidFill>
                            <a:srgbClr val="00B050"/>
                          </a:solidFill>
                          <a:latin typeface="Roboto Mono" panose="00000009000000000000" pitchFamily="49" charset="0"/>
                          <a:ea typeface="Roboto Mono" panose="00000009000000000000" pitchFamily="49" charset="0"/>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91.5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-10.4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grpSp>
        <p:nvGrpSpPr>
          <p:cNvPr id="37" name="Group 36">
            <a:extLst>
              <a:ext uri="{FF2B5EF4-FFF2-40B4-BE49-F238E27FC236}">
                <a16:creationId xmlns:a16="http://schemas.microsoft.com/office/drawing/2014/main" id="{2749C4CB-05F4-E4C6-3DAC-B3A5ED4205FE}"/>
              </a:ext>
            </a:extLst>
          </p:cNvPr>
          <p:cNvGrpSpPr/>
          <p:nvPr/>
        </p:nvGrpSpPr>
        <p:grpSpPr>
          <a:xfrm>
            <a:off x="2340463" y="3688245"/>
            <a:ext cx="4736160" cy="948240"/>
            <a:chOff x="2340463" y="2916326"/>
            <a:chExt cx="4736160" cy="948240"/>
          </a:xfrm>
        </p:grpSpPr>
        <mc:AlternateContent xmlns:mc="http://schemas.openxmlformats.org/markup-compatibility/2006" xmlns:p14="http://schemas.microsoft.com/office/powerpoint/2010/main">
          <mc:Choice Requires="p14">
            <p:contentPart p14:bwMode="auto" r:id="rId6">
              <p14:nvContentPartPr>
                <p14:cNvPr id="38" name="Ink 37">
                  <a:extLst>
                    <a:ext uri="{FF2B5EF4-FFF2-40B4-BE49-F238E27FC236}">
                      <a16:creationId xmlns:a16="http://schemas.microsoft.com/office/drawing/2014/main" id="{402639D0-66CF-AB58-E07E-E93AE210210E}"/>
                    </a:ext>
                  </a:extLst>
                </p14:cNvPr>
                <p14:cNvContentPartPr/>
                <p14:nvPr/>
              </p14:nvContentPartPr>
              <p14:xfrm>
                <a:off x="2340463" y="2916326"/>
                <a:ext cx="4726080" cy="948240"/>
              </p14:xfrm>
            </p:contentPart>
          </mc:Choice>
          <mc:Fallback xmlns="">
            <p:pic>
              <p:nvPicPr>
                <p:cNvPr id="17" name="Ink 16">
                  <a:extLst>
                    <a:ext uri="{FF2B5EF4-FFF2-40B4-BE49-F238E27FC236}">
                      <a16:creationId xmlns:a16="http://schemas.microsoft.com/office/drawing/2014/main" id="{42A35953-DE14-B001-7744-30FADB3CCB8C}"/>
                    </a:ext>
                  </a:extLst>
                </p:cNvPr>
                <p:cNvPicPr/>
                <p:nvPr/>
              </p:nvPicPr>
              <p:blipFill>
                <a:blip r:embed="rId3"/>
                <a:stretch>
                  <a:fillRect/>
                </a:stretch>
              </p:blipFill>
              <p:spPr>
                <a:xfrm>
                  <a:off x="2322463" y="289868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9" name="Ink 38">
                  <a:extLst>
                    <a:ext uri="{FF2B5EF4-FFF2-40B4-BE49-F238E27FC236}">
                      <a16:creationId xmlns:a16="http://schemas.microsoft.com/office/drawing/2014/main" id="{DC7B081E-F6F2-CD21-DDB8-B1D1FAE3F95B}"/>
                    </a:ext>
                  </a:extLst>
                </p14:cNvPr>
                <p14:cNvContentPartPr/>
                <p14:nvPr/>
              </p14:nvContentPartPr>
              <p14:xfrm>
                <a:off x="6814903" y="3450926"/>
                <a:ext cx="261720" cy="282240"/>
              </p14:xfrm>
            </p:contentPart>
          </mc:Choice>
          <mc:Fallback xmlns="">
            <p:pic>
              <p:nvPicPr>
                <p:cNvPr id="18" name="Ink 17">
                  <a:extLst>
                    <a:ext uri="{FF2B5EF4-FFF2-40B4-BE49-F238E27FC236}">
                      <a16:creationId xmlns:a16="http://schemas.microsoft.com/office/drawing/2014/main" id="{7421F87B-7AF3-8CD0-DDC8-3EAC3C92F69C}"/>
                    </a:ext>
                  </a:extLst>
                </p:cNvPr>
                <p:cNvPicPr/>
                <p:nvPr/>
              </p:nvPicPr>
              <p:blipFill>
                <a:blip r:embed="rId5"/>
                <a:stretch>
                  <a:fillRect/>
                </a:stretch>
              </p:blipFill>
              <p:spPr>
                <a:xfrm>
                  <a:off x="6796903" y="3432926"/>
                  <a:ext cx="297360" cy="317880"/>
                </a:xfrm>
                <a:prstGeom prst="rect">
                  <a:avLst/>
                </a:prstGeom>
              </p:spPr>
            </p:pic>
          </mc:Fallback>
        </mc:AlternateContent>
      </p:grpSp>
      <p:sp>
        <p:nvSpPr>
          <p:cNvPr id="42" name="TextBox 41">
            <a:extLst>
              <a:ext uri="{FF2B5EF4-FFF2-40B4-BE49-F238E27FC236}">
                <a16:creationId xmlns:a16="http://schemas.microsoft.com/office/drawing/2014/main" id="{A8DD94BE-C09A-BC9F-BB69-A879BC006648}"/>
              </a:ext>
            </a:extLst>
          </p:cNvPr>
          <p:cNvSpPr txBox="1"/>
          <p:nvPr/>
        </p:nvSpPr>
        <p:spPr>
          <a:xfrm>
            <a:off x="6675225" y="2779314"/>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0x40</a:t>
            </a:r>
          </a:p>
        </p:txBody>
      </p:sp>
      <p:sp>
        <p:nvSpPr>
          <p:cNvPr id="43" name="TextBox 42">
            <a:extLst>
              <a:ext uri="{FF2B5EF4-FFF2-40B4-BE49-F238E27FC236}">
                <a16:creationId xmlns:a16="http://schemas.microsoft.com/office/drawing/2014/main" id="{75BAE523-ED0E-2999-6066-DE3F86C4C410}"/>
              </a:ext>
            </a:extLst>
          </p:cNvPr>
          <p:cNvSpPr txBox="1"/>
          <p:nvPr/>
        </p:nvSpPr>
        <p:spPr>
          <a:xfrm>
            <a:off x="6629756" y="4993773"/>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0x130</a:t>
            </a:r>
          </a:p>
        </p:txBody>
      </p:sp>
    </p:spTree>
    <p:extLst>
      <p:ext uri="{BB962C8B-B14F-4D97-AF65-F5344CB8AC3E}">
        <p14:creationId xmlns:p14="http://schemas.microsoft.com/office/powerpoint/2010/main" val="1021929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D72DDB-A1F1-C1C1-B330-0FD1BBA247BC}"/>
              </a:ext>
            </a:extLst>
          </p:cNvPr>
          <p:cNvSpPr txBox="1"/>
          <p:nvPr/>
        </p:nvSpPr>
        <p:spPr>
          <a:xfrm>
            <a:off x="7369628" y="1720840"/>
            <a:ext cx="4267200" cy="2585323"/>
          </a:xfrm>
          <a:prstGeom prst="rect">
            <a:avLst/>
          </a:prstGeom>
          <a:noFill/>
        </p:spPr>
        <p:txBody>
          <a:bodyPr wrap="square">
            <a:spAutoFit/>
          </a:bodyPr>
          <a:lstStyle/>
          <a:p>
            <a:r>
              <a:rPr lang="en-US" dirty="0">
                <a:solidFill>
                  <a:srgbClr val="7A3E9D"/>
                </a:solidFill>
                <a:latin typeface="Cascadia Mono" panose="020B0609020000020004" pitchFamily="49" charset="0"/>
              </a:rPr>
              <a:t>int</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main</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err="1">
                <a:solidFill>
                  <a:srgbClr val="7A3E9D"/>
                </a:solidFill>
                <a:latin typeface="Cascadia Mono" panose="020B0609020000020004" pitchFamily="49" charset="0"/>
              </a:rPr>
              <a:t>MyList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list1</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5</a:t>
            </a:r>
            <a:r>
              <a:rPr lang="en-US" dirty="0">
                <a:solidFill>
                  <a:srgbClr val="333333"/>
                </a:solidFill>
                <a:latin typeface="Cascadia Mono" panose="020B0609020000020004" pitchFamily="49" charset="0"/>
              </a:rPr>
              <a:t> </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333333"/>
                </a:solidFill>
                <a:latin typeface="Cascadia Mono" panose="020B0609020000020004" pitchFamily="49" charset="0"/>
              </a:rPr>
              <a:t>    </a:t>
            </a:r>
            <a:r>
              <a:rPr lang="en-US" b="1" dirty="0" err="1">
                <a:solidFill>
                  <a:srgbClr val="7A3E9D"/>
                </a:solidFill>
                <a:latin typeface="Cascadia Mono" panose="020B0609020000020004" pitchFamily="49" charset="0"/>
              </a:rPr>
              <a:t>MyList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list2</a:t>
            </a:r>
            <a:r>
              <a:rPr lang="en-US" dirty="0">
                <a:solidFill>
                  <a:srgbClr val="777777"/>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3</a:t>
            </a:r>
            <a:r>
              <a:rPr lang="en-US" dirty="0">
                <a:solidFill>
                  <a:srgbClr val="333333"/>
                </a:solidFill>
                <a:latin typeface="Cascadia Mono" panose="020B0609020000020004" pitchFamily="49" charset="0"/>
              </a:rPr>
              <a:t> </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br>
              <a:rPr lang="en-US" dirty="0">
                <a:solidFill>
                  <a:srgbClr val="333333"/>
                </a:solidFill>
                <a:latin typeface="Cascadia Mono" panose="020B0609020000020004" pitchFamily="49" charset="0"/>
              </a:rPr>
            </a:b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list2</a:t>
            </a:r>
            <a:r>
              <a:rPr lang="en-US" dirty="0">
                <a:solidFill>
                  <a:srgbClr val="333333"/>
                </a:solidFill>
                <a:latin typeface="Cascadia Mono" panose="020B0609020000020004" pitchFamily="49" charset="0"/>
              </a:rPr>
              <a:t> </a:t>
            </a:r>
            <a:r>
              <a:rPr lang="en-US" b="1" dirty="0">
                <a:solidFill>
                  <a:srgbClr val="AA3731"/>
                </a:solidFill>
                <a:latin typeface="Cascadia Mono" panose="020B0609020000020004" pitchFamily="49" charset="0"/>
              </a:rPr>
              <a:t>=</a:t>
            </a:r>
            <a:r>
              <a:rPr lang="en-US" dirty="0">
                <a:solidFill>
                  <a:srgbClr val="333333"/>
                </a:solidFill>
                <a:latin typeface="Cascadia Mono" panose="020B0609020000020004" pitchFamily="49" charset="0"/>
              </a:rPr>
              <a:t> </a:t>
            </a:r>
            <a:r>
              <a:rPr lang="en-US" dirty="0">
                <a:solidFill>
                  <a:srgbClr val="7A3E9D"/>
                </a:solidFill>
                <a:latin typeface="Cascadia Mono" panose="020B0609020000020004" pitchFamily="49" charset="0"/>
              </a:rPr>
              <a:t>list1</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br>
              <a:rPr lang="en-US" dirty="0">
                <a:solidFill>
                  <a:srgbClr val="333333"/>
                </a:solidFill>
                <a:latin typeface="Cascadia Mono" panose="020B0609020000020004" pitchFamily="49" charset="0"/>
              </a:rPr>
            </a:br>
            <a:r>
              <a:rPr lang="en-US" dirty="0">
                <a:solidFill>
                  <a:srgbClr val="333333"/>
                </a:solidFill>
                <a:latin typeface="Cascadia Mono" panose="020B0609020000020004" pitchFamily="49" charset="0"/>
              </a:rPr>
              <a:t>    </a:t>
            </a:r>
            <a:r>
              <a:rPr lang="en-US" dirty="0">
                <a:solidFill>
                  <a:srgbClr val="4B69C6"/>
                </a:solidFill>
                <a:latin typeface="Cascadia Mono" panose="020B0609020000020004" pitchFamily="49" charset="0"/>
              </a:rPr>
              <a:t>return</a:t>
            </a:r>
            <a:r>
              <a:rPr lang="en-US" dirty="0">
                <a:solidFill>
                  <a:srgbClr val="333333"/>
                </a:solidFill>
                <a:latin typeface="Cascadia Mono" panose="020B0609020000020004" pitchFamily="49" charset="0"/>
              </a:rPr>
              <a:t> </a:t>
            </a:r>
            <a:r>
              <a:rPr lang="en-US" dirty="0">
                <a:solidFill>
                  <a:srgbClr val="9C5D27"/>
                </a:solidFill>
                <a:latin typeface="Cascadia Mono" panose="020B0609020000020004" pitchFamily="49" charset="0"/>
              </a:rPr>
              <a:t>0</a:t>
            </a:r>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a:p>
            <a:r>
              <a:rPr lang="en-US" dirty="0">
                <a:solidFill>
                  <a:srgbClr val="777777"/>
                </a:solidFill>
                <a:latin typeface="Cascadia Mono" panose="020B0609020000020004" pitchFamily="49" charset="0"/>
              </a:rPr>
              <a:t>}</a:t>
            </a:r>
            <a:endParaRPr lang="en-US" dirty="0">
              <a:solidFill>
                <a:srgbClr val="333333"/>
              </a:solidFill>
              <a:latin typeface="Cascadia Mono" panose="020B0609020000020004" pitchFamily="49" charset="0"/>
            </a:endParaRPr>
          </a:p>
        </p:txBody>
      </p:sp>
      <p:sp>
        <p:nvSpPr>
          <p:cNvPr id="7" name="TextBox 6">
            <a:extLst>
              <a:ext uri="{FF2B5EF4-FFF2-40B4-BE49-F238E27FC236}">
                <a16:creationId xmlns:a16="http://schemas.microsoft.com/office/drawing/2014/main" id="{143D2B1A-90FB-310D-9235-F30F33EFFF82}"/>
              </a:ext>
            </a:extLst>
          </p:cNvPr>
          <p:cNvSpPr txBox="1"/>
          <p:nvPr/>
        </p:nvSpPr>
        <p:spPr>
          <a:xfrm>
            <a:off x="555172" y="58846"/>
            <a:ext cx="5638800" cy="6740307"/>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class</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MyList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A3E9D"/>
                </a:solidFill>
                <a:effectLst/>
                <a:latin typeface="Cascadia Mono" panose="020B0609020000020004" pitchFamily="49" charset="0"/>
              </a:rPr>
              <a:t>private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7A3E9D"/>
                </a:solidFill>
                <a:effectLst/>
                <a:latin typeface="Cascadia Mono" panose="020B0609020000020004" pitchFamily="49" charset="0"/>
              </a:rPr>
              <a:t>public</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length</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new</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length</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r>
              <a:rPr lang="en-US" sz="1600" b="0" dirty="0">
                <a:solidFill>
                  <a:srgbClr val="4B69C6"/>
                </a:solidFill>
                <a:effectLst/>
                <a:latin typeface="Cascadia Mono" panose="020B0609020000020004" pitchFamily="49" charset="0"/>
              </a:rPr>
              <a:t>const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MyList</a:t>
            </a:r>
            <a:r>
              <a:rPr lang="en-US" sz="1600" b="0" dirty="0">
                <a:solidFill>
                  <a:srgbClr val="4B69C6"/>
                </a:solidFill>
                <a:effectLst/>
                <a:latin typeface="Cascadia Mono" panose="020B0609020000020004" pitchFamily="49" charset="0"/>
              </a:rPr>
              <a:t>&amp;</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new</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p>
          <a:p>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for</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i</a:t>
            </a:r>
            <a:r>
              <a:rPr lang="en-US" sz="1600" b="0" dirty="0">
                <a:solidFill>
                  <a:srgbClr val="333333"/>
                </a:solidFill>
                <a:effectLst/>
                <a:latin typeface="Cascadia Mono" panose="020B0609020000020004" pitchFamily="49" charset="0"/>
              </a:rPr>
              <a:t>{</a:t>
            </a:r>
            <a:r>
              <a:rPr lang="en-US" sz="1600" b="0" dirty="0">
                <a:solidFill>
                  <a:srgbClr val="9C5D27"/>
                </a:solidFill>
                <a:effectLst/>
                <a:latin typeface="Cascadia Mono" panose="020B0609020000020004" pitchFamily="49" charset="0"/>
              </a:rPr>
              <a:t>0</a:t>
            </a:r>
            <a:r>
              <a:rPr lang="en-US" sz="1600" b="0" dirty="0">
                <a:solidFill>
                  <a:srgbClr val="333333"/>
                </a:solidFill>
                <a:effectLst/>
                <a:latin typeface="Cascadia Mono" panose="020B0609020000020004" pitchFamily="49" charset="0"/>
              </a:rPr>
              <a:t>}</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i</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&lt;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m_length</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ob</a:t>
            </a:r>
            <a:r>
              <a:rPr lang="en-US" sz="1600" b="0" dirty="0" err="1">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i</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MyList</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delete[]</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m_array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8" name="Rectangle 7">
            <a:extLst>
              <a:ext uri="{FF2B5EF4-FFF2-40B4-BE49-F238E27FC236}">
                <a16:creationId xmlns:a16="http://schemas.microsoft.com/office/drawing/2014/main" id="{316F45E7-7073-75E6-0D85-276A77BD9389}"/>
              </a:ext>
            </a:extLst>
          </p:cNvPr>
          <p:cNvSpPr/>
          <p:nvPr/>
        </p:nvSpPr>
        <p:spPr>
          <a:xfrm>
            <a:off x="1001485" y="5431969"/>
            <a:ext cx="2645229" cy="10994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550195-2626-BFF9-0D77-C5771A812663}"/>
              </a:ext>
            </a:extLst>
          </p:cNvPr>
          <p:cNvSpPr/>
          <p:nvPr/>
        </p:nvSpPr>
        <p:spPr>
          <a:xfrm>
            <a:off x="1001485" y="2993569"/>
            <a:ext cx="5094515" cy="23186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BA0509F-1998-68B7-D9EF-E24767BE6DF9}"/>
              </a:ext>
            </a:extLst>
          </p:cNvPr>
          <p:cNvSpPr txBox="1"/>
          <p:nvPr/>
        </p:nvSpPr>
        <p:spPr>
          <a:xfrm>
            <a:off x="5606143" y="58846"/>
            <a:ext cx="5878286" cy="646331"/>
          </a:xfrm>
          <a:prstGeom prst="rect">
            <a:avLst/>
          </a:prstGeom>
          <a:noFill/>
        </p:spPr>
        <p:txBody>
          <a:bodyPr wrap="square" rtlCol="0">
            <a:spAutoFit/>
          </a:bodyPr>
          <a:lstStyle/>
          <a:p>
            <a:r>
              <a:rPr lang="en-US" dirty="0"/>
              <a:t>The compiler’s provided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dirty="0"/>
              <a:t> will be used, which just copies members of </a:t>
            </a:r>
            <a:r>
              <a:rPr lang="en-US" b="1" dirty="0">
                <a:latin typeface="Cascadia Code" panose="020B0609020000020004" pitchFamily="49" charset="0"/>
                <a:ea typeface="Cascadia Code" panose="020B0609020000020004" pitchFamily="49" charset="0"/>
                <a:cs typeface="Cascadia Code" panose="020B0609020000020004" pitchFamily="49" charset="0"/>
              </a:rPr>
              <a:t>list1</a:t>
            </a:r>
            <a:r>
              <a:rPr lang="en-US" dirty="0"/>
              <a:t> into </a:t>
            </a:r>
            <a:r>
              <a:rPr lang="en-US" b="1" dirty="0">
                <a:latin typeface="Cascadia Code" panose="020B0609020000020004" pitchFamily="49" charset="0"/>
                <a:ea typeface="Cascadia Code" panose="020B0609020000020004" pitchFamily="49" charset="0"/>
                <a:cs typeface="Cascadia Code" panose="020B0609020000020004" pitchFamily="49" charset="0"/>
              </a:rPr>
              <a:t>list2</a:t>
            </a:r>
            <a:r>
              <a:rPr lang="en-US" dirty="0"/>
              <a:t>.</a:t>
            </a:r>
          </a:p>
        </p:txBody>
      </p:sp>
      <p:sp>
        <p:nvSpPr>
          <p:cNvPr id="2" name="Arrow: Right 1">
            <a:extLst>
              <a:ext uri="{FF2B5EF4-FFF2-40B4-BE49-F238E27FC236}">
                <a16:creationId xmlns:a16="http://schemas.microsoft.com/office/drawing/2014/main" id="{582A18A0-E4C5-1DE6-1CCA-4A7473CFD47C}"/>
              </a:ext>
            </a:extLst>
          </p:cNvPr>
          <p:cNvSpPr/>
          <p:nvPr/>
        </p:nvSpPr>
        <p:spPr>
          <a:xfrm>
            <a:off x="7271656" y="3167742"/>
            <a:ext cx="544286" cy="26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8DE35C7-3D28-A183-906E-37F8D33142B1}"/>
              </a:ext>
            </a:extLst>
          </p:cNvPr>
          <p:cNvSpPr txBox="1"/>
          <p:nvPr/>
        </p:nvSpPr>
        <p:spPr>
          <a:xfrm>
            <a:off x="6640285" y="4767828"/>
            <a:ext cx="5334001" cy="369332"/>
          </a:xfrm>
          <a:prstGeom prst="rect">
            <a:avLst/>
          </a:prstGeom>
          <a:noFill/>
        </p:spPr>
        <p:txBody>
          <a:bodyPr wrap="square" rtlCol="0">
            <a:spAutoFit/>
          </a:bodyPr>
          <a:lstStyle/>
          <a:p>
            <a:r>
              <a:rPr lang="en-US" dirty="0"/>
              <a:t>What this does, is shown on the next slide.</a:t>
            </a:r>
          </a:p>
        </p:txBody>
      </p:sp>
    </p:spTree>
    <p:extLst>
      <p:ext uri="{BB962C8B-B14F-4D97-AF65-F5344CB8AC3E}">
        <p14:creationId xmlns:p14="http://schemas.microsoft.com/office/powerpoint/2010/main" val="107811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1DAFA97-74E5-A382-E034-AF336A56ECE7}"/>
              </a:ext>
            </a:extLst>
          </p:cNvPr>
          <p:cNvSpPr txBox="1"/>
          <p:nvPr/>
        </p:nvSpPr>
        <p:spPr>
          <a:xfrm>
            <a:off x="1076896" y="386586"/>
            <a:ext cx="4157125" cy="830997"/>
          </a:xfrm>
          <a:prstGeom prst="rect">
            <a:avLst/>
          </a:prstGeom>
          <a:noFill/>
          <a:ln>
            <a:solidFill>
              <a:schemeClr val="tx1"/>
            </a:solidFill>
          </a:ln>
        </p:spPr>
        <p:txBody>
          <a:bodyPr wrap="square" rtlCol="0">
            <a:spAutoFit/>
          </a:bodyPr>
          <a:lstStyle/>
          <a:p>
            <a:pPr algn="ctr"/>
            <a:r>
              <a:rPr lang="en-US" sz="2400" dirty="0"/>
              <a:t>Stack Memory</a:t>
            </a:r>
          </a:p>
          <a:p>
            <a:pPr algn="ctr"/>
            <a:r>
              <a:rPr lang="en-US" sz="2400" dirty="0"/>
              <a:t>Automatic Memory Allocation</a:t>
            </a:r>
          </a:p>
        </p:txBody>
      </p:sp>
      <p:sp>
        <p:nvSpPr>
          <p:cNvPr id="9" name="TextBox 8">
            <a:extLst>
              <a:ext uri="{FF2B5EF4-FFF2-40B4-BE49-F238E27FC236}">
                <a16:creationId xmlns:a16="http://schemas.microsoft.com/office/drawing/2014/main" id="{FB2DAAA1-9844-210E-F2B2-2C54B6A9986F}"/>
              </a:ext>
            </a:extLst>
          </p:cNvPr>
          <p:cNvSpPr txBox="1"/>
          <p:nvPr/>
        </p:nvSpPr>
        <p:spPr>
          <a:xfrm>
            <a:off x="7043945" y="386586"/>
            <a:ext cx="4157125" cy="830997"/>
          </a:xfrm>
          <a:prstGeom prst="rect">
            <a:avLst/>
          </a:prstGeom>
          <a:noFill/>
          <a:ln>
            <a:solidFill>
              <a:schemeClr val="tx1"/>
            </a:solidFill>
          </a:ln>
        </p:spPr>
        <p:txBody>
          <a:bodyPr wrap="square" rtlCol="0">
            <a:spAutoFit/>
          </a:bodyPr>
          <a:lstStyle/>
          <a:p>
            <a:pPr algn="ctr"/>
            <a:r>
              <a:rPr lang="en-US" sz="2400" dirty="0"/>
              <a:t>Heap Memory</a:t>
            </a:r>
          </a:p>
          <a:p>
            <a:pPr algn="ctr"/>
            <a:r>
              <a:rPr lang="en-US" sz="2400" dirty="0"/>
              <a:t>Dynamic Memory Allocation</a:t>
            </a:r>
          </a:p>
        </p:txBody>
      </p:sp>
      <p:graphicFrame>
        <p:nvGraphicFramePr>
          <p:cNvPr id="22" name="Table 4">
            <a:extLst>
              <a:ext uri="{FF2B5EF4-FFF2-40B4-BE49-F238E27FC236}">
                <a16:creationId xmlns:a16="http://schemas.microsoft.com/office/drawing/2014/main" id="{B070AA9F-5B9D-91EB-F394-7227C7DEF62E}"/>
              </a:ext>
            </a:extLst>
          </p:cNvPr>
          <p:cNvGraphicFramePr>
            <a:graphicFrameLocks noGrp="1"/>
          </p:cNvGraphicFramePr>
          <p:nvPr>
            <p:extLst>
              <p:ext uri="{D42A27DB-BD31-4B8C-83A1-F6EECF244321}">
                <p14:modId xmlns:p14="http://schemas.microsoft.com/office/powerpoint/2010/main" val="2906605862"/>
              </p:ext>
            </p:extLst>
          </p:nvPr>
        </p:nvGraphicFramePr>
        <p:xfrm>
          <a:off x="1785811" y="4591981"/>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double* = 0x40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graphicFrame>
        <p:nvGraphicFramePr>
          <p:cNvPr id="23" name="Table 4">
            <a:extLst>
              <a:ext uri="{FF2B5EF4-FFF2-40B4-BE49-F238E27FC236}">
                <a16:creationId xmlns:a16="http://schemas.microsoft.com/office/drawing/2014/main" id="{DBA9FA41-3857-C595-7B73-37679A7858D6}"/>
              </a:ext>
            </a:extLst>
          </p:cNvPr>
          <p:cNvGraphicFramePr>
            <a:graphicFrameLocks noGrp="1"/>
          </p:cNvGraphicFramePr>
          <p:nvPr/>
        </p:nvGraphicFramePr>
        <p:xfrm>
          <a:off x="1785811" y="2377276"/>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double* = 0x40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sp>
        <p:nvSpPr>
          <p:cNvPr id="24" name="TextBox 23">
            <a:extLst>
              <a:ext uri="{FF2B5EF4-FFF2-40B4-BE49-F238E27FC236}">
                <a16:creationId xmlns:a16="http://schemas.microsoft.com/office/drawing/2014/main" id="{28F8002E-07BA-1B5B-C2A4-F7E079B5624C}"/>
              </a:ext>
            </a:extLst>
          </p:cNvPr>
          <p:cNvSpPr txBox="1"/>
          <p:nvPr/>
        </p:nvSpPr>
        <p:spPr>
          <a:xfrm>
            <a:off x="324664" y="2542683"/>
            <a:ext cx="1461149"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list1</a:t>
            </a:r>
          </a:p>
        </p:txBody>
      </p:sp>
      <p:graphicFrame>
        <p:nvGraphicFramePr>
          <p:cNvPr id="25" name="Table 24">
            <a:extLst>
              <a:ext uri="{FF2B5EF4-FFF2-40B4-BE49-F238E27FC236}">
                <a16:creationId xmlns:a16="http://schemas.microsoft.com/office/drawing/2014/main" id="{4A06B4BB-4627-027C-8BA7-E6E0A0E25F8F}"/>
              </a:ext>
            </a:extLst>
          </p:cNvPr>
          <p:cNvGraphicFramePr>
            <a:graphicFrameLocks noGrp="1"/>
          </p:cNvGraphicFramePr>
          <p:nvPr/>
        </p:nvGraphicFramePr>
        <p:xfrm>
          <a:off x="6674337" y="2377276"/>
          <a:ext cx="4896340"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gridCol w="979268">
                  <a:extLst>
                    <a:ext uri="{9D8B030D-6E8A-4147-A177-3AD203B41FA5}">
                      <a16:colId xmlns:a16="http://schemas.microsoft.com/office/drawing/2014/main" val="3321035955"/>
                    </a:ext>
                  </a:extLst>
                </a:gridCol>
                <a:gridCol w="979268">
                  <a:extLst>
                    <a:ext uri="{9D8B030D-6E8A-4147-A177-3AD203B41FA5}">
                      <a16:colId xmlns:a16="http://schemas.microsoft.com/office/drawing/2014/main" val="2312221542"/>
                    </a:ext>
                  </a:extLst>
                </a:gridCol>
              </a:tblGrid>
              <a:tr h="370840">
                <a:tc>
                  <a:txBody>
                    <a:bodyPr/>
                    <a:lstStyle/>
                    <a:p>
                      <a:pPr algn="ctr"/>
                      <a:r>
                        <a:rPr lang="en-US" dirty="0">
                          <a:solidFill>
                            <a:schemeClr val="accent1"/>
                          </a:solidFill>
                          <a:latin typeface="Roboto Mono" panose="00000009000000000000" pitchFamily="49" charset="0"/>
                          <a:ea typeface="Roboto Mono" panose="00000009000000000000" pitchFamily="49" charset="0"/>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3.1</a:t>
                      </a:r>
                      <a:endParaRPr lang="en-US" b="1" dirty="0">
                        <a:solidFill>
                          <a:schemeClr val="accent1"/>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sp>
        <p:nvSpPr>
          <p:cNvPr id="26" name="TextBox 25">
            <a:extLst>
              <a:ext uri="{FF2B5EF4-FFF2-40B4-BE49-F238E27FC236}">
                <a16:creationId xmlns:a16="http://schemas.microsoft.com/office/drawing/2014/main" id="{9460BEA8-5C78-6DDD-BEA2-EBE87A3368AA}"/>
              </a:ext>
            </a:extLst>
          </p:cNvPr>
          <p:cNvSpPr txBox="1"/>
          <p:nvPr/>
        </p:nvSpPr>
        <p:spPr>
          <a:xfrm>
            <a:off x="324664" y="4764721"/>
            <a:ext cx="1461149"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list2</a:t>
            </a:r>
          </a:p>
        </p:txBody>
      </p:sp>
      <p:grpSp>
        <p:nvGrpSpPr>
          <p:cNvPr id="27" name="Group 26">
            <a:extLst>
              <a:ext uri="{FF2B5EF4-FFF2-40B4-BE49-F238E27FC236}">
                <a16:creationId xmlns:a16="http://schemas.microsoft.com/office/drawing/2014/main" id="{8F805106-E557-1166-66C4-B7EDA91EBAE7}"/>
              </a:ext>
            </a:extLst>
          </p:cNvPr>
          <p:cNvGrpSpPr/>
          <p:nvPr/>
        </p:nvGrpSpPr>
        <p:grpSpPr>
          <a:xfrm>
            <a:off x="2340463" y="1479410"/>
            <a:ext cx="4736160" cy="948240"/>
            <a:chOff x="2340463" y="2916326"/>
            <a:chExt cx="4736160" cy="948240"/>
          </a:xfrm>
        </p:grpSpPr>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EA91FDEA-2BD6-5427-B630-991D273E220B}"/>
                    </a:ext>
                  </a:extLst>
                </p14:cNvPr>
                <p14:cNvContentPartPr/>
                <p14:nvPr/>
              </p14:nvContentPartPr>
              <p14:xfrm>
                <a:off x="2340463" y="2916326"/>
                <a:ext cx="4726080" cy="948240"/>
              </p14:xfrm>
            </p:contentPart>
          </mc:Choice>
          <mc:Fallback xmlns="">
            <p:pic>
              <p:nvPicPr>
                <p:cNvPr id="17" name="Ink 16">
                  <a:extLst>
                    <a:ext uri="{FF2B5EF4-FFF2-40B4-BE49-F238E27FC236}">
                      <a16:creationId xmlns:a16="http://schemas.microsoft.com/office/drawing/2014/main" id="{42A35953-DE14-B001-7744-30FADB3CCB8C}"/>
                    </a:ext>
                  </a:extLst>
                </p:cNvPr>
                <p:cNvPicPr/>
                <p:nvPr/>
              </p:nvPicPr>
              <p:blipFill>
                <a:blip r:embed="rId4"/>
                <a:stretch>
                  <a:fillRect/>
                </a:stretch>
              </p:blipFill>
              <p:spPr>
                <a:xfrm>
                  <a:off x="2322463" y="289868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450FAE7E-FD50-5631-22E4-67D9238B3AD8}"/>
                    </a:ext>
                  </a:extLst>
                </p14:cNvPr>
                <p14:cNvContentPartPr/>
                <p14:nvPr/>
              </p14:nvContentPartPr>
              <p14:xfrm>
                <a:off x="6814903" y="3450926"/>
                <a:ext cx="261720" cy="282240"/>
              </p14:xfrm>
            </p:contentPart>
          </mc:Choice>
          <mc:Fallback xmlns="">
            <p:pic>
              <p:nvPicPr>
                <p:cNvPr id="18" name="Ink 17">
                  <a:extLst>
                    <a:ext uri="{FF2B5EF4-FFF2-40B4-BE49-F238E27FC236}">
                      <a16:creationId xmlns:a16="http://schemas.microsoft.com/office/drawing/2014/main" id="{7421F87B-7AF3-8CD0-DDC8-3EAC3C92F69C}"/>
                    </a:ext>
                  </a:extLst>
                </p:cNvPr>
                <p:cNvPicPr/>
                <p:nvPr/>
              </p:nvPicPr>
              <p:blipFill>
                <a:blip r:embed="rId6"/>
                <a:stretch>
                  <a:fillRect/>
                </a:stretch>
              </p:blipFill>
              <p:spPr>
                <a:xfrm>
                  <a:off x="6796903" y="3432926"/>
                  <a:ext cx="297360" cy="317880"/>
                </a:xfrm>
                <a:prstGeom prst="rect">
                  <a:avLst/>
                </a:prstGeom>
              </p:spPr>
            </p:pic>
          </mc:Fallback>
        </mc:AlternateContent>
      </p:grpSp>
      <p:sp>
        <p:nvSpPr>
          <p:cNvPr id="31" name="TextBox 30">
            <a:extLst>
              <a:ext uri="{FF2B5EF4-FFF2-40B4-BE49-F238E27FC236}">
                <a16:creationId xmlns:a16="http://schemas.microsoft.com/office/drawing/2014/main" id="{31CA98DC-3D18-0B67-5CCF-FC8843B8F84B}"/>
              </a:ext>
            </a:extLst>
          </p:cNvPr>
          <p:cNvSpPr txBox="1"/>
          <p:nvPr/>
        </p:nvSpPr>
        <p:spPr>
          <a:xfrm>
            <a:off x="6675225" y="2779314"/>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0x40</a:t>
            </a:r>
          </a:p>
        </p:txBody>
      </p:sp>
      <p:sp>
        <p:nvSpPr>
          <p:cNvPr id="32" name="TextBox 31">
            <a:extLst>
              <a:ext uri="{FF2B5EF4-FFF2-40B4-BE49-F238E27FC236}">
                <a16:creationId xmlns:a16="http://schemas.microsoft.com/office/drawing/2014/main" id="{CAD8DD05-5971-99BE-1F56-CF27B962463D}"/>
              </a:ext>
            </a:extLst>
          </p:cNvPr>
          <p:cNvSpPr txBox="1"/>
          <p:nvPr/>
        </p:nvSpPr>
        <p:spPr>
          <a:xfrm>
            <a:off x="530039" y="2914781"/>
            <a:ext cx="1093713" cy="369332"/>
          </a:xfrm>
          <a:prstGeom prst="rect">
            <a:avLst/>
          </a:prstGeom>
          <a:noFill/>
          <a:ln>
            <a:noFill/>
          </a:ln>
        </p:spPr>
        <p:txBody>
          <a:bodyPr wrap="square" rtlCol="0">
            <a:spAutoFit/>
          </a:bodyPr>
          <a:lstStyle/>
          <a:p>
            <a:pPr algn="ctr"/>
            <a:r>
              <a:rPr lang="en-US" b="1" dirty="0">
                <a:solidFill>
                  <a:schemeClr val="accent1"/>
                </a:solidFill>
                <a:latin typeface="Roboto Mono" panose="00000009000000000000" pitchFamily="49" charset="0"/>
                <a:ea typeface="Roboto Mono" panose="00000009000000000000" pitchFamily="49" charset="0"/>
              </a:rPr>
              <a:t>0x20</a:t>
            </a:r>
          </a:p>
        </p:txBody>
      </p:sp>
      <p:sp>
        <p:nvSpPr>
          <p:cNvPr id="33" name="TextBox 32">
            <a:extLst>
              <a:ext uri="{FF2B5EF4-FFF2-40B4-BE49-F238E27FC236}">
                <a16:creationId xmlns:a16="http://schemas.microsoft.com/office/drawing/2014/main" id="{FB72E214-7BE8-4038-86C9-4AB7DB108EF4}"/>
              </a:ext>
            </a:extLst>
          </p:cNvPr>
          <p:cNvSpPr txBox="1"/>
          <p:nvPr/>
        </p:nvSpPr>
        <p:spPr>
          <a:xfrm>
            <a:off x="523470" y="5172397"/>
            <a:ext cx="1093713" cy="369332"/>
          </a:xfrm>
          <a:prstGeom prst="rect">
            <a:avLst/>
          </a:prstGeom>
          <a:noFill/>
          <a:ln>
            <a:noFill/>
          </a:ln>
        </p:spPr>
        <p:txBody>
          <a:bodyPr wrap="square" rtlCol="0">
            <a:spAutoFit/>
          </a:bodyPr>
          <a:lstStyle/>
          <a:p>
            <a:pPr algn="ctr"/>
            <a:r>
              <a:rPr lang="en-US" b="1" dirty="0">
                <a:solidFill>
                  <a:srgbClr val="00B050"/>
                </a:solidFill>
                <a:latin typeface="Roboto Mono" panose="00000009000000000000" pitchFamily="49" charset="0"/>
                <a:ea typeface="Roboto Mono" panose="00000009000000000000" pitchFamily="49" charset="0"/>
              </a:rPr>
              <a:t>0x100</a:t>
            </a:r>
          </a:p>
        </p:txBody>
      </p:sp>
      <p:graphicFrame>
        <p:nvGraphicFramePr>
          <p:cNvPr id="35" name="Table 34">
            <a:extLst>
              <a:ext uri="{FF2B5EF4-FFF2-40B4-BE49-F238E27FC236}">
                <a16:creationId xmlns:a16="http://schemas.microsoft.com/office/drawing/2014/main" id="{6B0D53E2-2AE7-74A0-D67D-885C34EE6C82}"/>
              </a:ext>
            </a:extLst>
          </p:cNvPr>
          <p:cNvGraphicFramePr>
            <a:graphicFrameLocks noGrp="1"/>
          </p:cNvGraphicFramePr>
          <p:nvPr/>
        </p:nvGraphicFramePr>
        <p:xfrm>
          <a:off x="6674337" y="4591981"/>
          <a:ext cx="2937804"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tblGrid>
              <a:tr h="370840">
                <a:tc>
                  <a:txBody>
                    <a:bodyPr/>
                    <a:lstStyle/>
                    <a:p>
                      <a:pPr algn="ctr"/>
                      <a:r>
                        <a:rPr lang="en-US" dirty="0">
                          <a:solidFill>
                            <a:srgbClr val="00B050"/>
                          </a:solidFill>
                          <a:latin typeface="Roboto Mono" panose="00000009000000000000" pitchFamily="49" charset="0"/>
                          <a:ea typeface="Roboto Mono" panose="00000009000000000000" pitchFamily="49" charset="0"/>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91.5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-10.4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sp>
        <p:nvSpPr>
          <p:cNvPr id="36" name="TextBox 35">
            <a:extLst>
              <a:ext uri="{FF2B5EF4-FFF2-40B4-BE49-F238E27FC236}">
                <a16:creationId xmlns:a16="http://schemas.microsoft.com/office/drawing/2014/main" id="{75E87513-71E9-2573-EC6B-04B5ECB01B11}"/>
              </a:ext>
            </a:extLst>
          </p:cNvPr>
          <p:cNvSpPr txBox="1"/>
          <p:nvPr/>
        </p:nvSpPr>
        <p:spPr>
          <a:xfrm>
            <a:off x="6629756" y="4993773"/>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0x130</a:t>
            </a:r>
          </a:p>
        </p:txBody>
      </p: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F56E228F-3C47-238A-1B25-A4EA39F722AD}"/>
                  </a:ext>
                </a:extLst>
              </p14:cNvPr>
              <p14:cNvContentPartPr/>
              <p14:nvPr/>
            </p14:nvContentPartPr>
            <p14:xfrm>
              <a:off x="2340463" y="2829142"/>
              <a:ext cx="4495935" cy="1831760"/>
            </p14:xfrm>
          </p:contentPart>
        </mc:Choice>
        <mc:Fallback xmlns="">
          <p:pic>
            <p:nvPicPr>
              <p:cNvPr id="2" name="Ink 1">
                <a:extLst>
                  <a:ext uri="{FF2B5EF4-FFF2-40B4-BE49-F238E27FC236}">
                    <a16:creationId xmlns:a16="http://schemas.microsoft.com/office/drawing/2014/main" id="{F56E228F-3C47-238A-1B25-A4EA39F722AD}"/>
                  </a:ext>
                </a:extLst>
              </p:cNvPr>
              <p:cNvPicPr/>
              <p:nvPr/>
            </p:nvPicPr>
            <p:blipFill>
              <a:blip r:embed="rId8"/>
              <a:stretch>
                <a:fillRect/>
              </a:stretch>
            </p:blipFill>
            <p:spPr>
              <a:xfrm>
                <a:off x="2322463" y="2811141"/>
                <a:ext cx="4531574" cy="1867402"/>
              </a:xfrm>
              <a:prstGeom prst="rect">
                <a:avLst/>
              </a:prstGeom>
            </p:spPr>
          </p:pic>
        </mc:Fallback>
      </mc:AlternateContent>
      <p:sp>
        <p:nvSpPr>
          <p:cNvPr id="3" name="TextBox 2">
            <a:extLst>
              <a:ext uri="{FF2B5EF4-FFF2-40B4-BE49-F238E27FC236}">
                <a16:creationId xmlns:a16="http://schemas.microsoft.com/office/drawing/2014/main" id="{7D696B12-7518-F6F9-538C-BB2B201A89C5}"/>
              </a:ext>
            </a:extLst>
          </p:cNvPr>
          <p:cNvSpPr txBox="1"/>
          <p:nvPr/>
        </p:nvSpPr>
        <p:spPr>
          <a:xfrm>
            <a:off x="7723469" y="4077000"/>
            <a:ext cx="3777343" cy="369332"/>
          </a:xfrm>
          <a:prstGeom prst="rect">
            <a:avLst/>
          </a:prstGeom>
          <a:noFill/>
          <a:ln w="19050">
            <a:solidFill>
              <a:srgbClr val="FF0000"/>
            </a:solidFill>
          </a:ln>
        </p:spPr>
        <p:txBody>
          <a:bodyPr wrap="square" rtlCol="0">
            <a:spAutoFit/>
          </a:bodyPr>
          <a:lstStyle/>
          <a:p>
            <a:pPr algn="ctr"/>
            <a:r>
              <a:rPr lang="en-US" b="1" i="1" dirty="0">
                <a:solidFill>
                  <a:srgbClr val="FF0000"/>
                </a:solidFill>
              </a:rPr>
              <a:t>This memory has been leaked!</a:t>
            </a:r>
          </a:p>
        </p:txBody>
      </p:sp>
      <p:sp>
        <p:nvSpPr>
          <p:cNvPr id="4" name="TextBox 3">
            <a:extLst>
              <a:ext uri="{FF2B5EF4-FFF2-40B4-BE49-F238E27FC236}">
                <a16:creationId xmlns:a16="http://schemas.microsoft.com/office/drawing/2014/main" id="{547C7476-32AC-D1A3-A8F3-BB54BD2FCE5C}"/>
              </a:ext>
            </a:extLst>
          </p:cNvPr>
          <p:cNvSpPr txBox="1"/>
          <p:nvPr/>
        </p:nvSpPr>
        <p:spPr>
          <a:xfrm>
            <a:off x="5573486" y="5541729"/>
            <a:ext cx="6461968" cy="1200329"/>
          </a:xfrm>
          <a:prstGeom prst="rect">
            <a:avLst/>
          </a:prstGeom>
          <a:noFill/>
          <a:ln w="19050">
            <a:solidFill>
              <a:srgbClr val="FF0000"/>
            </a:solidFill>
          </a:ln>
        </p:spPr>
        <p:txBody>
          <a:bodyPr wrap="square" rtlCol="0">
            <a:spAutoFit/>
          </a:bodyPr>
          <a:lstStyle/>
          <a:p>
            <a:r>
              <a:rPr lang="en-US" i="1" dirty="0">
                <a:solidFill>
                  <a:srgbClr val="FF0000"/>
                </a:solidFill>
              </a:rPr>
              <a:t>Additionally, we have coupled </a:t>
            </a:r>
            <a:r>
              <a:rPr lang="en-US" b="1"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list1</a:t>
            </a:r>
            <a:r>
              <a:rPr lang="en-US" i="1" dirty="0">
                <a:solidFill>
                  <a:srgbClr val="FF0000"/>
                </a:solidFill>
              </a:rPr>
              <a:t> and </a:t>
            </a:r>
            <a:r>
              <a:rPr lang="en-US" b="1"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list2</a:t>
            </a:r>
            <a:r>
              <a:rPr lang="en-US" i="1" dirty="0">
                <a:solidFill>
                  <a:srgbClr val="FF0000"/>
                </a:solidFill>
              </a:rPr>
              <a:t>, and also when one object is destroyed, the other’s destruction will cause problems. </a:t>
            </a:r>
          </a:p>
          <a:p>
            <a:r>
              <a:rPr lang="en-US" i="1" dirty="0">
                <a:solidFill>
                  <a:srgbClr val="FF0000"/>
                </a:solidFill>
              </a:rPr>
              <a:t>Similar problems that we saw while studying about copy </a:t>
            </a:r>
            <a:r>
              <a:rPr lang="en-US" i="1" dirty="0" err="1">
                <a:solidFill>
                  <a:srgbClr val="FF0000"/>
                </a:solidFill>
              </a:rPr>
              <a:t>ctors</a:t>
            </a:r>
            <a:r>
              <a:rPr lang="en-US" i="1" dirty="0">
                <a:solidFill>
                  <a:srgbClr val="FF0000"/>
                </a:solidFill>
              </a:rPr>
              <a:t>.</a:t>
            </a:r>
          </a:p>
        </p:txBody>
      </p:sp>
    </p:spTree>
    <p:extLst>
      <p:ext uri="{BB962C8B-B14F-4D97-AF65-F5344CB8AC3E}">
        <p14:creationId xmlns:p14="http://schemas.microsoft.com/office/powerpoint/2010/main" val="108157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AD1676-D69E-155E-FF97-4EF780A6CCE1}"/>
              </a:ext>
            </a:extLst>
          </p:cNvPr>
          <p:cNvSpPr txBox="1"/>
          <p:nvPr/>
        </p:nvSpPr>
        <p:spPr>
          <a:xfrm>
            <a:off x="6539433" y="98872"/>
            <a:ext cx="5539563" cy="2031325"/>
          </a:xfrm>
          <a:prstGeom prst="rect">
            <a:avLst/>
          </a:prstGeom>
          <a:noFill/>
          <a:ln w="19050">
            <a:noFill/>
          </a:ln>
        </p:spPr>
        <p:txBody>
          <a:bodyPr wrap="square" rtlCol="0">
            <a:spAutoFit/>
          </a:bodyPr>
          <a:lstStyle/>
          <a:p>
            <a:r>
              <a:rPr lang="en-US" i="1" dirty="0"/>
              <a:t>Therefore, we need to write our own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i="1" dirty="0"/>
              <a:t> for objects of the same class (</a:t>
            </a:r>
            <a:r>
              <a:rPr lang="en-US" b="1" dirty="0" err="1">
                <a:latin typeface="Cascadia Code" panose="020B0609020000020004" pitchFamily="49" charset="0"/>
                <a:ea typeface="Cascadia Code" panose="020B0609020000020004" pitchFamily="49" charset="0"/>
                <a:cs typeface="Cascadia Code" panose="020B0609020000020004" pitchFamily="49" charset="0"/>
              </a:rPr>
              <a:t>MyList</a:t>
            </a:r>
            <a:r>
              <a:rPr lang="en-US" i="1" dirty="0"/>
              <a:t> in this e.g.).</a:t>
            </a:r>
          </a:p>
          <a:p>
            <a:endParaRPr lang="en-US" i="1" dirty="0"/>
          </a:p>
          <a:p>
            <a:r>
              <a:rPr lang="en-US" i="1" dirty="0"/>
              <a:t>It will be a member function.</a:t>
            </a:r>
          </a:p>
          <a:p>
            <a:endParaRPr lang="en-US" i="1" dirty="0"/>
          </a:p>
          <a:p>
            <a:r>
              <a:rPr lang="en-US" i="1" dirty="0"/>
              <a:t>Let’s think about its implementation. It can’t be just copy-pasting values of </a:t>
            </a:r>
            <a:r>
              <a:rPr lang="en-US" b="1" dirty="0">
                <a:latin typeface="Cascadia Code" panose="020B0609020000020004" pitchFamily="49" charset="0"/>
                <a:ea typeface="Cascadia Code" panose="020B0609020000020004" pitchFamily="49" charset="0"/>
                <a:cs typeface="Cascadia Code" panose="020B0609020000020004" pitchFamily="49" charset="0"/>
              </a:rPr>
              <a:t>list1</a:t>
            </a:r>
            <a:r>
              <a:rPr lang="en-US" i="1" dirty="0"/>
              <a:t> into </a:t>
            </a:r>
            <a:r>
              <a:rPr lang="en-US" b="1" dirty="0">
                <a:latin typeface="Cascadia Code" panose="020B0609020000020004" pitchFamily="49" charset="0"/>
                <a:ea typeface="Cascadia Code" panose="020B0609020000020004" pitchFamily="49" charset="0"/>
                <a:cs typeface="Cascadia Code" panose="020B0609020000020004" pitchFamily="49" charset="0"/>
              </a:rPr>
              <a:t>list2</a:t>
            </a:r>
            <a:r>
              <a:rPr lang="en-US" i="1" dirty="0"/>
              <a:t>.</a:t>
            </a:r>
          </a:p>
        </p:txBody>
      </p:sp>
      <p:sp>
        <p:nvSpPr>
          <p:cNvPr id="6" name="TextBox 5">
            <a:extLst>
              <a:ext uri="{FF2B5EF4-FFF2-40B4-BE49-F238E27FC236}">
                <a16:creationId xmlns:a16="http://schemas.microsoft.com/office/drawing/2014/main" id="{439B7750-0609-7A4C-63FE-A1ACABEC9FE2}"/>
              </a:ext>
            </a:extLst>
          </p:cNvPr>
          <p:cNvSpPr txBox="1"/>
          <p:nvPr/>
        </p:nvSpPr>
        <p:spPr>
          <a:xfrm>
            <a:off x="318976" y="258901"/>
            <a:ext cx="5539563" cy="6340197"/>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MyList</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length</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new</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length</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length</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MyList</a:t>
            </a:r>
            <a:r>
              <a:rPr lang="en-US" sz="1400" b="0" dirty="0">
                <a:solidFill>
                  <a:srgbClr val="777777"/>
                </a:solidFill>
                <a:effectLst/>
                <a:latin typeface="Cascadia Mono" panose="020B0609020000020004" pitchFamily="49" charset="0"/>
              </a:rPr>
              <a:t>(</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ob</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new</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ob</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ob</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for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i</a:t>
            </a:r>
            <a:r>
              <a:rPr lang="en-US" sz="1400" b="0" dirty="0">
                <a:solidFill>
                  <a:srgbClr val="333333"/>
                </a:solidFill>
                <a:effectLst/>
                <a:latin typeface="Cascadia Mono" panose="020B0609020000020004" pitchFamily="49" charset="0"/>
              </a:rPr>
              <a:t>{</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i</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ob</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ob</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source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a:t>
            </a:r>
            <a:r>
              <a:rPr lang="en-US" sz="1400" b="1" dirty="0" err="1">
                <a:solidFill>
                  <a:srgbClr val="AA3731"/>
                </a:solidFill>
                <a:effectLst/>
                <a:latin typeface="Cascadia Mono" panose="020B0609020000020004" pitchFamily="49" charset="0"/>
              </a:rPr>
              <a:t>MyList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delete[]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7" name="Rectangle 6">
            <a:extLst>
              <a:ext uri="{FF2B5EF4-FFF2-40B4-BE49-F238E27FC236}">
                <a16:creationId xmlns:a16="http://schemas.microsoft.com/office/drawing/2014/main" id="{2DA89379-BF51-ACD9-BF64-E64466271750}"/>
              </a:ext>
            </a:extLst>
          </p:cNvPr>
          <p:cNvSpPr/>
          <p:nvPr/>
        </p:nvSpPr>
        <p:spPr>
          <a:xfrm>
            <a:off x="746304" y="4922874"/>
            <a:ext cx="4325426" cy="38581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03C7B1A-7CBE-04BF-DF89-413FCA62045D}"/>
              </a:ext>
            </a:extLst>
          </p:cNvPr>
          <p:cNvSpPr txBox="1"/>
          <p:nvPr/>
        </p:nvSpPr>
        <p:spPr>
          <a:xfrm>
            <a:off x="7759520" y="5675768"/>
            <a:ext cx="4319476" cy="923330"/>
          </a:xfrm>
          <a:prstGeom prst="rect">
            <a:avLst/>
          </a:prstGeom>
          <a:noFill/>
        </p:spPr>
        <p:txBody>
          <a:bodyPr wrap="square">
            <a:spAutoFit/>
          </a:bodyPr>
          <a:lstStyle/>
          <a:p>
            <a:pPr algn="ctr"/>
            <a:r>
              <a:rPr lang="en-US" i="1" dirty="0"/>
              <a:t>Again, there will be one nuance that I’ll be leaving out; it’s related to self-assignment as mentioned earlier.</a:t>
            </a:r>
          </a:p>
        </p:txBody>
      </p:sp>
      <p:sp>
        <p:nvSpPr>
          <p:cNvPr id="11" name="TextBox 10">
            <a:extLst>
              <a:ext uri="{FF2B5EF4-FFF2-40B4-BE49-F238E27FC236}">
                <a16:creationId xmlns:a16="http://schemas.microsoft.com/office/drawing/2014/main" id="{A227F8E6-8712-C702-DC14-DE3AACDE4664}"/>
              </a:ext>
            </a:extLst>
          </p:cNvPr>
          <p:cNvSpPr txBox="1"/>
          <p:nvPr/>
        </p:nvSpPr>
        <p:spPr>
          <a:xfrm>
            <a:off x="7759520" y="2828834"/>
            <a:ext cx="4149356" cy="1200329"/>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list2</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list1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i="1" dirty="0">
                <a:solidFill>
                  <a:srgbClr val="AAAAAA"/>
                </a:solidFill>
                <a:effectLst/>
                <a:latin typeface="Cascadia Mono" panose="020B0609020000020004" pitchFamily="49" charset="0"/>
              </a:rPr>
              <a:t>// Compiler's interpretation</a:t>
            </a:r>
            <a:endParaRPr lang="en-US" b="0" dirty="0">
              <a:solidFill>
                <a:srgbClr val="333333"/>
              </a:solidFill>
              <a:effectLst/>
              <a:latin typeface="Cascadia Mono" panose="020B0609020000020004" pitchFamily="49" charset="0"/>
            </a:endParaRPr>
          </a:p>
          <a:p>
            <a:r>
              <a:rPr lang="en-US" b="0" dirty="0">
                <a:solidFill>
                  <a:srgbClr val="7A3E9D"/>
                </a:solidFill>
                <a:effectLst/>
                <a:latin typeface="Cascadia Mono" panose="020B0609020000020004" pitchFamily="49" charset="0"/>
              </a:rPr>
              <a:t>list2</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operator=</a:t>
            </a:r>
            <a:r>
              <a:rPr lang="en-US" b="0" dirty="0">
                <a:solidFill>
                  <a:srgbClr val="777777"/>
                </a:solidFill>
                <a:effectLst/>
                <a:latin typeface="Cascadia Mono" panose="020B0609020000020004" pitchFamily="49" charset="0"/>
              </a:rPr>
              <a:t>(</a:t>
            </a:r>
            <a:r>
              <a:rPr lang="en-US" b="0" dirty="0">
                <a:solidFill>
                  <a:srgbClr val="7A3E9D"/>
                </a:solidFill>
                <a:effectLst/>
                <a:latin typeface="Cascadia Mono" panose="020B0609020000020004" pitchFamily="49" charset="0"/>
              </a:rPr>
              <a:t>list1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325753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2E7235-EFB4-4414-8A06-5BA773F09E97}"/>
              </a:ext>
            </a:extLst>
          </p:cNvPr>
          <p:cNvSpPr txBox="1"/>
          <p:nvPr/>
        </p:nvSpPr>
        <p:spPr>
          <a:xfrm>
            <a:off x="1076896" y="1322257"/>
            <a:ext cx="4157125" cy="830997"/>
          </a:xfrm>
          <a:prstGeom prst="rect">
            <a:avLst/>
          </a:prstGeom>
          <a:noFill/>
          <a:ln>
            <a:solidFill>
              <a:schemeClr val="tx1"/>
            </a:solidFill>
          </a:ln>
        </p:spPr>
        <p:txBody>
          <a:bodyPr wrap="square" rtlCol="0">
            <a:spAutoFit/>
          </a:bodyPr>
          <a:lstStyle/>
          <a:p>
            <a:pPr algn="ctr"/>
            <a:r>
              <a:rPr lang="en-US" sz="2400" dirty="0"/>
              <a:t>Stack Memory</a:t>
            </a:r>
          </a:p>
          <a:p>
            <a:pPr algn="ctr"/>
            <a:r>
              <a:rPr lang="en-US" sz="2400" dirty="0"/>
              <a:t>Automatic Memory Allocation</a:t>
            </a:r>
          </a:p>
        </p:txBody>
      </p:sp>
      <p:sp>
        <p:nvSpPr>
          <p:cNvPr id="5" name="TextBox 4">
            <a:extLst>
              <a:ext uri="{FF2B5EF4-FFF2-40B4-BE49-F238E27FC236}">
                <a16:creationId xmlns:a16="http://schemas.microsoft.com/office/drawing/2014/main" id="{CA7C50C7-E58F-5EF6-60CF-51A611D8A86B}"/>
              </a:ext>
            </a:extLst>
          </p:cNvPr>
          <p:cNvSpPr txBox="1"/>
          <p:nvPr/>
        </p:nvSpPr>
        <p:spPr>
          <a:xfrm>
            <a:off x="7043945" y="1322257"/>
            <a:ext cx="4157125" cy="830997"/>
          </a:xfrm>
          <a:prstGeom prst="rect">
            <a:avLst/>
          </a:prstGeom>
          <a:noFill/>
          <a:ln>
            <a:solidFill>
              <a:schemeClr val="tx1"/>
            </a:solidFill>
          </a:ln>
        </p:spPr>
        <p:txBody>
          <a:bodyPr wrap="square" rtlCol="0">
            <a:spAutoFit/>
          </a:bodyPr>
          <a:lstStyle/>
          <a:p>
            <a:pPr algn="ctr"/>
            <a:r>
              <a:rPr lang="en-US" sz="2400" dirty="0"/>
              <a:t>Heap Memory</a:t>
            </a:r>
          </a:p>
          <a:p>
            <a:pPr algn="ctr"/>
            <a:r>
              <a:rPr lang="en-US" sz="2400" dirty="0"/>
              <a:t>Dynamic Memory Allocation</a:t>
            </a:r>
          </a:p>
        </p:txBody>
      </p:sp>
      <p:graphicFrame>
        <p:nvGraphicFramePr>
          <p:cNvPr id="7" name="Table 4">
            <a:extLst>
              <a:ext uri="{FF2B5EF4-FFF2-40B4-BE49-F238E27FC236}">
                <a16:creationId xmlns:a16="http://schemas.microsoft.com/office/drawing/2014/main" id="{C5580DBF-D856-B3D9-AFA0-E879E42E5455}"/>
              </a:ext>
            </a:extLst>
          </p:cNvPr>
          <p:cNvGraphicFramePr>
            <a:graphicFrameLocks noGrp="1"/>
          </p:cNvGraphicFramePr>
          <p:nvPr>
            <p:extLst>
              <p:ext uri="{D42A27DB-BD31-4B8C-83A1-F6EECF244321}">
                <p14:modId xmlns:p14="http://schemas.microsoft.com/office/powerpoint/2010/main" val="1351152421"/>
              </p:ext>
            </p:extLst>
          </p:nvPr>
        </p:nvGraphicFramePr>
        <p:xfrm>
          <a:off x="1785811" y="3312947"/>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double* = 0x40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sp>
        <p:nvSpPr>
          <p:cNvPr id="8" name="TextBox 7">
            <a:extLst>
              <a:ext uri="{FF2B5EF4-FFF2-40B4-BE49-F238E27FC236}">
                <a16:creationId xmlns:a16="http://schemas.microsoft.com/office/drawing/2014/main" id="{D945A7DF-3A48-0B1E-0CEC-ED1F3244AE43}"/>
              </a:ext>
            </a:extLst>
          </p:cNvPr>
          <p:cNvSpPr txBox="1"/>
          <p:nvPr/>
        </p:nvSpPr>
        <p:spPr>
          <a:xfrm>
            <a:off x="324664" y="3478354"/>
            <a:ext cx="1461149"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list1</a:t>
            </a:r>
          </a:p>
        </p:txBody>
      </p:sp>
      <p:graphicFrame>
        <p:nvGraphicFramePr>
          <p:cNvPr id="9" name="Table 8">
            <a:extLst>
              <a:ext uri="{FF2B5EF4-FFF2-40B4-BE49-F238E27FC236}">
                <a16:creationId xmlns:a16="http://schemas.microsoft.com/office/drawing/2014/main" id="{13503B7B-C7DC-CC10-2105-BAA280AA6C28}"/>
              </a:ext>
            </a:extLst>
          </p:cNvPr>
          <p:cNvGraphicFramePr>
            <a:graphicFrameLocks noGrp="1"/>
          </p:cNvGraphicFramePr>
          <p:nvPr>
            <p:extLst>
              <p:ext uri="{D42A27DB-BD31-4B8C-83A1-F6EECF244321}">
                <p14:modId xmlns:p14="http://schemas.microsoft.com/office/powerpoint/2010/main" val="2418295409"/>
              </p:ext>
            </p:extLst>
          </p:nvPr>
        </p:nvGraphicFramePr>
        <p:xfrm>
          <a:off x="6674337" y="3312947"/>
          <a:ext cx="4896340"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gridCol w="979268">
                  <a:extLst>
                    <a:ext uri="{9D8B030D-6E8A-4147-A177-3AD203B41FA5}">
                      <a16:colId xmlns:a16="http://schemas.microsoft.com/office/drawing/2014/main" val="3321035955"/>
                    </a:ext>
                  </a:extLst>
                </a:gridCol>
                <a:gridCol w="979268">
                  <a:extLst>
                    <a:ext uri="{9D8B030D-6E8A-4147-A177-3AD203B41FA5}">
                      <a16:colId xmlns:a16="http://schemas.microsoft.com/office/drawing/2014/main" val="2312221542"/>
                    </a:ext>
                  </a:extLst>
                </a:gridCol>
              </a:tblGrid>
              <a:tr h="370840">
                <a:tc>
                  <a:txBody>
                    <a:bodyPr/>
                    <a:lstStyle/>
                    <a:p>
                      <a:pPr algn="ctr"/>
                      <a:r>
                        <a:rPr lang="en-US" dirty="0">
                          <a:solidFill>
                            <a:schemeClr val="accent1"/>
                          </a:solidFill>
                          <a:latin typeface="Roboto Mono" panose="00000009000000000000" pitchFamily="49" charset="0"/>
                          <a:ea typeface="Roboto Mono" panose="00000009000000000000" pitchFamily="49" charset="0"/>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3.1</a:t>
                      </a:r>
                      <a:endParaRPr lang="en-US" b="1" dirty="0">
                        <a:solidFill>
                          <a:schemeClr val="accent1"/>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grpSp>
        <p:nvGrpSpPr>
          <p:cNvPr id="11" name="Group 10">
            <a:extLst>
              <a:ext uri="{FF2B5EF4-FFF2-40B4-BE49-F238E27FC236}">
                <a16:creationId xmlns:a16="http://schemas.microsoft.com/office/drawing/2014/main" id="{DD1A5A83-0C23-AD34-F61C-E8A3E441CADB}"/>
              </a:ext>
            </a:extLst>
          </p:cNvPr>
          <p:cNvGrpSpPr/>
          <p:nvPr/>
        </p:nvGrpSpPr>
        <p:grpSpPr>
          <a:xfrm>
            <a:off x="2340463" y="2415081"/>
            <a:ext cx="4736160" cy="948240"/>
            <a:chOff x="2340463" y="2916326"/>
            <a:chExt cx="4736160" cy="948240"/>
          </a:xfrm>
        </p:grpSpPr>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941820EC-3FCE-0EA6-D6A3-F5FFEA35A043}"/>
                    </a:ext>
                  </a:extLst>
                </p14:cNvPr>
                <p14:cNvContentPartPr/>
                <p14:nvPr/>
              </p14:nvContentPartPr>
              <p14:xfrm>
                <a:off x="2340463" y="2916326"/>
                <a:ext cx="4726080" cy="948240"/>
              </p14:xfrm>
            </p:contentPart>
          </mc:Choice>
          <mc:Fallback xmlns="">
            <p:pic>
              <p:nvPicPr>
                <p:cNvPr id="17" name="Ink 16">
                  <a:extLst>
                    <a:ext uri="{FF2B5EF4-FFF2-40B4-BE49-F238E27FC236}">
                      <a16:creationId xmlns:a16="http://schemas.microsoft.com/office/drawing/2014/main" id="{42A35953-DE14-B001-7744-30FADB3CCB8C}"/>
                    </a:ext>
                  </a:extLst>
                </p:cNvPr>
                <p:cNvPicPr/>
                <p:nvPr/>
              </p:nvPicPr>
              <p:blipFill>
                <a:blip r:embed="rId3"/>
                <a:stretch>
                  <a:fillRect/>
                </a:stretch>
              </p:blipFill>
              <p:spPr>
                <a:xfrm>
                  <a:off x="2322463" y="289868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797DD440-8756-A310-4943-AD3EF2E4CBAE}"/>
                    </a:ext>
                  </a:extLst>
                </p14:cNvPr>
                <p14:cNvContentPartPr/>
                <p14:nvPr/>
              </p14:nvContentPartPr>
              <p14:xfrm>
                <a:off x="6814903" y="3450926"/>
                <a:ext cx="261720" cy="282240"/>
              </p14:xfrm>
            </p:contentPart>
          </mc:Choice>
          <mc:Fallback xmlns="">
            <p:pic>
              <p:nvPicPr>
                <p:cNvPr id="18" name="Ink 17">
                  <a:extLst>
                    <a:ext uri="{FF2B5EF4-FFF2-40B4-BE49-F238E27FC236}">
                      <a16:creationId xmlns:a16="http://schemas.microsoft.com/office/drawing/2014/main" id="{7421F87B-7AF3-8CD0-DDC8-3EAC3C92F69C}"/>
                    </a:ext>
                  </a:extLst>
                </p:cNvPr>
                <p:cNvPicPr/>
                <p:nvPr/>
              </p:nvPicPr>
              <p:blipFill>
                <a:blip r:embed="rId5"/>
                <a:stretch>
                  <a:fillRect/>
                </a:stretch>
              </p:blipFill>
              <p:spPr>
                <a:xfrm>
                  <a:off x="6796903" y="3432926"/>
                  <a:ext cx="297360" cy="317880"/>
                </a:xfrm>
                <a:prstGeom prst="rect">
                  <a:avLst/>
                </a:prstGeom>
              </p:spPr>
            </p:pic>
          </mc:Fallback>
        </mc:AlternateContent>
      </p:grpSp>
      <p:sp>
        <p:nvSpPr>
          <p:cNvPr id="14" name="TextBox 13">
            <a:extLst>
              <a:ext uri="{FF2B5EF4-FFF2-40B4-BE49-F238E27FC236}">
                <a16:creationId xmlns:a16="http://schemas.microsoft.com/office/drawing/2014/main" id="{43752CA3-89F7-AA6C-2456-CD0B9296210B}"/>
              </a:ext>
            </a:extLst>
          </p:cNvPr>
          <p:cNvSpPr txBox="1"/>
          <p:nvPr/>
        </p:nvSpPr>
        <p:spPr>
          <a:xfrm>
            <a:off x="530039" y="3850452"/>
            <a:ext cx="1093713" cy="369332"/>
          </a:xfrm>
          <a:prstGeom prst="rect">
            <a:avLst/>
          </a:prstGeom>
          <a:noFill/>
          <a:ln>
            <a:noFill/>
          </a:ln>
        </p:spPr>
        <p:txBody>
          <a:bodyPr wrap="square" rtlCol="0">
            <a:spAutoFit/>
          </a:bodyPr>
          <a:lstStyle/>
          <a:p>
            <a:pPr algn="ctr"/>
            <a:r>
              <a:rPr lang="en-US" b="1" dirty="0">
                <a:solidFill>
                  <a:schemeClr val="accent1"/>
                </a:solidFill>
                <a:latin typeface="Roboto Mono" panose="00000009000000000000" pitchFamily="49" charset="0"/>
                <a:ea typeface="Roboto Mono" panose="00000009000000000000" pitchFamily="49" charset="0"/>
              </a:rPr>
              <a:t>0x20</a:t>
            </a:r>
          </a:p>
        </p:txBody>
      </p:sp>
      <p:sp>
        <p:nvSpPr>
          <p:cNvPr id="20" name="TextBox 19">
            <a:extLst>
              <a:ext uri="{FF2B5EF4-FFF2-40B4-BE49-F238E27FC236}">
                <a16:creationId xmlns:a16="http://schemas.microsoft.com/office/drawing/2014/main" id="{8D8A1CB4-8497-35CE-6985-44123EB7F5C7}"/>
              </a:ext>
            </a:extLst>
          </p:cNvPr>
          <p:cNvSpPr txBox="1"/>
          <p:nvPr/>
        </p:nvSpPr>
        <p:spPr>
          <a:xfrm>
            <a:off x="6675225" y="3714985"/>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0x40</a:t>
            </a:r>
          </a:p>
        </p:txBody>
      </p:sp>
      <p:sp>
        <p:nvSpPr>
          <p:cNvPr id="22" name="TextBox 21">
            <a:extLst>
              <a:ext uri="{FF2B5EF4-FFF2-40B4-BE49-F238E27FC236}">
                <a16:creationId xmlns:a16="http://schemas.microsoft.com/office/drawing/2014/main" id="{75416D3E-1928-F79D-166C-BD6D1B3D95DB}"/>
              </a:ext>
            </a:extLst>
          </p:cNvPr>
          <p:cNvSpPr txBox="1"/>
          <p:nvPr/>
        </p:nvSpPr>
        <p:spPr>
          <a:xfrm>
            <a:off x="9010618" y="0"/>
            <a:ext cx="3181382" cy="954107"/>
          </a:xfrm>
          <a:prstGeom prst="rect">
            <a:avLst/>
          </a:prstGeom>
          <a:noFill/>
          <a:ln>
            <a:solidFill>
              <a:schemeClr val="tx1"/>
            </a:solidFill>
          </a:ln>
        </p:spPr>
        <p:txBody>
          <a:bodyPr wrap="square">
            <a:spAutoFit/>
          </a:bodyPr>
          <a:lstStyle/>
          <a:p>
            <a:r>
              <a:rPr lang="en-US" sz="1400" b="0" dirty="0">
                <a:solidFill>
                  <a:srgbClr val="7A3E9D"/>
                </a:solidFill>
                <a:effectLst/>
                <a:latin typeface="Cascadia Mono" panose="020B0609020000020004" pitchFamily="49" charset="0"/>
              </a:rPr>
              <a:t>list2</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Compiler's interpretation</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list2</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graphicFrame>
        <p:nvGraphicFramePr>
          <p:cNvPr id="23" name="Table 4">
            <a:extLst>
              <a:ext uri="{FF2B5EF4-FFF2-40B4-BE49-F238E27FC236}">
                <a16:creationId xmlns:a16="http://schemas.microsoft.com/office/drawing/2014/main" id="{984D8921-6F9E-208E-FC86-E5F1A44F7FDD}"/>
              </a:ext>
            </a:extLst>
          </p:cNvPr>
          <p:cNvGraphicFramePr>
            <a:graphicFrameLocks noGrp="1"/>
          </p:cNvGraphicFramePr>
          <p:nvPr>
            <p:extLst>
              <p:ext uri="{D42A27DB-BD31-4B8C-83A1-F6EECF244321}">
                <p14:modId xmlns:p14="http://schemas.microsoft.com/office/powerpoint/2010/main" val="2524546598"/>
              </p:ext>
            </p:extLst>
          </p:nvPr>
        </p:nvGraphicFramePr>
        <p:xfrm>
          <a:off x="1785811" y="5518625"/>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double* = 0x130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int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sp>
        <p:nvSpPr>
          <p:cNvPr id="24" name="TextBox 23">
            <a:extLst>
              <a:ext uri="{FF2B5EF4-FFF2-40B4-BE49-F238E27FC236}">
                <a16:creationId xmlns:a16="http://schemas.microsoft.com/office/drawing/2014/main" id="{C042BF12-AF3F-7358-774F-10FDDE5A318C}"/>
              </a:ext>
            </a:extLst>
          </p:cNvPr>
          <p:cNvSpPr txBox="1"/>
          <p:nvPr/>
        </p:nvSpPr>
        <p:spPr>
          <a:xfrm>
            <a:off x="324664" y="5691365"/>
            <a:ext cx="1461149"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list2</a:t>
            </a:r>
          </a:p>
        </p:txBody>
      </p:sp>
      <p:sp>
        <p:nvSpPr>
          <p:cNvPr id="25" name="TextBox 24">
            <a:extLst>
              <a:ext uri="{FF2B5EF4-FFF2-40B4-BE49-F238E27FC236}">
                <a16:creationId xmlns:a16="http://schemas.microsoft.com/office/drawing/2014/main" id="{CD675D70-7662-DE71-7047-5F4836123CB1}"/>
              </a:ext>
            </a:extLst>
          </p:cNvPr>
          <p:cNvSpPr txBox="1"/>
          <p:nvPr/>
        </p:nvSpPr>
        <p:spPr>
          <a:xfrm>
            <a:off x="523470" y="6099041"/>
            <a:ext cx="1093713" cy="369332"/>
          </a:xfrm>
          <a:prstGeom prst="rect">
            <a:avLst/>
          </a:prstGeom>
          <a:noFill/>
          <a:ln>
            <a:noFill/>
          </a:ln>
        </p:spPr>
        <p:txBody>
          <a:bodyPr wrap="square" rtlCol="0">
            <a:spAutoFit/>
          </a:bodyPr>
          <a:lstStyle/>
          <a:p>
            <a:pPr algn="ctr"/>
            <a:r>
              <a:rPr lang="en-US" b="1" dirty="0">
                <a:solidFill>
                  <a:srgbClr val="00B050"/>
                </a:solidFill>
                <a:latin typeface="Roboto Mono" panose="00000009000000000000" pitchFamily="49" charset="0"/>
                <a:ea typeface="Roboto Mono" panose="00000009000000000000" pitchFamily="49" charset="0"/>
              </a:rPr>
              <a:t>0x100</a:t>
            </a:r>
          </a:p>
        </p:txBody>
      </p:sp>
      <p:graphicFrame>
        <p:nvGraphicFramePr>
          <p:cNvPr id="26" name="Table 25">
            <a:extLst>
              <a:ext uri="{FF2B5EF4-FFF2-40B4-BE49-F238E27FC236}">
                <a16:creationId xmlns:a16="http://schemas.microsoft.com/office/drawing/2014/main" id="{FA4BA4A2-FF83-37C2-F0DC-7D47819F77A0}"/>
              </a:ext>
            </a:extLst>
          </p:cNvPr>
          <p:cNvGraphicFramePr>
            <a:graphicFrameLocks noGrp="1"/>
          </p:cNvGraphicFramePr>
          <p:nvPr>
            <p:extLst>
              <p:ext uri="{D42A27DB-BD31-4B8C-83A1-F6EECF244321}">
                <p14:modId xmlns:p14="http://schemas.microsoft.com/office/powerpoint/2010/main" val="3932400174"/>
              </p:ext>
            </p:extLst>
          </p:nvPr>
        </p:nvGraphicFramePr>
        <p:xfrm>
          <a:off x="6674337" y="5518625"/>
          <a:ext cx="2937804"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tblGrid>
              <a:tr h="370840">
                <a:tc>
                  <a:txBody>
                    <a:bodyPr/>
                    <a:lstStyle/>
                    <a:p>
                      <a:pPr algn="ctr"/>
                      <a:r>
                        <a:rPr lang="en-US" dirty="0">
                          <a:solidFill>
                            <a:srgbClr val="00B050"/>
                          </a:solidFill>
                          <a:latin typeface="Roboto Mono" panose="00000009000000000000" pitchFamily="49" charset="0"/>
                          <a:ea typeface="Roboto Mono" panose="00000009000000000000" pitchFamily="49" charset="0"/>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91.5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-10.4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grpSp>
        <p:nvGrpSpPr>
          <p:cNvPr id="27" name="Group 26">
            <a:extLst>
              <a:ext uri="{FF2B5EF4-FFF2-40B4-BE49-F238E27FC236}">
                <a16:creationId xmlns:a16="http://schemas.microsoft.com/office/drawing/2014/main" id="{B7EB697B-D1CA-C285-14CD-FCE9F3DD5D54}"/>
              </a:ext>
            </a:extLst>
          </p:cNvPr>
          <p:cNvGrpSpPr/>
          <p:nvPr/>
        </p:nvGrpSpPr>
        <p:grpSpPr>
          <a:xfrm>
            <a:off x="2340463" y="4614889"/>
            <a:ext cx="4736160" cy="948240"/>
            <a:chOff x="2340463" y="2916326"/>
            <a:chExt cx="4736160" cy="948240"/>
          </a:xfrm>
        </p:grpSpPr>
        <mc:AlternateContent xmlns:mc="http://schemas.openxmlformats.org/markup-compatibility/2006" xmlns:p14="http://schemas.microsoft.com/office/powerpoint/2010/main">
          <mc:Choice Requires="p14">
            <p:contentPart p14:bwMode="auto" r:id="rId6">
              <p14:nvContentPartPr>
                <p14:cNvPr id="28" name="Ink 27">
                  <a:extLst>
                    <a:ext uri="{FF2B5EF4-FFF2-40B4-BE49-F238E27FC236}">
                      <a16:creationId xmlns:a16="http://schemas.microsoft.com/office/drawing/2014/main" id="{E7817152-D632-D5B4-8D2F-13D29B6CBE58}"/>
                    </a:ext>
                  </a:extLst>
                </p14:cNvPr>
                <p14:cNvContentPartPr/>
                <p14:nvPr/>
              </p14:nvContentPartPr>
              <p14:xfrm>
                <a:off x="2340463" y="2916326"/>
                <a:ext cx="4726080" cy="948240"/>
              </p14:xfrm>
            </p:contentPart>
          </mc:Choice>
          <mc:Fallback xmlns="">
            <p:pic>
              <p:nvPicPr>
                <p:cNvPr id="17" name="Ink 16">
                  <a:extLst>
                    <a:ext uri="{FF2B5EF4-FFF2-40B4-BE49-F238E27FC236}">
                      <a16:creationId xmlns:a16="http://schemas.microsoft.com/office/drawing/2014/main" id="{42A35953-DE14-B001-7744-30FADB3CCB8C}"/>
                    </a:ext>
                  </a:extLst>
                </p:cNvPr>
                <p:cNvPicPr/>
                <p:nvPr/>
              </p:nvPicPr>
              <p:blipFill>
                <a:blip r:embed="rId3"/>
                <a:stretch>
                  <a:fillRect/>
                </a:stretch>
              </p:blipFill>
              <p:spPr>
                <a:xfrm>
                  <a:off x="2322463" y="289868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9" name="Ink 28">
                  <a:extLst>
                    <a:ext uri="{FF2B5EF4-FFF2-40B4-BE49-F238E27FC236}">
                      <a16:creationId xmlns:a16="http://schemas.microsoft.com/office/drawing/2014/main" id="{B1371A3B-A1BF-7C75-4D9F-E8E77EDE91B6}"/>
                    </a:ext>
                  </a:extLst>
                </p14:cNvPr>
                <p14:cNvContentPartPr/>
                <p14:nvPr/>
              </p14:nvContentPartPr>
              <p14:xfrm>
                <a:off x="6814903" y="3450926"/>
                <a:ext cx="261720" cy="282240"/>
              </p14:xfrm>
            </p:contentPart>
          </mc:Choice>
          <mc:Fallback xmlns="">
            <p:pic>
              <p:nvPicPr>
                <p:cNvPr id="18" name="Ink 17">
                  <a:extLst>
                    <a:ext uri="{FF2B5EF4-FFF2-40B4-BE49-F238E27FC236}">
                      <a16:creationId xmlns:a16="http://schemas.microsoft.com/office/drawing/2014/main" id="{7421F87B-7AF3-8CD0-DDC8-3EAC3C92F69C}"/>
                    </a:ext>
                  </a:extLst>
                </p:cNvPr>
                <p:cNvPicPr/>
                <p:nvPr/>
              </p:nvPicPr>
              <p:blipFill>
                <a:blip r:embed="rId5"/>
                <a:stretch>
                  <a:fillRect/>
                </a:stretch>
              </p:blipFill>
              <p:spPr>
                <a:xfrm>
                  <a:off x="6796903" y="3432926"/>
                  <a:ext cx="297360" cy="317880"/>
                </a:xfrm>
                <a:prstGeom prst="rect">
                  <a:avLst/>
                </a:prstGeom>
              </p:spPr>
            </p:pic>
          </mc:Fallback>
        </mc:AlternateContent>
      </p:grpSp>
      <p:sp>
        <p:nvSpPr>
          <p:cNvPr id="30" name="TextBox 29">
            <a:extLst>
              <a:ext uri="{FF2B5EF4-FFF2-40B4-BE49-F238E27FC236}">
                <a16:creationId xmlns:a16="http://schemas.microsoft.com/office/drawing/2014/main" id="{6A82D56E-F848-6D87-317F-C79A7F913A7E}"/>
              </a:ext>
            </a:extLst>
          </p:cNvPr>
          <p:cNvSpPr txBox="1"/>
          <p:nvPr/>
        </p:nvSpPr>
        <p:spPr>
          <a:xfrm>
            <a:off x="6629756" y="5920417"/>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0x130</a:t>
            </a:r>
          </a:p>
        </p:txBody>
      </p:sp>
      <p:sp>
        <p:nvSpPr>
          <p:cNvPr id="2" name="TextBox 1">
            <a:extLst>
              <a:ext uri="{FF2B5EF4-FFF2-40B4-BE49-F238E27FC236}">
                <a16:creationId xmlns:a16="http://schemas.microsoft.com/office/drawing/2014/main" id="{352F8906-B9E9-09EB-BD71-730F151A034C}"/>
              </a:ext>
            </a:extLst>
          </p:cNvPr>
          <p:cNvSpPr txBox="1"/>
          <p:nvPr/>
        </p:nvSpPr>
        <p:spPr>
          <a:xfrm>
            <a:off x="43073" y="40317"/>
            <a:ext cx="6863336" cy="646331"/>
          </a:xfrm>
          <a:prstGeom prst="rect">
            <a:avLst/>
          </a:prstGeom>
          <a:noFill/>
        </p:spPr>
        <p:txBody>
          <a:bodyPr wrap="square">
            <a:spAutoFit/>
          </a:bodyPr>
          <a:lstStyle/>
          <a:p>
            <a:r>
              <a:rPr lang="en-US" i="1" dirty="0"/>
              <a:t>This is our state before assignment. Now, let’s try to figure out the implementation for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i="1" dirty="0"/>
              <a:t>.</a:t>
            </a:r>
          </a:p>
        </p:txBody>
      </p:sp>
    </p:spTree>
    <p:extLst>
      <p:ext uri="{BB962C8B-B14F-4D97-AF65-F5344CB8AC3E}">
        <p14:creationId xmlns:p14="http://schemas.microsoft.com/office/powerpoint/2010/main" val="6563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4C611C-0043-328B-A6AA-1E71ADE215FC}"/>
              </a:ext>
            </a:extLst>
          </p:cNvPr>
          <p:cNvSpPr txBox="1"/>
          <p:nvPr/>
        </p:nvSpPr>
        <p:spPr>
          <a:xfrm>
            <a:off x="9010618" y="0"/>
            <a:ext cx="3181382" cy="954107"/>
          </a:xfrm>
          <a:prstGeom prst="rect">
            <a:avLst/>
          </a:prstGeom>
          <a:noFill/>
          <a:ln>
            <a:solidFill>
              <a:schemeClr val="tx1"/>
            </a:solidFill>
          </a:ln>
        </p:spPr>
        <p:txBody>
          <a:bodyPr wrap="square">
            <a:spAutoFit/>
          </a:bodyPr>
          <a:lstStyle/>
          <a:p>
            <a:r>
              <a:rPr lang="en-US" sz="1400" b="0" dirty="0">
                <a:solidFill>
                  <a:srgbClr val="7A3E9D"/>
                </a:solidFill>
                <a:effectLst/>
                <a:latin typeface="Cascadia Mono" panose="020B0609020000020004" pitchFamily="49" charset="0"/>
              </a:rPr>
              <a:t>list2</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Compiler's interpretation</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list2</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6" name="TextBox 5">
            <a:extLst>
              <a:ext uri="{FF2B5EF4-FFF2-40B4-BE49-F238E27FC236}">
                <a16:creationId xmlns:a16="http://schemas.microsoft.com/office/drawing/2014/main" id="{79CCD7B8-81F3-FAB8-CFF8-9DD006220761}"/>
              </a:ext>
            </a:extLst>
          </p:cNvPr>
          <p:cNvSpPr txBox="1"/>
          <p:nvPr/>
        </p:nvSpPr>
        <p:spPr>
          <a:xfrm>
            <a:off x="130282" y="120402"/>
            <a:ext cx="8604398" cy="6617196"/>
          </a:xfrm>
          <a:prstGeom prst="rect">
            <a:avLst/>
          </a:prstGeom>
          <a:noFill/>
        </p:spPr>
        <p:txBody>
          <a:bodyPr wrap="square">
            <a:spAutoFit/>
          </a:bodyPr>
          <a:lstStyle/>
          <a:p>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source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i="1" dirty="0">
                <a:solidFill>
                  <a:srgbClr val="AAAAAA"/>
                </a:solidFill>
                <a:effectLst/>
                <a:latin typeface="Cascadia Mono" panose="020B0609020000020004" pitchFamily="49" charset="0"/>
              </a:rPr>
              <a:t>    // first we need to deallocate any value that this array is holding</a:t>
            </a:r>
            <a:r>
              <a:rPr lang="en-US" sz="1400" i="1" dirty="0">
                <a:solidFill>
                  <a:srgbClr val="AAAAAA"/>
                </a:solidFill>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delete[]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p>
          <a:p>
            <a:r>
              <a:rPr lang="en-US" sz="1400" dirty="0">
                <a:solidFill>
                  <a:srgbClr val="7A3E9D"/>
                </a:solidFill>
                <a:latin typeface="Cascadia Mono" panose="020B0609020000020004" pitchFamily="49" charset="0"/>
              </a:rPr>
              <a:t>    </a:t>
            </a:r>
            <a:r>
              <a:rPr lang="en-US" sz="1400" dirty="0" err="1">
                <a:solidFill>
                  <a:srgbClr val="7A3E9D"/>
                </a:solidFill>
                <a:latin typeface="Cascadia Mono" panose="020B0609020000020004" pitchFamily="49" charset="0"/>
              </a:rPr>
              <a:t>m_array</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9C5D27"/>
                </a:solidFill>
                <a:latin typeface="Cascadia Mono" panose="020B0609020000020004" pitchFamily="49" charset="0"/>
              </a:rPr>
              <a:t>nullptr</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because </a:t>
            </a:r>
            <a:r>
              <a:rPr lang="en-US" sz="1400" b="0" i="1" dirty="0" err="1">
                <a:solidFill>
                  <a:srgbClr val="AAAAAA"/>
                </a:solidFill>
                <a:effectLst/>
                <a:latin typeface="Cascadia Mono" panose="020B0609020000020004" pitchFamily="49" charset="0"/>
              </a:rPr>
              <a:t>m_length</a:t>
            </a:r>
            <a:r>
              <a:rPr lang="en-US" sz="1400" b="0" i="1" dirty="0">
                <a:solidFill>
                  <a:srgbClr val="AAAAAA"/>
                </a:solidFill>
                <a:effectLst/>
                <a:latin typeface="Cascadia Mono" panose="020B0609020000020004" pitchFamily="49" charset="0"/>
              </a:rPr>
              <a:t> is not a pointer, we can shallow copy it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m_length</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source</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chemeClr val="bg1"/>
                </a:solidFill>
                <a:effectLst/>
                <a:latin typeface="Cascadia Mono" panose="020B0609020000020004" pitchFamily="49" charset="0"/>
              </a:rPr>
              <a:t>    // </a:t>
            </a:r>
            <a:r>
              <a:rPr lang="en-US" sz="1400" b="0" i="1" dirty="0" err="1">
                <a:solidFill>
                  <a:schemeClr val="bg1"/>
                </a:solidFill>
                <a:effectLst/>
                <a:latin typeface="Cascadia Mono" panose="020B0609020000020004" pitchFamily="49" charset="0"/>
              </a:rPr>
              <a:t>m_array</a:t>
            </a:r>
            <a:r>
              <a:rPr lang="en-US" sz="1400" b="0" i="1" dirty="0">
                <a:solidFill>
                  <a:schemeClr val="bg1"/>
                </a:solidFill>
                <a:effectLst/>
                <a:latin typeface="Cascadia Mono" panose="020B0609020000020004" pitchFamily="49" charset="0"/>
              </a:rPr>
              <a:t> is a pointer, so we need to deep copy it if it is non-null</a:t>
            </a:r>
            <a:endParaRPr lang="en-US" sz="1400" b="0" dirty="0">
              <a:solidFill>
                <a:schemeClr val="bg1"/>
              </a:solidFill>
              <a:effectLst/>
              <a:latin typeface="Cascadia Mono" panose="020B0609020000020004" pitchFamily="49" charset="0"/>
            </a:endParaRPr>
          </a:p>
          <a:p>
            <a:r>
              <a:rPr lang="en-US" sz="1400" b="0" dirty="0">
                <a:solidFill>
                  <a:schemeClr val="bg1"/>
                </a:solidFill>
                <a:effectLst/>
                <a:latin typeface="Cascadia Mono" panose="020B0609020000020004" pitchFamily="49" charset="0"/>
              </a:rPr>
              <a:t>    if (</a:t>
            </a:r>
            <a:r>
              <a:rPr lang="en-US" sz="1400" b="0" dirty="0" err="1">
                <a:solidFill>
                  <a:schemeClr val="bg1"/>
                </a:solidFill>
                <a:effectLst/>
                <a:latin typeface="Cascadia Mono" panose="020B0609020000020004" pitchFamily="49" charset="0"/>
              </a:rPr>
              <a:t>source.m_array</a:t>
            </a:r>
            <a:r>
              <a:rPr lang="en-US" sz="1400" b="0" dirty="0">
                <a:solidFill>
                  <a:schemeClr val="bg1"/>
                </a:solidFill>
                <a:effectLst/>
                <a:latin typeface="Cascadia Mono" panose="020B0609020000020004" pitchFamily="49" charset="0"/>
              </a:rPr>
              <a:t> != </a:t>
            </a:r>
            <a:r>
              <a:rPr lang="en-US" sz="1400" b="0" dirty="0" err="1">
                <a:solidFill>
                  <a:schemeClr val="bg1"/>
                </a:solidFill>
                <a:effectLst/>
                <a:latin typeface="Cascadia Mono" panose="020B0609020000020004" pitchFamily="49" charset="0"/>
              </a:rPr>
              <a:t>nullptr</a:t>
            </a:r>
            <a:r>
              <a:rPr lang="en-US" sz="1400" b="0" dirty="0">
                <a:solidFill>
                  <a:schemeClr val="bg1"/>
                </a:solidFill>
                <a:effectLst/>
                <a:latin typeface="Cascadia Mono" panose="020B0609020000020004" pitchFamily="49" charset="0"/>
              </a:rPr>
              <a:t>)</a:t>
            </a:r>
          </a:p>
          <a:p>
            <a:r>
              <a:rPr lang="en-US" sz="1400" b="0" dirty="0">
                <a:solidFill>
                  <a:schemeClr val="bg1"/>
                </a:solidFill>
                <a:effectLst/>
                <a:latin typeface="Cascadia Mono" panose="020B0609020000020004" pitchFamily="49" charset="0"/>
              </a:rPr>
              <a:t>    {</a:t>
            </a:r>
          </a:p>
          <a:p>
            <a:r>
              <a:rPr lang="en-US" sz="1400" b="0" i="1" dirty="0">
                <a:solidFill>
                  <a:schemeClr val="bg1"/>
                </a:solidFill>
                <a:effectLst/>
                <a:latin typeface="Cascadia Mono" panose="020B0609020000020004" pitchFamily="49" charset="0"/>
              </a:rPr>
              <a:t>        // allocate memory</a:t>
            </a:r>
            <a:endParaRPr lang="en-US" sz="1400" b="0" dirty="0">
              <a:solidFill>
                <a:schemeClr val="bg1"/>
              </a:solidFill>
              <a:effectLst/>
              <a:latin typeface="Cascadia Mono" panose="020B0609020000020004" pitchFamily="49" charset="0"/>
            </a:endParaRPr>
          </a:p>
          <a:p>
            <a:r>
              <a:rPr lang="en-US" sz="1400" b="0" dirty="0">
                <a:solidFill>
                  <a:schemeClr val="bg1"/>
                </a:solidFill>
                <a:effectLst/>
                <a:latin typeface="Cascadia Mono" panose="020B0609020000020004" pitchFamily="49" charset="0"/>
              </a:rPr>
              <a:t>        </a:t>
            </a:r>
            <a:r>
              <a:rPr lang="en-US" sz="1400" b="0" dirty="0" err="1">
                <a:solidFill>
                  <a:schemeClr val="bg1"/>
                </a:solidFill>
                <a:effectLst/>
                <a:latin typeface="Cascadia Mono" panose="020B0609020000020004" pitchFamily="49" charset="0"/>
              </a:rPr>
              <a:t>m_array</a:t>
            </a:r>
            <a:r>
              <a:rPr lang="en-US" sz="1400" b="0" dirty="0">
                <a:solidFill>
                  <a:schemeClr val="bg1"/>
                </a:solidFill>
                <a:effectLst/>
                <a:latin typeface="Cascadia Mono" panose="020B0609020000020004" pitchFamily="49" charset="0"/>
              </a:rPr>
              <a:t> = new double[</a:t>
            </a:r>
            <a:r>
              <a:rPr lang="en-US" sz="1400" b="0" dirty="0" err="1">
                <a:solidFill>
                  <a:schemeClr val="bg1"/>
                </a:solidFill>
                <a:effectLst/>
                <a:latin typeface="Cascadia Mono" panose="020B0609020000020004" pitchFamily="49" charset="0"/>
              </a:rPr>
              <a:t>m_length</a:t>
            </a:r>
            <a:r>
              <a:rPr lang="en-US" sz="1400" b="0" dirty="0">
                <a:solidFill>
                  <a:schemeClr val="bg1"/>
                </a:solidFill>
                <a:effectLst/>
                <a:latin typeface="Cascadia Mono" panose="020B0609020000020004" pitchFamily="49" charset="0"/>
              </a:rPr>
              <a:t>];</a:t>
            </a:r>
          </a:p>
          <a:p>
            <a:br>
              <a:rPr lang="en-US" sz="1400" b="0" dirty="0">
                <a:solidFill>
                  <a:schemeClr val="bg1"/>
                </a:solidFill>
                <a:effectLst/>
                <a:latin typeface="Cascadia Mono" panose="020B0609020000020004" pitchFamily="49" charset="0"/>
              </a:rPr>
            </a:br>
            <a:r>
              <a:rPr lang="en-US" sz="1400" b="0" i="1" dirty="0">
                <a:solidFill>
                  <a:schemeClr val="bg1"/>
                </a:solidFill>
                <a:effectLst/>
                <a:latin typeface="Cascadia Mono" panose="020B0609020000020004" pitchFamily="49" charset="0"/>
              </a:rPr>
              <a:t>        // do the copy</a:t>
            </a:r>
            <a:endParaRPr lang="en-US" sz="1400" b="0" dirty="0">
              <a:solidFill>
                <a:schemeClr val="bg1"/>
              </a:solidFill>
              <a:effectLst/>
              <a:latin typeface="Cascadia Mono" panose="020B0609020000020004" pitchFamily="49" charset="0"/>
            </a:endParaRPr>
          </a:p>
          <a:p>
            <a:r>
              <a:rPr lang="en-US" sz="1400" b="0" dirty="0">
                <a:solidFill>
                  <a:schemeClr val="bg1"/>
                </a:solidFill>
                <a:effectLst/>
                <a:latin typeface="Cascadia Mono" panose="020B0609020000020004" pitchFamily="49" charset="0"/>
              </a:rPr>
              <a:t>        for (int </a:t>
            </a:r>
            <a:r>
              <a:rPr lang="en-US" sz="1400" b="0" dirty="0" err="1">
                <a:solidFill>
                  <a:schemeClr val="bg1"/>
                </a:solidFill>
                <a:effectLst/>
                <a:latin typeface="Cascadia Mono" panose="020B0609020000020004" pitchFamily="49" charset="0"/>
              </a:rPr>
              <a:t>i</a:t>
            </a:r>
            <a:r>
              <a:rPr lang="en-US" sz="1400" b="0" dirty="0">
                <a:solidFill>
                  <a:schemeClr val="bg1"/>
                </a:solidFill>
                <a:effectLst/>
                <a:latin typeface="Cascadia Mono" panose="020B0609020000020004" pitchFamily="49" charset="0"/>
              </a:rPr>
              <a:t>{ 0 }; </a:t>
            </a:r>
            <a:r>
              <a:rPr lang="en-US" sz="1400" b="0" dirty="0" err="1">
                <a:solidFill>
                  <a:schemeClr val="bg1"/>
                </a:solidFill>
                <a:effectLst/>
                <a:latin typeface="Cascadia Mono" panose="020B0609020000020004" pitchFamily="49" charset="0"/>
              </a:rPr>
              <a:t>i</a:t>
            </a:r>
            <a:r>
              <a:rPr lang="en-US" sz="1400" b="0" dirty="0">
                <a:solidFill>
                  <a:schemeClr val="bg1"/>
                </a:solidFill>
                <a:effectLst/>
                <a:latin typeface="Cascadia Mono" panose="020B0609020000020004" pitchFamily="49" charset="0"/>
              </a:rPr>
              <a:t> &lt; </a:t>
            </a:r>
            <a:r>
              <a:rPr lang="en-US" sz="1400" b="0" dirty="0" err="1">
                <a:solidFill>
                  <a:schemeClr val="bg1"/>
                </a:solidFill>
                <a:effectLst/>
                <a:latin typeface="Cascadia Mono" panose="020B0609020000020004" pitchFamily="49" charset="0"/>
              </a:rPr>
              <a:t>m_length</a:t>
            </a:r>
            <a:r>
              <a:rPr lang="en-US" sz="1400" b="0" dirty="0">
                <a:solidFill>
                  <a:schemeClr val="bg1"/>
                </a:solidFill>
                <a:effectLst/>
                <a:latin typeface="Cascadia Mono" panose="020B0609020000020004" pitchFamily="49" charset="0"/>
              </a:rPr>
              <a:t>; ++</a:t>
            </a:r>
            <a:r>
              <a:rPr lang="en-US" sz="1400" b="0" dirty="0" err="1">
                <a:solidFill>
                  <a:schemeClr val="bg1"/>
                </a:solidFill>
                <a:effectLst/>
                <a:latin typeface="Cascadia Mono" panose="020B0609020000020004" pitchFamily="49" charset="0"/>
              </a:rPr>
              <a:t>i</a:t>
            </a:r>
            <a:r>
              <a:rPr lang="en-US" sz="1400" b="0" dirty="0">
                <a:solidFill>
                  <a:schemeClr val="bg1"/>
                </a:solidFill>
                <a:effectLst/>
                <a:latin typeface="Cascadia Mono" panose="020B0609020000020004" pitchFamily="49" charset="0"/>
              </a:rPr>
              <a:t>)</a:t>
            </a:r>
          </a:p>
          <a:p>
            <a:r>
              <a:rPr lang="en-US" sz="1400" b="0" dirty="0">
                <a:solidFill>
                  <a:schemeClr val="bg1"/>
                </a:solidFill>
                <a:effectLst/>
                <a:latin typeface="Cascadia Mono" panose="020B0609020000020004" pitchFamily="49" charset="0"/>
              </a:rPr>
              <a:t>        {</a:t>
            </a:r>
          </a:p>
          <a:p>
            <a:r>
              <a:rPr lang="en-US" sz="1400" b="0" dirty="0">
                <a:solidFill>
                  <a:schemeClr val="bg1"/>
                </a:solidFill>
                <a:effectLst/>
                <a:latin typeface="Cascadia Mono" panose="020B0609020000020004" pitchFamily="49" charset="0"/>
              </a:rPr>
              <a:t>            </a:t>
            </a:r>
            <a:r>
              <a:rPr lang="en-US" sz="1400" b="0" dirty="0" err="1">
                <a:solidFill>
                  <a:schemeClr val="bg1"/>
                </a:solidFill>
                <a:effectLst/>
                <a:latin typeface="Cascadia Mono" panose="020B0609020000020004" pitchFamily="49" charset="0"/>
              </a:rPr>
              <a:t>m_array</a:t>
            </a:r>
            <a:r>
              <a:rPr lang="en-US" sz="1400" b="0" dirty="0">
                <a:solidFill>
                  <a:schemeClr val="bg1"/>
                </a:solidFill>
                <a:effectLst/>
                <a:latin typeface="Cascadia Mono" panose="020B0609020000020004" pitchFamily="49" charset="0"/>
              </a:rPr>
              <a:t>[</a:t>
            </a:r>
            <a:r>
              <a:rPr lang="en-US" sz="1400" b="0" dirty="0" err="1">
                <a:solidFill>
                  <a:schemeClr val="bg1"/>
                </a:solidFill>
                <a:effectLst/>
                <a:latin typeface="Cascadia Mono" panose="020B0609020000020004" pitchFamily="49" charset="0"/>
              </a:rPr>
              <a:t>i</a:t>
            </a:r>
            <a:r>
              <a:rPr lang="en-US" sz="1400" b="0" dirty="0">
                <a:solidFill>
                  <a:schemeClr val="bg1"/>
                </a:solidFill>
                <a:effectLst/>
                <a:latin typeface="Cascadia Mono" panose="020B0609020000020004" pitchFamily="49" charset="0"/>
              </a:rPr>
              <a:t>] = </a:t>
            </a:r>
            <a:r>
              <a:rPr lang="en-US" sz="1400" b="0" dirty="0" err="1">
                <a:solidFill>
                  <a:schemeClr val="bg1"/>
                </a:solidFill>
                <a:effectLst/>
                <a:latin typeface="Cascadia Mono" panose="020B0609020000020004" pitchFamily="49" charset="0"/>
              </a:rPr>
              <a:t>source.m_array</a:t>
            </a:r>
            <a:r>
              <a:rPr lang="en-US" sz="1400" b="0" dirty="0">
                <a:solidFill>
                  <a:schemeClr val="bg1"/>
                </a:solidFill>
                <a:effectLst/>
                <a:latin typeface="Cascadia Mono" panose="020B0609020000020004" pitchFamily="49" charset="0"/>
              </a:rPr>
              <a:t>[</a:t>
            </a:r>
            <a:r>
              <a:rPr lang="en-US" sz="1400" b="0" dirty="0" err="1">
                <a:solidFill>
                  <a:schemeClr val="bg1"/>
                </a:solidFill>
                <a:effectLst/>
                <a:latin typeface="Cascadia Mono" panose="020B0609020000020004" pitchFamily="49" charset="0"/>
              </a:rPr>
              <a:t>i</a:t>
            </a:r>
            <a:r>
              <a:rPr lang="en-US" sz="1400" b="0" dirty="0">
                <a:solidFill>
                  <a:schemeClr val="bg1"/>
                </a:solidFill>
                <a:effectLst/>
                <a:latin typeface="Cascadia Mono" panose="020B0609020000020004" pitchFamily="49" charset="0"/>
              </a:rPr>
              <a:t>];</a:t>
            </a:r>
          </a:p>
          <a:p>
            <a:r>
              <a:rPr lang="en-US" sz="1400" b="0" dirty="0">
                <a:solidFill>
                  <a:schemeClr val="bg1"/>
                </a:solidFill>
                <a:effectLst/>
                <a:latin typeface="Cascadia Mono" panose="020B0609020000020004" pitchFamily="49" charset="0"/>
              </a:rPr>
              <a:t>        }</a:t>
            </a:r>
          </a:p>
          <a:p>
            <a:r>
              <a:rPr lang="en-US" sz="1400" b="0" dirty="0">
                <a:solidFill>
                  <a:schemeClr val="bg1"/>
                </a:solidFill>
                <a:effectLst/>
                <a:latin typeface="Cascadia Mono" panose="020B0609020000020004" pitchFamily="49" charset="0"/>
              </a:rPr>
              <a:t>    }</a:t>
            </a:r>
          </a:p>
          <a:p>
            <a:r>
              <a:rPr lang="en-US" sz="1400" b="0" dirty="0">
                <a:solidFill>
                  <a:schemeClr val="bg1"/>
                </a:solidFill>
                <a:effectLst/>
                <a:latin typeface="Cascadia Mono" panose="020B0609020000020004" pitchFamily="49" charset="0"/>
              </a:rPr>
              <a:t>    else</a:t>
            </a:r>
          </a:p>
          <a:p>
            <a:r>
              <a:rPr lang="en-US" sz="1400" b="0" dirty="0">
                <a:solidFill>
                  <a:schemeClr val="bg1"/>
                </a:solidFill>
                <a:effectLst/>
                <a:latin typeface="Cascadia Mono" panose="020B0609020000020004" pitchFamily="49" charset="0"/>
              </a:rPr>
              <a:t>    {</a:t>
            </a:r>
          </a:p>
          <a:p>
            <a:r>
              <a:rPr lang="en-US" sz="1400" b="0" dirty="0">
                <a:solidFill>
                  <a:schemeClr val="bg1"/>
                </a:solidFill>
                <a:effectLst/>
                <a:latin typeface="Cascadia Mono" panose="020B0609020000020004" pitchFamily="49" charset="0"/>
              </a:rPr>
              <a:t>        </a:t>
            </a:r>
            <a:r>
              <a:rPr lang="en-US" sz="1400" i="1" dirty="0">
                <a:solidFill>
                  <a:schemeClr val="bg1"/>
                </a:solidFill>
                <a:latin typeface="Cascadia Mono" panose="020B0609020000020004" pitchFamily="49" charset="0"/>
              </a:rPr>
              <a:t>// this-&gt;</a:t>
            </a:r>
            <a:r>
              <a:rPr lang="en-US" sz="1400" i="1" dirty="0" err="1">
                <a:solidFill>
                  <a:schemeClr val="bg1"/>
                </a:solidFill>
                <a:latin typeface="Cascadia Mono" panose="020B0609020000020004" pitchFamily="49" charset="0"/>
              </a:rPr>
              <a:t>m_array</a:t>
            </a:r>
            <a:r>
              <a:rPr lang="en-US" sz="1400" i="1" dirty="0">
                <a:solidFill>
                  <a:schemeClr val="bg1"/>
                </a:solidFill>
                <a:latin typeface="Cascadia Mono" panose="020B0609020000020004" pitchFamily="49" charset="0"/>
              </a:rPr>
              <a:t> is already </a:t>
            </a:r>
            <a:r>
              <a:rPr lang="en-US" sz="1400" i="1" dirty="0" err="1">
                <a:solidFill>
                  <a:schemeClr val="bg1"/>
                </a:solidFill>
                <a:latin typeface="Cascadia Mono" panose="020B0609020000020004" pitchFamily="49" charset="0"/>
              </a:rPr>
              <a:t>nullptr</a:t>
            </a:r>
            <a:endParaRPr lang="en-US" sz="1400" b="0" dirty="0">
              <a:solidFill>
                <a:schemeClr val="bg1"/>
              </a:solidFill>
              <a:effectLst/>
              <a:latin typeface="Cascadia Mono" panose="020B0609020000020004" pitchFamily="49" charset="0"/>
            </a:endParaRPr>
          </a:p>
          <a:p>
            <a:r>
              <a:rPr lang="en-US" sz="1400" b="0" dirty="0">
                <a:solidFill>
                  <a:schemeClr val="bg1"/>
                </a:solidFill>
                <a:effectLst/>
                <a:latin typeface="Cascadia Mono" panose="020B0609020000020004" pitchFamily="49" charset="0"/>
              </a:rPr>
              <a:t>    }</a:t>
            </a:r>
          </a:p>
          <a:p>
            <a:endParaRPr lang="en-US" sz="1400" b="0" dirty="0">
              <a:solidFill>
                <a:srgbClr val="333333"/>
              </a:solidFill>
              <a:effectLst/>
              <a:latin typeface="Cascadia Mono" panose="020B0609020000020004" pitchFamily="49" charset="0"/>
            </a:endParaRPr>
          </a:p>
          <a:p>
            <a:r>
              <a:rPr lang="en-US" sz="1400" i="1" dirty="0">
                <a:solidFill>
                  <a:srgbClr val="AAAAAA"/>
                </a:solidFill>
                <a:latin typeface="Cascadia Mono" panose="020B0609020000020004" pitchFamily="49" charset="0"/>
              </a:rPr>
              <a:t>    // return by reference</a:t>
            </a:r>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9C5D27"/>
                </a:solidFill>
                <a:effectLst/>
                <a:latin typeface="Cascadia Mono" panose="020B0609020000020004" pitchFamily="49" charset="0"/>
              </a:rPr>
              <a:t>this</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2016582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4" end="2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2E7235-EFB4-4414-8A06-5BA773F09E97}"/>
              </a:ext>
            </a:extLst>
          </p:cNvPr>
          <p:cNvSpPr txBox="1"/>
          <p:nvPr/>
        </p:nvSpPr>
        <p:spPr>
          <a:xfrm>
            <a:off x="1076896" y="1322257"/>
            <a:ext cx="4157125" cy="830997"/>
          </a:xfrm>
          <a:prstGeom prst="rect">
            <a:avLst/>
          </a:prstGeom>
          <a:noFill/>
          <a:ln>
            <a:solidFill>
              <a:schemeClr val="tx1"/>
            </a:solidFill>
          </a:ln>
        </p:spPr>
        <p:txBody>
          <a:bodyPr wrap="square" rtlCol="0">
            <a:spAutoFit/>
          </a:bodyPr>
          <a:lstStyle/>
          <a:p>
            <a:pPr algn="ctr"/>
            <a:r>
              <a:rPr lang="en-US" sz="2400" dirty="0"/>
              <a:t>Stack Memory</a:t>
            </a:r>
          </a:p>
          <a:p>
            <a:pPr algn="ctr"/>
            <a:r>
              <a:rPr lang="en-US" sz="2400" dirty="0"/>
              <a:t>Automatic Memory Allocation</a:t>
            </a:r>
          </a:p>
        </p:txBody>
      </p:sp>
      <p:sp>
        <p:nvSpPr>
          <p:cNvPr id="5" name="TextBox 4">
            <a:extLst>
              <a:ext uri="{FF2B5EF4-FFF2-40B4-BE49-F238E27FC236}">
                <a16:creationId xmlns:a16="http://schemas.microsoft.com/office/drawing/2014/main" id="{CA7C50C7-E58F-5EF6-60CF-51A611D8A86B}"/>
              </a:ext>
            </a:extLst>
          </p:cNvPr>
          <p:cNvSpPr txBox="1"/>
          <p:nvPr/>
        </p:nvSpPr>
        <p:spPr>
          <a:xfrm>
            <a:off x="7043945" y="1322257"/>
            <a:ext cx="4157125" cy="830997"/>
          </a:xfrm>
          <a:prstGeom prst="rect">
            <a:avLst/>
          </a:prstGeom>
          <a:noFill/>
          <a:ln>
            <a:solidFill>
              <a:schemeClr val="tx1"/>
            </a:solidFill>
          </a:ln>
        </p:spPr>
        <p:txBody>
          <a:bodyPr wrap="square" rtlCol="0">
            <a:spAutoFit/>
          </a:bodyPr>
          <a:lstStyle/>
          <a:p>
            <a:pPr algn="ctr"/>
            <a:r>
              <a:rPr lang="en-US" sz="2400" dirty="0"/>
              <a:t>Heap Memory</a:t>
            </a:r>
          </a:p>
          <a:p>
            <a:pPr algn="ctr"/>
            <a:r>
              <a:rPr lang="en-US" sz="2400" dirty="0"/>
              <a:t>Dynamic Memory Allocation</a:t>
            </a:r>
          </a:p>
        </p:txBody>
      </p:sp>
      <p:graphicFrame>
        <p:nvGraphicFramePr>
          <p:cNvPr id="6" name="Table 4">
            <a:extLst>
              <a:ext uri="{FF2B5EF4-FFF2-40B4-BE49-F238E27FC236}">
                <a16:creationId xmlns:a16="http://schemas.microsoft.com/office/drawing/2014/main" id="{D5BA6DEC-99BD-0B77-F37A-31916DABB00F}"/>
              </a:ext>
            </a:extLst>
          </p:cNvPr>
          <p:cNvGraphicFramePr>
            <a:graphicFrameLocks noGrp="1"/>
          </p:cNvGraphicFramePr>
          <p:nvPr/>
        </p:nvGraphicFramePr>
        <p:xfrm>
          <a:off x="1785811" y="5527652"/>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1800" b="1" dirty="0">
                          <a:solidFill>
                            <a:srgbClr val="00B050"/>
                          </a:solidFill>
                          <a:latin typeface="Roboto Mono" panose="00000009000000000000" pitchFamily="49" charset="0"/>
                          <a:ea typeface="Roboto Mono" panose="00000009000000000000" pitchFamily="49" charset="0"/>
                        </a:rPr>
                        <a:t>double* = </a:t>
                      </a:r>
                      <a:r>
                        <a:rPr lang="en-US" sz="1800" b="1" dirty="0" err="1">
                          <a:solidFill>
                            <a:srgbClr val="00B050"/>
                          </a:solidFill>
                          <a:latin typeface="Roboto Mono" panose="00000009000000000000" pitchFamily="49" charset="0"/>
                          <a:ea typeface="Roboto Mono" panose="00000009000000000000" pitchFamily="49" charset="0"/>
                        </a:rPr>
                        <a:t>nullptr</a:t>
                      </a:r>
                      <a:endParaRPr lang="en-US" sz="2000" b="1" dirty="0">
                        <a:solidFill>
                          <a:srgbClr val="00B050"/>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graphicFrame>
        <p:nvGraphicFramePr>
          <p:cNvPr id="7" name="Table 4">
            <a:extLst>
              <a:ext uri="{FF2B5EF4-FFF2-40B4-BE49-F238E27FC236}">
                <a16:creationId xmlns:a16="http://schemas.microsoft.com/office/drawing/2014/main" id="{C5580DBF-D856-B3D9-AFA0-E879E42E5455}"/>
              </a:ext>
            </a:extLst>
          </p:cNvPr>
          <p:cNvGraphicFramePr>
            <a:graphicFrameLocks noGrp="1"/>
          </p:cNvGraphicFramePr>
          <p:nvPr/>
        </p:nvGraphicFramePr>
        <p:xfrm>
          <a:off x="1785811" y="3312947"/>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double* = 0x40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sp>
        <p:nvSpPr>
          <p:cNvPr id="8" name="TextBox 7">
            <a:extLst>
              <a:ext uri="{FF2B5EF4-FFF2-40B4-BE49-F238E27FC236}">
                <a16:creationId xmlns:a16="http://schemas.microsoft.com/office/drawing/2014/main" id="{D945A7DF-3A48-0B1E-0CEC-ED1F3244AE43}"/>
              </a:ext>
            </a:extLst>
          </p:cNvPr>
          <p:cNvSpPr txBox="1"/>
          <p:nvPr/>
        </p:nvSpPr>
        <p:spPr>
          <a:xfrm>
            <a:off x="324664" y="3478354"/>
            <a:ext cx="1461149"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list1</a:t>
            </a:r>
          </a:p>
        </p:txBody>
      </p:sp>
      <p:graphicFrame>
        <p:nvGraphicFramePr>
          <p:cNvPr id="9" name="Table 8">
            <a:extLst>
              <a:ext uri="{FF2B5EF4-FFF2-40B4-BE49-F238E27FC236}">
                <a16:creationId xmlns:a16="http://schemas.microsoft.com/office/drawing/2014/main" id="{13503B7B-C7DC-CC10-2105-BAA280AA6C28}"/>
              </a:ext>
            </a:extLst>
          </p:cNvPr>
          <p:cNvGraphicFramePr>
            <a:graphicFrameLocks noGrp="1"/>
          </p:cNvGraphicFramePr>
          <p:nvPr/>
        </p:nvGraphicFramePr>
        <p:xfrm>
          <a:off x="6674337" y="3312947"/>
          <a:ext cx="4896340"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gridCol w="979268">
                  <a:extLst>
                    <a:ext uri="{9D8B030D-6E8A-4147-A177-3AD203B41FA5}">
                      <a16:colId xmlns:a16="http://schemas.microsoft.com/office/drawing/2014/main" val="3321035955"/>
                    </a:ext>
                  </a:extLst>
                </a:gridCol>
                <a:gridCol w="979268">
                  <a:extLst>
                    <a:ext uri="{9D8B030D-6E8A-4147-A177-3AD203B41FA5}">
                      <a16:colId xmlns:a16="http://schemas.microsoft.com/office/drawing/2014/main" val="2312221542"/>
                    </a:ext>
                  </a:extLst>
                </a:gridCol>
              </a:tblGrid>
              <a:tr h="370840">
                <a:tc>
                  <a:txBody>
                    <a:bodyPr/>
                    <a:lstStyle/>
                    <a:p>
                      <a:pPr algn="ctr"/>
                      <a:r>
                        <a:rPr lang="en-US" dirty="0">
                          <a:solidFill>
                            <a:schemeClr val="accent1"/>
                          </a:solidFill>
                          <a:latin typeface="Roboto Mono" panose="00000009000000000000" pitchFamily="49" charset="0"/>
                          <a:ea typeface="Roboto Mono" panose="00000009000000000000" pitchFamily="49" charset="0"/>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3.1</a:t>
                      </a:r>
                      <a:endParaRPr lang="en-US" b="1" dirty="0">
                        <a:solidFill>
                          <a:schemeClr val="accent1"/>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sp>
        <p:nvSpPr>
          <p:cNvPr id="10" name="TextBox 9">
            <a:extLst>
              <a:ext uri="{FF2B5EF4-FFF2-40B4-BE49-F238E27FC236}">
                <a16:creationId xmlns:a16="http://schemas.microsoft.com/office/drawing/2014/main" id="{7FA93BCC-DFE8-04B5-7C04-92400C363B6B}"/>
              </a:ext>
            </a:extLst>
          </p:cNvPr>
          <p:cNvSpPr txBox="1"/>
          <p:nvPr/>
        </p:nvSpPr>
        <p:spPr>
          <a:xfrm>
            <a:off x="324664" y="5700392"/>
            <a:ext cx="1461149"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list2</a:t>
            </a:r>
          </a:p>
        </p:txBody>
      </p:sp>
      <p:grpSp>
        <p:nvGrpSpPr>
          <p:cNvPr id="11" name="Group 10">
            <a:extLst>
              <a:ext uri="{FF2B5EF4-FFF2-40B4-BE49-F238E27FC236}">
                <a16:creationId xmlns:a16="http://schemas.microsoft.com/office/drawing/2014/main" id="{DD1A5A83-0C23-AD34-F61C-E8A3E441CADB}"/>
              </a:ext>
            </a:extLst>
          </p:cNvPr>
          <p:cNvGrpSpPr/>
          <p:nvPr/>
        </p:nvGrpSpPr>
        <p:grpSpPr>
          <a:xfrm>
            <a:off x="2340463" y="2415081"/>
            <a:ext cx="4736160" cy="948240"/>
            <a:chOff x="2340463" y="2916326"/>
            <a:chExt cx="4736160" cy="948240"/>
          </a:xfrm>
        </p:grpSpPr>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941820EC-3FCE-0EA6-D6A3-F5FFEA35A043}"/>
                    </a:ext>
                  </a:extLst>
                </p14:cNvPr>
                <p14:cNvContentPartPr/>
                <p14:nvPr/>
              </p14:nvContentPartPr>
              <p14:xfrm>
                <a:off x="2340463" y="2916326"/>
                <a:ext cx="4726080" cy="948240"/>
              </p14:xfrm>
            </p:contentPart>
          </mc:Choice>
          <mc:Fallback xmlns="">
            <p:pic>
              <p:nvPicPr>
                <p:cNvPr id="12" name="Ink 11">
                  <a:extLst>
                    <a:ext uri="{FF2B5EF4-FFF2-40B4-BE49-F238E27FC236}">
                      <a16:creationId xmlns:a16="http://schemas.microsoft.com/office/drawing/2014/main" id="{941820EC-3FCE-0EA6-D6A3-F5FFEA35A043}"/>
                    </a:ext>
                  </a:extLst>
                </p:cNvPr>
                <p:cNvPicPr/>
                <p:nvPr/>
              </p:nvPicPr>
              <p:blipFill>
                <a:blip r:embed="rId3"/>
                <a:stretch>
                  <a:fillRect/>
                </a:stretch>
              </p:blipFill>
              <p:spPr>
                <a:xfrm>
                  <a:off x="2322463" y="289832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797DD440-8756-A310-4943-AD3EF2E4CBAE}"/>
                    </a:ext>
                  </a:extLst>
                </p14:cNvPr>
                <p14:cNvContentPartPr/>
                <p14:nvPr/>
              </p14:nvContentPartPr>
              <p14:xfrm>
                <a:off x="6814903" y="3450926"/>
                <a:ext cx="261720" cy="282240"/>
              </p14:xfrm>
            </p:contentPart>
          </mc:Choice>
          <mc:Fallback xmlns="">
            <p:pic>
              <p:nvPicPr>
                <p:cNvPr id="13" name="Ink 12">
                  <a:extLst>
                    <a:ext uri="{FF2B5EF4-FFF2-40B4-BE49-F238E27FC236}">
                      <a16:creationId xmlns:a16="http://schemas.microsoft.com/office/drawing/2014/main" id="{797DD440-8756-A310-4943-AD3EF2E4CBAE}"/>
                    </a:ext>
                  </a:extLst>
                </p:cNvPr>
                <p:cNvPicPr/>
                <p:nvPr/>
              </p:nvPicPr>
              <p:blipFill>
                <a:blip r:embed="rId5"/>
                <a:stretch>
                  <a:fillRect/>
                </a:stretch>
              </p:blipFill>
              <p:spPr>
                <a:xfrm>
                  <a:off x="6796928" y="3432926"/>
                  <a:ext cx="297311" cy="317880"/>
                </a:xfrm>
                <a:prstGeom prst="rect">
                  <a:avLst/>
                </a:prstGeom>
              </p:spPr>
            </p:pic>
          </mc:Fallback>
        </mc:AlternateContent>
      </p:grpSp>
      <p:sp>
        <p:nvSpPr>
          <p:cNvPr id="14" name="TextBox 13">
            <a:extLst>
              <a:ext uri="{FF2B5EF4-FFF2-40B4-BE49-F238E27FC236}">
                <a16:creationId xmlns:a16="http://schemas.microsoft.com/office/drawing/2014/main" id="{43752CA3-89F7-AA6C-2456-CD0B9296210B}"/>
              </a:ext>
            </a:extLst>
          </p:cNvPr>
          <p:cNvSpPr txBox="1"/>
          <p:nvPr/>
        </p:nvSpPr>
        <p:spPr>
          <a:xfrm>
            <a:off x="530039" y="3850452"/>
            <a:ext cx="1093713" cy="369332"/>
          </a:xfrm>
          <a:prstGeom prst="rect">
            <a:avLst/>
          </a:prstGeom>
          <a:noFill/>
          <a:ln>
            <a:noFill/>
          </a:ln>
        </p:spPr>
        <p:txBody>
          <a:bodyPr wrap="square" rtlCol="0">
            <a:spAutoFit/>
          </a:bodyPr>
          <a:lstStyle/>
          <a:p>
            <a:pPr algn="ctr"/>
            <a:r>
              <a:rPr lang="en-US" b="1" dirty="0">
                <a:solidFill>
                  <a:schemeClr val="accent1"/>
                </a:solidFill>
                <a:latin typeface="Roboto Mono" panose="00000009000000000000" pitchFamily="49" charset="0"/>
                <a:ea typeface="Roboto Mono" panose="00000009000000000000" pitchFamily="49" charset="0"/>
              </a:rPr>
              <a:t>0x20</a:t>
            </a:r>
          </a:p>
        </p:txBody>
      </p:sp>
      <p:sp>
        <p:nvSpPr>
          <p:cNvPr id="15" name="TextBox 14">
            <a:extLst>
              <a:ext uri="{FF2B5EF4-FFF2-40B4-BE49-F238E27FC236}">
                <a16:creationId xmlns:a16="http://schemas.microsoft.com/office/drawing/2014/main" id="{A9ECBB4C-F8E1-00AB-DF45-314C5F90E5A8}"/>
              </a:ext>
            </a:extLst>
          </p:cNvPr>
          <p:cNvSpPr txBox="1"/>
          <p:nvPr/>
        </p:nvSpPr>
        <p:spPr>
          <a:xfrm>
            <a:off x="523470" y="6108068"/>
            <a:ext cx="1093713" cy="369332"/>
          </a:xfrm>
          <a:prstGeom prst="rect">
            <a:avLst/>
          </a:prstGeom>
          <a:noFill/>
          <a:ln>
            <a:noFill/>
          </a:ln>
        </p:spPr>
        <p:txBody>
          <a:bodyPr wrap="square" rtlCol="0">
            <a:spAutoFit/>
          </a:bodyPr>
          <a:lstStyle/>
          <a:p>
            <a:pPr algn="ctr"/>
            <a:r>
              <a:rPr lang="en-US" b="1" dirty="0">
                <a:solidFill>
                  <a:srgbClr val="00B050"/>
                </a:solidFill>
                <a:latin typeface="Roboto Mono" panose="00000009000000000000" pitchFamily="49" charset="0"/>
                <a:ea typeface="Roboto Mono" panose="00000009000000000000" pitchFamily="49" charset="0"/>
              </a:rPr>
              <a:t>0x100</a:t>
            </a:r>
          </a:p>
        </p:txBody>
      </p:sp>
      <p:sp>
        <p:nvSpPr>
          <p:cNvPr id="20" name="TextBox 19">
            <a:extLst>
              <a:ext uri="{FF2B5EF4-FFF2-40B4-BE49-F238E27FC236}">
                <a16:creationId xmlns:a16="http://schemas.microsoft.com/office/drawing/2014/main" id="{8D8A1CB4-8497-35CE-6985-44123EB7F5C7}"/>
              </a:ext>
            </a:extLst>
          </p:cNvPr>
          <p:cNvSpPr txBox="1"/>
          <p:nvPr/>
        </p:nvSpPr>
        <p:spPr>
          <a:xfrm>
            <a:off x="6675225" y="3714985"/>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0x40</a:t>
            </a:r>
          </a:p>
        </p:txBody>
      </p:sp>
      <p:sp>
        <p:nvSpPr>
          <p:cNvPr id="22" name="TextBox 21">
            <a:extLst>
              <a:ext uri="{FF2B5EF4-FFF2-40B4-BE49-F238E27FC236}">
                <a16:creationId xmlns:a16="http://schemas.microsoft.com/office/drawing/2014/main" id="{75416D3E-1928-F79D-166C-BD6D1B3D95DB}"/>
              </a:ext>
            </a:extLst>
          </p:cNvPr>
          <p:cNvSpPr txBox="1"/>
          <p:nvPr/>
        </p:nvSpPr>
        <p:spPr>
          <a:xfrm>
            <a:off x="9010618" y="0"/>
            <a:ext cx="3181382" cy="954107"/>
          </a:xfrm>
          <a:prstGeom prst="rect">
            <a:avLst/>
          </a:prstGeom>
          <a:noFill/>
          <a:ln>
            <a:solidFill>
              <a:schemeClr val="tx1"/>
            </a:solidFill>
          </a:ln>
        </p:spPr>
        <p:txBody>
          <a:bodyPr wrap="square">
            <a:spAutoFit/>
          </a:bodyPr>
          <a:lstStyle/>
          <a:p>
            <a:r>
              <a:rPr lang="en-US" sz="1400" b="0" dirty="0">
                <a:solidFill>
                  <a:srgbClr val="7A3E9D"/>
                </a:solidFill>
                <a:effectLst/>
                <a:latin typeface="Cascadia Mono" panose="020B0609020000020004" pitchFamily="49" charset="0"/>
              </a:rPr>
              <a:t>list2</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Compiler's interpretation</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list2</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2166184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4C611C-0043-328B-A6AA-1E71ADE215FC}"/>
              </a:ext>
            </a:extLst>
          </p:cNvPr>
          <p:cNvSpPr txBox="1"/>
          <p:nvPr/>
        </p:nvSpPr>
        <p:spPr>
          <a:xfrm>
            <a:off x="9010618" y="0"/>
            <a:ext cx="3181382" cy="954107"/>
          </a:xfrm>
          <a:prstGeom prst="rect">
            <a:avLst/>
          </a:prstGeom>
          <a:noFill/>
          <a:ln>
            <a:solidFill>
              <a:schemeClr val="tx1"/>
            </a:solidFill>
          </a:ln>
        </p:spPr>
        <p:txBody>
          <a:bodyPr wrap="square">
            <a:spAutoFit/>
          </a:bodyPr>
          <a:lstStyle/>
          <a:p>
            <a:r>
              <a:rPr lang="en-US" sz="1400" b="0" dirty="0">
                <a:solidFill>
                  <a:srgbClr val="7A3E9D"/>
                </a:solidFill>
                <a:effectLst/>
                <a:latin typeface="Cascadia Mono" panose="020B0609020000020004" pitchFamily="49" charset="0"/>
              </a:rPr>
              <a:t>list2</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Compiler's interpretation</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list2</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6" name="TextBox 5">
            <a:extLst>
              <a:ext uri="{FF2B5EF4-FFF2-40B4-BE49-F238E27FC236}">
                <a16:creationId xmlns:a16="http://schemas.microsoft.com/office/drawing/2014/main" id="{79CCD7B8-81F3-FAB8-CFF8-9DD006220761}"/>
              </a:ext>
            </a:extLst>
          </p:cNvPr>
          <p:cNvSpPr txBox="1"/>
          <p:nvPr/>
        </p:nvSpPr>
        <p:spPr>
          <a:xfrm>
            <a:off x="130282" y="120402"/>
            <a:ext cx="8604398" cy="6617196"/>
          </a:xfrm>
          <a:prstGeom prst="rect">
            <a:avLst/>
          </a:prstGeom>
          <a:noFill/>
        </p:spPr>
        <p:txBody>
          <a:bodyPr wrap="square">
            <a:spAutoFit/>
          </a:bodyPr>
          <a:lstStyle/>
          <a:p>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source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i="1" dirty="0">
                <a:solidFill>
                  <a:srgbClr val="AAAAAA"/>
                </a:solidFill>
                <a:effectLst/>
                <a:latin typeface="Cascadia Mono" panose="020B0609020000020004" pitchFamily="49" charset="0"/>
              </a:rPr>
              <a:t>    // first we need to deallocate any value that this array is holding</a:t>
            </a:r>
            <a:r>
              <a:rPr lang="en-US" sz="1400" i="1" dirty="0">
                <a:solidFill>
                  <a:srgbClr val="AAAAAA"/>
                </a:solidFill>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delete[]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p>
          <a:p>
            <a:r>
              <a:rPr lang="en-US" sz="1400" dirty="0">
                <a:solidFill>
                  <a:srgbClr val="7A3E9D"/>
                </a:solidFill>
                <a:latin typeface="Cascadia Mono" panose="020B0609020000020004" pitchFamily="49" charset="0"/>
              </a:rPr>
              <a:t>    </a:t>
            </a:r>
            <a:r>
              <a:rPr lang="en-US" sz="1400" dirty="0" err="1">
                <a:solidFill>
                  <a:srgbClr val="7A3E9D"/>
                </a:solidFill>
                <a:latin typeface="Cascadia Mono" panose="020B0609020000020004" pitchFamily="49" charset="0"/>
              </a:rPr>
              <a:t>m_array</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9C5D27"/>
                </a:solidFill>
                <a:latin typeface="Cascadia Mono" panose="020B0609020000020004" pitchFamily="49" charset="0"/>
              </a:rPr>
              <a:t>nullptr</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because </a:t>
            </a:r>
            <a:r>
              <a:rPr lang="en-US" sz="1400" b="0" i="1" dirty="0" err="1">
                <a:solidFill>
                  <a:srgbClr val="AAAAAA"/>
                </a:solidFill>
                <a:effectLst/>
                <a:latin typeface="Cascadia Mono" panose="020B0609020000020004" pitchFamily="49" charset="0"/>
              </a:rPr>
              <a:t>m_length</a:t>
            </a:r>
            <a:r>
              <a:rPr lang="en-US" sz="1400" b="0" i="1" dirty="0">
                <a:solidFill>
                  <a:srgbClr val="AAAAAA"/>
                </a:solidFill>
                <a:effectLst/>
                <a:latin typeface="Cascadia Mono" panose="020B0609020000020004" pitchFamily="49" charset="0"/>
              </a:rPr>
              <a:t> is not a pointer, we can shallow copy it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m_length</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source</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a:t>
            </a:r>
            <a:r>
              <a:rPr lang="en-US" sz="1400" b="0" i="1" dirty="0" err="1">
                <a:solidFill>
                  <a:srgbClr val="AAAAAA"/>
                </a:solidFill>
                <a:effectLst/>
                <a:latin typeface="Cascadia Mono" panose="020B0609020000020004" pitchFamily="49" charset="0"/>
              </a:rPr>
              <a:t>m_array</a:t>
            </a:r>
            <a:r>
              <a:rPr lang="en-US" sz="1400" b="0" i="1" dirty="0">
                <a:solidFill>
                  <a:srgbClr val="AAAAAA"/>
                </a:solidFill>
                <a:effectLst/>
                <a:latin typeface="Cascadia Mono" panose="020B0609020000020004" pitchFamily="49" charset="0"/>
              </a:rPr>
              <a:t> is a pointer, so we need to deep copy it if it is non-null</a:t>
            </a:r>
            <a:endParaRPr lang="en-US" sz="1400" b="0" dirty="0">
              <a:solidFill>
                <a:srgbClr val="333333"/>
              </a:solidFill>
              <a:effectLst/>
              <a:latin typeface="Cascadia Mono" panose="020B0609020000020004" pitchFamily="49" charset="0"/>
            </a:endParaRPr>
          </a:p>
          <a:p>
            <a:r>
              <a:rPr lang="en-US" sz="1400" b="0" dirty="0">
                <a:solidFill>
                  <a:schemeClr val="bg1"/>
                </a:solidFill>
                <a:effectLst/>
                <a:latin typeface="Cascadia Mono" panose="020B0609020000020004" pitchFamily="49" charset="0"/>
              </a:rPr>
              <a:t>    if (</a:t>
            </a:r>
            <a:r>
              <a:rPr lang="en-US" sz="1400" b="0" dirty="0" err="1">
                <a:solidFill>
                  <a:schemeClr val="bg1"/>
                </a:solidFill>
                <a:effectLst/>
                <a:latin typeface="Cascadia Mono" panose="020B0609020000020004" pitchFamily="49" charset="0"/>
              </a:rPr>
              <a:t>source.m_array</a:t>
            </a:r>
            <a:r>
              <a:rPr lang="en-US" sz="1400" b="0" dirty="0">
                <a:solidFill>
                  <a:schemeClr val="bg1"/>
                </a:solidFill>
                <a:effectLst/>
                <a:latin typeface="Cascadia Mono" panose="020B0609020000020004" pitchFamily="49" charset="0"/>
              </a:rPr>
              <a:t> != </a:t>
            </a:r>
            <a:r>
              <a:rPr lang="en-US" sz="1400" b="0" dirty="0" err="1">
                <a:solidFill>
                  <a:schemeClr val="bg1"/>
                </a:solidFill>
                <a:effectLst/>
                <a:latin typeface="Cascadia Mono" panose="020B0609020000020004" pitchFamily="49" charset="0"/>
              </a:rPr>
              <a:t>nullptr</a:t>
            </a:r>
            <a:r>
              <a:rPr lang="en-US" sz="1400" b="0" dirty="0">
                <a:solidFill>
                  <a:schemeClr val="bg1"/>
                </a:solidFill>
                <a:effectLst/>
                <a:latin typeface="Cascadia Mono" panose="020B0609020000020004" pitchFamily="49" charset="0"/>
              </a:rPr>
              <a:t>)</a:t>
            </a:r>
          </a:p>
          <a:p>
            <a:r>
              <a:rPr lang="en-US" sz="1400" b="0" dirty="0">
                <a:solidFill>
                  <a:schemeClr val="bg1"/>
                </a:solidFill>
                <a:effectLst/>
                <a:latin typeface="Cascadia Mono" panose="020B0609020000020004" pitchFamily="49" charset="0"/>
              </a:rPr>
              <a:t>    {</a:t>
            </a:r>
          </a:p>
          <a:p>
            <a:r>
              <a:rPr lang="en-US" sz="1400" b="0" i="1" dirty="0">
                <a:solidFill>
                  <a:srgbClr val="AAAAAA"/>
                </a:solidFill>
                <a:effectLst/>
                <a:latin typeface="Cascadia Mono" panose="020B0609020000020004" pitchFamily="49" charset="0"/>
              </a:rPr>
              <a:t>        // allocate memory</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new</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do the copy</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for</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i</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i</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source</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chemeClr val="bg1"/>
                </a:solidFill>
                <a:effectLst/>
                <a:latin typeface="Cascadia Mono" panose="020B0609020000020004" pitchFamily="49" charset="0"/>
              </a:rPr>
              <a:t>    }</a:t>
            </a:r>
          </a:p>
          <a:p>
            <a:r>
              <a:rPr lang="en-US" sz="1400" b="0" dirty="0">
                <a:solidFill>
                  <a:schemeClr val="bg1"/>
                </a:solidFill>
                <a:effectLst/>
                <a:latin typeface="Cascadia Mono" panose="020B0609020000020004" pitchFamily="49" charset="0"/>
              </a:rPr>
              <a:t>    else</a:t>
            </a:r>
          </a:p>
          <a:p>
            <a:r>
              <a:rPr lang="en-US" sz="1400" b="0" dirty="0">
                <a:solidFill>
                  <a:schemeClr val="bg1"/>
                </a:solidFill>
                <a:effectLst/>
                <a:latin typeface="Cascadia Mono" panose="020B0609020000020004" pitchFamily="49" charset="0"/>
              </a:rPr>
              <a:t>    {</a:t>
            </a:r>
          </a:p>
          <a:p>
            <a:r>
              <a:rPr lang="en-US" sz="1400" b="0" dirty="0">
                <a:solidFill>
                  <a:schemeClr val="bg1"/>
                </a:solidFill>
                <a:effectLst/>
                <a:latin typeface="Cascadia Mono" panose="020B0609020000020004" pitchFamily="49" charset="0"/>
              </a:rPr>
              <a:t>        </a:t>
            </a:r>
            <a:r>
              <a:rPr lang="en-US" sz="1400" i="1" dirty="0">
                <a:solidFill>
                  <a:schemeClr val="bg1"/>
                </a:solidFill>
                <a:latin typeface="Cascadia Mono" panose="020B0609020000020004" pitchFamily="49" charset="0"/>
              </a:rPr>
              <a:t>// this-&gt;</a:t>
            </a:r>
            <a:r>
              <a:rPr lang="en-US" sz="1400" i="1" dirty="0" err="1">
                <a:solidFill>
                  <a:schemeClr val="bg1"/>
                </a:solidFill>
                <a:latin typeface="Cascadia Mono" panose="020B0609020000020004" pitchFamily="49" charset="0"/>
              </a:rPr>
              <a:t>m_array</a:t>
            </a:r>
            <a:r>
              <a:rPr lang="en-US" sz="1400" i="1" dirty="0">
                <a:solidFill>
                  <a:schemeClr val="bg1"/>
                </a:solidFill>
                <a:latin typeface="Cascadia Mono" panose="020B0609020000020004" pitchFamily="49" charset="0"/>
              </a:rPr>
              <a:t> is already </a:t>
            </a:r>
            <a:r>
              <a:rPr lang="en-US" sz="1400" i="1" dirty="0" err="1">
                <a:solidFill>
                  <a:schemeClr val="bg1"/>
                </a:solidFill>
                <a:latin typeface="Cascadia Mono" panose="020B0609020000020004" pitchFamily="49" charset="0"/>
              </a:rPr>
              <a:t>nullptr</a:t>
            </a:r>
            <a:endParaRPr lang="en-US" sz="1400" b="0" dirty="0">
              <a:solidFill>
                <a:schemeClr val="bg1"/>
              </a:solidFill>
              <a:effectLst/>
              <a:latin typeface="Cascadia Mono" panose="020B0609020000020004" pitchFamily="49" charset="0"/>
            </a:endParaRPr>
          </a:p>
          <a:p>
            <a:r>
              <a:rPr lang="en-US" sz="1400" b="0" dirty="0">
                <a:solidFill>
                  <a:schemeClr val="bg1"/>
                </a:solidFill>
                <a:effectLst/>
                <a:latin typeface="Cascadia Mono" panose="020B0609020000020004" pitchFamily="49" charset="0"/>
              </a:rPr>
              <a:t>    }</a:t>
            </a:r>
          </a:p>
          <a:p>
            <a:endParaRPr lang="en-US" sz="1400" b="0" dirty="0">
              <a:solidFill>
                <a:srgbClr val="333333"/>
              </a:solidFill>
              <a:effectLst/>
              <a:latin typeface="Cascadia Mono" panose="020B0609020000020004" pitchFamily="49" charset="0"/>
            </a:endParaRPr>
          </a:p>
          <a:p>
            <a:r>
              <a:rPr lang="en-US" sz="1400" i="1" dirty="0">
                <a:solidFill>
                  <a:srgbClr val="AAAAAA"/>
                </a:solidFill>
                <a:latin typeface="Cascadia Mono" panose="020B0609020000020004" pitchFamily="49" charset="0"/>
              </a:rPr>
              <a:t>    // return by reference</a:t>
            </a:r>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9C5D27"/>
                </a:solidFill>
                <a:effectLst/>
                <a:latin typeface="Cascadia Mono" panose="020B0609020000020004" pitchFamily="49" charset="0"/>
              </a:rPr>
              <a:t>this</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48987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2E7235-EFB4-4414-8A06-5BA773F09E97}"/>
              </a:ext>
            </a:extLst>
          </p:cNvPr>
          <p:cNvSpPr txBox="1"/>
          <p:nvPr/>
        </p:nvSpPr>
        <p:spPr>
          <a:xfrm>
            <a:off x="1076896" y="1322257"/>
            <a:ext cx="4157125" cy="830997"/>
          </a:xfrm>
          <a:prstGeom prst="rect">
            <a:avLst/>
          </a:prstGeom>
          <a:noFill/>
          <a:ln>
            <a:solidFill>
              <a:schemeClr val="tx1"/>
            </a:solidFill>
          </a:ln>
        </p:spPr>
        <p:txBody>
          <a:bodyPr wrap="square" rtlCol="0">
            <a:spAutoFit/>
          </a:bodyPr>
          <a:lstStyle/>
          <a:p>
            <a:pPr algn="ctr"/>
            <a:r>
              <a:rPr lang="en-US" sz="2400" dirty="0"/>
              <a:t>Stack Memory</a:t>
            </a:r>
          </a:p>
          <a:p>
            <a:pPr algn="ctr"/>
            <a:r>
              <a:rPr lang="en-US" sz="2400" dirty="0"/>
              <a:t>Automatic Memory Allocation</a:t>
            </a:r>
          </a:p>
        </p:txBody>
      </p:sp>
      <p:sp>
        <p:nvSpPr>
          <p:cNvPr id="5" name="TextBox 4">
            <a:extLst>
              <a:ext uri="{FF2B5EF4-FFF2-40B4-BE49-F238E27FC236}">
                <a16:creationId xmlns:a16="http://schemas.microsoft.com/office/drawing/2014/main" id="{CA7C50C7-E58F-5EF6-60CF-51A611D8A86B}"/>
              </a:ext>
            </a:extLst>
          </p:cNvPr>
          <p:cNvSpPr txBox="1"/>
          <p:nvPr/>
        </p:nvSpPr>
        <p:spPr>
          <a:xfrm>
            <a:off x="7043945" y="1322257"/>
            <a:ext cx="4157125" cy="830997"/>
          </a:xfrm>
          <a:prstGeom prst="rect">
            <a:avLst/>
          </a:prstGeom>
          <a:noFill/>
          <a:ln>
            <a:solidFill>
              <a:schemeClr val="tx1"/>
            </a:solidFill>
          </a:ln>
        </p:spPr>
        <p:txBody>
          <a:bodyPr wrap="square" rtlCol="0">
            <a:spAutoFit/>
          </a:bodyPr>
          <a:lstStyle/>
          <a:p>
            <a:pPr algn="ctr"/>
            <a:r>
              <a:rPr lang="en-US" sz="2400" dirty="0"/>
              <a:t>Heap Memory</a:t>
            </a:r>
          </a:p>
          <a:p>
            <a:pPr algn="ctr"/>
            <a:r>
              <a:rPr lang="en-US" sz="2400" dirty="0"/>
              <a:t>Dynamic Memory Allocation</a:t>
            </a:r>
          </a:p>
        </p:txBody>
      </p:sp>
      <p:graphicFrame>
        <p:nvGraphicFramePr>
          <p:cNvPr id="6" name="Table 4">
            <a:extLst>
              <a:ext uri="{FF2B5EF4-FFF2-40B4-BE49-F238E27FC236}">
                <a16:creationId xmlns:a16="http://schemas.microsoft.com/office/drawing/2014/main" id="{D5BA6DEC-99BD-0B77-F37A-31916DABB00F}"/>
              </a:ext>
            </a:extLst>
          </p:cNvPr>
          <p:cNvGraphicFramePr>
            <a:graphicFrameLocks noGrp="1"/>
          </p:cNvGraphicFramePr>
          <p:nvPr>
            <p:extLst>
              <p:ext uri="{D42A27DB-BD31-4B8C-83A1-F6EECF244321}">
                <p14:modId xmlns:p14="http://schemas.microsoft.com/office/powerpoint/2010/main" val="3582959752"/>
              </p:ext>
            </p:extLst>
          </p:nvPr>
        </p:nvGraphicFramePr>
        <p:xfrm>
          <a:off x="1785811" y="5527652"/>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1800" b="1" dirty="0">
                          <a:solidFill>
                            <a:srgbClr val="00B050"/>
                          </a:solidFill>
                          <a:latin typeface="Roboto Mono" panose="00000009000000000000" pitchFamily="49" charset="0"/>
                          <a:ea typeface="Roboto Mono" panose="00000009000000000000" pitchFamily="49" charset="0"/>
                        </a:rPr>
                        <a:t>double* = 0x200</a:t>
                      </a:r>
                      <a:endParaRPr lang="en-US" sz="2000" b="1" dirty="0">
                        <a:solidFill>
                          <a:srgbClr val="00B050"/>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rgbClr val="00B050"/>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graphicFrame>
        <p:nvGraphicFramePr>
          <p:cNvPr id="7" name="Table 4">
            <a:extLst>
              <a:ext uri="{FF2B5EF4-FFF2-40B4-BE49-F238E27FC236}">
                <a16:creationId xmlns:a16="http://schemas.microsoft.com/office/drawing/2014/main" id="{C5580DBF-D856-B3D9-AFA0-E879E42E5455}"/>
              </a:ext>
            </a:extLst>
          </p:cNvPr>
          <p:cNvGraphicFramePr>
            <a:graphicFrameLocks noGrp="1"/>
          </p:cNvGraphicFramePr>
          <p:nvPr/>
        </p:nvGraphicFramePr>
        <p:xfrm>
          <a:off x="1785811" y="3312947"/>
          <a:ext cx="4333876" cy="792480"/>
        </p:xfrm>
        <a:graphic>
          <a:graphicData uri="http://schemas.openxmlformats.org/drawingml/2006/table">
            <a:tbl>
              <a:tblPr firstRow="1" bandRow="1">
                <a:tableStyleId>{5C22544A-7EE6-4342-B048-85BDC9FD1C3A}</a:tableStyleId>
              </a:tblPr>
              <a:tblGrid>
                <a:gridCol w="2709989">
                  <a:extLst>
                    <a:ext uri="{9D8B030D-6E8A-4147-A177-3AD203B41FA5}">
                      <a16:colId xmlns:a16="http://schemas.microsoft.com/office/drawing/2014/main" val="1134948001"/>
                    </a:ext>
                  </a:extLst>
                </a:gridCol>
                <a:gridCol w="1623887">
                  <a:extLst>
                    <a:ext uri="{9D8B030D-6E8A-4147-A177-3AD203B41FA5}">
                      <a16:colId xmlns:a16="http://schemas.microsoft.com/office/drawing/2014/main" val="1660354912"/>
                    </a:ext>
                  </a:extLst>
                </a:gridCol>
              </a:tblGrid>
              <a:tr h="370840">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double* = 0x40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accent1"/>
                          </a:solidFill>
                          <a:latin typeface="Roboto Mono" panose="00000009000000000000" pitchFamily="49" charset="0"/>
                          <a:ea typeface="Roboto Mono" panose="00000009000000000000" pitchFamily="49" charset="0"/>
                        </a:rPr>
                        <a:t>int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7471488"/>
                  </a:ext>
                </a:extLst>
              </a:tr>
              <a:tr h="370840">
                <a:tc gridSpan="2">
                  <a:txBody>
                    <a:bodyPr/>
                    <a:lstStyle/>
                    <a:p>
                      <a:pPr algn="ctr"/>
                      <a:r>
                        <a:rPr lang="en-US" sz="2000" b="1" i="1" dirty="0">
                          <a:solidFill>
                            <a:schemeClr val="tx1"/>
                          </a:solidFill>
                        </a:rPr>
                        <a:t>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1675899"/>
                  </a:ext>
                </a:extLst>
              </a:tr>
            </a:tbl>
          </a:graphicData>
        </a:graphic>
      </p:graphicFrame>
      <p:sp>
        <p:nvSpPr>
          <p:cNvPr id="8" name="TextBox 7">
            <a:extLst>
              <a:ext uri="{FF2B5EF4-FFF2-40B4-BE49-F238E27FC236}">
                <a16:creationId xmlns:a16="http://schemas.microsoft.com/office/drawing/2014/main" id="{D945A7DF-3A48-0B1E-0CEC-ED1F3244AE43}"/>
              </a:ext>
            </a:extLst>
          </p:cNvPr>
          <p:cNvSpPr txBox="1"/>
          <p:nvPr/>
        </p:nvSpPr>
        <p:spPr>
          <a:xfrm>
            <a:off x="324664" y="3478354"/>
            <a:ext cx="1461149"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list1</a:t>
            </a:r>
          </a:p>
        </p:txBody>
      </p:sp>
      <p:graphicFrame>
        <p:nvGraphicFramePr>
          <p:cNvPr id="9" name="Table 8">
            <a:extLst>
              <a:ext uri="{FF2B5EF4-FFF2-40B4-BE49-F238E27FC236}">
                <a16:creationId xmlns:a16="http://schemas.microsoft.com/office/drawing/2014/main" id="{13503B7B-C7DC-CC10-2105-BAA280AA6C28}"/>
              </a:ext>
            </a:extLst>
          </p:cNvPr>
          <p:cNvGraphicFramePr>
            <a:graphicFrameLocks noGrp="1"/>
          </p:cNvGraphicFramePr>
          <p:nvPr/>
        </p:nvGraphicFramePr>
        <p:xfrm>
          <a:off x="6674337" y="3312947"/>
          <a:ext cx="4896340"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gridCol w="979268">
                  <a:extLst>
                    <a:ext uri="{9D8B030D-6E8A-4147-A177-3AD203B41FA5}">
                      <a16:colId xmlns:a16="http://schemas.microsoft.com/office/drawing/2014/main" val="3321035955"/>
                    </a:ext>
                  </a:extLst>
                </a:gridCol>
                <a:gridCol w="979268">
                  <a:extLst>
                    <a:ext uri="{9D8B030D-6E8A-4147-A177-3AD203B41FA5}">
                      <a16:colId xmlns:a16="http://schemas.microsoft.com/office/drawing/2014/main" val="2312221542"/>
                    </a:ext>
                  </a:extLst>
                </a:gridCol>
              </a:tblGrid>
              <a:tr h="370840">
                <a:tc>
                  <a:txBody>
                    <a:bodyPr/>
                    <a:lstStyle/>
                    <a:p>
                      <a:pPr algn="ctr"/>
                      <a:r>
                        <a:rPr lang="en-US" dirty="0">
                          <a:solidFill>
                            <a:schemeClr val="accent1"/>
                          </a:solidFill>
                          <a:latin typeface="Roboto Mono" panose="00000009000000000000" pitchFamily="49" charset="0"/>
                          <a:ea typeface="Roboto Mono" panose="00000009000000000000" pitchFamily="49" charset="0"/>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3.1</a:t>
                      </a:r>
                      <a:endParaRPr lang="en-US" b="1" dirty="0">
                        <a:solidFill>
                          <a:schemeClr val="accent1"/>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1"/>
                          </a:solidFill>
                          <a:latin typeface="Roboto Mono" panose="00000009000000000000" pitchFamily="49" charset="0"/>
                          <a:ea typeface="Roboto Mono" panose="00000009000000000000" pitchFamily="49"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sp>
        <p:nvSpPr>
          <p:cNvPr id="10" name="TextBox 9">
            <a:extLst>
              <a:ext uri="{FF2B5EF4-FFF2-40B4-BE49-F238E27FC236}">
                <a16:creationId xmlns:a16="http://schemas.microsoft.com/office/drawing/2014/main" id="{7FA93BCC-DFE8-04B5-7C04-92400C363B6B}"/>
              </a:ext>
            </a:extLst>
          </p:cNvPr>
          <p:cNvSpPr txBox="1"/>
          <p:nvPr/>
        </p:nvSpPr>
        <p:spPr>
          <a:xfrm>
            <a:off x="324664" y="5700392"/>
            <a:ext cx="1461149"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list2</a:t>
            </a:r>
          </a:p>
        </p:txBody>
      </p:sp>
      <p:grpSp>
        <p:nvGrpSpPr>
          <p:cNvPr id="11" name="Group 10">
            <a:extLst>
              <a:ext uri="{FF2B5EF4-FFF2-40B4-BE49-F238E27FC236}">
                <a16:creationId xmlns:a16="http://schemas.microsoft.com/office/drawing/2014/main" id="{DD1A5A83-0C23-AD34-F61C-E8A3E441CADB}"/>
              </a:ext>
            </a:extLst>
          </p:cNvPr>
          <p:cNvGrpSpPr/>
          <p:nvPr/>
        </p:nvGrpSpPr>
        <p:grpSpPr>
          <a:xfrm>
            <a:off x="2340463" y="2415081"/>
            <a:ext cx="4736160" cy="948240"/>
            <a:chOff x="2340463" y="2916326"/>
            <a:chExt cx="4736160" cy="948240"/>
          </a:xfrm>
        </p:grpSpPr>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941820EC-3FCE-0EA6-D6A3-F5FFEA35A043}"/>
                    </a:ext>
                  </a:extLst>
                </p14:cNvPr>
                <p14:cNvContentPartPr/>
                <p14:nvPr/>
              </p14:nvContentPartPr>
              <p14:xfrm>
                <a:off x="2340463" y="2916326"/>
                <a:ext cx="4726080" cy="948240"/>
              </p14:xfrm>
            </p:contentPart>
          </mc:Choice>
          <mc:Fallback xmlns="">
            <p:pic>
              <p:nvPicPr>
                <p:cNvPr id="12" name="Ink 11">
                  <a:extLst>
                    <a:ext uri="{FF2B5EF4-FFF2-40B4-BE49-F238E27FC236}">
                      <a16:creationId xmlns:a16="http://schemas.microsoft.com/office/drawing/2014/main" id="{941820EC-3FCE-0EA6-D6A3-F5FFEA35A043}"/>
                    </a:ext>
                  </a:extLst>
                </p:cNvPr>
                <p:cNvPicPr/>
                <p:nvPr/>
              </p:nvPicPr>
              <p:blipFill>
                <a:blip r:embed="rId3"/>
                <a:stretch>
                  <a:fillRect/>
                </a:stretch>
              </p:blipFill>
              <p:spPr>
                <a:xfrm>
                  <a:off x="2322463" y="289832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797DD440-8756-A310-4943-AD3EF2E4CBAE}"/>
                    </a:ext>
                  </a:extLst>
                </p14:cNvPr>
                <p14:cNvContentPartPr/>
                <p14:nvPr/>
              </p14:nvContentPartPr>
              <p14:xfrm>
                <a:off x="6814903" y="3450926"/>
                <a:ext cx="261720" cy="282240"/>
              </p14:xfrm>
            </p:contentPart>
          </mc:Choice>
          <mc:Fallback xmlns="">
            <p:pic>
              <p:nvPicPr>
                <p:cNvPr id="13" name="Ink 12">
                  <a:extLst>
                    <a:ext uri="{FF2B5EF4-FFF2-40B4-BE49-F238E27FC236}">
                      <a16:creationId xmlns:a16="http://schemas.microsoft.com/office/drawing/2014/main" id="{797DD440-8756-A310-4943-AD3EF2E4CBAE}"/>
                    </a:ext>
                  </a:extLst>
                </p:cNvPr>
                <p:cNvPicPr/>
                <p:nvPr/>
              </p:nvPicPr>
              <p:blipFill>
                <a:blip r:embed="rId5"/>
                <a:stretch>
                  <a:fillRect/>
                </a:stretch>
              </p:blipFill>
              <p:spPr>
                <a:xfrm>
                  <a:off x="6796928" y="3432926"/>
                  <a:ext cx="297311" cy="317880"/>
                </a:xfrm>
                <a:prstGeom prst="rect">
                  <a:avLst/>
                </a:prstGeom>
              </p:spPr>
            </p:pic>
          </mc:Fallback>
        </mc:AlternateContent>
      </p:grpSp>
      <p:sp>
        <p:nvSpPr>
          <p:cNvPr id="14" name="TextBox 13">
            <a:extLst>
              <a:ext uri="{FF2B5EF4-FFF2-40B4-BE49-F238E27FC236}">
                <a16:creationId xmlns:a16="http://schemas.microsoft.com/office/drawing/2014/main" id="{43752CA3-89F7-AA6C-2456-CD0B9296210B}"/>
              </a:ext>
            </a:extLst>
          </p:cNvPr>
          <p:cNvSpPr txBox="1"/>
          <p:nvPr/>
        </p:nvSpPr>
        <p:spPr>
          <a:xfrm>
            <a:off x="530039" y="3850452"/>
            <a:ext cx="1093713" cy="369332"/>
          </a:xfrm>
          <a:prstGeom prst="rect">
            <a:avLst/>
          </a:prstGeom>
          <a:noFill/>
          <a:ln>
            <a:noFill/>
          </a:ln>
        </p:spPr>
        <p:txBody>
          <a:bodyPr wrap="square" rtlCol="0">
            <a:spAutoFit/>
          </a:bodyPr>
          <a:lstStyle/>
          <a:p>
            <a:pPr algn="ctr"/>
            <a:r>
              <a:rPr lang="en-US" b="1" dirty="0">
                <a:solidFill>
                  <a:schemeClr val="accent1"/>
                </a:solidFill>
                <a:latin typeface="Roboto Mono" panose="00000009000000000000" pitchFamily="49" charset="0"/>
                <a:ea typeface="Roboto Mono" panose="00000009000000000000" pitchFamily="49" charset="0"/>
              </a:rPr>
              <a:t>0x20</a:t>
            </a:r>
          </a:p>
        </p:txBody>
      </p:sp>
      <p:sp>
        <p:nvSpPr>
          <p:cNvPr id="15" name="TextBox 14">
            <a:extLst>
              <a:ext uri="{FF2B5EF4-FFF2-40B4-BE49-F238E27FC236}">
                <a16:creationId xmlns:a16="http://schemas.microsoft.com/office/drawing/2014/main" id="{A9ECBB4C-F8E1-00AB-DF45-314C5F90E5A8}"/>
              </a:ext>
            </a:extLst>
          </p:cNvPr>
          <p:cNvSpPr txBox="1"/>
          <p:nvPr/>
        </p:nvSpPr>
        <p:spPr>
          <a:xfrm>
            <a:off x="523470" y="6108068"/>
            <a:ext cx="1093713" cy="369332"/>
          </a:xfrm>
          <a:prstGeom prst="rect">
            <a:avLst/>
          </a:prstGeom>
          <a:noFill/>
          <a:ln>
            <a:noFill/>
          </a:ln>
        </p:spPr>
        <p:txBody>
          <a:bodyPr wrap="square" rtlCol="0">
            <a:spAutoFit/>
          </a:bodyPr>
          <a:lstStyle/>
          <a:p>
            <a:pPr algn="ctr"/>
            <a:r>
              <a:rPr lang="en-US" b="1" dirty="0">
                <a:solidFill>
                  <a:srgbClr val="00B050"/>
                </a:solidFill>
                <a:latin typeface="Roboto Mono" panose="00000009000000000000" pitchFamily="49" charset="0"/>
                <a:ea typeface="Roboto Mono" panose="00000009000000000000" pitchFamily="49" charset="0"/>
              </a:rPr>
              <a:t>0x100</a:t>
            </a:r>
          </a:p>
        </p:txBody>
      </p:sp>
      <p:sp>
        <p:nvSpPr>
          <p:cNvPr id="20" name="TextBox 19">
            <a:extLst>
              <a:ext uri="{FF2B5EF4-FFF2-40B4-BE49-F238E27FC236}">
                <a16:creationId xmlns:a16="http://schemas.microsoft.com/office/drawing/2014/main" id="{8D8A1CB4-8497-35CE-6985-44123EB7F5C7}"/>
              </a:ext>
            </a:extLst>
          </p:cNvPr>
          <p:cNvSpPr txBox="1"/>
          <p:nvPr/>
        </p:nvSpPr>
        <p:spPr>
          <a:xfrm>
            <a:off x="6675225" y="3714985"/>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0x40</a:t>
            </a:r>
          </a:p>
        </p:txBody>
      </p:sp>
      <p:sp>
        <p:nvSpPr>
          <p:cNvPr id="22" name="TextBox 21">
            <a:extLst>
              <a:ext uri="{FF2B5EF4-FFF2-40B4-BE49-F238E27FC236}">
                <a16:creationId xmlns:a16="http://schemas.microsoft.com/office/drawing/2014/main" id="{75416D3E-1928-F79D-166C-BD6D1B3D95DB}"/>
              </a:ext>
            </a:extLst>
          </p:cNvPr>
          <p:cNvSpPr txBox="1"/>
          <p:nvPr/>
        </p:nvSpPr>
        <p:spPr>
          <a:xfrm>
            <a:off x="9010618" y="0"/>
            <a:ext cx="3181382" cy="954107"/>
          </a:xfrm>
          <a:prstGeom prst="rect">
            <a:avLst/>
          </a:prstGeom>
          <a:noFill/>
          <a:ln>
            <a:solidFill>
              <a:schemeClr val="tx1"/>
            </a:solidFill>
          </a:ln>
        </p:spPr>
        <p:txBody>
          <a:bodyPr wrap="square">
            <a:spAutoFit/>
          </a:bodyPr>
          <a:lstStyle/>
          <a:p>
            <a:r>
              <a:rPr lang="en-US" sz="1400" b="0" dirty="0">
                <a:solidFill>
                  <a:srgbClr val="7A3E9D"/>
                </a:solidFill>
                <a:effectLst/>
                <a:latin typeface="Cascadia Mono" panose="020B0609020000020004" pitchFamily="49" charset="0"/>
              </a:rPr>
              <a:t>list2</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Compiler's interpretation</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list2</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graphicFrame>
        <p:nvGraphicFramePr>
          <p:cNvPr id="2" name="Table 1">
            <a:extLst>
              <a:ext uri="{FF2B5EF4-FFF2-40B4-BE49-F238E27FC236}">
                <a16:creationId xmlns:a16="http://schemas.microsoft.com/office/drawing/2014/main" id="{8AECEE62-4A67-3155-FFAA-1D03AE9CD583}"/>
              </a:ext>
            </a:extLst>
          </p:cNvPr>
          <p:cNvGraphicFramePr>
            <a:graphicFrameLocks noGrp="1"/>
          </p:cNvGraphicFramePr>
          <p:nvPr>
            <p:extLst>
              <p:ext uri="{D42A27DB-BD31-4B8C-83A1-F6EECF244321}">
                <p14:modId xmlns:p14="http://schemas.microsoft.com/office/powerpoint/2010/main" val="2526354159"/>
              </p:ext>
            </p:extLst>
          </p:nvPr>
        </p:nvGraphicFramePr>
        <p:xfrm>
          <a:off x="6674337" y="5527652"/>
          <a:ext cx="4896340" cy="370840"/>
        </p:xfrm>
        <a:graphic>
          <a:graphicData uri="http://schemas.openxmlformats.org/drawingml/2006/table">
            <a:tbl>
              <a:tblPr firstRow="1" bandRow="1">
                <a:tableStyleId>{5C22544A-7EE6-4342-B048-85BDC9FD1C3A}</a:tableStyleId>
              </a:tblPr>
              <a:tblGrid>
                <a:gridCol w="979268">
                  <a:extLst>
                    <a:ext uri="{9D8B030D-6E8A-4147-A177-3AD203B41FA5}">
                      <a16:colId xmlns:a16="http://schemas.microsoft.com/office/drawing/2014/main" val="3838867719"/>
                    </a:ext>
                  </a:extLst>
                </a:gridCol>
                <a:gridCol w="979268">
                  <a:extLst>
                    <a:ext uri="{9D8B030D-6E8A-4147-A177-3AD203B41FA5}">
                      <a16:colId xmlns:a16="http://schemas.microsoft.com/office/drawing/2014/main" val="4177936248"/>
                    </a:ext>
                  </a:extLst>
                </a:gridCol>
                <a:gridCol w="979268">
                  <a:extLst>
                    <a:ext uri="{9D8B030D-6E8A-4147-A177-3AD203B41FA5}">
                      <a16:colId xmlns:a16="http://schemas.microsoft.com/office/drawing/2014/main" val="3932504867"/>
                    </a:ext>
                  </a:extLst>
                </a:gridCol>
                <a:gridCol w="979268">
                  <a:extLst>
                    <a:ext uri="{9D8B030D-6E8A-4147-A177-3AD203B41FA5}">
                      <a16:colId xmlns:a16="http://schemas.microsoft.com/office/drawing/2014/main" val="3321035955"/>
                    </a:ext>
                  </a:extLst>
                </a:gridCol>
                <a:gridCol w="979268">
                  <a:extLst>
                    <a:ext uri="{9D8B030D-6E8A-4147-A177-3AD203B41FA5}">
                      <a16:colId xmlns:a16="http://schemas.microsoft.com/office/drawing/2014/main" val="2312221542"/>
                    </a:ext>
                  </a:extLst>
                </a:gridCol>
              </a:tblGrid>
              <a:tr h="370840">
                <a:tc>
                  <a:txBody>
                    <a:bodyPr/>
                    <a:lstStyle/>
                    <a:p>
                      <a:pPr algn="ctr"/>
                      <a:r>
                        <a:rPr lang="en-US" dirty="0">
                          <a:solidFill>
                            <a:srgbClr val="00B050"/>
                          </a:solidFill>
                          <a:latin typeface="Roboto Mono" panose="00000009000000000000" pitchFamily="49" charset="0"/>
                          <a:ea typeface="Roboto Mono" panose="00000009000000000000" pitchFamily="49" charset="0"/>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3.1</a:t>
                      </a:r>
                      <a:endParaRPr lang="en-US" b="1" dirty="0">
                        <a:solidFill>
                          <a:srgbClr val="00B050"/>
                        </a:solidFill>
                        <a:latin typeface="Roboto Mono" panose="00000009000000000000" pitchFamily="49" charset="0"/>
                        <a:ea typeface="Roboto Mono" panose="00000009000000000000"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00B050"/>
                          </a:solidFill>
                          <a:latin typeface="Roboto Mono" panose="00000009000000000000" pitchFamily="49" charset="0"/>
                          <a:ea typeface="Roboto Mono" panose="00000009000000000000" pitchFamily="49"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0355886"/>
                  </a:ext>
                </a:extLst>
              </a:tr>
            </a:tbl>
          </a:graphicData>
        </a:graphic>
      </p:graphicFrame>
      <p:sp>
        <p:nvSpPr>
          <p:cNvPr id="3" name="TextBox 2">
            <a:extLst>
              <a:ext uri="{FF2B5EF4-FFF2-40B4-BE49-F238E27FC236}">
                <a16:creationId xmlns:a16="http://schemas.microsoft.com/office/drawing/2014/main" id="{8112228F-C29E-5941-8E69-4BD55E70BCF5}"/>
              </a:ext>
            </a:extLst>
          </p:cNvPr>
          <p:cNvSpPr txBox="1"/>
          <p:nvPr/>
        </p:nvSpPr>
        <p:spPr>
          <a:xfrm>
            <a:off x="6558087" y="5931224"/>
            <a:ext cx="1093713" cy="369332"/>
          </a:xfrm>
          <a:prstGeom prst="rect">
            <a:avLst/>
          </a:prstGeom>
          <a:noFill/>
          <a:ln>
            <a:noFill/>
          </a:ln>
        </p:spPr>
        <p:txBody>
          <a:bodyPr wrap="square" rtlCol="0">
            <a:spAutoFit/>
          </a:bodyPr>
          <a:lstStyle/>
          <a:p>
            <a:pPr algn="ctr"/>
            <a:r>
              <a:rPr lang="en-US" b="1" dirty="0">
                <a:latin typeface="Roboto Mono" panose="00000009000000000000" pitchFamily="49" charset="0"/>
                <a:ea typeface="Roboto Mono" panose="00000009000000000000" pitchFamily="49" charset="0"/>
              </a:rPr>
              <a:t>0x200</a:t>
            </a:r>
          </a:p>
        </p:txBody>
      </p:sp>
      <p:grpSp>
        <p:nvGrpSpPr>
          <p:cNvPr id="16" name="Group 15">
            <a:extLst>
              <a:ext uri="{FF2B5EF4-FFF2-40B4-BE49-F238E27FC236}">
                <a16:creationId xmlns:a16="http://schemas.microsoft.com/office/drawing/2014/main" id="{07B08DF7-2496-D771-F73D-FC4324CB1801}"/>
              </a:ext>
            </a:extLst>
          </p:cNvPr>
          <p:cNvGrpSpPr/>
          <p:nvPr/>
        </p:nvGrpSpPr>
        <p:grpSpPr>
          <a:xfrm>
            <a:off x="2340463" y="4621956"/>
            <a:ext cx="4736160" cy="948240"/>
            <a:chOff x="2340463" y="2916326"/>
            <a:chExt cx="4736160" cy="948240"/>
          </a:xfrm>
        </p:grpSpPr>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DE86BC3A-9C16-105C-8DB9-DB275C8F9166}"/>
                    </a:ext>
                  </a:extLst>
                </p14:cNvPr>
                <p14:cNvContentPartPr/>
                <p14:nvPr/>
              </p14:nvContentPartPr>
              <p14:xfrm>
                <a:off x="2340463" y="2916326"/>
                <a:ext cx="4726080" cy="948240"/>
              </p14:xfrm>
            </p:contentPart>
          </mc:Choice>
          <mc:Fallback xmlns="">
            <p:pic>
              <p:nvPicPr>
                <p:cNvPr id="17" name="Ink 16">
                  <a:extLst>
                    <a:ext uri="{FF2B5EF4-FFF2-40B4-BE49-F238E27FC236}">
                      <a16:creationId xmlns:a16="http://schemas.microsoft.com/office/drawing/2014/main" id="{DE86BC3A-9C16-105C-8DB9-DB275C8F9166}"/>
                    </a:ext>
                  </a:extLst>
                </p:cNvPr>
                <p:cNvPicPr/>
                <p:nvPr/>
              </p:nvPicPr>
              <p:blipFill>
                <a:blip r:embed="rId7"/>
                <a:stretch>
                  <a:fillRect/>
                </a:stretch>
              </p:blipFill>
              <p:spPr>
                <a:xfrm>
                  <a:off x="2322463" y="2898326"/>
                  <a:ext cx="4761720" cy="983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7A12B070-373C-417B-F46F-2575082CA5D7}"/>
                    </a:ext>
                  </a:extLst>
                </p14:cNvPr>
                <p14:cNvContentPartPr/>
                <p14:nvPr/>
              </p14:nvContentPartPr>
              <p14:xfrm>
                <a:off x="6814903" y="3450926"/>
                <a:ext cx="261720" cy="282240"/>
              </p14:xfrm>
            </p:contentPart>
          </mc:Choice>
          <mc:Fallback xmlns="">
            <p:pic>
              <p:nvPicPr>
                <p:cNvPr id="18" name="Ink 17">
                  <a:extLst>
                    <a:ext uri="{FF2B5EF4-FFF2-40B4-BE49-F238E27FC236}">
                      <a16:creationId xmlns:a16="http://schemas.microsoft.com/office/drawing/2014/main" id="{7A12B070-373C-417B-F46F-2575082CA5D7}"/>
                    </a:ext>
                  </a:extLst>
                </p:cNvPr>
                <p:cNvPicPr/>
                <p:nvPr/>
              </p:nvPicPr>
              <p:blipFill>
                <a:blip r:embed="rId9"/>
                <a:stretch>
                  <a:fillRect/>
                </a:stretch>
              </p:blipFill>
              <p:spPr>
                <a:xfrm>
                  <a:off x="6796928" y="3432926"/>
                  <a:ext cx="297311" cy="317880"/>
                </a:xfrm>
                <a:prstGeom prst="rect">
                  <a:avLst/>
                </a:prstGeom>
              </p:spPr>
            </p:pic>
          </mc:Fallback>
        </mc:AlternateContent>
      </p:grpSp>
    </p:spTree>
    <p:extLst>
      <p:ext uri="{BB962C8B-B14F-4D97-AF65-F5344CB8AC3E}">
        <p14:creationId xmlns:p14="http://schemas.microsoft.com/office/powerpoint/2010/main" val="12595419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4C611C-0043-328B-A6AA-1E71ADE215FC}"/>
              </a:ext>
            </a:extLst>
          </p:cNvPr>
          <p:cNvSpPr txBox="1"/>
          <p:nvPr/>
        </p:nvSpPr>
        <p:spPr>
          <a:xfrm>
            <a:off x="9010618" y="0"/>
            <a:ext cx="3181382" cy="954107"/>
          </a:xfrm>
          <a:prstGeom prst="rect">
            <a:avLst/>
          </a:prstGeom>
          <a:noFill/>
          <a:ln>
            <a:solidFill>
              <a:schemeClr val="tx1"/>
            </a:solidFill>
          </a:ln>
        </p:spPr>
        <p:txBody>
          <a:bodyPr wrap="square">
            <a:spAutoFit/>
          </a:bodyPr>
          <a:lstStyle/>
          <a:p>
            <a:r>
              <a:rPr lang="en-US" sz="1400" b="0" dirty="0">
                <a:solidFill>
                  <a:srgbClr val="7A3E9D"/>
                </a:solidFill>
                <a:effectLst/>
                <a:latin typeface="Cascadia Mono" panose="020B0609020000020004" pitchFamily="49" charset="0"/>
              </a:rPr>
              <a:t>list2</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Compiler's interpretation</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list2</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list1</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6" name="TextBox 5">
            <a:extLst>
              <a:ext uri="{FF2B5EF4-FFF2-40B4-BE49-F238E27FC236}">
                <a16:creationId xmlns:a16="http://schemas.microsoft.com/office/drawing/2014/main" id="{79CCD7B8-81F3-FAB8-CFF8-9DD006220761}"/>
              </a:ext>
            </a:extLst>
          </p:cNvPr>
          <p:cNvSpPr txBox="1"/>
          <p:nvPr/>
        </p:nvSpPr>
        <p:spPr>
          <a:xfrm>
            <a:off x="130282" y="120402"/>
            <a:ext cx="8604398" cy="6617196"/>
          </a:xfrm>
          <a:prstGeom prst="rect">
            <a:avLst/>
          </a:prstGeom>
          <a:noFill/>
        </p:spPr>
        <p:txBody>
          <a:bodyPr wrap="square">
            <a:spAutoFit/>
          </a:bodyPr>
          <a:lstStyle/>
          <a:p>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operator=</a:t>
            </a:r>
            <a:r>
              <a:rPr lang="en-US" sz="1400" b="0" dirty="0">
                <a:solidFill>
                  <a:srgbClr val="777777"/>
                </a:solidFill>
                <a:effectLst/>
                <a:latin typeface="Cascadia Mono" panose="020B0609020000020004" pitchFamily="49" charset="0"/>
              </a:rPr>
              <a:t>(</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MyList</a:t>
            </a:r>
            <a:r>
              <a:rPr lang="en-US" sz="1400" b="0" dirty="0">
                <a:solidFill>
                  <a:srgbClr val="4B69C6"/>
                </a:solidFill>
                <a:effectLst/>
                <a:latin typeface="Cascadia Mono" panose="020B0609020000020004" pitchFamily="49" charset="0"/>
              </a:rPr>
              <a:t>&amp;</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source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i="1" dirty="0">
                <a:solidFill>
                  <a:srgbClr val="AAAAAA"/>
                </a:solidFill>
                <a:effectLst/>
                <a:latin typeface="Cascadia Mono" panose="020B0609020000020004" pitchFamily="49" charset="0"/>
              </a:rPr>
              <a:t>    // first we need to deallocate any value that this array is holding</a:t>
            </a:r>
            <a:r>
              <a:rPr lang="en-US" sz="1400" i="1" dirty="0">
                <a:solidFill>
                  <a:srgbClr val="AAAAAA"/>
                </a:solidFill>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delete[]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p>
          <a:p>
            <a:r>
              <a:rPr lang="en-US" sz="1400" dirty="0">
                <a:solidFill>
                  <a:srgbClr val="7A3E9D"/>
                </a:solidFill>
                <a:latin typeface="Cascadia Mono" panose="020B0609020000020004" pitchFamily="49" charset="0"/>
              </a:rPr>
              <a:t>    </a:t>
            </a:r>
            <a:r>
              <a:rPr lang="en-US" sz="1400" dirty="0" err="1">
                <a:solidFill>
                  <a:srgbClr val="7A3E9D"/>
                </a:solidFill>
                <a:latin typeface="Cascadia Mono" panose="020B0609020000020004" pitchFamily="49" charset="0"/>
              </a:rPr>
              <a:t>m_array</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9C5D27"/>
                </a:solidFill>
                <a:latin typeface="Cascadia Mono" panose="020B0609020000020004" pitchFamily="49" charset="0"/>
              </a:rPr>
              <a:t>nullptr</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because </a:t>
            </a:r>
            <a:r>
              <a:rPr lang="en-US" sz="1400" b="0" i="1" dirty="0" err="1">
                <a:solidFill>
                  <a:srgbClr val="AAAAAA"/>
                </a:solidFill>
                <a:effectLst/>
                <a:latin typeface="Cascadia Mono" panose="020B0609020000020004" pitchFamily="49" charset="0"/>
              </a:rPr>
              <a:t>m_length</a:t>
            </a:r>
            <a:r>
              <a:rPr lang="en-US" sz="1400" b="0" i="1" dirty="0">
                <a:solidFill>
                  <a:srgbClr val="AAAAAA"/>
                </a:solidFill>
                <a:effectLst/>
                <a:latin typeface="Cascadia Mono" panose="020B0609020000020004" pitchFamily="49" charset="0"/>
              </a:rPr>
              <a:t> is not a pointer, we can shallow copy it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m_length</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source</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a:t>
            </a:r>
            <a:r>
              <a:rPr lang="en-US" sz="1400" b="0" i="1" dirty="0" err="1">
                <a:solidFill>
                  <a:srgbClr val="AAAAAA"/>
                </a:solidFill>
                <a:effectLst/>
                <a:latin typeface="Cascadia Mono" panose="020B0609020000020004" pitchFamily="49" charset="0"/>
              </a:rPr>
              <a:t>m_array</a:t>
            </a:r>
            <a:r>
              <a:rPr lang="en-US" sz="1400" b="0" i="1" dirty="0">
                <a:solidFill>
                  <a:srgbClr val="AAAAAA"/>
                </a:solidFill>
                <a:effectLst/>
                <a:latin typeface="Cascadia Mono" panose="020B0609020000020004" pitchFamily="49" charset="0"/>
              </a:rPr>
              <a:t> is a pointer, so we need to deep copy it if it is non-null</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if</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source</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m_array</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9C5D27"/>
                </a:solidFill>
                <a:effectLst/>
                <a:latin typeface="Cascadia Mono" panose="020B0609020000020004" pitchFamily="49" charset="0"/>
              </a:rPr>
              <a:t>nullptr</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i="1" dirty="0">
                <a:solidFill>
                  <a:srgbClr val="AAAAAA"/>
                </a:solidFill>
                <a:effectLst/>
                <a:latin typeface="Cascadia Mono" panose="020B0609020000020004" pitchFamily="49" charset="0"/>
              </a:rPr>
              <a:t>        // allocate memory</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new</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i="1" dirty="0">
                <a:solidFill>
                  <a:srgbClr val="AAAAAA"/>
                </a:solidFill>
                <a:effectLst/>
                <a:latin typeface="Cascadia Mono" panose="020B0609020000020004" pitchFamily="49" charset="0"/>
              </a:rPr>
              <a:t>        // do the copy</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for</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i</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i</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&lt;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m_length</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source</a:t>
            </a:r>
            <a:r>
              <a:rPr lang="en-US" sz="1400" b="0" dirty="0" err="1">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m_array</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i</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else</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i="1" dirty="0">
                <a:solidFill>
                  <a:srgbClr val="AAAAAA"/>
                </a:solidFill>
                <a:latin typeface="Cascadia Mono" panose="020B0609020000020004" pitchFamily="49" charset="0"/>
              </a:rPr>
              <a:t>// this-&gt;</a:t>
            </a:r>
            <a:r>
              <a:rPr lang="en-US" sz="1400" i="1" dirty="0" err="1">
                <a:solidFill>
                  <a:srgbClr val="AAAAAA"/>
                </a:solidFill>
                <a:latin typeface="Cascadia Mono" panose="020B0609020000020004" pitchFamily="49" charset="0"/>
              </a:rPr>
              <a:t>m_array</a:t>
            </a:r>
            <a:r>
              <a:rPr lang="en-US" sz="1400" i="1" dirty="0">
                <a:solidFill>
                  <a:srgbClr val="AAAAAA"/>
                </a:solidFill>
                <a:latin typeface="Cascadia Mono" panose="020B0609020000020004" pitchFamily="49" charset="0"/>
              </a:rPr>
              <a:t> is already </a:t>
            </a:r>
            <a:r>
              <a:rPr lang="en-US" sz="1400" i="1" dirty="0" err="1">
                <a:solidFill>
                  <a:srgbClr val="AAAAAA"/>
                </a:solidFill>
                <a:latin typeface="Cascadia Mono" panose="020B0609020000020004" pitchFamily="49" charset="0"/>
              </a:rPr>
              <a:t>nullptr</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endParaRPr lang="en-US" sz="1400" b="0" dirty="0">
              <a:solidFill>
                <a:srgbClr val="333333"/>
              </a:solidFill>
              <a:effectLst/>
              <a:latin typeface="Cascadia Mono" panose="020B0609020000020004" pitchFamily="49" charset="0"/>
            </a:endParaRPr>
          </a:p>
          <a:p>
            <a:r>
              <a:rPr lang="en-US" sz="1400" i="1" dirty="0">
                <a:solidFill>
                  <a:srgbClr val="AAAAAA"/>
                </a:solidFill>
                <a:latin typeface="Cascadia Mono" panose="020B0609020000020004" pitchFamily="49" charset="0"/>
              </a:rPr>
              <a:t>    // return by reference</a:t>
            </a:r>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9C5D27"/>
                </a:solidFill>
                <a:effectLst/>
                <a:latin typeface="Cascadia Mono" panose="020B0609020000020004" pitchFamily="49" charset="0"/>
              </a:rPr>
              <a:t>this</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0" name="TextBox 9">
            <a:extLst>
              <a:ext uri="{FF2B5EF4-FFF2-40B4-BE49-F238E27FC236}">
                <a16:creationId xmlns:a16="http://schemas.microsoft.com/office/drawing/2014/main" id="{F24127AE-38BA-C74D-4D1D-49FBF2FF39F7}"/>
              </a:ext>
            </a:extLst>
          </p:cNvPr>
          <p:cNvSpPr txBox="1"/>
          <p:nvPr/>
        </p:nvSpPr>
        <p:spPr>
          <a:xfrm>
            <a:off x="6762307" y="5025011"/>
            <a:ext cx="5299411" cy="1477328"/>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en-US" dirty="0"/>
              <a:t>Note that when doing </a:t>
            </a:r>
            <a:r>
              <a:rPr lang="en-US" b="1" dirty="0">
                <a:latin typeface="Cascadia Code" panose="020B0609020000020004" pitchFamily="49" charset="0"/>
                <a:ea typeface="Cascadia Code" panose="020B0609020000020004" pitchFamily="49" charset="0"/>
                <a:cs typeface="Cascadia Code" panose="020B0609020000020004" pitchFamily="49" charset="0"/>
              </a:rPr>
              <a:t>delete[] </a:t>
            </a:r>
            <a:r>
              <a:rPr lang="en-US" b="1" dirty="0" err="1">
                <a:latin typeface="Cascadia Code" panose="020B0609020000020004" pitchFamily="49" charset="0"/>
                <a:ea typeface="Cascadia Code" panose="020B0609020000020004" pitchFamily="49" charset="0"/>
                <a:cs typeface="Cascadia Code" panose="020B0609020000020004" pitchFamily="49" charset="0"/>
              </a:rPr>
              <a:t>m_array</a:t>
            </a:r>
            <a:r>
              <a:rPr lang="en-US" dirty="0"/>
              <a:t> at the very start of this function, </a:t>
            </a:r>
            <a:r>
              <a:rPr lang="en-US" b="1" dirty="0" err="1">
                <a:latin typeface="Cascadia Code" panose="020B0609020000020004" pitchFamily="49" charset="0"/>
                <a:ea typeface="Cascadia Code" panose="020B0609020000020004" pitchFamily="49" charset="0"/>
                <a:cs typeface="Cascadia Code" panose="020B0609020000020004" pitchFamily="49" charset="0"/>
              </a:rPr>
              <a:t>m_array</a:t>
            </a:r>
            <a:r>
              <a:rPr lang="en-US" dirty="0"/>
              <a:t> could be a </a:t>
            </a:r>
            <a:r>
              <a:rPr lang="en-US" b="1" dirty="0" err="1">
                <a:latin typeface="Cascadia Code" panose="020B0609020000020004" pitchFamily="49" charset="0"/>
                <a:ea typeface="Cascadia Code" panose="020B0609020000020004" pitchFamily="49" charset="0"/>
                <a:cs typeface="Cascadia Code" panose="020B0609020000020004" pitchFamily="49" charset="0"/>
              </a:rPr>
              <a:t>nullptr</a:t>
            </a:r>
            <a:r>
              <a:rPr lang="en-US" dirty="0"/>
              <a:t>. </a:t>
            </a:r>
          </a:p>
          <a:p>
            <a:pPr marL="285750" indent="-285750">
              <a:buFont typeface="Arial" panose="020B0604020202020204" pitchFamily="34" charset="0"/>
              <a:buChar char="•"/>
            </a:pPr>
            <a:r>
              <a:rPr lang="en-US" dirty="0"/>
              <a:t>Note that it is safe to </a:t>
            </a:r>
            <a:r>
              <a:rPr lang="en-US" b="1" dirty="0">
                <a:latin typeface="Cascadia Code" panose="020B0609020000020004" pitchFamily="49" charset="0"/>
                <a:ea typeface="Cascadia Code" panose="020B0609020000020004" pitchFamily="49" charset="0"/>
                <a:cs typeface="Cascadia Code" panose="020B0609020000020004" pitchFamily="49" charset="0"/>
              </a:rPr>
              <a:t>delete</a:t>
            </a:r>
            <a:r>
              <a:rPr lang="en-US" dirty="0"/>
              <a:t> a </a:t>
            </a:r>
            <a:r>
              <a:rPr lang="en-US" b="1" dirty="0" err="1">
                <a:latin typeface="Cascadia Code" panose="020B0609020000020004" pitchFamily="49" charset="0"/>
                <a:ea typeface="Cascadia Code" panose="020B0609020000020004" pitchFamily="49" charset="0"/>
                <a:cs typeface="Cascadia Code" panose="020B0609020000020004" pitchFamily="49" charset="0"/>
              </a:rPr>
              <a:t>nullptr</a:t>
            </a:r>
            <a:r>
              <a:rPr lang="en-US" dirty="0"/>
              <a:t>; nothing will happen.</a:t>
            </a:r>
          </a:p>
        </p:txBody>
      </p:sp>
    </p:spTree>
    <p:extLst>
      <p:ext uri="{BB962C8B-B14F-4D97-AF65-F5344CB8AC3E}">
        <p14:creationId xmlns:p14="http://schemas.microsoft.com/office/powerpoint/2010/main" val="369196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9" end="1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20" end="2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2" end="2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952D-F889-2FE9-541E-89D734FB66AF}"/>
              </a:ext>
            </a:extLst>
          </p:cNvPr>
          <p:cNvSpPr>
            <a:spLocks noGrp="1"/>
          </p:cNvSpPr>
          <p:nvPr>
            <p:ph type="title"/>
          </p:nvPr>
        </p:nvSpPr>
        <p:spPr/>
        <p:txBody>
          <a:bodyPr/>
          <a:lstStyle/>
          <a:p>
            <a:r>
              <a:rPr lang="en-US" dirty="0"/>
              <a:t>Self Study</a:t>
            </a:r>
          </a:p>
        </p:txBody>
      </p:sp>
      <p:sp>
        <p:nvSpPr>
          <p:cNvPr id="3" name="Content Placeholder 2">
            <a:extLst>
              <a:ext uri="{FF2B5EF4-FFF2-40B4-BE49-F238E27FC236}">
                <a16:creationId xmlns:a16="http://schemas.microsoft.com/office/drawing/2014/main" id="{4908A5EA-0579-0FD9-33D5-1C957D5812FE}"/>
              </a:ext>
            </a:extLst>
          </p:cNvPr>
          <p:cNvSpPr>
            <a:spLocks noGrp="1"/>
          </p:cNvSpPr>
          <p:nvPr>
            <p:ph idx="1"/>
          </p:nvPr>
        </p:nvSpPr>
        <p:spPr/>
        <p:txBody>
          <a:bodyPr>
            <a:normAutofit fontScale="92500" lnSpcReduction="10000"/>
          </a:bodyPr>
          <a:lstStyle/>
          <a:p>
            <a:r>
              <a:rPr lang="en-US" dirty="0"/>
              <a:t>Sit down and think about the </a:t>
            </a:r>
            <a:r>
              <a:rPr lang="en-US" u="sng" dirty="0"/>
              <a:t>implementation of a </a:t>
            </a:r>
            <a:r>
              <a:rPr lang="en-US" b="1" u="sng" dirty="0"/>
              <a:t>copy </a:t>
            </a:r>
            <a:r>
              <a:rPr lang="en-US" b="1" u="sng" dirty="0" err="1"/>
              <a:t>ctor</a:t>
            </a:r>
            <a:r>
              <a:rPr lang="en-US" dirty="0"/>
              <a:t> vs. the </a:t>
            </a:r>
            <a:r>
              <a:rPr lang="en-US" u="sng" dirty="0"/>
              <a:t>implementation of </a:t>
            </a:r>
            <a:r>
              <a:rPr lang="en-US" b="1" u="sng" dirty="0">
                <a:latin typeface="Cascadia Code" panose="020B0609020000020004" pitchFamily="49" charset="0"/>
                <a:ea typeface="Cascadia Code" panose="020B0609020000020004" pitchFamily="49" charset="0"/>
                <a:cs typeface="Cascadia Code" panose="020B0609020000020004" pitchFamily="49" charset="0"/>
              </a:rPr>
              <a:t>operator=</a:t>
            </a:r>
            <a:r>
              <a:rPr lang="en-US" dirty="0"/>
              <a:t>.</a:t>
            </a:r>
          </a:p>
          <a:p>
            <a:endParaRPr lang="en-US" dirty="0"/>
          </a:p>
          <a:p>
            <a:r>
              <a:rPr lang="en-US" i="1" dirty="0">
                <a:solidFill>
                  <a:schemeClr val="accent1"/>
                </a:solidFill>
              </a:rPr>
              <a:t>What are the differences?</a:t>
            </a:r>
          </a:p>
          <a:p>
            <a:endParaRPr lang="en-US" i="1" dirty="0">
              <a:solidFill>
                <a:schemeClr val="accent1"/>
              </a:solidFill>
            </a:endParaRPr>
          </a:p>
          <a:p>
            <a:r>
              <a:rPr lang="en-US" i="1" dirty="0">
                <a:solidFill>
                  <a:schemeClr val="accent1"/>
                </a:solidFill>
              </a:rPr>
              <a:t>What are the similarities?</a:t>
            </a:r>
          </a:p>
          <a:p>
            <a:endParaRPr lang="en-US" i="1" dirty="0">
              <a:solidFill>
                <a:schemeClr val="accent1"/>
              </a:solidFill>
            </a:endParaRPr>
          </a:p>
          <a:p>
            <a:r>
              <a:rPr lang="en-US" dirty="0"/>
              <a:t>Since the implementations are similar, you can actually create a separate private member function (called </a:t>
            </a:r>
            <a:r>
              <a:rPr lang="en-US" b="1" dirty="0" err="1">
                <a:latin typeface="Cascadia Code" panose="020B0609020000020004" pitchFamily="49" charset="0"/>
                <a:ea typeface="Cascadia Code" panose="020B0609020000020004" pitchFamily="49" charset="0"/>
                <a:cs typeface="Cascadia Code" panose="020B0609020000020004" pitchFamily="49" charset="0"/>
              </a:rPr>
              <a:t>deepCopy</a:t>
            </a:r>
            <a:r>
              <a:rPr lang="en-US" b="1" dirty="0">
                <a:latin typeface="Cascadia Code" panose="020B0609020000020004" pitchFamily="49" charset="0"/>
                <a:ea typeface="Cascadia Code" panose="020B0609020000020004" pitchFamily="49" charset="0"/>
                <a:cs typeface="Cascadia Code" panose="020B0609020000020004" pitchFamily="49" charset="0"/>
              </a:rPr>
              <a:t>()</a:t>
            </a:r>
            <a:r>
              <a:rPr lang="en-US" dirty="0"/>
              <a:t> let’s say) and call that within your </a:t>
            </a:r>
            <a:r>
              <a:rPr lang="en-US" b="1" dirty="0"/>
              <a:t>copy </a:t>
            </a:r>
            <a:r>
              <a:rPr lang="en-US" b="1" dirty="0" err="1"/>
              <a:t>ctor</a:t>
            </a:r>
            <a:r>
              <a:rPr lang="en-US" dirty="0"/>
              <a:t> and </a:t>
            </a:r>
            <a:r>
              <a:rPr lang="en-US" b="1" dirty="0">
                <a:latin typeface="Cascadia Code" panose="020B0609020000020004" pitchFamily="49" charset="0"/>
                <a:ea typeface="Cascadia Code" panose="020B0609020000020004" pitchFamily="49" charset="0"/>
                <a:cs typeface="Cascadia Code" panose="020B0609020000020004" pitchFamily="49" charset="0"/>
              </a:rPr>
              <a:t>operator=</a:t>
            </a:r>
            <a:r>
              <a:rPr lang="en-US" dirty="0"/>
              <a:t> to prevent rewriting the same code.</a:t>
            </a:r>
            <a:endParaRPr lang="en-US" i="1" dirty="0">
              <a:solidFill>
                <a:schemeClr val="accent1"/>
              </a:solidFill>
            </a:endParaRPr>
          </a:p>
        </p:txBody>
      </p:sp>
    </p:spTree>
    <p:extLst>
      <p:ext uri="{BB962C8B-B14F-4D97-AF65-F5344CB8AC3E}">
        <p14:creationId xmlns:p14="http://schemas.microsoft.com/office/powerpoint/2010/main" val="2231044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2782-E7C4-3944-F6BC-96D7559BE2BD}"/>
              </a:ext>
            </a:extLst>
          </p:cNvPr>
          <p:cNvSpPr>
            <a:spLocks noGrp="1"/>
          </p:cNvSpPr>
          <p:nvPr>
            <p:ph type="title"/>
          </p:nvPr>
        </p:nvSpPr>
        <p:spPr/>
        <p:txBody>
          <a:bodyPr/>
          <a:lstStyle/>
          <a:p>
            <a:r>
              <a:rPr lang="en-US" dirty="0"/>
              <a:t>Rule of Three </a:t>
            </a:r>
            <a:r>
              <a:rPr lang="en-US" sz="3200" i="1" dirty="0"/>
              <a:t>(finally!)</a:t>
            </a:r>
            <a:endParaRPr lang="en-US" i="1" dirty="0"/>
          </a:p>
        </p:txBody>
      </p:sp>
      <p:sp>
        <p:nvSpPr>
          <p:cNvPr id="3" name="Content Placeholder 2">
            <a:extLst>
              <a:ext uri="{FF2B5EF4-FFF2-40B4-BE49-F238E27FC236}">
                <a16:creationId xmlns:a16="http://schemas.microsoft.com/office/drawing/2014/main" id="{4D72D825-2DDA-4B22-CFD6-ED64A25D1A0F}"/>
              </a:ext>
            </a:extLst>
          </p:cNvPr>
          <p:cNvSpPr>
            <a:spLocks noGrp="1"/>
          </p:cNvSpPr>
          <p:nvPr>
            <p:ph idx="1"/>
          </p:nvPr>
        </p:nvSpPr>
        <p:spPr/>
        <p:txBody>
          <a:bodyPr>
            <a:normAutofit fontScale="92500" lnSpcReduction="20000"/>
          </a:bodyPr>
          <a:lstStyle/>
          <a:p>
            <a:r>
              <a:rPr lang="en-US" dirty="0"/>
              <a:t>If a class requires a user-defined </a:t>
            </a:r>
          </a:p>
          <a:p>
            <a:pPr lvl="1"/>
            <a:r>
              <a:rPr lang="en-US" dirty="0"/>
              <a:t>destructor, </a:t>
            </a:r>
          </a:p>
          <a:p>
            <a:pPr lvl="1"/>
            <a:r>
              <a:rPr lang="en-US" dirty="0"/>
              <a:t>copy constructor, </a:t>
            </a:r>
            <a:r>
              <a:rPr lang="en-US" sz="3500" b="1" dirty="0">
                <a:solidFill>
                  <a:schemeClr val="accent1"/>
                </a:solidFill>
              </a:rPr>
              <a:t>or</a:t>
            </a:r>
            <a:r>
              <a:rPr lang="en-US" sz="3500" dirty="0">
                <a:solidFill>
                  <a:schemeClr val="accent1"/>
                </a:solidFill>
              </a:rPr>
              <a:t> </a:t>
            </a:r>
          </a:p>
          <a:p>
            <a:pPr lvl="1"/>
            <a:r>
              <a:rPr lang="en-US" dirty="0"/>
              <a:t>copy assignment operator, </a:t>
            </a:r>
          </a:p>
          <a:p>
            <a:r>
              <a:rPr lang="en-US" dirty="0"/>
              <a:t>then it probably </a:t>
            </a:r>
            <a:r>
              <a:rPr lang="en-US" b="1" dirty="0"/>
              <a:t>requires all three</a:t>
            </a:r>
            <a:r>
              <a:rPr lang="en-US" dirty="0"/>
              <a:t>.</a:t>
            </a:r>
          </a:p>
          <a:p>
            <a:endParaRPr lang="en-US" dirty="0"/>
          </a:p>
          <a:p>
            <a:r>
              <a:rPr lang="en-US" dirty="0"/>
              <a:t>If we’re user-defining any of these functions, it’s probably because we’re </a:t>
            </a:r>
            <a:r>
              <a:rPr lang="en-US" b="1" dirty="0"/>
              <a:t>dealing with dynamic memory allocation</a:t>
            </a:r>
            <a:r>
              <a:rPr lang="en-US" dirty="0"/>
              <a:t>. </a:t>
            </a:r>
          </a:p>
          <a:p>
            <a:endParaRPr lang="en-US" dirty="0"/>
          </a:p>
          <a:p>
            <a:r>
              <a:rPr lang="en-US" dirty="0"/>
              <a:t>We need the </a:t>
            </a:r>
            <a:r>
              <a:rPr lang="en-US" u="sng" dirty="0"/>
              <a:t>copy constructor and copy assignment to handle deep copies</a:t>
            </a:r>
            <a:r>
              <a:rPr lang="en-US" dirty="0"/>
              <a:t>, and the </a:t>
            </a:r>
            <a:r>
              <a:rPr lang="en-US" u="sng" dirty="0"/>
              <a:t>destructor to deallocate memory</a:t>
            </a:r>
            <a:r>
              <a:rPr lang="en-US" dirty="0"/>
              <a:t>.</a:t>
            </a:r>
          </a:p>
        </p:txBody>
      </p:sp>
    </p:spTree>
    <p:extLst>
      <p:ext uri="{BB962C8B-B14F-4D97-AF65-F5344CB8AC3E}">
        <p14:creationId xmlns:p14="http://schemas.microsoft.com/office/powerpoint/2010/main" val="358259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2782-E7C4-3944-F6BC-96D7559BE2BD}"/>
              </a:ext>
            </a:extLst>
          </p:cNvPr>
          <p:cNvSpPr>
            <a:spLocks noGrp="1"/>
          </p:cNvSpPr>
          <p:nvPr>
            <p:ph type="title"/>
          </p:nvPr>
        </p:nvSpPr>
        <p:spPr/>
        <p:txBody>
          <a:bodyPr/>
          <a:lstStyle/>
          <a:p>
            <a:r>
              <a:rPr lang="en-US" dirty="0"/>
              <a:t>Rule of Three </a:t>
            </a:r>
            <a:r>
              <a:rPr lang="en-US" sz="3200" i="1" dirty="0"/>
              <a:t>(finally!)</a:t>
            </a:r>
            <a:endParaRPr lang="en-US" i="1" dirty="0"/>
          </a:p>
        </p:txBody>
      </p:sp>
      <p:sp>
        <p:nvSpPr>
          <p:cNvPr id="3" name="Content Placeholder 2">
            <a:extLst>
              <a:ext uri="{FF2B5EF4-FFF2-40B4-BE49-F238E27FC236}">
                <a16:creationId xmlns:a16="http://schemas.microsoft.com/office/drawing/2014/main" id="{4D72D825-2DDA-4B22-CFD6-ED64A25D1A0F}"/>
              </a:ext>
            </a:extLst>
          </p:cNvPr>
          <p:cNvSpPr>
            <a:spLocks noGrp="1"/>
          </p:cNvSpPr>
          <p:nvPr>
            <p:ph idx="1"/>
          </p:nvPr>
        </p:nvSpPr>
        <p:spPr/>
        <p:txBody>
          <a:bodyPr>
            <a:normAutofit/>
          </a:bodyPr>
          <a:lstStyle/>
          <a:p>
            <a:r>
              <a:rPr lang="en-US" dirty="0"/>
              <a:t>Generally, it would be better to rely on the built-in classes that you have available in C++.</a:t>
            </a:r>
          </a:p>
          <a:p>
            <a:endParaRPr lang="en-US" dirty="0"/>
          </a:p>
          <a:p>
            <a:r>
              <a:rPr lang="en-US" b="1" dirty="0">
                <a:latin typeface="Cascadia Code" panose="020B0609020000020004" pitchFamily="49" charset="0"/>
                <a:ea typeface="Cascadia Code" panose="020B0609020000020004" pitchFamily="49" charset="0"/>
                <a:cs typeface="Cascadia Code" panose="020B0609020000020004" pitchFamily="49" charset="0"/>
              </a:rPr>
              <a:t>std::vector</a:t>
            </a:r>
          </a:p>
          <a:p>
            <a:r>
              <a:rPr lang="en-US" b="1" dirty="0">
                <a:latin typeface="Cascadia Code" panose="020B0609020000020004" pitchFamily="49" charset="0"/>
                <a:ea typeface="Cascadia Code" panose="020B0609020000020004" pitchFamily="49" charset="0"/>
                <a:cs typeface="Cascadia Code" panose="020B0609020000020004" pitchFamily="49" charset="0"/>
              </a:rPr>
              <a:t>std::string</a:t>
            </a:r>
          </a:p>
          <a:p>
            <a:endParaRPr lang="en-US" dirty="0"/>
          </a:p>
          <a:p>
            <a:r>
              <a:rPr lang="en-US" dirty="0"/>
              <a:t>They take care of memory management for you.</a:t>
            </a:r>
          </a:p>
          <a:p>
            <a:r>
              <a:rPr lang="en-US" dirty="0"/>
              <a:t>You should use these in your projects as well.</a:t>
            </a:r>
          </a:p>
        </p:txBody>
      </p:sp>
    </p:spTree>
    <p:extLst>
      <p:ext uri="{BB962C8B-B14F-4D97-AF65-F5344CB8AC3E}">
        <p14:creationId xmlns:p14="http://schemas.microsoft.com/office/powerpoint/2010/main" val="3335697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2782-E7C4-3944-F6BC-96D7559BE2BD}"/>
              </a:ext>
            </a:extLst>
          </p:cNvPr>
          <p:cNvSpPr>
            <a:spLocks noGrp="1"/>
          </p:cNvSpPr>
          <p:nvPr>
            <p:ph type="title"/>
          </p:nvPr>
        </p:nvSpPr>
        <p:spPr/>
        <p:txBody>
          <a:bodyPr/>
          <a:lstStyle/>
          <a:p>
            <a:r>
              <a:rPr lang="en-US" dirty="0"/>
              <a:t>Rule of Three </a:t>
            </a:r>
            <a:r>
              <a:rPr lang="en-US" sz="3200" i="1" dirty="0"/>
              <a:t>(finally!)</a:t>
            </a:r>
            <a:endParaRPr lang="en-US" i="1" dirty="0"/>
          </a:p>
        </p:txBody>
      </p:sp>
      <p:sp>
        <p:nvSpPr>
          <p:cNvPr id="3" name="Content Placeholder 2">
            <a:extLst>
              <a:ext uri="{FF2B5EF4-FFF2-40B4-BE49-F238E27FC236}">
                <a16:creationId xmlns:a16="http://schemas.microsoft.com/office/drawing/2014/main" id="{4D72D825-2DDA-4B22-CFD6-ED64A25D1A0F}"/>
              </a:ext>
            </a:extLst>
          </p:cNvPr>
          <p:cNvSpPr>
            <a:spLocks noGrp="1"/>
          </p:cNvSpPr>
          <p:nvPr>
            <p:ph idx="1"/>
          </p:nvPr>
        </p:nvSpPr>
        <p:spPr/>
        <p:txBody>
          <a:bodyPr>
            <a:normAutofit/>
          </a:bodyPr>
          <a:lstStyle/>
          <a:p>
            <a:r>
              <a:rPr lang="en-US" dirty="0"/>
              <a:t>There is also a </a:t>
            </a:r>
            <a:r>
              <a:rPr lang="en-US" b="1" dirty="0"/>
              <a:t>Rule of Five</a:t>
            </a:r>
            <a:r>
              <a:rPr lang="en-US" dirty="0"/>
              <a:t>, but will probably become advanced for this course.</a:t>
            </a:r>
          </a:p>
          <a:p>
            <a:endParaRPr lang="en-US" dirty="0"/>
          </a:p>
          <a:p>
            <a:r>
              <a:rPr lang="en-US" b="1" dirty="0"/>
              <a:t>Move semantics</a:t>
            </a:r>
            <a:r>
              <a:rPr lang="en-US" dirty="0"/>
              <a:t>.</a:t>
            </a:r>
          </a:p>
        </p:txBody>
      </p:sp>
    </p:spTree>
    <p:extLst>
      <p:ext uri="{BB962C8B-B14F-4D97-AF65-F5344CB8AC3E}">
        <p14:creationId xmlns:p14="http://schemas.microsoft.com/office/powerpoint/2010/main" val="2619972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9876</TotalTime>
  <Words>5123</Words>
  <Application>Microsoft Office PowerPoint</Application>
  <PresentationFormat>Widescreen</PresentationFormat>
  <Paragraphs>818</Paragraphs>
  <Slides>47</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Cascadia Code</vt:lpstr>
      <vt:lpstr>Cascadia Mono</vt:lpstr>
      <vt:lpstr>Open Sans</vt:lpstr>
      <vt:lpstr>Roboto Mono</vt:lpstr>
      <vt:lpstr>Office Theme</vt:lpstr>
      <vt:lpstr>Object-Oriented Programming</vt:lpstr>
      <vt:lpstr>Logistics </vt:lpstr>
      <vt:lpstr>Operator Overloading</vt:lpstr>
      <vt:lpstr>PowerPoint Presentation</vt:lpstr>
      <vt:lpstr>PowerPoint Presentation</vt:lpstr>
      <vt:lpstr>PowerPoint Presentation</vt:lpstr>
      <vt:lpstr>FYI</vt:lpstr>
      <vt:lpstr>Friend Functions</vt:lpstr>
      <vt:lpstr>Writing Operator Overloads Using Class Member Functions</vt:lpstr>
      <vt:lpstr>PowerPoint Presentation</vt:lpstr>
      <vt:lpstr>PowerPoint Presentation</vt:lpstr>
      <vt:lpstr>PowerPoint Presentation</vt:lpstr>
      <vt:lpstr>PowerPoint Presentation</vt:lpstr>
      <vt:lpstr>When overloading an operator using a member function…</vt:lpstr>
      <vt:lpstr>PowerPoint Presentation</vt:lpstr>
      <vt:lpstr>PowerPoint Presentation</vt:lpstr>
      <vt:lpstr>PowerPoint Presentation</vt:lpstr>
      <vt:lpstr>PowerPoint Presentation</vt:lpstr>
      <vt:lpstr>When overloading an operator using a member function…</vt:lpstr>
      <vt:lpstr>Operator Overloading</vt:lpstr>
      <vt:lpstr>Operator Overloading</vt:lpstr>
      <vt:lpstr>Overloading operator=</vt:lpstr>
      <vt:lpstr>The Copy Assignment Operator operator=</vt:lpstr>
      <vt:lpstr>PowerPoint Presentation</vt:lpstr>
      <vt:lpstr>Copy Constructor vs. operator=</vt:lpstr>
      <vt:lpstr>PowerPoint Presentation</vt:lpstr>
      <vt:lpstr>PowerPoint Presentation</vt:lpstr>
      <vt:lpstr>PowerPoint Presentation</vt:lpstr>
      <vt:lpstr>PowerPoint Presentation</vt:lpstr>
      <vt:lpstr>PowerPoint Presentation</vt:lpstr>
      <vt:lpstr>Finishing the Rule of Three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Self Study</vt:lpstr>
      <vt:lpstr>Rule of Three (finally!)</vt:lpstr>
      <vt:lpstr>Rule of Three (finally!)</vt:lpstr>
      <vt:lpstr>Rule of Three (finally!)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dc:title>
  <dc:creator>Mohammad Salman</dc:creator>
  <cp:lastModifiedBy>Mohammad Salman</cp:lastModifiedBy>
  <cp:revision>2</cp:revision>
  <dcterms:created xsi:type="dcterms:W3CDTF">2023-10-02T09:22:38Z</dcterms:created>
  <dcterms:modified xsi:type="dcterms:W3CDTF">2023-10-23T15:01:26Z</dcterms:modified>
</cp:coreProperties>
</file>