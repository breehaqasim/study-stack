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8" r:id="rId12"/>
    <p:sldId id="267" r:id="rId13"/>
    <p:sldId id="269" r:id="rId14"/>
    <p:sldId id="271" r:id="rId15"/>
    <p:sldId id="288" r:id="rId16"/>
    <p:sldId id="270" r:id="rId17"/>
    <p:sldId id="292" r:id="rId18"/>
    <p:sldId id="293" r:id="rId19"/>
    <p:sldId id="272" r:id="rId20"/>
    <p:sldId id="273" r:id="rId21"/>
    <p:sldId id="274" r:id="rId22"/>
    <p:sldId id="275" r:id="rId23"/>
    <p:sldId id="276" r:id="rId24"/>
    <p:sldId id="277" r:id="rId25"/>
    <p:sldId id="283" r:id="rId26"/>
    <p:sldId id="295" r:id="rId27"/>
    <p:sldId id="296" r:id="rId28"/>
    <p:sldId id="297" r:id="rId29"/>
    <p:sldId id="294" r:id="rId30"/>
    <p:sldId id="299" r:id="rId31"/>
    <p:sldId id="30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ad Salman" initials="MS" lastIdx="1" clrIdx="0">
    <p:extLst>
      <p:ext uri="{19B8F6BF-5375-455C-9EA6-DF929625EA0E}">
        <p15:presenceInfo xmlns:p15="http://schemas.microsoft.com/office/powerpoint/2012/main" userId="S::mohammad.salman@sse.habib.edu.pk::cfd6754c-e613-4f6f-bb98-36aef69d8c3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54" autoAdjust="0"/>
  </p:normalViewPr>
  <p:slideViewPr>
    <p:cSldViewPr snapToGrid="0">
      <p:cViewPr varScale="1">
        <p:scale>
          <a:sx n="70" d="100"/>
          <a:sy n="70" d="100"/>
        </p:scale>
        <p:origin x="1138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454126D1-02F7-4D76-A3B3-8C1A00D8AA68}"/>
    <pc:docChg chg="undo redo custSel addSld delSld modSld sldOrd">
      <pc:chgData name="Mohammad Salman" userId="cfd6754c-e613-4f6f-bb98-36aef69d8c31" providerId="ADAL" clId="{454126D1-02F7-4D76-A3B3-8C1A00D8AA68}" dt="2023-10-11T07:33:12.038" v="2681" actId="14100"/>
      <pc:docMkLst>
        <pc:docMk/>
      </pc:docMkLst>
      <pc:sldChg chg="modAnim">
        <pc:chgData name="Mohammad Salman" userId="cfd6754c-e613-4f6f-bb98-36aef69d8c31" providerId="ADAL" clId="{454126D1-02F7-4D76-A3B3-8C1A00D8AA68}" dt="2023-10-10T15:53:32.679" v="2431"/>
        <pc:sldMkLst>
          <pc:docMk/>
          <pc:sldMk cId="2256080464" sldId="258"/>
        </pc:sldMkLst>
      </pc:sldChg>
      <pc:sldChg chg="modAnim">
        <pc:chgData name="Mohammad Salman" userId="cfd6754c-e613-4f6f-bb98-36aef69d8c31" providerId="ADAL" clId="{454126D1-02F7-4D76-A3B3-8C1A00D8AA68}" dt="2023-10-10T15:53:43.323" v="2432"/>
        <pc:sldMkLst>
          <pc:docMk/>
          <pc:sldMk cId="3225791972" sldId="260"/>
        </pc:sldMkLst>
      </pc:sldChg>
      <pc:sldChg chg="modAnim">
        <pc:chgData name="Mohammad Salman" userId="cfd6754c-e613-4f6f-bb98-36aef69d8c31" providerId="ADAL" clId="{454126D1-02F7-4D76-A3B3-8C1A00D8AA68}" dt="2023-10-10T15:54:12.080" v="2434"/>
        <pc:sldMkLst>
          <pc:docMk/>
          <pc:sldMk cId="961084928" sldId="264"/>
        </pc:sldMkLst>
      </pc:sldChg>
      <pc:sldChg chg="modSp mod">
        <pc:chgData name="Mohammad Salman" userId="cfd6754c-e613-4f6f-bb98-36aef69d8c31" providerId="ADAL" clId="{454126D1-02F7-4D76-A3B3-8C1A00D8AA68}" dt="2023-10-10T10:08:25.114" v="7" actId="14100"/>
        <pc:sldMkLst>
          <pc:docMk/>
          <pc:sldMk cId="2479530423" sldId="268"/>
        </pc:sldMkLst>
        <pc:spChg chg="mod">
          <ac:chgData name="Mohammad Salman" userId="cfd6754c-e613-4f6f-bb98-36aef69d8c31" providerId="ADAL" clId="{454126D1-02F7-4D76-A3B3-8C1A00D8AA68}" dt="2023-10-10T10:08:25.114" v="7" actId="14100"/>
          <ac:spMkLst>
            <pc:docMk/>
            <pc:sldMk cId="2479530423" sldId="268"/>
            <ac:spMk id="11" creationId="{CB6D5F41-02AE-21A1-BA36-C17588112ACE}"/>
          </ac:spMkLst>
        </pc:spChg>
      </pc:sldChg>
      <pc:sldChg chg="modAnim">
        <pc:chgData name="Mohammad Salman" userId="cfd6754c-e613-4f6f-bb98-36aef69d8c31" providerId="ADAL" clId="{454126D1-02F7-4D76-A3B3-8C1A00D8AA68}" dt="2023-10-10T15:54:40.016" v="2435"/>
        <pc:sldMkLst>
          <pc:docMk/>
          <pc:sldMk cId="1903961333" sldId="269"/>
        </pc:sldMkLst>
      </pc:sldChg>
      <pc:sldChg chg="modSp mod">
        <pc:chgData name="Mohammad Salman" userId="cfd6754c-e613-4f6f-bb98-36aef69d8c31" providerId="ADAL" clId="{454126D1-02F7-4D76-A3B3-8C1A00D8AA68}" dt="2023-10-10T15:55:42.940" v="2459" actId="27636"/>
        <pc:sldMkLst>
          <pc:docMk/>
          <pc:sldMk cId="3364976763" sldId="270"/>
        </pc:sldMkLst>
        <pc:spChg chg="mod">
          <ac:chgData name="Mohammad Salman" userId="cfd6754c-e613-4f6f-bb98-36aef69d8c31" providerId="ADAL" clId="{454126D1-02F7-4D76-A3B3-8C1A00D8AA68}" dt="2023-10-10T15:55:42.940" v="2459" actId="27636"/>
          <ac:spMkLst>
            <pc:docMk/>
            <pc:sldMk cId="3364976763" sldId="270"/>
            <ac:spMk id="5" creationId="{B7C82062-ABEC-37CF-D7EE-253395AD18CE}"/>
          </ac:spMkLst>
        </pc:spChg>
      </pc:sldChg>
      <pc:sldChg chg="modSp mod">
        <pc:chgData name="Mohammad Salman" userId="cfd6754c-e613-4f6f-bb98-36aef69d8c31" providerId="ADAL" clId="{454126D1-02F7-4D76-A3B3-8C1A00D8AA68}" dt="2023-10-10T15:19:49.431" v="1349" actId="20577"/>
        <pc:sldMkLst>
          <pc:docMk/>
          <pc:sldMk cId="4207197228" sldId="271"/>
        </pc:sldMkLst>
        <pc:spChg chg="mod">
          <ac:chgData name="Mohammad Salman" userId="cfd6754c-e613-4f6f-bb98-36aef69d8c31" providerId="ADAL" clId="{454126D1-02F7-4D76-A3B3-8C1A00D8AA68}" dt="2023-10-10T15:19:49.431" v="1349" actId="20577"/>
          <ac:spMkLst>
            <pc:docMk/>
            <pc:sldMk cId="4207197228" sldId="271"/>
            <ac:spMk id="4" creationId="{E2F01E01-BC20-91D8-A5CA-0E0E960C9A0E}"/>
          </ac:spMkLst>
        </pc:spChg>
      </pc:sldChg>
      <pc:sldChg chg="modAnim">
        <pc:chgData name="Mohammad Salman" userId="cfd6754c-e613-4f6f-bb98-36aef69d8c31" providerId="ADAL" clId="{454126D1-02F7-4D76-A3B3-8C1A00D8AA68}" dt="2023-10-10T15:56:46.599" v="2462"/>
        <pc:sldMkLst>
          <pc:docMk/>
          <pc:sldMk cId="4239664132" sldId="276"/>
        </pc:sldMkLst>
      </pc:sldChg>
      <pc:sldChg chg="modSp mod modAnim">
        <pc:chgData name="Mohammad Salman" userId="cfd6754c-e613-4f6f-bb98-36aef69d8c31" providerId="ADAL" clId="{454126D1-02F7-4D76-A3B3-8C1A00D8AA68}" dt="2023-10-10T15:57:02.490" v="2465"/>
        <pc:sldMkLst>
          <pc:docMk/>
          <pc:sldMk cId="4161910784" sldId="277"/>
        </pc:sldMkLst>
        <pc:spChg chg="mod">
          <ac:chgData name="Mohammad Salman" userId="cfd6754c-e613-4f6f-bb98-36aef69d8c31" providerId="ADAL" clId="{454126D1-02F7-4D76-A3B3-8C1A00D8AA68}" dt="2023-10-10T15:11:43.645" v="939" actId="207"/>
          <ac:spMkLst>
            <pc:docMk/>
            <pc:sldMk cId="4161910784" sldId="277"/>
            <ac:spMk id="4" creationId="{4FB27FE4-F5A6-9A04-9A9B-3B065DF510E1}"/>
          </ac:spMkLst>
        </pc:spChg>
      </pc:sldChg>
      <pc:sldChg chg="del">
        <pc:chgData name="Mohammad Salman" userId="cfd6754c-e613-4f6f-bb98-36aef69d8c31" providerId="ADAL" clId="{454126D1-02F7-4D76-A3B3-8C1A00D8AA68}" dt="2023-10-10T14:55:31.017" v="469" actId="47"/>
        <pc:sldMkLst>
          <pc:docMk/>
          <pc:sldMk cId="3977022146" sldId="278"/>
        </pc:sldMkLst>
      </pc:sldChg>
      <pc:sldChg chg="del">
        <pc:chgData name="Mohammad Salman" userId="cfd6754c-e613-4f6f-bb98-36aef69d8c31" providerId="ADAL" clId="{454126D1-02F7-4D76-A3B3-8C1A00D8AA68}" dt="2023-10-10T15:38:15.917" v="1969" actId="47"/>
        <pc:sldMkLst>
          <pc:docMk/>
          <pc:sldMk cId="1946368891" sldId="280"/>
        </pc:sldMkLst>
      </pc:sldChg>
      <pc:sldChg chg="addSp modSp mod modAnim modNotesTx">
        <pc:chgData name="Mohammad Salman" userId="cfd6754c-e613-4f6f-bb98-36aef69d8c31" providerId="ADAL" clId="{454126D1-02F7-4D76-A3B3-8C1A00D8AA68}" dt="2023-10-10T15:22:42.874" v="1394" actId="1076"/>
        <pc:sldMkLst>
          <pc:docMk/>
          <pc:sldMk cId="1217470798" sldId="283"/>
        </pc:sldMkLst>
        <pc:spChg chg="add mod">
          <ac:chgData name="Mohammad Salman" userId="cfd6754c-e613-4f6f-bb98-36aef69d8c31" providerId="ADAL" clId="{454126D1-02F7-4D76-A3B3-8C1A00D8AA68}" dt="2023-10-10T15:15:40.698" v="1081" actId="6549"/>
          <ac:spMkLst>
            <pc:docMk/>
            <pc:sldMk cId="1217470798" sldId="283"/>
            <ac:spMk id="3" creationId="{4B98733B-CFEA-4A4D-538D-561D7046855C}"/>
          </ac:spMkLst>
        </pc:spChg>
        <pc:spChg chg="mod">
          <ac:chgData name="Mohammad Salman" userId="cfd6754c-e613-4f6f-bb98-36aef69d8c31" providerId="ADAL" clId="{454126D1-02F7-4D76-A3B3-8C1A00D8AA68}" dt="2023-10-10T15:22:42.874" v="1394" actId="1076"/>
          <ac:spMkLst>
            <pc:docMk/>
            <pc:sldMk cId="1217470798" sldId="283"/>
            <ac:spMk id="4" creationId="{4FB27FE4-F5A6-9A04-9A9B-3B065DF510E1}"/>
          </ac:spMkLst>
        </pc:spChg>
        <pc:spChg chg="add mod">
          <ac:chgData name="Mohammad Salman" userId="cfd6754c-e613-4f6f-bb98-36aef69d8c31" providerId="ADAL" clId="{454126D1-02F7-4D76-A3B3-8C1A00D8AA68}" dt="2023-10-10T15:09:15.522" v="856" actId="1076"/>
          <ac:spMkLst>
            <pc:docMk/>
            <pc:sldMk cId="1217470798" sldId="283"/>
            <ac:spMk id="6" creationId="{1E04FE43-97AF-BB64-AB33-537F8002BCF0}"/>
          </ac:spMkLst>
        </pc:spChg>
        <pc:spChg chg="add mod">
          <ac:chgData name="Mohammad Salman" userId="cfd6754c-e613-4f6f-bb98-36aef69d8c31" providerId="ADAL" clId="{454126D1-02F7-4D76-A3B3-8C1A00D8AA68}" dt="2023-10-10T15:09:39.106" v="874" actId="1076"/>
          <ac:spMkLst>
            <pc:docMk/>
            <pc:sldMk cId="1217470798" sldId="283"/>
            <ac:spMk id="8" creationId="{9D134227-1512-7214-449E-841FD65B9D68}"/>
          </ac:spMkLst>
        </pc:spChg>
      </pc:sldChg>
      <pc:sldChg chg="ord">
        <pc:chgData name="Mohammad Salman" userId="cfd6754c-e613-4f6f-bb98-36aef69d8c31" providerId="ADAL" clId="{454126D1-02F7-4D76-A3B3-8C1A00D8AA68}" dt="2023-10-10T15:55:07.652" v="2437"/>
        <pc:sldMkLst>
          <pc:docMk/>
          <pc:sldMk cId="4178443189" sldId="284"/>
        </pc:sldMkLst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1132301418" sldId="286"/>
        </pc:sldMkLst>
      </pc:sldChg>
      <pc:sldChg chg="ord">
        <pc:chgData name="Mohammad Salman" userId="cfd6754c-e613-4f6f-bb98-36aef69d8c31" providerId="ADAL" clId="{454126D1-02F7-4D76-A3B3-8C1A00D8AA68}" dt="2023-10-10T15:55:07.652" v="2437"/>
        <pc:sldMkLst>
          <pc:docMk/>
          <pc:sldMk cId="3437182616" sldId="287"/>
        </pc:sldMkLst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1584440592" sldId="288"/>
        </pc:sldMkLst>
      </pc:sldChg>
      <pc:sldChg chg="addSp delSp modSp new del mod">
        <pc:chgData name="Mohammad Salman" userId="cfd6754c-e613-4f6f-bb98-36aef69d8c31" providerId="ADAL" clId="{454126D1-02F7-4D76-A3B3-8C1A00D8AA68}" dt="2023-10-10T11:33:36.635" v="27" actId="47"/>
        <pc:sldMkLst>
          <pc:docMk/>
          <pc:sldMk cId="2209410415" sldId="288"/>
        </pc:sldMkLst>
        <pc:spChg chg="del">
          <ac:chgData name="Mohammad Salman" userId="cfd6754c-e613-4f6f-bb98-36aef69d8c31" providerId="ADAL" clId="{454126D1-02F7-4D76-A3B3-8C1A00D8AA68}" dt="2023-10-10T11:33:26.919" v="24" actId="478"/>
          <ac:spMkLst>
            <pc:docMk/>
            <pc:sldMk cId="2209410415" sldId="288"/>
            <ac:spMk id="2" creationId="{742F2D61-F34F-46D2-03B3-7C690C9EBA69}"/>
          </ac:spMkLst>
        </pc:spChg>
        <pc:spChg chg="del mod">
          <ac:chgData name="Mohammad Salman" userId="cfd6754c-e613-4f6f-bb98-36aef69d8c31" providerId="ADAL" clId="{454126D1-02F7-4D76-A3B3-8C1A00D8AA68}" dt="2023-10-10T11:33:26.919" v="24" actId="478"/>
          <ac:spMkLst>
            <pc:docMk/>
            <pc:sldMk cId="2209410415" sldId="288"/>
            <ac:spMk id="3" creationId="{133D6475-7D6E-A50C-B5AE-742E7ED4F659}"/>
          </ac:spMkLst>
        </pc:spChg>
        <pc:spChg chg="add del mod">
          <ac:chgData name="Mohammad Salman" userId="cfd6754c-e613-4f6f-bb98-36aef69d8c31" providerId="ADAL" clId="{454126D1-02F7-4D76-A3B3-8C1A00D8AA68}" dt="2023-10-10T11:33:28.186" v="25" actId="478"/>
          <ac:spMkLst>
            <pc:docMk/>
            <pc:sldMk cId="2209410415" sldId="288"/>
            <ac:spMk id="5" creationId="{932C0CB1-909F-B1D3-9B25-1716A0C8A664}"/>
          </ac:spMkLst>
        </pc:spChg>
      </pc:sldChg>
      <pc:sldChg chg="addSp delSp modSp add mod">
        <pc:chgData name="Mohammad Salman" userId="cfd6754c-e613-4f6f-bb98-36aef69d8c31" providerId="ADAL" clId="{454126D1-02F7-4D76-A3B3-8C1A00D8AA68}" dt="2023-10-10T11:37:05.883" v="337" actId="113"/>
        <pc:sldMkLst>
          <pc:docMk/>
          <pc:sldMk cId="2887264928" sldId="288"/>
        </pc:sldMkLst>
        <pc:spChg chg="mod">
          <ac:chgData name="Mohammad Salman" userId="cfd6754c-e613-4f6f-bb98-36aef69d8c31" providerId="ADAL" clId="{454126D1-02F7-4D76-A3B3-8C1A00D8AA68}" dt="2023-10-10T11:37:05.883" v="337" actId="113"/>
          <ac:spMkLst>
            <pc:docMk/>
            <pc:sldMk cId="2887264928" sldId="288"/>
            <ac:spMk id="11" creationId="{CB6D5F41-02AE-21A1-BA36-C17588112ACE}"/>
          </ac:spMkLst>
        </pc:spChg>
        <pc:cxnChg chg="add del mod">
          <ac:chgData name="Mohammad Salman" userId="cfd6754c-e613-4f6f-bb98-36aef69d8c31" providerId="ADAL" clId="{454126D1-02F7-4D76-A3B3-8C1A00D8AA68}" dt="2023-10-10T11:36:10.411" v="327" actId="478"/>
          <ac:cxnSpMkLst>
            <pc:docMk/>
            <pc:sldMk cId="2887264928" sldId="288"/>
            <ac:cxnSpMk id="4" creationId="{8A7728CA-B149-4EE0-C2A5-AF70F42283AE}"/>
          </ac:cxnSpMkLst>
        </pc:cxnChg>
        <pc:cxnChg chg="add">
          <ac:chgData name="Mohammad Salman" userId="cfd6754c-e613-4f6f-bb98-36aef69d8c31" providerId="ADAL" clId="{454126D1-02F7-4D76-A3B3-8C1A00D8AA68}" dt="2023-10-10T11:36:18.112" v="328" actId="11529"/>
          <ac:cxnSpMkLst>
            <pc:docMk/>
            <pc:sldMk cId="2887264928" sldId="288"/>
            <ac:cxnSpMk id="12" creationId="{96221173-3A16-F3B2-3EF4-DFBCF5F99714}"/>
          </ac:cxnSpMkLst>
        </pc:cxnChg>
        <pc:cxnChg chg="add mod">
          <ac:chgData name="Mohammad Salman" userId="cfd6754c-e613-4f6f-bb98-36aef69d8c31" providerId="ADAL" clId="{454126D1-02F7-4D76-A3B3-8C1A00D8AA68}" dt="2023-10-10T11:36:31.992" v="331" actId="14100"/>
          <ac:cxnSpMkLst>
            <pc:docMk/>
            <pc:sldMk cId="2887264928" sldId="288"/>
            <ac:cxnSpMk id="13" creationId="{3EC66123-6E6F-D0F5-DFCA-A95DA20F4FA2}"/>
          </ac:cxnSpMkLst>
        </pc:cxnChg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945450396" sldId="289"/>
        </pc:sldMkLst>
      </pc:sldChg>
      <pc:sldChg chg="modSp add del mod setBg">
        <pc:chgData name="Mohammad Salman" userId="cfd6754c-e613-4f6f-bb98-36aef69d8c31" providerId="ADAL" clId="{454126D1-02F7-4D76-A3B3-8C1A00D8AA68}" dt="2023-10-10T14:54:29.757" v="467" actId="47"/>
        <pc:sldMkLst>
          <pc:docMk/>
          <pc:sldMk cId="1812946813" sldId="289"/>
        </pc:sldMkLst>
        <pc:spChg chg="mod">
          <ac:chgData name="Mohammad Salman" userId="cfd6754c-e613-4f6f-bb98-36aef69d8c31" providerId="ADAL" clId="{454126D1-02F7-4D76-A3B3-8C1A00D8AA68}" dt="2023-10-10T11:38:29.584" v="466" actId="14100"/>
          <ac:spMkLst>
            <pc:docMk/>
            <pc:sldMk cId="1812946813" sldId="289"/>
            <ac:spMk id="11" creationId="{CB6D5F41-02AE-21A1-BA36-C17588112ACE}"/>
          </ac:spMkLst>
        </pc:spChg>
      </pc:sldChg>
      <pc:sldChg chg="modSp add del mod">
        <pc:chgData name="Mohammad Salman" userId="cfd6754c-e613-4f6f-bb98-36aef69d8c31" providerId="ADAL" clId="{454126D1-02F7-4D76-A3B3-8C1A00D8AA68}" dt="2023-10-10T11:33:46.349" v="40" actId="47"/>
        <pc:sldMkLst>
          <pc:docMk/>
          <pc:sldMk cId="3349490243" sldId="289"/>
        </pc:sldMkLst>
        <pc:spChg chg="mod">
          <ac:chgData name="Mohammad Salman" userId="cfd6754c-e613-4f6f-bb98-36aef69d8c31" providerId="ADAL" clId="{454126D1-02F7-4D76-A3B3-8C1A00D8AA68}" dt="2023-10-10T11:33:41.440" v="39" actId="20577"/>
          <ac:spMkLst>
            <pc:docMk/>
            <pc:sldMk cId="3349490243" sldId="289"/>
            <ac:spMk id="11" creationId="{CB6D5F41-02AE-21A1-BA36-C17588112ACE}"/>
          </ac:spMkLst>
        </pc:spChg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1882995592" sldId="290"/>
        </pc:sldMkLst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3141728720" sldId="291"/>
        </pc:sldMkLst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950762204" sldId="292"/>
        </pc:sldMkLst>
      </pc:sldChg>
      <pc:sldChg chg="add">
        <pc:chgData name="Mohammad Salman" userId="cfd6754c-e613-4f6f-bb98-36aef69d8c31" providerId="ADAL" clId="{454126D1-02F7-4D76-A3B3-8C1A00D8AA68}" dt="2023-10-10T14:55:29.240" v="468"/>
        <pc:sldMkLst>
          <pc:docMk/>
          <pc:sldMk cId="1000108451" sldId="292"/>
        </pc:sldMkLst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2421457051" sldId="293"/>
        </pc:sldMkLst>
      </pc:sldChg>
      <pc:sldChg chg="add">
        <pc:chgData name="Mohammad Salman" userId="cfd6754c-e613-4f6f-bb98-36aef69d8c31" providerId="ADAL" clId="{454126D1-02F7-4D76-A3B3-8C1A00D8AA68}" dt="2023-10-10T14:55:43.202" v="470"/>
        <pc:sldMkLst>
          <pc:docMk/>
          <pc:sldMk cId="4218705758" sldId="293"/>
        </pc:sldMkLst>
      </pc:sldChg>
      <pc:sldChg chg="addSp delSp modSp new mod setBg">
        <pc:chgData name="Mohammad Salman" userId="cfd6754c-e613-4f6f-bb98-36aef69d8c31" providerId="ADAL" clId="{454126D1-02F7-4D76-A3B3-8C1A00D8AA68}" dt="2023-10-10T15:37:38.188" v="1968" actId="1076"/>
        <pc:sldMkLst>
          <pc:docMk/>
          <pc:sldMk cId="279401027" sldId="294"/>
        </pc:sldMkLst>
        <pc:spChg chg="del mod">
          <ac:chgData name="Mohammad Salman" userId="cfd6754c-e613-4f6f-bb98-36aef69d8c31" providerId="ADAL" clId="{454126D1-02F7-4D76-A3B3-8C1A00D8AA68}" dt="2023-10-10T15:35:05.095" v="1860" actId="478"/>
          <ac:spMkLst>
            <pc:docMk/>
            <pc:sldMk cId="279401027" sldId="294"/>
            <ac:spMk id="2" creationId="{4AD0027B-5DEE-0349-08E2-CB8DA17291A1}"/>
          </ac:spMkLst>
        </pc:spChg>
        <pc:spChg chg="del mod">
          <ac:chgData name="Mohammad Salman" userId="cfd6754c-e613-4f6f-bb98-36aef69d8c31" providerId="ADAL" clId="{454126D1-02F7-4D76-A3B3-8C1A00D8AA68}" dt="2023-10-10T15:35:05.095" v="1860" actId="478"/>
          <ac:spMkLst>
            <pc:docMk/>
            <pc:sldMk cId="279401027" sldId="294"/>
            <ac:spMk id="3" creationId="{E65DF359-8F33-E0A1-D201-1A40DD5C752F}"/>
          </ac:spMkLst>
        </pc:spChg>
        <pc:spChg chg="add del mod">
          <ac:chgData name="Mohammad Salman" userId="cfd6754c-e613-4f6f-bb98-36aef69d8c31" providerId="ADAL" clId="{454126D1-02F7-4D76-A3B3-8C1A00D8AA68}" dt="2023-10-10T15:35:06.457" v="1861" actId="478"/>
          <ac:spMkLst>
            <pc:docMk/>
            <pc:sldMk cId="279401027" sldId="294"/>
            <ac:spMk id="5" creationId="{838A5ED2-E098-F09D-F905-568B59F81280}"/>
          </ac:spMkLst>
        </pc:spChg>
        <pc:spChg chg="add del mod">
          <ac:chgData name="Mohammad Salman" userId="cfd6754c-e613-4f6f-bb98-36aef69d8c31" providerId="ADAL" clId="{454126D1-02F7-4D76-A3B3-8C1A00D8AA68}" dt="2023-10-10T15:35:06.457" v="1861" actId="478"/>
          <ac:spMkLst>
            <pc:docMk/>
            <pc:sldMk cId="279401027" sldId="294"/>
            <ac:spMk id="7" creationId="{FD1212EC-91C7-1880-3019-9AA2F08B108B}"/>
          </ac:spMkLst>
        </pc:spChg>
        <pc:spChg chg="add mod">
          <ac:chgData name="Mohammad Salman" userId="cfd6754c-e613-4f6f-bb98-36aef69d8c31" providerId="ADAL" clId="{454126D1-02F7-4D76-A3B3-8C1A00D8AA68}" dt="2023-10-10T15:37:06.549" v="1893" actId="164"/>
          <ac:spMkLst>
            <pc:docMk/>
            <pc:sldMk cId="279401027" sldId="294"/>
            <ac:spMk id="12" creationId="{4A0D2E37-4CC0-D8D2-287B-70FF9065024A}"/>
          </ac:spMkLst>
        </pc:spChg>
        <pc:spChg chg="add mod">
          <ac:chgData name="Mohammad Salman" userId="cfd6754c-e613-4f6f-bb98-36aef69d8c31" providerId="ADAL" clId="{454126D1-02F7-4D76-A3B3-8C1A00D8AA68}" dt="2023-10-10T15:37:06.549" v="1893" actId="164"/>
          <ac:spMkLst>
            <pc:docMk/>
            <pc:sldMk cId="279401027" sldId="294"/>
            <ac:spMk id="13" creationId="{1A48642C-B26C-E4B0-642B-12CD978C9A39}"/>
          </ac:spMkLst>
        </pc:spChg>
        <pc:spChg chg="add mod">
          <ac:chgData name="Mohammad Salman" userId="cfd6754c-e613-4f6f-bb98-36aef69d8c31" providerId="ADAL" clId="{454126D1-02F7-4D76-A3B3-8C1A00D8AA68}" dt="2023-10-10T15:37:38.188" v="1968" actId="1076"/>
          <ac:spMkLst>
            <pc:docMk/>
            <pc:sldMk cId="279401027" sldId="294"/>
            <ac:spMk id="15" creationId="{3FEEF4A4-0736-890C-F798-E8B6BDBB4328}"/>
          </ac:spMkLst>
        </pc:spChg>
        <pc:grpChg chg="add mod">
          <ac:chgData name="Mohammad Salman" userId="cfd6754c-e613-4f6f-bb98-36aef69d8c31" providerId="ADAL" clId="{454126D1-02F7-4D76-A3B3-8C1A00D8AA68}" dt="2023-10-10T15:37:06.549" v="1893" actId="164"/>
          <ac:grpSpMkLst>
            <pc:docMk/>
            <pc:sldMk cId="279401027" sldId="294"/>
            <ac:grpSpMk id="14" creationId="{4AC96749-DE22-69DD-AB72-66AE2D524126}"/>
          </ac:grpSpMkLst>
        </pc:grpChg>
        <pc:picChg chg="add mod">
          <ac:chgData name="Mohammad Salman" userId="cfd6754c-e613-4f6f-bb98-36aef69d8c31" providerId="ADAL" clId="{454126D1-02F7-4D76-A3B3-8C1A00D8AA68}" dt="2023-10-10T15:37:06.549" v="1893" actId="164"/>
          <ac:picMkLst>
            <pc:docMk/>
            <pc:sldMk cId="279401027" sldId="294"/>
            <ac:picMk id="9" creationId="{39C7C82A-6723-0E21-363F-6B7BA86156CC}"/>
          </ac:picMkLst>
        </pc:picChg>
        <pc:picChg chg="add del">
          <ac:chgData name="Mohammad Salman" userId="cfd6754c-e613-4f6f-bb98-36aef69d8c31" providerId="ADAL" clId="{454126D1-02F7-4D76-A3B3-8C1A00D8AA68}" dt="2023-10-10T15:35:27.508" v="1867" actId="22"/>
          <ac:picMkLst>
            <pc:docMk/>
            <pc:sldMk cId="279401027" sldId="294"/>
            <ac:picMk id="11" creationId="{AEC9BBD6-1EB5-739A-36A2-355BF5779AD1}"/>
          </ac:picMkLst>
        </pc:picChg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1374455111" sldId="294"/>
        </pc:sldMkLst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3976247955" sldId="295"/>
        </pc:sldMkLst>
      </pc:sldChg>
      <pc:sldChg chg="addSp delSp modSp add mod modAnim modNotesTx">
        <pc:chgData name="Mohammad Salman" userId="cfd6754c-e613-4f6f-bb98-36aef69d8c31" providerId="ADAL" clId="{454126D1-02F7-4D76-A3B3-8C1A00D8AA68}" dt="2023-10-10T15:28:54.220" v="1592" actId="20577"/>
        <pc:sldMkLst>
          <pc:docMk/>
          <pc:sldMk cId="4140770762" sldId="295"/>
        </pc:sldMkLst>
        <pc:spChg chg="del mod">
          <ac:chgData name="Mohammad Salman" userId="cfd6754c-e613-4f6f-bb98-36aef69d8c31" providerId="ADAL" clId="{454126D1-02F7-4D76-A3B3-8C1A00D8AA68}" dt="2023-10-10T15:18:23.706" v="1282" actId="478"/>
          <ac:spMkLst>
            <pc:docMk/>
            <pc:sldMk cId="4140770762" sldId="295"/>
            <ac:spMk id="4" creationId="{4FB27FE4-F5A6-9A04-9A9B-3B065DF510E1}"/>
          </ac:spMkLst>
        </pc:spChg>
        <pc:spChg chg="add mod">
          <ac:chgData name="Mohammad Salman" userId="cfd6754c-e613-4f6f-bb98-36aef69d8c31" providerId="ADAL" clId="{454126D1-02F7-4D76-A3B3-8C1A00D8AA68}" dt="2023-10-10T15:20:55.048" v="1377" actId="1076"/>
          <ac:spMkLst>
            <pc:docMk/>
            <pc:sldMk cId="4140770762" sldId="295"/>
            <ac:spMk id="5" creationId="{FAED8B89-5E0D-6658-620D-CE7B9DE4D7AF}"/>
          </ac:spMkLst>
        </pc:spChg>
        <pc:spChg chg="mod">
          <ac:chgData name="Mohammad Salman" userId="cfd6754c-e613-4f6f-bb98-36aef69d8c31" providerId="ADAL" clId="{454126D1-02F7-4D76-A3B3-8C1A00D8AA68}" dt="2023-10-10T15:18:09.574" v="1281"/>
          <ac:spMkLst>
            <pc:docMk/>
            <pc:sldMk cId="4140770762" sldId="295"/>
            <ac:spMk id="6" creationId="{1E04FE43-97AF-BB64-AB33-537F8002BCF0}"/>
          </ac:spMkLst>
        </pc:spChg>
        <pc:spChg chg="add mod">
          <ac:chgData name="Mohammad Salman" userId="cfd6754c-e613-4f6f-bb98-36aef69d8c31" providerId="ADAL" clId="{454126D1-02F7-4D76-A3B3-8C1A00D8AA68}" dt="2023-10-10T15:20:06.852" v="1355" actId="692"/>
          <ac:spMkLst>
            <pc:docMk/>
            <pc:sldMk cId="4140770762" sldId="295"/>
            <ac:spMk id="7" creationId="{D8C9178A-1B36-0C60-3300-44DD72D4B458}"/>
          </ac:spMkLst>
        </pc:spChg>
        <pc:spChg chg="mod">
          <ac:chgData name="Mohammad Salman" userId="cfd6754c-e613-4f6f-bb98-36aef69d8c31" providerId="ADAL" clId="{454126D1-02F7-4D76-A3B3-8C1A00D8AA68}" dt="2023-10-10T15:19:04.506" v="1341" actId="113"/>
          <ac:spMkLst>
            <pc:docMk/>
            <pc:sldMk cId="4140770762" sldId="295"/>
            <ac:spMk id="8" creationId="{9D134227-1512-7214-449E-841FD65B9D68}"/>
          </ac:spMkLst>
        </pc:spChg>
        <pc:spChg chg="add del mod">
          <ac:chgData name="Mohammad Salman" userId="cfd6754c-e613-4f6f-bb98-36aef69d8c31" providerId="ADAL" clId="{454126D1-02F7-4D76-A3B3-8C1A00D8AA68}" dt="2023-10-10T15:20:44.369" v="1373" actId="478"/>
          <ac:spMkLst>
            <pc:docMk/>
            <pc:sldMk cId="4140770762" sldId="295"/>
            <ac:spMk id="9" creationId="{A7DFC841-9EA1-031A-9DE4-3D4A6F406694}"/>
          </ac:spMkLst>
        </pc:spChg>
        <pc:spChg chg="add mod">
          <ac:chgData name="Mohammad Salman" userId="cfd6754c-e613-4f6f-bb98-36aef69d8c31" providerId="ADAL" clId="{454126D1-02F7-4D76-A3B3-8C1A00D8AA68}" dt="2023-10-10T15:21:07.555" v="1386" actId="5793"/>
          <ac:spMkLst>
            <pc:docMk/>
            <pc:sldMk cId="4140770762" sldId="295"/>
            <ac:spMk id="10" creationId="{27636199-D736-B3E4-EFD8-58EBEC25D65B}"/>
          </ac:spMkLst>
        </pc:spChg>
        <pc:spChg chg="add mod">
          <ac:chgData name="Mohammad Salman" userId="cfd6754c-e613-4f6f-bb98-36aef69d8c31" providerId="ADAL" clId="{454126D1-02F7-4D76-A3B3-8C1A00D8AA68}" dt="2023-10-10T15:21:18.262" v="1389" actId="14100"/>
          <ac:spMkLst>
            <pc:docMk/>
            <pc:sldMk cId="4140770762" sldId="295"/>
            <ac:spMk id="11" creationId="{A1B2481B-43B7-DFF4-882C-4E8EC3764132}"/>
          </ac:spMkLst>
        </pc:spChg>
        <pc:spChg chg="add mod">
          <ac:chgData name="Mohammad Salman" userId="cfd6754c-e613-4f6f-bb98-36aef69d8c31" providerId="ADAL" clId="{454126D1-02F7-4D76-A3B3-8C1A00D8AA68}" dt="2023-10-10T15:23:44.847" v="1467" actId="1076"/>
          <ac:spMkLst>
            <pc:docMk/>
            <pc:sldMk cId="4140770762" sldId="295"/>
            <ac:spMk id="12" creationId="{9CD6597A-A835-B696-C03B-A995122DC458}"/>
          </ac:spMkLst>
        </pc:spChg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500188760" sldId="296"/>
        </pc:sldMkLst>
      </pc:sldChg>
      <pc:sldChg chg="addSp delSp modSp add mod delAnim modAnim modNotesTx">
        <pc:chgData name="Mohammad Salman" userId="cfd6754c-e613-4f6f-bb98-36aef69d8c31" providerId="ADAL" clId="{454126D1-02F7-4D76-A3B3-8C1A00D8AA68}" dt="2023-10-11T07:33:12.038" v="2681" actId="14100"/>
        <pc:sldMkLst>
          <pc:docMk/>
          <pc:sldMk cId="3912310554" sldId="296"/>
        </pc:sldMkLst>
        <pc:spChg chg="add del mod">
          <ac:chgData name="Mohammad Salman" userId="cfd6754c-e613-4f6f-bb98-36aef69d8c31" providerId="ADAL" clId="{454126D1-02F7-4D76-A3B3-8C1A00D8AA68}" dt="2023-10-10T15:25:39.840" v="1560" actId="478"/>
          <ac:spMkLst>
            <pc:docMk/>
            <pc:sldMk cId="3912310554" sldId="296"/>
            <ac:spMk id="2" creationId="{BA8FBB84-7064-5AF1-CA86-2101A53480D8}"/>
          </ac:spMkLst>
        </pc:spChg>
        <pc:spChg chg="add mod">
          <ac:chgData name="Mohammad Salman" userId="cfd6754c-e613-4f6f-bb98-36aef69d8c31" providerId="ADAL" clId="{454126D1-02F7-4D76-A3B3-8C1A00D8AA68}" dt="2023-10-10T15:25:51.082" v="1562" actId="1076"/>
          <ac:spMkLst>
            <pc:docMk/>
            <pc:sldMk cId="3912310554" sldId="296"/>
            <ac:spMk id="4" creationId="{CBB431AC-53C2-74DF-3A03-1901B4FE7CE8}"/>
          </ac:spMkLst>
        </pc:spChg>
        <pc:spChg chg="mod">
          <ac:chgData name="Mohammad Salman" userId="cfd6754c-e613-4f6f-bb98-36aef69d8c31" providerId="ADAL" clId="{454126D1-02F7-4D76-A3B3-8C1A00D8AA68}" dt="2023-10-10T15:25:22.282" v="1556"/>
          <ac:spMkLst>
            <pc:docMk/>
            <pc:sldMk cId="3912310554" sldId="296"/>
            <ac:spMk id="8" creationId="{9D134227-1512-7214-449E-841FD65B9D68}"/>
          </ac:spMkLst>
        </pc:spChg>
        <pc:spChg chg="add mod">
          <ac:chgData name="Mohammad Salman" userId="cfd6754c-e613-4f6f-bb98-36aef69d8c31" providerId="ADAL" clId="{454126D1-02F7-4D76-A3B3-8C1A00D8AA68}" dt="2023-10-10T15:25:57.079" v="1566" actId="1035"/>
          <ac:spMkLst>
            <pc:docMk/>
            <pc:sldMk cId="3912310554" sldId="296"/>
            <ac:spMk id="9" creationId="{2E4F77D7-BB73-5D69-5BFC-BE62EE7CA059}"/>
          </ac:spMkLst>
        </pc:spChg>
        <pc:spChg chg="mod">
          <ac:chgData name="Mohammad Salman" userId="cfd6754c-e613-4f6f-bb98-36aef69d8c31" providerId="ADAL" clId="{454126D1-02F7-4D76-A3B3-8C1A00D8AA68}" dt="2023-10-11T07:33:05.063" v="2680" actId="20577"/>
          <ac:spMkLst>
            <pc:docMk/>
            <pc:sldMk cId="3912310554" sldId="296"/>
            <ac:spMk id="10" creationId="{27636199-D736-B3E4-EFD8-58EBEC25D65B}"/>
          </ac:spMkLst>
        </pc:spChg>
        <pc:spChg chg="mod">
          <ac:chgData name="Mohammad Salman" userId="cfd6754c-e613-4f6f-bb98-36aef69d8c31" providerId="ADAL" clId="{454126D1-02F7-4D76-A3B3-8C1A00D8AA68}" dt="2023-10-11T07:33:12.038" v="2681" actId="14100"/>
          <ac:spMkLst>
            <pc:docMk/>
            <pc:sldMk cId="3912310554" sldId="296"/>
            <ac:spMk id="11" creationId="{A1B2481B-43B7-DFF4-882C-4E8EC3764132}"/>
          </ac:spMkLst>
        </pc:spChg>
        <pc:spChg chg="mod">
          <ac:chgData name="Mohammad Salman" userId="cfd6754c-e613-4f6f-bb98-36aef69d8c31" providerId="ADAL" clId="{454126D1-02F7-4D76-A3B3-8C1A00D8AA68}" dt="2023-10-10T15:24:28.584" v="1555" actId="1076"/>
          <ac:spMkLst>
            <pc:docMk/>
            <pc:sldMk cId="3912310554" sldId="296"/>
            <ac:spMk id="12" creationId="{9CD6597A-A835-B696-C03B-A995122DC458}"/>
          </ac:spMkLst>
        </pc:spChg>
      </pc:sldChg>
      <pc:sldChg chg="addSp delSp modSp add mod delAnim modAnim">
        <pc:chgData name="Mohammad Salman" userId="cfd6754c-e613-4f6f-bb98-36aef69d8c31" providerId="ADAL" clId="{454126D1-02F7-4D76-A3B3-8C1A00D8AA68}" dt="2023-10-10T15:33:55.307" v="1854"/>
        <pc:sldMkLst>
          <pc:docMk/>
          <pc:sldMk cId="1112018465" sldId="297"/>
        </pc:sldMkLst>
        <pc:spChg chg="add del mod">
          <ac:chgData name="Mohammad Salman" userId="cfd6754c-e613-4f6f-bb98-36aef69d8c31" providerId="ADAL" clId="{454126D1-02F7-4D76-A3B3-8C1A00D8AA68}" dt="2023-10-10T15:31:05.356" v="1826" actId="478"/>
          <ac:spMkLst>
            <pc:docMk/>
            <pc:sldMk cId="1112018465" sldId="297"/>
            <ac:spMk id="2" creationId="{F17BDA65-14F3-B7C7-71DE-0A5B4B37A61D}"/>
          </ac:spMkLst>
        </pc:spChg>
        <pc:spChg chg="del">
          <ac:chgData name="Mohammad Salman" userId="cfd6754c-e613-4f6f-bb98-36aef69d8c31" providerId="ADAL" clId="{454126D1-02F7-4D76-A3B3-8C1A00D8AA68}" dt="2023-10-10T15:29:25.275" v="1599" actId="478"/>
          <ac:spMkLst>
            <pc:docMk/>
            <pc:sldMk cId="1112018465" sldId="297"/>
            <ac:spMk id="4" creationId="{CBB431AC-53C2-74DF-3A03-1901B4FE7CE8}"/>
          </ac:spMkLst>
        </pc:spChg>
        <pc:spChg chg="del">
          <ac:chgData name="Mohammad Salman" userId="cfd6754c-e613-4f6f-bb98-36aef69d8c31" providerId="ADAL" clId="{454126D1-02F7-4D76-A3B3-8C1A00D8AA68}" dt="2023-10-10T15:29:14.521" v="1595" actId="478"/>
          <ac:spMkLst>
            <pc:docMk/>
            <pc:sldMk cId="1112018465" sldId="297"/>
            <ac:spMk id="5" creationId="{FAED8B89-5E0D-6658-620D-CE7B9DE4D7AF}"/>
          </ac:spMkLst>
        </pc:spChg>
        <pc:spChg chg="del">
          <ac:chgData name="Mohammad Salman" userId="cfd6754c-e613-4f6f-bb98-36aef69d8c31" providerId="ADAL" clId="{454126D1-02F7-4D76-A3B3-8C1A00D8AA68}" dt="2023-10-10T15:29:14.521" v="1595" actId="478"/>
          <ac:spMkLst>
            <pc:docMk/>
            <pc:sldMk cId="1112018465" sldId="297"/>
            <ac:spMk id="7" creationId="{D8C9178A-1B36-0C60-3300-44DD72D4B458}"/>
          </ac:spMkLst>
        </pc:spChg>
        <pc:spChg chg="mod">
          <ac:chgData name="Mohammad Salman" userId="cfd6754c-e613-4f6f-bb98-36aef69d8c31" providerId="ADAL" clId="{454126D1-02F7-4D76-A3B3-8C1A00D8AA68}" dt="2023-10-10T15:33:14.201" v="1850" actId="1076"/>
          <ac:spMkLst>
            <pc:docMk/>
            <pc:sldMk cId="1112018465" sldId="297"/>
            <ac:spMk id="8" creationId="{9D134227-1512-7214-449E-841FD65B9D68}"/>
          </ac:spMkLst>
        </pc:spChg>
        <pc:spChg chg="del">
          <ac:chgData name="Mohammad Salman" userId="cfd6754c-e613-4f6f-bb98-36aef69d8c31" providerId="ADAL" clId="{454126D1-02F7-4D76-A3B3-8C1A00D8AA68}" dt="2023-10-10T15:29:25.998" v="1600" actId="478"/>
          <ac:spMkLst>
            <pc:docMk/>
            <pc:sldMk cId="1112018465" sldId="297"/>
            <ac:spMk id="9" creationId="{2E4F77D7-BB73-5D69-5BFC-BE62EE7CA059}"/>
          </ac:spMkLst>
        </pc:spChg>
        <pc:spChg chg="del">
          <ac:chgData name="Mohammad Salman" userId="cfd6754c-e613-4f6f-bb98-36aef69d8c31" providerId="ADAL" clId="{454126D1-02F7-4D76-A3B3-8C1A00D8AA68}" dt="2023-10-10T15:29:14.521" v="1595" actId="478"/>
          <ac:spMkLst>
            <pc:docMk/>
            <pc:sldMk cId="1112018465" sldId="297"/>
            <ac:spMk id="10" creationId="{27636199-D736-B3E4-EFD8-58EBEC25D65B}"/>
          </ac:spMkLst>
        </pc:spChg>
        <pc:spChg chg="del">
          <ac:chgData name="Mohammad Salman" userId="cfd6754c-e613-4f6f-bb98-36aef69d8c31" providerId="ADAL" clId="{454126D1-02F7-4D76-A3B3-8C1A00D8AA68}" dt="2023-10-10T15:29:14.521" v="1595" actId="478"/>
          <ac:spMkLst>
            <pc:docMk/>
            <pc:sldMk cId="1112018465" sldId="297"/>
            <ac:spMk id="11" creationId="{A1B2481B-43B7-DFF4-882C-4E8EC3764132}"/>
          </ac:spMkLst>
        </pc:spChg>
        <pc:spChg chg="del">
          <ac:chgData name="Mohammad Salman" userId="cfd6754c-e613-4f6f-bb98-36aef69d8c31" providerId="ADAL" clId="{454126D1-02F7-4D76-A3B3-8C1A00D8AA68}" dt="2023-10-10T15:29:16.131" v="1596" actId="478"/>
          <ac:spMkLst>
            <pc:docMk/>
            <pc:sldMk cId="1112018465" sldId="297"/>
            <ac:spMk id="12" creationId="{9CD6597A-A835-B696-C03B-A995122DC458}"/>
          </ac:spMkLst>
        </pc:spChg>
        <pc:spChg chg="add mod">
          <ac:chgData name="Mohammad Salman" userId="cfd6754c-e613-4f6f-bb98-36aef69d8c31" providerId="ADAL" clId="{454126D1-02F7-4D76-A3B3-8C1A00D8AA68}" dt="2023-10-10T15:33:52.904" v="1853" actId="164"/>
          <ac:spMkLst>
            <pc:docMk/>
            <pc:sldMk cId="1112018465" sldId="297"/>
            <ac:spMk id="14" creationId="{A7B64B02-2D26-B220-35FF-7448485E9081}"/>
          </ac:spMkLst>
        </pc:spChg>
        <pc:grpChg chg="add mod">
          <ac:chgData name="Mohammad Salman" userId="cfd6754c-e613-4f6f-bb98-36aef69d8c31" providerId="ADAL" clId="{454126D1-02F7-4D76-A3B3-8C1A00D8AA68}" dt="2023-10-10T15:33:52.904" v="1853" actId="164"/>
          <ac:grpSpMkLst>
            <pc:docMk/>
            <pc:sldMk cId="1112018465" sldId="297"/>
            <ac:grpSpMk id="15" creationId="{D70E6103-EBCC-2D54-383B-7A0C6DC2C06A}"/>
          </ac:grpSpMkLst>
        </pc:grpChg>
        <pc:picChg chg="add mod">
          <ac:chgData name="Mohammad Salman" userId="cfd6754c-e613-4f6f-bb98-36aef69d8c31" providerId="ADAL" clId="{454126D1-02F7-4D76-A3B3-8C1A00D8AA68}" dt="2023-10-10T15:33:52.904" v="1853" actId="164"/>
          <ac:picMkLst>
            <pc:docMk/>
            <pc:sldMk cId="1112018465" sldId="297"/>
            <ac:picMk id="13" creationId="{4728F3DC-1B7C-AA02-FB20-60AEBF674C09}"/>
          </ac:picMkLst>
        </pc:picChg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3642196621" sldId="297"/>
        </pc:sldMkLst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1947073215" sldId="298"/>
        </pc:sldMkLst>
      </pc:sldChg>
      <pc:sldChg chg="addSp delSp modSp new del mod setBg">
        <pc:chgData name="Mohammad Salman" userId="cfd6754c-e613-4f6f-bb98-36aef69d8c31" providerId="ADAL" clId="{454126D1-02F7-4D76-A3B3-8C1A00D8AA68}" dt="2023-10-10T15:33:43.523" v="1852" actId="47"/>
        <pc:sldMkLst>
          <pc:docMk/>
          <pc:sldMk cId="2861603632" sldId="298"/>
        </pc:sldMkLst>
        <pc:spChg chg="del">
          <ac:chgData name="Mohammad Salman" userId="cfd6754c-e613-4f6f-bb98-36aef69d8c31" providerId="ADAL" clId="{454126D1-02F7-4D76-A3B3-8C1A00D8AA68}" dt="2023-10-10T15:31:24.714" v="1830" actId="478"/>
          <ac:spMkLst>
            <pc:docMk/>
            <pc:sldMk cId="2861603632" sldId="298"/>
            <ac:spMk id="2" creationId="{7348970F-DA8F-F97B-D502-E623FA9FD97E}"/>
          </ac:spMkLst>
        </pc:spChg>
        <pc:spChg chg="del">
          <ac:chgData name="Mohammad Salman" userId="cfd6754c-e613-4f6f-bb98-36aef69d8c31" providerId="ADAL" clId="{454126D1-02F7-4D76-A3B3-8C1A00D8AA68}" dt="2023-10-10T15:31:24.714" v="1830" actId="478"/>
          <ac:spMkLst>
            <pc:docMk/>
            <pc:sldMk cId="2861603632" sldId="298"/>
            <ac:spMk id="3" creationId="{3F9CDA4C-CF77-64EB-BB50-CCCB7E018D4C}"/>
          </ac:spMkLst>
        </pc:spChg>
        <pc:spChg chg="add mod">
          <ac:chgData name="Mohammad Salman" userId="cfd6754c-e613-4f6f-bb98-36aef69d8c31" providerId="ADAL" clId="{454126D1-02F7-4D76-A3B3-8C1A00D8AA68}" dt="2023-10-10T15:32:36.008" v="1846" actId="2085"/>
          <ac:spMkLst>
            <pc:docMk/>
            <pc:sldMk cId="2861603632" sldId="298"/>
            <ac:spMk id="6" creationId="{3A8711BE-12C0-687E-2738-781CDC6B5DBF}"/>
          </ac:spMkLst>
        </pc:spChg>
        <pc:picChg chg="add mod">
          <ac:chgData name="Mohammad Salman" userId="cfd6754c-e613-4f6f-bb98-36aef69d8c31" providerId="ADAL" clId="{454126D1-02F7-4D76-A3B3-8C1A00D8AA68}" dt="2023-10-10T15:31:52.549" v="1835" actId="1076"/>
          <ac:picMkLst>
            <pc:docMk/>
            <pc:sldMk cId="2861603632" sldId="298"/>
            <ac:picMk id="5" creationId="{14AB4048-4DC4-B2C1-78D1-40BBB8B8407B}"/>
          </ac:picMkLst>
        </pc:picChg>
      </pc:sldChg>
      <pc:sldChg chg="delSp new del mod">
        <pc:chgData name="Mohammad Salman" userId="cfd6754c-e613-4f6f-bb98-36aef69d8c31" providerId="ADAL" clId="{454126D1-02F7-4D76-A3B3-8C1A00D8AA68}" dt="2023-10-10T15:39:01.806" v="1973" actId="47"/>
        <pc:sldMkLst>
          <pc:docMk/>
          <pc:sldMk cId="3264498986" sldId="298"/>
        </pc:sldMkLst>
        <pc:spChg chg="del">
          <ac:chgData name="Mohammad Salman" userId="cfd6754c-e613-4f6f-bb98-36aef69d8c31" providerId="ADAL" clId="{454126D1-02F7-4D76-A3B3-8C1A00D8AA68}" dt="2023-10-10T15:38:25.499" v="1971" actId="478"/>
          <ac:spMkLst>
            <pc:docMk/>
            <pc:sldMk cId="3264498986" sldId="298"/>
            <ac:spMk id="2" creationId="{0DE2FD64-2C3D-05AC-2DE2-418D6FB906E4}"/>
          </ac:spMkLst>
        </pc:spChg>
        <pc:spChg chg="del">
          <ac:chgData name="Mohammad Salman" userId="cfd6754c-e613-4f6f-bb98-36aef69d8c31" providerId="ADAL" clId="{454126D1-02F7-4D76-A3B3-8C1A00D8AA68}" dt="2023-10-10T15:38:25.499" v="1971" actId="478"/>
          <ac:spMkLst>
            <pc:docMk/>
            <pc:sldMk cId="3264498986" sldId="298"/>
            <ac:spMk id="3" creationId="{DB3D598E-0452-C2CC-6E67-79909904EE0B}"/>
          </ac:spMkLst>
        </pc:spChg>
      </pc:sldChg>
      <pc:sldChg chg="addSp delSp modSp add mod modAnim">
        <pc:chgData name="Mohammad Salman" userId="cfd6754c-e613-4f6f-bb98-36aef69d8c31" providerId="ADAL" clId="{454126D1-02F7-4D76-A3B3-8C1A00D8AA68}" dt="2023-10-10T15:45:43.318" v="2213"/>
        <pc:sldMkLst>
          <pc:docMk/>
          <pc:sldMk cId="1670950150" sldId="299"/>
        </pc:sldMkLst>
        <pc:spChg chg="add del mod">
          <ac:chgData name="Mohammad Salman" userId="cfd6754c-e613-4f6f-bb98-36aef69d8c31" providerId="ADAL" clId="{454126D1-02F7-4D76-A3B3-8C1A00D8AA68}" dt="2023-10-10T15:44:05.688" v="2174" actId="478"/>
          <ac:spMkLst>
            <pc:docMk/>
            <pc:sldMk cId="1670950150" sldId="299"/>
            <ac:spMk id="3" creationId="{80E50226-A9BE-8405-2444-2C0D0C3F523D}"/>
          </ac:spMkLst>
        </pc:spChg>
        <pc:spChg chg="mod">
          <ac:chgData name="Mohammad Salman" userId="cfd6754c-e613-4f6f-bb98-36aef69d8c31" providerId="ADAL" clId="{454126D1-02F7-4D76-A3B3-8C1A00D8AA68}" dt="2023-10-10T15:41:44.322" v="2171" actId="20577"/>
          <ac:spMkLst>
            <pc:docMk/>
            <pc:sldMk cId="1670950150" sldId="299"/>
            <ac:spMk id="4" creationId="{4FB27FE4-F5A6-9A04-9A9B-3B065DF510E1}"/>
          </ac:spMkLst>
        </pc:spChg>
        <pc:spChg chg="add del">
          <ac:chgData name="Mohammad Salman" userId="cfd6754c-e613-4f6f-bb98-36aef69d8c31" providerId="ADAL" clId="{454126D1-02F7-4D76-A3B3-8C1A00D8AA68}" dt="2023-10-10T15:44:20.596" v="2178" actId="22"/>
          <ac:spMkLst>
            <pc:docMk/>
            <pc:sldMk cId="1670950150" sldId="299"/>
            <ac:spMk id="6" creationId="{67A69409-CCC1-05BD-4204-D13E71FECE94}"/>
          </ac:spMkLst>
        </pc:spChg>
        <pc:spChg chg="add mod">
          <ac:chgData name="Mohammad Salman" userId="cfd6754c-e613-4f6f-bb98-36aef69d8c31" providerId="ADAL" clId="{454126D1-02F7-4D76-A3B3-8C1A00D8AA68}" dt="2023-10-10T15:45:12.355" v="2202" actId="1076"/>
          <ac:spMkLst>
            <pc:docMk/>
            <pc:sldMk cId="1670950150" sldId="299"/>
            <ac:spMk id="8" creationId="{E1C5530F-317A-F84F-4EB6-6A7DE48727E6}"/>
          </ac:spMkLst>
        </pc:spChg>
        <pc:spChg chg="add mod">
          <ac:chgData name="Mohammad Salman" userId="cfd6754c-e613-4f6f-bb98-36aef69d8c31" providerId="ADAL" clId="{454126D1-02F7-4D76-A3B3-8C1A00D8AA68}" dt="2023-10-10T15:45:20.508" v="2208" actId="20577"/>
          <ac:spMkLst>
            <pc:docMk/>
            <pc:sldMk cId="1670950150" sldId="299"/>
            <ac:spMk id="10" creationId="{28778111-07D6-463C-F9E2-4EF142E203CD}"/>
          </ac:spMkLst>
        </pc:spChg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2091017785" sldId="299"/>
        </pc:sldMkLst>
      </pc:sldChg>
      <pc:sldChg chg="add del">
        <pc:chgData name="Mohammad Salman" userId="cfd6754c-e613-4f6f-bb98-36aef69d8c31" providerId="ADAL" clId="{454126D1-02F7-4D76-A3B3-8C1A00D8AA68}" dt="2023-10-10T15:47:27.194" v="2215" actId="2890"/>
        <pc:sldMkLst>
          <pc:docMk/>
          <pc:sldMk cId="2940952486" sldId="300"/>
        </pc:sldMkLst>
      </pc:sldChg>
      <pc:sldChg chg="addSp delSp modSp add mod modAnim">
        <pc:chgData name="Mohammad Salman" userId="cfd6754c-e613-4f6f-bb98-36aef69d8c31" providerId="ADAL" clId="{454126D1-02F7-4D76-A3B3-8C1A00D8AA68}" dt="2023-10-10T16:01:21.168" v="2679" actId="1037"/>
        <pc:sldMkLst>
          <pc:docMk/>
          <pc:sldMk cId="3270060390" sldId="300"/>
        </pc:sldMkLst>
        <pc:spChg chg="add mod">
          <ac:chgData name="Mohammad Salman" userId="cfd6754c-e613-4f6f-bb98-36aef69d8c31" providerId="ADAL" clId="{454126D1-02F7-4D76-A3B3-8C1A00D8AA68}" dt="2023-10-10T16:01:10.759" v="2670" actId="6549"/>
          <ac:spMkLst>
            <pc:docMk/>
            <pc:sldMk cId="3270060390" sldId="300"/>
            <ac:spMk id="3" creationId="{64F01BA7-9C57-443D-FA7D-CA7FAA0B927F}"/>
          </ac:spMkLst>
        </pc:spChg>
        <pc:spChg chg="mod">
          <ac:chgData name="Mohammad Salman" userId="cfd6754c-e613-4f6f-bb98-36aef69d8c31" providerId="ADAL" clId="{454126D1-02F7-4D76-A3B3-8C1A00D8AA68}" dt="2023-10-10T15:50:32.530" v="2419" actId="20577"/>
          <ac:spMkLst>
            <pc:docMk/>
            <pc:sldMk cId="3270060390" sldId="300"/>
            <ac:spMk id="4" creationId="{4FB27FE4-F5A6-9A04-9A9B-3B065DF510E1}"/>
          </ac:spMkLst>
        </pc:spChg>
        <pc:spChg chg="add mod">
          <ac:chgData name="Mohammad Salman" userId="cfd6754c-e613-4f6f-bb98-36aef69d8c31" providerId="ADAL" clId="{454126D1-02F7-4D76-A3B3-8C1A00D8AA68}" dt="2023-10-10T16:01:21.168" v="2679" actId="1037"/>
          <ac:spMkLst>
            <pc:docMk/>
            <pc:sldMk cId="3270060390" sldId="300"/>
            <ac:spMk id="5" creationId="{1651E383-38A1-B6BA-2354-8A9DB19E2753}"/>
          </ac:spMkLst>
        </pc:spChg>
        <pc:spChg chg="add mod">
          <ac:chgData name="Mohammad Salman" userId="cfd6754c-e613-4f6f-bb98-36aef69d8c31" providerId="ADAL" clId="{454126D1-02F7-4D76-A3B3-8C1A00D8AA68}" dt="2023-10-10T16:00:44.134" v="2666" actId="113"/>
          <ac:spMkLst>
            <pc:docMk/>
            <pc:sldMk cId="3270060390" sldId="300"/>
            <ac:spMk id="6" creationId="{BED176C4-D4E4-FCB7-8605-9A8E79A5B133}"/>
          </ac:spMkLst>
        </pc:spChg>
        <pc:spChg chg="del">
          <ac:chgData name="Mohammad Salman" userId="cfd6754c-e613-4f6f-bb98-36aef69d8c31" providerId="ADAL" clId="{454126D1-02F7-4D76-A3B3-8C1A00D8AA68}" dt="2023-10-10T15:48:45.911" v="2380" actId="478"/>
          <ac:spMkLst>
            <pc:docMk/>
            <pc:sldMk cId="3270060390" sldId="300"/>
            <ac:spMk id="8" creationId="{E1C5530F-317A-F84F-4EB6-6A7DE48727E6}"/>
          </ac:spMkLst>
        </pc:spChg>
        <pc:spChg chg="mod">
          <ac:chgData name="Mohammad Salman" userId="cfd6754c-e613-4f6f-bb98-36aef69d8c31" providerId="ADAL" clId="{454126D1-02F7-4D76-A3B3-8C1A00D8AA68}" dt="2023-10-10T15:50:39.634" v="2421" actId="1076"/>
          <ac:spMkLst>
            <pc:docMk/>
            <pc:sldMk cId="3270060390" sldId="300"/>
            <ac:spMk id="10" creationId="{28778111-07D6-463C-F9E2-4EF142E203CD}"/>
          </ac:spMkLst>
        </pc:spChg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3350833312" sldId="300"/>
        </pc:sldMkLst>
      </pc:sldChg>
      <pc:sldChg chg="del">
        <pc:chgData name="Mohammad Salman" userId="cfd6754c-e613-4f6f-bb98-36aef69d8c31" providerId="ADAL" clId="{454126D1-02F7-4D76-A3B3-8C1A00D8AA68}" dt="2023-10-09T07:15:20.102" v="0" actId="2696"/>
        <pc:sldMkLst>
          <pc:docMk/>
          <pc:sldMk cId="2842388961" sldId="301"/>
        </pc:sldMkLst>
      </pc:sldChg>
    </pc:docChg>
  </pc:docChgLst>
  <pc:docChgLst>
    <pc:chgData name="Mohammad Salman" userId="cfd6754c-e613-4f6f-bb98-36aef69d8c31" providerId="ADAL" clId="{513FF594-0959-4395-BDDF-25C0CB070FCE}"/>
    <pc:docChg chg="delSld">
      <pc:chgData name="Mohammad Salman" userId="cfd6754c-e613-4f6f-bb98-36aef69d8c31" providerId="ADAL" clId="{513FF594-0959-4395-BDDF-25C0CB070FCE}" dt="2023-10-11T07:53:27.399" v="3" actId="47"/>
      <pc:docMkLst>
        <pc:docMk/>
      </pc:docMkLst>
      <pc:sldChg chg="del">
        <pc:chgData name="Mohammad Salman" userId="cfd6754c-e613-4f6f-bb98-36aef69d8c31" providerId="ADAL" clId="{513FF594-0959-4395-BDDF-25C0CB070FCE}" dt="2023-10-11T07:53:25.301" v="2" actId="47"/>
        <pc:sldMkLst>
          <pc:docMk/>
          <pc:sldMk cId="714586498" sldId="281"/>
        </pc:sldMkLst>
      </pc:sldChg>
      <pc:sldChg chg="del">
        <pc:chgData name="Mohammad Salman" userId="cfd6754c-e613-4f6f-bb98-36aef69d8c31" providerId="ADAL" clId="{513FF594-0959-4395-BDDF-25C0CB070FCE}" dt="2023-10-11T07:53:27.399" v="3" actId="47"/>
        <pc:sldMkLst>
          <pc:docMk/>
          <pc:sldMk cId="384876912" sldId="282"/>
        </pc:sldMkLst>
      </pc:sldChg>
      <pc:sldChg chg="del">
        <pc:chgData name="Mohammad Salman" userId="cfd6754c-e613-4f6f-bb98-36aef69d8c31" providerId="ADAL" clId="{513FF594-0959-4395-BDDF-25C0CB070FCE}" dt="2023-10-11T07:53:21.319" v="0" actId="47"/>
        <pc:sldMkLst>
          <pc:docMk/>
          <pc:sldMk cId="4178443189" sldId="284"/>
        </pc:sldMkLst>
      </pc:sldChg>
      <pc:sldChg chg="del">
        <pc:chgData name="Mohammad Salman" userId="cfd6754c-e613-4f6f-bb98-36aef69d8c31" providerId="ADAL" clId="{513FF594-0959-4395-BDDF-25C0CB070FCE}" dt="2023-10-11T07:53:22.223" v="1" actId="47"/>
        <pc:sldMkLst>
          <pc:docMk/>
          <pc:sldMk cId="3437182616" sldId="287"/>
        </pc:sldMkLst>
      </pc:sldChg>
    </pc:docChg>
  </pc:docChgLst>
  <pc:docChgLst>
    <pc:chgData name="Mohammad Salman" userId="cfd6754c-e613-4f6f-bb98-36aef69d8c31" providerId="ADAL" clId="{8A4AC86B-8A4E-4D42-B2D3-93B0C982EBD3}"/>
    <pc:docChg chg="undo redo custSel addSld delSld modSld sldOrd modMainMaster">
      <pc:chgData name="Mohammad Salman" userId="cfd6754c-e613-4f6f-bb98-36aef69d8c31" providerId="ADAL" clId="{8A4AC86B-8A4E-4D42-B2D3-93B0C982EBD3}" dt="2023-10-08T14:20:46.921" v="17920" actId="2696"/>
      <pc:docMkLst>
        <pc:docMk/>
      </pc:docMkLst>
      <pc:sldChg chg="modSp new mod setBg">
        <pc:chgData name="Mohammad Salman" userId="cfd6754c-e613-4f6f-bb98-36aef69d8c31" providerId="ADAL" clId="{8A4AC86B-8A4E-4D42-B2D3-93B0C982EBD3}" dt="2023-10-02T09:24:21.671" v="71"/>
        <pc:sldMkLst>
          <pc:docMk/>
          <pc:sldMk cId="820814297" sldId="256"/>
        </pc:sldMkLst>
        <pc:spChg chg="mod">
          <ac:chgData name="Mohammad Salman" userId="cfd6754c-e613-4f6f-bb98-36aef69d8c31" providerId="ADAL" clId="{8A4AC86B-8A4E-4D42-B2D3-93B0C982EBD3}" dt="2023-10-02T09:23:13.235" v="34" actId="20577"/>
          <ac:spMkLst>
            <pc:docMk/>
            <pc:sldMk cId="820814297" sldId="256"/>
            <ac:spMk id="2" creationId="{1A4007F2-327F-9D77-691A-A278377E8E71}"/>
          </ac:spMkLst>
        </pc:spChg>
        <pc:spChg chg="mod">
          <ac:chgData name="Mohammad Salman" userId="cfd6754c-e613-4f6f-bb98-36aef69d8c31" providerId="ADAL" clId="{8A4AC86B-8A4E-4D42-B2D3-93B0C982EBD3}" dt="2023-10-02T09:23:37.076" v="70" actId="20577"/>
          <ac:spMkLst>
            <pc:docMk/>
            <pc:sldMk cId="820814297" sldId="256"/>
            <ac:spMk id="3" creationId="{B454DBB6-33DD-361C-8A5E-C8CDA16318C3}"/>
          </ac:spMkLst>
        </pc:spChg>
      </pc:sldChg>
      <pc:sldChg chg="addSp delSp modSp new mod setBg modClrScheme chgLayout">
        <pc:chgData name="Mohammad Salman" userId="cfd6754c-e613-4f6f-bb98-36aef69d8c31" providerId="ADAL" clId="{8A4AC86B-8A4E-4D42-B2D3-93B0C982EBD3}" dt="2023-10-02T12:31:15.874" v="826" actId="1076"/>
        <pc:sldMkLst>
          <pc:docMk/>
          <pc:sldMk cId="1159067475" sldId="257"/>
        </pc:sldMkLst>
        <pc:spChg chg="del mod ord">
          <ac:chgData name="Mohammad Salman" userId="cfd6754c-e613-4f6f-bb98-36aef69d8c31" providerId="ADAL" clId="{8A4AC86B-8A4E-4D42-B2D3-93B0C982EBD3}" dt="2023-10-02T09:24:26.470" v="73" actId="700"/>
          <ac:spMkLst>
            <pc:docMk/>
            <pc:sldMk cId="1159067475" sldId="257"/>
            <ac:spMk id="2" creationId="{527E3864-AC89-FA3D-39FF-DE9D7A1F788C}"/>
          </ac:spMkLst>
        </pc:spChg>
        <pc:spChg chg="add del">
          <ac:chgData name="Mohammad Salman" userId="cfd6754c-e613-4f6f-bb98-36aef69d8c31" providerId="ADAL" clId="{8A4AC86B-8A4E-4D42-B2D3-93B0C982EBD3}" dt="2023-10-02T12:31:00.912" v="818" actId="22"/>
          <ac:spMkLst>
            <pc:docMk/>
            <pc:sldMk cId="1159067475" sldId="257"/>
            <ac:spMk id="3" creationId="{A336727B-48D6-DAE5-3AE9-EE5552924494}"/>
          </ac:spMkLst>
        </pc:spChg>
        <pc:spChg chg="del mod ord">
          <ac:chgData name="Mohammad Salman" userId="cfd6754c-e613-4f6f-bb98-36aef69d8c31" providerId="ADAL" clId="{8A4AC86B-8A4E-4D42-B2D3-93B0C982EBD3}" dt="2023-10-02T09:24:26.470" v="73" actId="700"/>
          <ac:spMkLst>
            <pc:docMk/>
            <pc:sldMk cId="1159067475" sldId="257"/>
            <ac:spMk id="3" creationId="{ED4E19ED-4EBA-B455-E62A-DE4ACEEB6B0C}"/>
          </ac:spMkLst>
        </pc:spChg>
        <pc:spChg chg="add mod ord">
          <ac:chgData name="Mohammad Salman" userId="cfd6754c-e613-4f6f-bb98-36aef69d8c31" providerId="ADAL" clId="{8A4AC86B-8A4E-4D42-B2D3-93B0C982EBD3}" dt="2023-10-02T09:24:31.751" v="97" actId="20577"/>
          <ac:spMkLst>
            <pc:docMk/>
            <pc:sldMk cId="1159067475" sldId="257"/>
            <ac:spMk id="4" creationId="{1444BC10-939A-36FB-1034-7A30F2CEF98B}"/>
          </ac:spMkLst>
        </pc:spChg>
        <pc:spChg chg="add mod ord">
          <ac:chgData name="Mohammad Salman" userId="cfd6754c-e613-4f6f-bb98-36aef69d8c31" providerId="ADAL" clId="{8A4AC86B-8A4E-4D42-B2D3-93B0C982EBD3}" dt="2023-10-02T09:24:26.470" v="73" actId="700"/>
          <ac:spMkLst>
            <pc:docMk/>
            <pc:sldMk cId="1159067475" sldId="257"/>
            <ac:spMk id="5" creationId="{1055A9FA-B429-F8DF-E19A-5E0FB47530FC}"/>
          </ac:spMkLst>
        </pc:spChg>
        <pc:spChg chg="add mod">
          <ac:chgData name="Mohammad Salman" userId="cfd6754c-e613-4f6f-bb98-36aef69d8c31" providerId="ADAL" clId="{8A4AC86B-8A4E-4D42-B2D3-93B0C982EBD3}" dt="2023-10-02T12:31:15.874" v="826" actId="1076"/>
          <ac:spMkLst>
            <pc:docMk/>
            <pc:sldMk cId="1159067475" sldId="257"/>
            <ac:spMk id="7" creationId="{A8C904E5-7B3B-16C9-2429-7826A4F953A4}"/>
          </ac:spMkLst>
        </pc:spChg>
      </pc:sldChg>
      <pc:sldChg chg="addSp modSp new mod">
        <pc:chgData name="Mohammad Salman" userId="cfd6754c-e613-4f6f-bb98-36aef69d8c31" providerId="ADAL" clId="{8A4AC86B-8A4E-4D42-B2D3-93B0C982EBD3}" dt="2023-10-02T12:18:08.293" v="488" actId="20577"/>
        <pc:sldMkLst>
          <pc:docMk/>
          <pc:sldMk cId="2256080464" sldId="258"/>
        </pc:sldMkLst>
        <pc:spChg chg="mod">
          <ac:chgData name="Mohammad Salman" userId="cfd6754c-e613-4f6f-bb98-36aef69d8c31" providerId="ADAL" clId="{8A4AC86B-8A4E-4D42-B2D3-93B0C982EBD3}" dt="2023-10-02T09:28:30.761" v="130" actId="20577"/>
          <ac:spMkLst>
            <pc:docMk/>
            <pc:sldMk cId="2256080464" sldId="258"/>
            <ac:spMk id="2" creationId="{69E816A9-97AA-1CBE-BE70-66E58BE09B14}"/>
          </ac:spMkLst>
        </pc:spChg>
        <pc:spChg chg="mod">
          <ac:chgData name="Mohammad Salman" userId="cfd6754c-e613-4f6f-bb98-36aef69d8c31" providerId="ADAL" clId="{8A4AC86B-8A4E-4D42-B2D3-93B0C982EBD3}" dt="2023-10-02T12:18:08.293" v="488" actId="20577"/>
          <ac:spMkLst>
            <pc:docMk/>
            <pc:sldMk cId="2256080464" sldId="258"/>
            <ac:spMk id="3" creationId="{3E6FB8EA-21DF-641F-11D5-C69693EBB87B}"/>
          </ac:spMkLst>
        </pc:spChg>
        <pc:spChg chg="add mod">
          <ac:chgData name="Mohammad Salman" userId="cfd6754c-e613-4f6f-bb98-36aef69d8c31" providerId="ADAL" clId="{8A4AC86B-8A4E-4D42-B2D3-93B0C982EBD3}" dt="2023-10-02T12:17:15.336" v="442" actId="14100"/>
          <ac:spMkLst>
            <pc:docMk/>
            <pc:sldMk cId="2256080464" sldId="258"/>
            <ac:spMk id="5" creationId="{2E70A8B2-9050-CA28-F95C-BD4BBBA864CE}"/>
          </ac:spMkLst>
        </pc:spChg>
      </pc:sldChg>
      <pc:sldChg chg="addSp modSp add mod">
        <pc:chgData name="Mohammad Salman" userId="cfd6754c-e613-4f6f-bb98-36aef69d8c31" providerId="ADAL" clId="{8A4AC86B-8A4E-4D42-B2D3-93B0C982EBD3}" dt="2023-10-02T12:19:42.706" v="602" actId="692"/>
        <pc:sldMkLst>
          <pc:docMk/>
          <pc:sldMk cId="3148050435" sldId="259"/>
        </pc:sldMkLst>
        <pc:spChg chg="mod">
          <ac:chgData name="Mohammad Salman" userId="cfd6754c-e613-4f6f-bb98-36aef69d8c31" providerId="ADAL" clId="{8A4AC86B-8A4E-4D42-B2D3-93B0C982EBD3}" dt="2023-10-02T12:18:23.145" v="490" actId="14100"/>
          <ac:spMkLst>
            <pc:docMk/>
            <pc:sldMk cId="3148050435" sldId="259"/>
            <ac:spMk id="3" creationId="{3E6FB8EA-21DF-641F-11D5-C69693EBB87B}"/>
          </ac:spMkLst>
        </pc:spChg>
        <pc:spChg chg="add mod">
          <ac:chgData name="Mohammad Salman" userId="cfd6754c-e613-4f6f-bb98-36aef69d8c31" providerId="ADAL" clId="{8A4AC86B-8A4E-4D42-B2D3-93B0C982EBD3}" dt="2023-10-02T12:19:42.706" v="602" actId="692"/>
          <ac:spMkLst>
            <pc:docMk/>
            <pc:sldMk cId="3148050435" sldId="259"/>
            <ac:spMk id="4" creationId="{71B3F386-0194-EDD7-6B9F-A5037C22A556}"/>
          </ac:spMkLst>
        </pc:spChg>
        <pc:spChg chg="mod">
          <ac:chgData name="Mohammad Salman" userId="cfd6754c-e613-4f6f-bb98-36aef69d8c31" providerId="ADAL" clId="{8A4AC86B-8A4E-4D42-B2D3-93B0C982EBD3}" dt="2023-10-02T12:17:07.839" v="441" actId="14100"/>
          <ac:spMkLst>
            <pc:docMk/>
            <pc:sldMk cId="3148050435" sldId="259"/>
            <ac:spMk id="5" creationId="{2E70A8B2-9050-CA28-F95C-BD4BBBA864CE}"/>
          </ac:spMkLst>
        </pc:spChg>
      </pc:sldChg>
      <pc:sldChg chg="addSp delSp modSp new mod">
        <pc:chgData name="Mohammad Salman" userId="cfd6754c-e613-4f6f-bb98-36aef69d8c31" providerId="ADAL" clId="{8A4AC86B-8A4E-4D42-B2D3-93B0C982EBD3}" dt="2023-10-02T12:28:35.823" v="812" actId="1076"/>
        <pc:sldMkLst>
          <pc:docMk/>
          <pc:sldMk cId="3225791972" sldId="260"/>
        </pc:sldMkLst>
        <pc:spChg chg="del">
          <ac:chgData name="Mohammad Salman" userId="cfd6754c-e613-4f6f-bb98-36aef69d8c31" providerId="ADAL" clId="{8A4AC86B-8A4E-4D42-B2D3-93B0C982EBD3}" dt="2023-10-02T12:23:36.285" v="604" actId="478"/>
          <ac:spMkLst>
            <pc:docMk/>
            <pc:sldMk cId="3225791972" sldId="260"/>
            <ac:spMk id="2" creationId="{746FCAD6-68C2-8770-CAA5-D2D520908286}"/>
          </ac:spMkLst>
        </pc:spChg>
        <pc:spChg chg="del">
          <ac:chgData name="Mohammad Salman" userId="cfd6754c-e613-4f6f-bb98-36aef69d8c31" providerId="ADAL" clId="{8A4AC86B-8A4E-4D42-B2D3-93B0C982EBD3}" dt="2023-10-02T12:23:36.285" v="604" actId="478"/>
          <ac:spMkLst>
            <pc:docMk/>
            <pc:sldMk cId="3225791972" sldId="260"/>
            <ac:spMk id="3" creationId="{E010476B-76A2-B6C0-569F-93ABA30FF7A2}"/>
          </ac:spMkLst>
        </pc:spChg>
        <pc:spChg chg="add mod">
          <ac:chgData name="Mohammad Salman" userId="cfd6754c-e613-4f6f-bb98-36aef69d8c31" providerId="ADAL" clId="{8A4AC86B-8A4E-4D42-B2D3-93B0C982EBD3}" dt="2023-10-02T12:23:51.833" v="607" actId="1076"/>
          <ac:spMkLst>
            <pc:docMk/>
            <pc:sldMk cId="3225791972" sldId="260"/>
            <ac:spMk id="5" creationId="{5FC47A34-96EF-7F24-F3EA-E1293C23F58D}"/>
          </ac:spMkLst>
        </pc:spChg>
        <pc:spChg chg="add mod">
          <ac:chgData name="Mohammad Salman" userId="cfd6754c-e613-4f6f-bb98-36aef69d8c31" providerId="ADAL" clId="{8A4AC86B-8A4E-4D42-B2D3-93B0C982EBD3}" dt="2023-10-02T12:26:03.507" v="617" actId="14100"/>
          <ac:spMkLst>
            <pc:docMk/>
            <pc:sldMk cId="3225791972" sldId="260"/>
            <ac:spMk id="7" creationId="{4893F7ED-8E8B-E56F-73C6-25FEEA1CB7B0}"/>
          </ac:spMkLst>
        </pc:spChg>
        <pc:spChg chg="add mod">
          <ac:chgData name="Mohammad Salman" userId="cfd6754c-e613-4f6f-bb98-36aef69d8c31" providerId="ADAL" clId="{8A4AC86B-8A4E-4D42-B2D3-93B0C982EBD3}" dt="2023-10-02T12:27:34.727" v="808" actId="113"/>
          <ac:spMkLst>
            <pc:docMk/>
            <pc:sldMk cId="3225791972" sldId="260"/>
            <ac:spMk id="8" creationId="{FAC0F936-D806-1F32-FB9E-9D3CB7385A51}"/>
          </ac:spMkLst>
        </pc:spChg>
        <pc:picChg chg="add mod">
          <ac:chgData name="Mohammad Salman" userId="cfd6754c-e613-4f6f-bb98-36aef69d8c31" providerId="ADAL" clId="{8A4AC86B-8A4E-4D42-B2D3-93B0C982EBD3}" dt="2023-10-02T12:28:35.823" v="812" actId="1076"/>
          <ac:picMkLst>
            <pc:docMk/>
            <pc:sldMk cId="3225791972" sldId="260"/>
            <ac:picMk id="10" creationId="{FB404A08-9D4F-2452-D97C-7BAF66CFCF0F}"/>
          </ac:picMkLst>
        </pc:picChg>
      </pc:sldChg>
      <pc:sldChg chg="addSp delSp modSp new mod setBg chgLayout">
        <pc:chgData name="Mohammad Salman" userId="cfd6754c-e613-4f6f-bb98-36aef69d8c31" providerId="ADAL" clId="{8A4AC86B-8A4E-4D42-B2D3-93B0C982EBD3}" dt="2023-10-04T15:10:53.194" v="6177" actId="1076"/>
        <pc:sldMkLst>
          <pc:docMk/>
          <pc:sldMk cId="2443470399" sldId="261"/>
        </pc:sldMkLst>
        <pc:spChg chg="del">
          <ac:chgData name="Mohammad Salman" userId="cfd6754c-e613-4f6f-bb98-36aef69d8c31" providerId="ADAL" clId="{8A4AC86B-8A4E-4D42-B2D3-93B0C982EBD3}" dt="2023-10-02T12:30:30.093" v="814" actId="478"/>
          <ac:spMkLst>
            <pc:docMk/>
            <pc:sldMk cId="2443470399" sldId="261"/>
            <ac:spMk id="2" creationId="{FDE0CE3D-B121-DBB3-17D6-7831BC8DD9A6}"/>
          </ac:spMkLst>
        </pc:spChg>
        <pc:spChg chg="del">
          <ac:chgData name="Mohammad Salman" userId="cfd6754c-e613-4f6f-bb98-36aef69d8c31" providerId="ADAL" clId="{8A4AC86B-8A4E-4D42-B2D3-93B0C982EBD3}" dt="2023-10-02T12:30:30.093" v="814" actId="478"/>
          <ac:spMkLst>
            <pc:docMk/>
            <pc:sldMk cId="2443470399" sldId="261"/>
            <ac:spMk id="3" creationId="{17BAC142-A6D3-548F-7980-F8FA491B831F}"/>
          </ac:spMkLst>
        </pc:spChg>
        <pc:spChg chg="add del mod">
          <ac:chgData name="Mohammad Salman" userId="cfd6754c-e613-4f6f-bb98-36aef69d8c31" providerId="ADAL" clId="{8A4AC86B-8A4E-4D42-B2D3-93B0C982EBD3}" dt="2023-10-02T12:35:46.746" v="940" actId="478"/>
          <ac:spMkLst>
            <pc:docMk/>
            <pc:sldMk cId="2443470399" sldId="261"/>
            <ac:spMk id="4" creationId="{808B7266-4EF8-C9C1-79CB-AAB6AC878B8C}"/>
          </ac:spMkLst>
        </pc:spChg>
        <pc:spChg chg="add del mod">
          <ac:chgData name="Mohammad Salman" userId="cfd6754c-e613-4f6f-bb98-36aef69d8c31" providerId="ADAL" clId="{8A4AC86B-8A4E-4D42-B2D3-93B0C982EBD3}" dt="2023-10-02T12:35:46.746" v="940" actId="478"/>
          <ac:spMkLst>
            <pc:docMk/>
            <pc:sldMk cId="2443470399" sldId="261"/>
            <ac:spMk id="5" creationId="{E4A7C437-7A54-2F9A-83BD-B13A480B33B5}"/>
          </ac:spMkLst>
        </pc:spChg>
        <pc:spChg chg="add del mod">
          <ac:chgData name="Mohammad Salman" userId="cfd6754c-e613-4f6f-bb98-36aef69d8c31" providerId="ADAL" clId="{8A4AC86B-8A4E-4D42-B2D3-93B0C982EBD3}" dt="2023-10-02T12:35:47.474" v="941" actId="478"/>
          <ac:spMkLst>
            <pc:docMk/>
            <pc:sldMk cId="2443470399" sldId="261"/>
            <ac:spMk id="7" creationId="{5382DC52-595F-80F8-BBC4-C4B2750ABF5E}"/>
          </ac:spMkLst>
        </pc:spChg>
        <pc:spChg chg="add del mod">
          <ac:chgData name="Mohammad Salman" userId="cfd6754c-e613-4f6f-bb98-36aef69d8c31" providerId="ADAL" clId="{8A4AC86B-8A4E-4D42-B2D3-93B0C982EBD3}" dt="2023-10-02T12:35:47.474" v="941" actId="478"/>
          <ac:spMkLst>
            <pc:docMk/>
            <pc:sldMk cId="2443470399" sldId="261"/>
            <ac:spMk id="9" creationId="{EABAA157-C413-C504-918C-F2EE6FFB9F03}"/>
          </ac:spMkLst>
        </pc:spChg>
        <pc:spChg chg="add mod">
          <ac:chgData name="Mohammad Salman" userId="cfd6754c-e613-4f6f-bb98-36aef69d8c31" providerId="ADAL" clId="{8A4AC86B-8A4E-4D42-B2D3-93B0C982EBD3}" dt="2023-10-02T12:37:39.834" v="967" actId="164"/>
          <ac:spMkLst>
            <pc:docMk/>
            <pc:sldMk cId="2443470399" sldId="261"/>
            <ac:spMk id="12" creationId="{6088AE6C-8ACB-0CED-D0B9-918AF36804A7}"/>
          </ac:spMkLst>
        </pc:spChg>
        <pc:spChg chg="add mod">
          <ac:chgData name="Mohammad Salman" userId="cfd6754c-e613-4f6f-bb98-36aef69d8c31" providerId="ADAL" clId="{8A4AC86B-8A4E-4D42-B2D3-93B0C982EBD3}" dt="2023-10-02T12:37:39.834" v="967" actId="164"/>
          <ac:spMkLst>
            <pc:docMk/>
            <pc:sldMk cId="2443470399" sldId="261"/>
            <ac:spMk id="13" creationId="{C0A1CE49-1ADA-9970-51D7-72C7D444186E}"/>
          </ac:spMkLst>
        </pc:spChg>
        <pc:spChg chg="add mod">
          <ac:chgData name="Mohammad Salman" userId="cfd6754c-e613-4f6f-bb98-36aef69d8c31" providerId="ADAL" clId="{8A4AC86B-8A4E-4D42-B2D3-93B0C982EBD3}" dt="2023-10-02T12:37:39.834" v="967" actId="164"/>
          <ac:spMkLst>
            <pc:docMk/>
            <pc:sldMk cId="2443470399" sldId="261"/>
            <ac:spMk id="14" creationId="{9554909B-CC48-6122-86F3-E096B698CC50}"/>
          </ac:spMkLst>
        </pc:spChg>
        <pc:spChg chg="add mod">
          <ac:chgData name="Mohammad Salman" userId="cfd6754c-e613-4f6f-bb98-36aef69d8c31" providerId="ADAL" clId="{8A4AC86B-8A4E-4D42-B2D3-93B0C982EBD3}" dt="2023-10-02T15:00:10.425" v="4858" actId="20577"/>
          <ac:spMkLst>
            <pc:docMk/>
            <pc:sldMk cId="2443470399" sldId="261"/>
            <ac:spMk id="16" creationId="{5E672A66-1BA6-56F9-0869-7933925737AD}"/>
          </ac:spMkLst>
        </pc:spChg>
        <pc:grpChg chg="add mod">
          <ac:chgData name="Mohammad Salman" userId="cfd6754c-e613-4f6f-bb98-36aef69d8c31" providerId="ADAL" clId="{8A4AC86B-8A4E-4D42-B2D3-93B0C982EBD3}" dt="2023-10-04T15:10:53.194" v="6177" actId="1076"/>
          <ac:grpSpMkLst>
            <pc:docMk/>
            <pc:sldMk cId="2443470399" sldId="261"/>
            <ac:grpSpMk id="15" creationId="{2583904C-6E82-21EC-1CA0-7ED04BFC2821}"/>
          </ac:grpSpMkLst>
        </pc:grpChg>
        <pc:picChg chg="add mod">
          <ac:chgData name="Mohammad Salman" userId="cfd6754c-e613-4f6f-bb98-36aef69d8c31" providerId="ADAL" clId="{8A4AC86B-8A4E-4D42-B2D3-93B0C982EBD3}" dt="2023-10-02T12:37:39.834" v="967" actId="164"/>
          <ac:picMkLst>
            <pc:docMk/>
            <pc:sldMk cId="2443470399" sldId="261"/>
            <ac:picMk id="11" creationId="{347FF366-63D1-E05B-3229-DE0E53646FC0}"/>
          </ac:picMkLst>
        </pc:picChg>
      </pc:sldChg>
      <pc:sldChg chg="addSp delSp modSp add mod">
        <pc:chgData name="Mohammad Salman" userId="cfd6754c-e613-4f6f-bb98-36aef69d8c31" providerId="ADAL" clId="{8A4AC86B-8A4E-4D42-B2D3-93B0C982EBD3}" dt="2023-10-02T13:45:48.374" v="2128" actId="22"/>
        <pc:sldMkLst>
          <pc:docMk/>
          <pc:sldMk cId="3626842008" sldId="262"/>
        </pc:sldMkLst>
        <pc:spChg chg="add mod">
          <ac:chgData name="Mohammad Salman" userId="cfd6754c-e613-4f6f-bb98-36aef69d8c31" providerId="ADAL" clId="{8A4AC86B-8A4E-4D42-B2D3-93B0C982EBD3}" dt="2023-10-02T12:38:58.941" v="983" actId="164"/>
          <ac:spMkLst>
            <pc:docMk/>
            <pc:sldMk cId="3626842008" sldId="262"/>
            <ac:spMk id="4" creationId="{E2E80D68-522C-EFB1-3E6E-149D7FA57C29}"/>
          </ac:spMkLst>
        </pc:spChg>
        <pc:spChg chg="add mod">
          <ac:chgData name="Mohammad Salman" userId="cfd6754c-e613-4f6f-bb98-36aef69d8c31" providerId="ADAL" clId="{8A4AC86B-8A4E-4D42-B2D3-93B0C982EBD3}" dt="2023-10-02T12:38:58.941" v="983" actId="164"/>
          <ac:spMkLst>
            <pc:docMk/>
            <pc:sldMk cId="3626842008" sldId="262"/>
            <ac:spMk id="5" creationId="{8CB4A5F9-1A28-A65E-B1F9-9E0140A40BEF}"/>
          </ac:spMkLst>
        </pc:spChg>
        <pc:grpChg chg="add mod">
          <ac:chgData name="Mohammad Salman" userId="cfd6754c-e613-4f6f-bb98-36aef69d8c31" providerId="ADAL" clId="{8A4AC86B-8A4E-4D42-B2D3-93B0C982EBD3}" dt="2023-10-02T12:41:01.478" v="1006" actId="1076"/>
          <ac:grpSpMkLst>
            <pc:docMk/>
            <pc:sldMk cId="3626842008" sldId="262"/>
            <ac:grpSpMk id="6" creationId="{ECCFA210-FE17-A1F9-9BC6-BB369B9D7AC4}"/>
          </ac:grpSpMkLst>
        </pc:grpChg>
        <pc:grpChg chg="del">
          <ac:chgData name="Mohammad Salman" userId="cfd6754c-e613-4f6f-bb98-36aef69d8c31" providerId="ADAL" clId="{8A4AC86B-8A4E-4D42-B2D3-93B0C982EBD3}" dt="2023-10-02T12:38:05.772" v="969" actId="478"/>
          <ac:grpSpMkLst>
            <pc:docMk/>
            <pc:sldMk cId="3626842008" sldId="262"/>
            <ac:grpSpMk id="15" creationId="{2583904C-6E82-21EC-1CA0-7ED04BFC2821}"/>
          </ac:grpSpMkLst>
        </pc:grpChg>
        <pc:picChg chg="add mod">
          <ac:chgData name="Mohammad Salman" userId="cfd6754c-e613-4f6f-bb98-36aef69d8c31" providerId="ADAL" clId="{8A4AC86B-8A4E-4D42-B2D3-93B0C982EBD3}" dt="2023-10-02T12:38:58.941" v="983" actId="164"/>
          <ac:picMkLst>
            <pc:docMk/>
            <pc:sldMk cId="3626842008" sldId="262"/>
            <ac:picMk id="3" creationId="{D766EDA6-C7CC-4995-29A9-228FFBC69C78}"/>
          </ac:picMkLst>
        </pc:picChg>
        <pc:picChg chg="add mod">
          <ac:chgData name="Mohammad Salman" userId="cfd6754c-e613-4f6f-bb98-36aef69d8c31" providerId="ADAL" clId="{8A4AC86B-8A4E-4D42-B2D3-93B0C982EBD3}" dt="2023-10-02T12:40:55.588" v="1004" actId="1076"/>
          <ac:picMkLst>
            <pc:docMk/>
            <pc:sldMk cId="3626842008" sldId="262"/>
            <ac:picMk id="8" creationId="{B147E892-5417-6B5E-FCFF-20043E294728}"/>
          </ac:picMkLst>
        </pc:picChg>
        <pc:picChg chg="add del mod">
          <ac:chgData name="Mohammad Salman" userId="cfd6754c-e613-4f6f-bb98-36aef69d8c31" providerId="ADAL" clId="{8A4AC86B-8A4E-4D42-B2D3-93B0C982EBD3}" dt="2023-10-02T12:40:39.360" v="999" actId="21"/>
          <ac:picMkLst>
            <pc:docMk/>
            <pc:sldMk cId="3626842008" sldId="262"/>
            <ac:picMk id="10" creationId="{41CF4215-2694-A354-CBF1-FFB2D16F9D7D}"/>
          </ac:picMkLst>
        </pc:picChg>
        <pc:picChg chg="add del">
          <ac:chgData name="Mohammad Salman" userId="cfd6754c-e613-4f6f-bb98-36aef69d8c31" providerId="ADAL" clId="{8A4AC86B-8A4E-4D42-B2D3-93B0C982EBD3}" dt="2023-10-02T13:45:42.883" v="2126" actId="22"/>
          <ac:picMkLst>
            <pc:docMk/>
            <pc:sldMk cId="3626842008" sldId="262"/>
            <ac:picMk id="17" creationId="{ACBF2B11-4D16-2B7F-560D-6C559B3BD86A}"/>
          </ac:picMkLst>
        </pc:picChg>
        <pc:picChg chg="add del">
          <ac:chgData name="Mohammad Salman" userId="cfd6754c-e613-4f6f-bb98-36aef69d8c31" providerId="ADAL" clId="{8A4AC86B-8A4E-4D42-B2D3-93B0C982EBD3}" dt="2023-10-02T13:45:48.374" v="2128" actId="22"/>
          <ac:picMkLst>
            <pc:docMk/>
            <pc:sldMk cId="3626842008" sldId="262"/>
            <ac:picMk id="19" creationId="{4C0B5253-AA90-0DD6-DAB0-B2E373AF6F4E}"/>
          </ac:picMkLst>
        </pc:picChg>
      </pc:sldChg>
      <pc:sldChg chg="addSp delSp modSp add mod">
        <pc:chgData name="Mohammad Salman" userId="cfd6754c-e613-4f6f-bb98-36aef69d8c31" providerId="ADAL" clId="{8A4AC86B-8A4E-4D42-B2D3-93B0C982EBD3}" dt="2023-10-02T12:40:50.509" v="1003" actId="1076"/>
        <pc:sldMkLst>
          <pc:docMk/>
          <pc:sldMk cId="3111145702" sldId="263"/>
        </pc:sldMkLst>
        <pc:grpChg chg="del">
          <ac:chgData name="Mohammad Salman" userId="cfd6754c-e613-4f6f-bb98-36aef69d8c31" providerId="ADAL" clId="{8A4AC86B-8A4E-4D42-B2D3-93B0C982EBD3}" dt="2023-10-02T12:40:44.863" v="1001" actId="478"/>
          <ac:grpSpMkLst>
            <pc:docMk/>
            <pc:sldMk cId="3111145702" sldId="263"/>
            <ac:grpSpMk id="6" creationId="{ECCFA210-FE17-A1F9-9BC6-BB369B9D7AC4}"/>
          </ac:grpSpMkLst>
        </pc:grpChg>
        <pc:picChg chg="add mod">
          <ac:chgData name="Mohammad Salman" userId="cfd6754c-e613-4f6f-bb98-36aef69d8c31" providerId="ADAL" clId="{8A4AC86B-8A4E-4D42-B2D3-93B0C982EBD3}" dt="2023-10-02T12:40:50.509" v="1003" actId="1076"/>
          <ac:picMkLst>
            <pc:docMk/>
            <pc:sldMk cId="3111145702" sldId="263"/>
            <ac:picMk id="2" creationId="{DAF8F8FD-B527-EC04-E5D4-F62AFE46647B}"/>
          </ac:picMkLst>
        </pc:picChg>
        <pc:picChg chg="del">
          <ac:chgData name="Mohammad Salman" userId="cfd6754c-e613-4f6f-bb98-36aef69d8c31" providerId="ADAL" clId="{8A4AC86B-8A4E-4D42-B2D3-93B0C982EBD3}" dt="2023-10-02T12:40:44.863" v="1001" actId="478"/>
          <ac:picMkLst>
            <pc:docMk/>
            <pc:sldMk cId="3111145702" sldId="263"/>
            <ac:picMk id="8" creationId="{B147E892-5417-6B5E-FCFF-20043E294728}"/>
          </ac:picMkLst>
        </pc:picChg>
      </pc:sldChg>
      <pc:sldChg chg="addSp delSp modSp new mod">
        <pc:chgData name="Mohammad Salman" userId="cfd6754c-e613-4f6f-bb98-36aef69d8c31" providerId="ADAL" clId="{8A4AC86B-8A4E-4D42-B2D3-93B0C982EBD3}" dt="2023-10-02T13:26:29.405" v="1472" actId="1076"/>
        <pc:sldMkLst>
          <pc:docMk/>
          <pc:sldMk cId="961084928" sldId="264"/>
        </pc:sldMkLst>
        <pc:spChg chg="del">
          <ac:chgData name="Mohammad Salman" userId="cfd6754c-e613-4f6f-bb98-36aef69d8c31" providerId="ADAL" clId="{8A4AC86B-8A4E-4D42-B2D3-93B0C982EBD3}" dt="2023-10-02T13:08:12.921" v="1081" actId="478"/>
          <ac:spMkLst>
            <pc:docMk/>
            <pc:sldMk cId="961084928" sldId="264"/>
            <ac:spMk id="2" creationId="{CFD2BF08-3D35-B564-FE25-4C92D5A60118}"/>
          </ac:spMkLst>
        </pc:spChg>
        <pc:spChg chg="del">
          <ac:chgData name="Mohammad Salman" userId="cfd6754c-e613-4f6f-bb98-36aef69d8c31" providerId="ADAL" clId="{8A4AC86B-8A4E-4D42-B2D3-93B0C982EBD3}" dt="2023-10-02T13:08:12.921" v="1081" actId="478"/>
          <ac:spMkLst>
            <pc:docMk/>
            <pc:sldMk cId="961084928" sldId="264"/>
            <ac:spMk id="3" creationId="{004C09D8-35AC-925C-515F-E413A03B3618}"/>
          </ac:spMkLst>
        </pc:spChg>
        <pc:spChg chg="add mod">
          <ac:chgData name="Mohammad Salman" userId="cfd6754c-e613-4f6f-bb98-36aef69d8c31" providerId="ADAL" clId="{8A4AC86B-8A4E-4D42-B2D3-93B0C982EBD3}" dt="2023-10-02T13:24:05.095" v="1287" actId="1076"/>
          <ac:spMkLst>
            <pc:docMk/>
            <pc:sldMk cId="961084928" sldId="264"/>
            <ac:spMk id="5" creationId="{C8092C46-0A4D-0028-E93C-B86D19882BE9}"/>
          </ac:spMkLst>
        </pc:spChg>
        <pc:spChg chg="add mod">
          <ac:chgData name="Mohammad Salman" userId="cfd6754c-e613-4f6f-bb98-36aef69d8c31" providerId="ADAL" clId="{8A4AC86B-8A4E-4D42-B2D3-93B0C982EBD3}" dt="2023-10-02T13:24:29.712" v="1290" actId="1076"/>
          <ac:spMkLst>
            <pc:docMk/>
            <pc:sldMk cId="961084928" sldId="264"/>
            <ac:spMk id="7" creationId="{8F155811-5D7C-C8F9-9F64-CB5ECF17F2B4}"/>
          </ac:spMkLst>
        </pc:spChg>
        <pc:spChg chg="add del mod">
          <ac:chgData name="Mohammad Salman" userId="cfd6754c-e613-4f6f-bb98-36aef69d8c31" providerId="ADAL" clId="{8A4AC86B-8A4E-4D42-B2D3-93B0C982EBD3}" dt="2023-10-02T13:21:56.613" v="1216" actId="21"/>
          <ac:spMkLst>
            <pc:docMk/>
            <pc:sldMk cId="961084928" sldId="264"/>
            <ac:spMk id="9" creationId="{EE0AFD3F-20F4-5679-3DC4-97AC69115B09}"/>
          </ac:spMkLst>
        </pc:spChg>
        <pc:spChg chg="add mod">
          <ac:chgData name="Mohammad Salman" userId="cfd6754c-e613-4f6f-bb98-36aef69d8c31" providerId="ADAL" clId="{8A4AC86B-8A4E-4D42-B2D3-93B0C982EBD3}" dt="2023-10-02T13:24:59.363" v="1291" actId="1076"/>
          <ac:spMkLst>
            <pc:docMk/>
            <pc:sldMk cId="961084928" sldId="264"/>
            <ac:spMk id="10" creationId="{D33D980C-E4FE-D77A-DF9B-C8BC5285C9AB}"/>
          </ac:spMkLst>
        </pc:spChg>
        <pc:spChg chg="add mod">
          <ac:chgData name="Mohammad Salman" userId="cfd6754c-e613-4f6f-bb98-36aef69d8c31" providerId="ADAL" clId="{8A4AC86B-8A4E-4D42-B2D3-93B0C982EBD3}" dt="2023-10-02T13:26:29.405" v="1472" actId="1076"/>
          <ac:spMkLst>
            <pc:docMk/>
            <pc:sldMk cId="961084928" sldId="264"/>
            <ac:spMk id="11" creationId="{CB6D5F41-02AE-21A1-BA36-C17588112ACE}"/>
          </ac:spMkLst>
        </pc:spChg>
      </pc:sldChg>
      <pc:sldChg chg="modSp new del mod ord setBg">
        <pc:chgData name="Mohammad Salman" userId="cfd6754c-e613-4f6f-bb98-36aef69d8c31" providerId="ADAL" clId="{8A4AC86B-8A4E-4D42-B2D3-93B0C982EBD3}" dt="2023-10-04T15:10:16.432" v="6175" actId="47"/>
        <pc:sldMkLst>
          <pc:docMk/>
          <pc:sldMk cId="2953023867" sldId="265"/>
        </pc:sldMkLst>
        <pc:spChg chg="mod">
          <ac:chgData name="Mohammad Salman" userId="cfd6754c-e613-4f6f-bb98-36aef69d8c31" providerId="ADAL" clId="{8A4AC86B-8A4E-4D42-B2D3-93B0C982EBD3}" dt="2023-10-02T12:54:38.283" v="1078" actId="2711"/>
          <ac:spMkLst>
            <pc:docMk/>
            <pc:sldMk cId="2953023867" sldId="265"/>
            <ac:spMk id="2" creationId="{458D3122-1B9C-2243-B694-E3AFA023D808}"/>
          </ac:spMkLst>
        </pc:spChg>
      </pc:sldChg>
      <pc:sldChg chg="addSp delSp modSp new mod setBg modClrScheme chgLayout">
        <pc:chgData name="Mohammad Salman" userId="cfd6754c-e613-4f6f-bb98-36aef69d8c31" providerId="ADAL" clId="{8A4AC86B-8A4E-4D42-B2D3-93B0C982EBD3}" dt="2023-10-04T15:11:24.154" v="6178" actId="113"/>
        <pc:sldMkLst>
          <pc:docMk/>
          <pc:sldMk cId="3081462175" sldId="266"/>
        </pc:sldMkLst>
        <pc:spChg chg="del mod ord">
          <ac:chgData name="Mohammad Salman" userId="cfd6754c-e613-4f6f-bb98-36aef69d8c31" providerId="ADAL" clId="{8A4AC86B-8A4E-4D42-B2D3-93B0C982EBD3}" dt="2023-10-02T13:08:16.794" v="1083" actId="700"/>
          <ac:spMkLst>
            <pc:docMk/>
            <pc:sldMk cId="3081462175" sldId="266"/>
            <ac:spMk id="2" creationId="{A5622054-81F0-E488-BC79-ED31B271832D}"/>
          </ac:spMkLst>
        </pc:spChg>
        <pc:spChg chg="del mod ord">
          <ac:chgData name="Mohammad Salman" userId="cfd6754c-e613-4f6f-bb98-36aef69d8c31" providerId="ADAL" clId="{8A4AC86B-8A4E-4D42-B2D3-93B0C982EBD3}" dt="2023-10-02T13:08:16.794" v="1083" actId="700"/>
          <ac:spMkLst>
            <pc:docMk/>
            <pc:sldMk cId="3081462175" sldId="266"/>
            <ac:spMk id="3" creationId="{0A32499E-2DBA-74EB-7A89-B0FB56AAA977}"/>
          </ac:spMkLst>
        </pc:spChg>
        <pc:spChg chg="add mod ord">
          <ac:chgData name="Mohammad Salman" userId="cfd6754c-e613-4f6f-bb98-36aef69d8c31" providerId="ADAL" clId="{8A4AC86B-8A4E-4D42-B2D3-93B0C982EBD3}" dt="2023-10-02T13:08:35.333" v="1140" actId="20577"/>
          <ac:spMkLst>
            <pc:docMk/>
            <pc:sldMk cId="3081462175" sldId="266"/>
            <ac:spMk id="4" creationId="{E65EA534-CEE4-E510-9B26-59CDCB8D51F2}"/>
          </ac:spMkLst>
        </pc:spChg>
        <pc:spChg chg="add mod ord">
          <ac:chgData name="Mohammad Salman" userId="cfd6754c-e613-4f6f-bb98-36aef69d8c31" providerId="ADAL" clId="{8A4AC86B-8A4E-4D42-B2D3-93B0C982EBD3}" dt="2023-10-04T15:11:24.154" v="6178" actId="113"/>
          <ac:spMkLst>
            <pc:docMk/>
            <pc:sldMk cId="3081462175" sldId="266"/>
            <ac:spMk id="5" creationId="{70C6D349-C9F1-6D40-A277-5F24B440FC88}"/>
          </ac:spMkLst>
        </pc:spChg>
        <pc:spChg chg="add del">
          <ac:chgData name="Mohammad Salman" userId="cfd6754c-e613-4f6f-bb98-36aef69d8c31" providerId="ADAL" clId="{8A4AC86B-8A4E-4D42-B2D3-93B0C982EBD3}" dt="2023-10-02T13:50:25.977" v="2271" actId="22"/>
          <ac:spMkLst>
            <pc:docMk/>
            <pc:sldMk cId="3081462175" sldId="266"/>
            <ac:spMk id="7" creationId="{F338D4C7-3D50-72EF-1AB1-4F016AC8F71A}"/>
          </ac:spMkLst>
        </pc:spChg>
        <pc:spChg chg="add mod">
          <ac:chgData name="Mohammad Salman" userId="cfd6754c-e613-4f6f-bb98-36aef69d8c31" providerId="ADAL" clId="{8A4AC86B-8A4E-4D42-B2D3-93B0C982EBD3}" dt="2023-10-02T13:50:40.749" v="2277" actId="1076"/>
          <ac:spMkLst>
            <pc:docMk/>
            <pc:sldMk cId="3081462175" sldId="266"/>
            <ac:spMk id="9" creationId="{A581384E-164E-8792-539B-0F34C16F2850}"/>
          </ac:spMkLst>
        </pc:spChg>
      </pc:sldChg>
      <pc:sldChg chg="modSp add mod">
        <pc:chgData name="Mohammad Salman" userId="cfd6754c-e613-4f6f-bb98-36aef69d8c31" providerId="ADAL" clId="{8A4AC86B-8A4E-4D42-B2D3-93B0C982EBD3}" dt="2023-10-04T15:12:48.523" v="6187" actId="20577"/>
        <pc:sldMkLst>
          <pc:docMk/>
          <pc:sldMk cId="3071401241" sldId="267"/>
        </pc:sldMkLst>
        <pc:spChg chg="mod">
          <ac:chgData name="Mohammad Salman" userId="cfd6754c-e613-4f6f-bb98-36aef69d8c31" providerId="ADAL" clId="{8A4AC86B-8A4E-4D42-B2D3-93B0C982EBD3}" dt="2023-10-02T13:40:26.489" v="1952" actId="20577"/>
          <ac:spMkLst>
            <pc:docMk/>
            <pc:sldMk cId="3071401241" sldId="267"/>
            <ac:spMk id="7" creationId="{8F155811-5D7C-C8F9-9F64-CB5ECF17F2B4}"/>
          </ac:spMkLst>
        </pc:spChg>
        <pc:spChg chg="mod">
          <ac:chgData name="Mohammad Salman" userId="cfd6754c-e613-4f6f-bb98-36aef69d8c31" providerId="ADAL" clId="{8A4AC86B-8A4E-4D42-B2D3-93B0C982EBD3}" dt="2023-10-02T13:41:32.765" v="1978" actId="20577"/>
          <ac:spMkLst>
            <pc:docMk/>
            <pc:sldMk cId="3071401241" sldId="267"/>
            <ac:spMk id="10" creationId="{D33D980C-E4FE-D77A-DF9B-C8BC5285C9AB}"/>
          </ac:spMkLst>
        </pc:spChg>
        <pc:spChg chg="mod">
          <ac:chgData name="Mohammad Salman" userId="cfd6754c-e613-4f6f-bb98-36aef69d8c31" providerId="ADAL" clId="{8A4AC86B-8A4E-4D42-B2D3-93B0C982EBD3}" dt="2023-10-04T15:12:48.523" v="6187" actId="20577"/>
          <ac:spMkLst>
            <pc:docMk/>
            <pc:sldMk cId="3071401241" sldId="267"/>
            <ac:spMk id="11" creationId="{CB6D5F41-02AE-21A1-BA36-C17588112ACE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2T13:33:14.562" v="1919" actId="1076"/>
        <pc:sldMkLst>
          <pc:docMk/>
          <pc:sldMk cId="2479530423" sldId="268"/>
        </pc:sldMkLst>
        <pc:spChg chg="add mod">
          <ac:chgData name="Mohammad Salman" userId="cfd6754c-e613-4f6f-bb98-36aef69d8c31" providerId="ADAL" clId="{8A4AC86B-8A4E-4D42-B2D3-93B0C982EBD3}" dt="2023-10-02T13:33:02.506" v="1918" actId="1076"/>
          <ac:spMkLst>
            <pc:docMk/>
            <pc:sldMk cId="2479530423" sldId="268"/>
            <ac:spMk id="2" creationId="{8B63CBE8-71B1-E099-1682-A66ACC88ACA4}"/>
          </ac:spMkLst>
        </pc:spChg>
        <pc:spChg chg="del">
          <ac:chgData name="Mohammad Salman" userId="cfd6754c-e613-4f6f-bb98-36aef69d8c31" providerId="ADAL" clId="{8A4AC86B-8A4E-4D42-B2D3-93B0C982EBD3}" dt="2023-10-02T13:28:39.588" v="1556" actId="478"/>
          <ac:spMkLst>
            <pc:docMk/>
            <pc:sldMk cId="2479530423" sldId="268"/>
            <ac:spMk id="5" creationId="{C8092C46-0A4D-0028-E93C-B86D19882BE9}"/>
          </ac:spMkLst>
        </pc:spChg>
        <pc:spChg chg="del">
          <ac:chgData name="Mohammad Salman" userId="cfd6754c-e613-4f6f-bb98-36aef69d8c31" providerId="ADAL" clId="{8A4AC86B-8A4E-4D42-B2D3-93B0C982EBD3}" dt="2023-10-02T13:28:41.739" v="1557" actId="478"/>
          <ac:spMkLst>
            <pc:docMk/>
            <pc:sldMk cId="2479530423" sldId="268"/>
            <ac:spMk id="7" creationId="{8F155811-5D7C-C8F9-9F64-CB5ECF17F2B4}"/>
          </ac:spMkLst>
        </pc:spChg>
        <pc:spChg chg="mod">
          <ac:chgData name="Mohammad Salman" userId="cfd6754c-e613-4f6f-bb98-36aef69d8c31" providerId="ADAL" clId="{8A4AC86B-8A4E-4D42-B2D3-93B0C982EBD3}" dt="2023-10-02T13:33:14.562" v="1919" actId="1076"/>
          <ac:spMkLst>
            <pc:docMk/>
            <pc:sldMk cId="2479530423" sldId="268"/>
            <ac:spMk id="10" creationId="{D33D980C-E4FE-D77A-DF9B-C8BC5285C9AB}"/>
          </ac:spMkLst>
        </pc:spChg>
        <pc:spChg chg="mod">
          <ac:chgData name="Mohammad Salman" userId="cfd6754c-e613-4f6f-bb98-36aef69d8c31" providerId="ADAL" clId="{8A4AC86B-8A4E-4D42-B2D3-93B0C982EBD3}" dt="2023-10-02T13:31:16.056" v="1818" actId="1076"/>
          <ac:spMkLst>
            <pc:docMk/>
            <pc:sldMk cId="2479530423" sldId="268"/>
            <ac:spMk id="11" creationId="{CB6D5F41-02AE-21A1-BA36-C17588112ACE}"/>
          </ac:spMkLst>
        </pc:spChg>
      </pc:sldChg>
      <pc:sldChg chg="delSp modSp add mod">
        <pc:chgData name="Mohammad Salman" userId="cfd6754c-e613-4f6f-bb98-36aef69d8c31" providerId="ADAL" clId="{8A4AC86B-8A4E-4D42-B2D3-93B0C982EBD3}" dt="2023-10-02T13:52:01.463" v="2299" actId="1076"/>
        <pc:sldMkLst>
          <pc:docMk/>
          <pc:sldMk cId="1903961333" sldId="269"/>
        </pc:sldMkLst>
        <pc:spChg chg="del">
          <ac:chgData name="Mohammad Salman" userId="cfd6754c-e613-4f6f-bb98-36aef69d8c31" providerId="ADAL" clId="{8A4AC86B-8A4E-4D42-B2D3-93B0C982EBD3}" dt="2023-10-02T13:42:15.078" v="1980" actId="478"/>
          <ac:spMkLst>
            <pc:docMk/>
            <pc:sldMk cId="1903961333" sldId="269"/>
            <ac:spMk id="5" creationId="{C8092C46-0A4D-0028-E93C-B86D19882BE9}"/>
          </ac:spMkLst>
        </pc:spChg>
        <pc:spChg chg="del">
          <ac:chgData name="Mohammad Salman" userId="cfd6754c-e613-4f6f-bb98-36aef69d8c31" providerId="ADAL" clId="{8A4AC86B-8A4E-4D42-B2D3-93B0C982EBD3}" dt="2023-10-02T13:42:15.078" v="1980" actId="478"/>
          <ac:spMkLst>
            <pc:docMk/>
            <pc:sldMk cId="1903961333" sldId="269"/>
            <ac:spMk id="7" creationId="{8F155811-5D7C-C8F9-9F64-CB5ECF17F2B4}"/>
          </ac:spMkLst>
        </pc:spChg>
        <pc:spChg chg="mod">
          <ac:chgData name="Mohammad Salman" userId="cfd6754c-e613-4f6f-bb98-36aef69d8c31" providerId="ADAL" clId="{8A4AC86B-8A4E-4D42-B2D3-93B0C982EBD3}" dt="2023-10-02T13:51:54.786" v="2298" actId="6549"/>
          <ac:spMkLst>
            <pc:docMk/>
            <pc:sldMk cId="1903961333" sldId="269"/>
            <ac:spMk id="10" creationId="{D33D980C-E4FE-D77A-DF9B-C8BC5285C9AB}"/>
          </ac:spMkLst>
        </pc:spChg>
        <pc:spChg chg="mod">
          <ac:chgData name="Mohammad Salman" userId="cfd6754c-e613-4f6f-bb98-36aef69d8c31" providerId="ADAL" clId="{8A4AC86B-8A4E-4D42-B2D3-93B0C982EBD3}" dt="2023-10-02T13:52:01.463" v="2299" actId="1076"/>
          <ac:spMkLst>
            <pc:docMk/>
            <pc:sldMk cId="1903961333" sldId="269"/>
            <ac:spMk id="11" creationId="{CB6D5F41-02AE-21A1-BA36-C17588112ACE}"/>
          </ac:spMkLst>
        </pc:spChg>
      </pc:sldChg>
      <pc:sldChg chg="addSp delSp modSp new mod setBg modClrScheme chgLayout">
        <pc:chgData name="Mohammad Salman" userId="cfd6754c-e613-4f6f-bb98-36aef69d8c31" providerId="ADAL" clId="{8A4AC86B-8A4E-4D42-B2D3-93B0C982EBD3}" dt="2023-10-02T14:35:18.376" v="3044" actId="14100"/>
        <pc:sldMkLst>
          <pc:docMk/>
          <pc:sldMk cId="3364976763" sldId="270"/>
        </pc:sldMkLst>
        <pc:spChg chg="del">
          <ac:chgData name="Mohammad Salman" userId="cfd6754c-e613-4f6f-bb98-36aef69d8c31" providerId="ADAL" clId="{8A4AC86B-8A4E-4D42-B2D3-93B0C982EBD3}" dt="2023-10-02T13:45:08.819" v="2114" actId="478"/>
          <ac:spMkLst>
            <pc:docMk/>
            <pc:sldMk cId="3364976763" sldId="270"/>
            <ac:spMk id="2" creationId="{8046FF13-2E80-3F59-79F2-5A9873CA4EA0}"/>
          </ac:spMkLst>
        </pc:spChg>
        <pc:spChg chg="del">
          <ac:chgData name="Mohammad Salman" userId="cfd6754c-e613-4f6f-bb98-36aef69d8c31" providerId="ADAL" clId="{8A4AC86B-8A4E-4D42-B2D3-93B0C982EBD3}" dt="2023-10-02T13:45:08.819" v="2114" actId="478"/>
          <ac:spMkLst>
            <pc:docMk/>
            <pc:sldMk cId="3364976763" sldId="270"/>
            <ac:spMk id="3" creationId="{2E91CA32-C309-2730-ABCC-FAF3C0FF4B7F}"/>
          </ac:spMkLst>
        </pc:spChg>
        <pc:spChg chg="add mod">
          <ac:chgData name="Mohammad Salman" userId="cfd6754c-e613-4f6f-bb98-36aef69d8c31" providerId="ADAL" clId="{8A4AC86B-8A4E-4D42-B2D3-93B0C982EBD3}" dt="2023-10-02T13:48:21.358" v="2180" actId="20577"/>
          <ac:spMkLst>
            <pc:docMk/>
            <pc:sldMk cId="3364976763" sldId="270"/>
            <ac:spMk id="4" creationId="{46E249C2-3DE0-EB7D-DBB2-A62F478DF08E}"/>
          </ac:spMkLst>
        </pc:spChg>
        <pc:spChg chg="add mod">
          <ac:chgData name="Mohammad Salman" userId="cfd6754c-e613-4f6f-bb98-36aef69d8c31" providerId="ADAL" clId="{8A4AC86B-8A4E-4D42-B2D3-93B0C982EBD3}" dt="2023-10-02T14:35:18.376" v="3044" actId="14100"/>
          <ac:spMkLst>
            <pc:docMk/>
            <pc:sldMk cId="3364976763" sldId="270"/>
            <ac:spMk id="5" creationId="{B7C82062-ABEC-37CF-D7EE-253395AD18CE}"/>
          </ac:spMkLst>
        </pc:spChg>
        <pc:spChg chg="add del">
          <ac:chgData name="Mohammad Salman" userId="cfd6754c-e613-4f6f-bb98-36aef69d8c31" providerId="ADAL" clId="{8A4AC86B-8A4E-4D42-B2D3-93B0C982EBD3}" dt="2023-10-02T13:49:19.932" v="2260" actId="22"/>
          <ac:spMkLst>
            <pc:docMk/>
            <pc:sldMk cId="3364976763" sldId="270"/>
            <ac:spMk id="7" creationId="{8419C17E-DD7D-A48A-E677-127D71CD8829}"/>
          </ac:spMkLst>
        </pc:spChg>
        <pc:spChg chg="add mod">
          <ac:chgData name="Mohammad Salman" userId="cfd6754c-e613-4f6f-bb98-36aef69d8c31" providerId="ADAL" clId="{8A4AC86B-8A4E-4D42-B2D3-93B0C982EBD3}" dt="2023-10-02T14:34:31.787" v="2982" actId="21"/>
          <ac:spMkLst>
            <pc:docMk/>
            <pc:sldMk cId="3364976763" sldId="270"/>
            <ac:spMk id="9" creationId="{9ADF0883-6262-8847-652F-DA45FBA07240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2T13:52:43.041" v="2334" actId="1076"/>
        <pc:sldMkLst>
          <pc:docMk/>
          <pc:sldMk cId="4207197228" sldId="271"/>
        </pc:sldMkLst>
        <pc:spChg chg="add mod">
          <ac:chgData name="Mohammad Salman" userId="cfd6754c-e613-4f6f-bb98-36aef69d8c31" providerId="ADAL" clId="{8A4AC86B-8A4E-4D42-B2D3-93B0C982EBD3}" dt="2023-10-02T13:47:08.729" v="2138" actId="692"/>
          <ac:spMkLst>
            <pc:docMk/>
            <pc:sldMk cId="4207197228" sldId="271"/>
            <ac:spMk id="4" creationId="{E2F01E01-BC20-91D8-A5CA-0E0E960C9A0E}"/>
          </ac:spMkLst>
        </pc:spChg>
        <pc:spChg chg="add mod">
          <ac:chgData name="Mohammad Salman" userId="cfd6754c-e613-4f6f-bb98-36aef69d8c31" providerId="ADAL" clId="{8A4AC86B-8A4E-4D42-B2D3-93B0C982EBD3}" dt="2023-10-02T13:52:43.041" v="2334" actId="1076"/>
          <ac:spMkLst>
            <pc:docMk/>
            <pc:sldMk cId="4207197228" sldId="271"/>
            <ac:spMk id="6" creationId="{533FD937-EDDA-7B1A-8A98-9D74F8634718}"/>
          </ac:spMkLst>
        </pc:spChg>
        <pc:spChg chg="del">
          <ac:chgData name="Mohammad Salman" userId="cfd6754c-e613-4f6f-bb98-36aef69d8c31" providerId="ADAL" clId="{8A4AC86B-8A4E-4D42-B2D3-93B0C982EBD3}" dt="2023-10-02T13:45:19.767" v="2119" actId="478"/>
          <ac:spMkLst>
            <pc:docMk/>
            <pc:sldMk cId="4207197228" sldId="271"/>
            <ac:spMk id="10" creationId="{D33D980C-E4FE-D77A-DF9B-C8BC5285C9AB}"/>
          </ac:spMkLst>
        </pc:spChg>
        <pc:spChg chg="del">
          <ac:chgData name="Mohammad Salman" userId="cfd6754c-e613-4f6f-bb98-36aef69d8c31" providerId="ADAL" clId="{8A4AC86B-8A4E-4D42-B2D3-93B0C982EBD3}" dt="2023-10-02T13:45:14.640" v="2116" actId="478"/>
          <ac:spMkLst>
            <pc:docMk/>
            <pc:sldMk cId="4207197228" sldId="271"/>
            <ac:spMk id="11" creationId="{CB6D5F41-02AE-21A1-BA36-C17588112ACE}"/>
          </ac:spMkLst>
        </pc:spChg>
        <pc:grpChg chg="add mod">
          <ac:chgData name="Mohammad Salman" userId="cfd6754c-e613-4f6f-bb98-36aef69d8c31" providerId="ADAL" clId="{8A4AC86B-8A4E-4D42-B2D3-93B0C982EBD3}" dt="2023-10-02T13:46:56.521" v="2137" actId="164"/>
          <ac:grpSpMkLst>
            <pc:docMk/>
            <pc:sldMk cId="4207197228" sldId="271"/>
            <ac:grpSpMk id="5" creationId="{4D5DB980-AD77-94A8-EA68-7CE2E86436C8}"/>
          </ac:grpSpMkLst>
        </pc:grpChg>
        <pc:picChg chg="add mod">
          <ac:chgData name="Mohammad Salman" userId="cfd6754c-e613-4f6f-bb98-36aef69d8c31" providerId="ADAL" clId="{8A4AC86B-8A4E-4D42-B2D3-93B0C982EBD3}" dt="2023-10-02T13:46:56.521" v="2137" actId="164"/>
          <ac:picMkLst>
            <pc:docMk/>
            <pc:sldMk cId="4207197228" sldId="271"/>
            <ac:picMk id="3" creationId="{58BB6713-4721-EE08-7DE6-7405EDD34567}"/>
          </ac:picMkLst>
        </pc:picChg>
      </pc:sldChg>
      <pc:sldChg chg="addSp delSp modSp new mod">
        <pc:chgData name="Mohammad Salman" userId="cfd6754c-e613-4f6f-bb98-36aef69d8c31" providerId="ADAL" clId="{8A4AC86B-8A4E-4D42-B2D3-93B0C982EBD3}" dt="2023-10-02T14:27:45.645" v="2542" actId="1076"/>
        <pc:sldMkLst>
          <pc:docMk/>
          <pc:sldMk cId="654311224" sldId="272"/>
        </pc:sldMkLst>
        <pc:spChg chg="del">
          <ac:chgData name="Mohammad Salman" userId="cfd6754c-e613-4f6f-bb98-36aef69d8c31" providerId="ADAL" clId="{8A4AC86B-8A4E-4D42-B2D3-93B0C982EBD3}" dt="2023-10-02T14:24:37.727" v="2336" actId="478"/>
          <ac:spMkLst>
            <pc:docMk/>
            <pc:sldMk cId="654311224" sldId="272"/>
            <ac:spMk id="2" creationId="{81014CC7-B0A6-2F77-90F4-16CADBB83871}"/>
          </ac:spMkLst>
        </pc:spChg>
        <pc:spChg chg="del">
          <ac:chgData name="Mohammad Salman" userId="cfd6754c-e613-4f6f-bb98-36aef69d8c31" providerId="ADAL" clId="{8A4AC86B-8A4E-4D42-B2D3-93B0C982EBD3}" dt="2023-10-02T14:24:37.727" v="2336" actId="478"/>
          <ac:spMkLst>
            <pc:docMk/>
            <pc:sldMk cId="654311224" sldId="272"/>
            <ac:spMk id="3" creationId="{752A3003-C31F-2E22-933F-BA9496BB242E}"/>
          </ac:spMkLst>
        </pc:spChg>
        <pc:spChg chg="add mod">
          <ac:chgData name="Mohammad Salman" userId="cfd6754c-e613-4f6f-bb98-36aef69d8c31" providerId="ADAL" clId="{8A4AC86B-8A4E-4D42-B2D3-93B0C982EBD3}" dt="2023-10-02T14:27:18.375" v="2538" actId="20577"/>
          <ac:spMkLst>
            <pc:docMk/>
            <pc:sldMk cId="654311224" sldId="272"/>
            <ac:spMk id="4" creationId="{4FB27FE4-F5A6-9A04-9A9B-3B065DF510E1}"/>
          </ac:spMkLst>
        </pc:spChg>
        <pc:spChg chg="add del">
          <ac:chgData name="Mohammad Salman" userId="cfd6754c-e613-4f6f-bb98-36aef69d8c31" providerId="ADAL" clId="{8A4AC86B-8A4E-4D42-B2D3-93B0C982EBD3}" dt="2023-10-02T14:25:40.769" v="2430" actId="22"/>
          <ac:spMkLst>
            <pc:docMk/>
            <pc:sldMk cId="654311224" sldId="272"/>
            <ac:spMk id="6" creationId="{26E5BCFB-31C4-1238-AC29-BAC11C5794AC}"/>
          </ac:spMkLst>
        </pc:spChg>
        <pc:spChg chg="add mod">
          <ac:chgData name="Mohammad Salman" userId="cfd6754c-e613-4f6f-bb98-36aef69d8c31" providerId="ADAL" clId="{8A4AC86B-8A4E-4D42-B2D3-93B0C982EBD3}" dt="2023-10-02T14:27:45.645" v="2542" actId="1076"/>
          <ac:spMkLst>
            <pc:docMk/>
            <pc:sldMk cId="654311224" sldId="272"/>
            <ac:spMk id="8" creationId="{27CB3D6E-7955-9787-FA7A-D9B84652AEE9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2T14:30:34.065" v="2709" actId="1076"/>
        <pc:sldMkLst>
          <pc:docMk/>
          <pc:sldMk cId="91052057" sldId="273"/>
        </pc:sldMkLst>
        <pc:spChg chg="add del">
          <ac:chgData name="Mohammad Salman" userId="cfd6754c-e613-4f6f-bb98-36aef69d8c31" providerId="ADAL" clId="{8A4AC86B-8A4E-4D42-B2D3-93B0C982EBD3}" dt="2023-10-02T14:29:16.468" v="2700" actId="22"/>
          <ac:spMkLst>
            <pc:docMk/>
            <pc:sldMk cId="91052057" sldId="273"/>
            <ac:spMk id="3" creationId="{D7351D3A-1ECD-E16A-7AAC-BCF194A6AF67}"/>
          </ac:spMkLst>
        </pc:spChg>
        <pc:spChg chg="mod">
          <ac:chgData name="Mohammad Salman" userId="cfd6754c-e613-4f6f-bb98-36aef69d8c31" providerId="ADAL" clId="{8A4AC86B-8A4E-4D42-B2D3-93B0C982EBD3}" dt="2023-10-02T14:28:38.598" v="2694" actId="20577"/>
          <ac:spMkLst>
            <pc:docMk/>
            <pc:sldMk cId="91052057" sldId="273"/>
            <ac:spMk id="4" creationId="{4FB27FE4-F5A6-9A04-9A9B-3B065DF510E1}"/>
          </ac:spMkLst>
        </pc:spChg>
        <pc:spChg chg="add mod">
          <ac:chgData name="Mohammad Salman" userId="cfd6754c-e613-4f6f-bb98-36aef69d8c31" providerId="ADAL" clId="{8A4AC86B-8A4E-4D42-B2D3-93B0C982EBD3}" dt="2023-10-02T14:30:34.065" v="2709" actId="1076"/>
          <ac:spMkLst>
            <pc:docMk/>
            <pc:sldMk cId="91052057" sldId="273"/>
            <ac:spMk id="6" creationId="{A678FB52-F4AD-30D5-0F35-823D8C44BBA5}"/>
          </ac:spMkLst>
        </pc:spChg>
        <pc:spChg chg="mod">
          <ac:chgData name="Mohammad Salman" userId="cfd6754c-e613-4f6f-bb98-36aef69d8c31" providerId="ADAL" clId="{8A4AC86B-8A4E-4D42-B2D3-93B0C982EBD3}" dt="2023-10-02T14:28:57.086" v="2698" actId="1076"/>
          <ac:spMkLst>
            <pc:docMk/>
            <pc:sldMk cId="91052057" sldId="273"/>
            <ac:spMk id="8" creationId="{27CB3D6E-7955-9787-FA7A-D9B84652AEE9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2T14:33:09.861" v="2882" actId="692"/>
        <pc:sldMkLst>
          <pc:docMk/>
          <pc:sldMk cId="320326944" sldId="274"/>
        </pc:sldMkLst>
        <pc:spChg chg="add mod">
          <ac:chgData name="Mohammad Salman" userId="cfd6754c-e613-4f6f-bb98-36aef69d8c31" providerId="ADAL" clId="{8A4AC86B-8A4E-4D42-B2D3-93B0C982EBD3}" dt="2023-10-02T14:32:34.792" v="2878" actId="14100"/>
          <ac:spMkLst>
            <pc:docMk/>
            <pc:sldMk cId="320326944" sldId="274"/>
            <ac:spMk id="3" creationId="{9A7AA4CB-4066-66D0-31A0-D8A70640E9ED}"/>
          </ac:spMkLst>
        </pc:spChg>
        <pc:spChg chg="mod">
          <ac:chgData name="Mohammad Salman" userId="cfd6754c-e613-4f6f-bb98-36aef69d8c31" providerId="ADAL" clId="{8A4AC86B-8A4E-4D42-B2D3-93B0C982EBD3}" dt="2023-10-02T14:31:33.348" v="2867" actId="113"/>
          <ac:spMkLst>
            <pc:docMk/>
            <pc:sldMk cId="320326944" sldId="274"/>
            <ac:spMk id="4" creationId="{4FB27FE4-F5A6-9A04-9A9B-3B065DF510E1}"/>
          </ac:spMkLst>
        </pc:spChg>
        <pc:spChg chg="add mod">
          <ac:chgData name="Mohammad Salman" userId="cfd6754c-e613-4f6f-bb98-36aef69d8c31" providerId="ADAL" clId="{8A4AC86B-8A4E-4D42-B2D3-93B0C982EBD3}" dt="2023-10-02T14:33:09.861" v="2882" actId="692"/>
          <ac:spMkLst>
            <pc:docMk/>
            <pc:sldMk cId="320326944" sldId="274"/>
            <ac:spMk id="5" creationId="{274B1920-5BD9-ABC9-EEAE-CFC20ACFF786}"/>
          </ac:spMkLst>
        </pc:spChg>
        <pc:spChg chg="del">
          <ac:chgData name="Mohammad Salman" userId="cfd6754c-e613-4f6f-bb98-36aef69d8c31" providerId="ADAL" clId="{8A4AC86B-8A4E-4D42-B2D3-93B0C982EBD3}" dt="2023-10-02T14:31:45.773" v="2868" actId="478"/>
          <ac:spMkLst>
            <pc:docMk/>
            <pc:sldMk cId="320326944" sldId="274"/>
            <ac:spMk id="6" creationId="{A678FB52-F4AD-30D5-0F35-823D8C44BBA5}"/>
          </ac:spMkLst>
        </pc:spChg>
        <pc:spChg chg="del mod">
          <ac:chgData name="Mohammad Salman" userId="cfd6754c-e613-4f6f-bb98-36aef69d8c31" providerId="ADAL" clId="{8A4AC86B-8A4E-4D42-B2D3-93B0C982EBD3}" dt="2023-10-02T14:32:00.799" v="2870" actId="478"/>
          <ac:spMkLst>
            <pc:docMk/>
            <pc:sldMk cId="320326944" sldId="274"/>
            <ac:spMk id="8" creationId="{27CB3D6E-7955-9787-FA7A-D9B84652AEE9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2T14:38:40.574" v="3296" actId="20577"/>
        <pc:sldMkLst>
          <pc:docMk/>
          <pc:sldMk cId="3229542021" sldId="275"/>
        </pc:sldMkLst>
        <pc:spChg chg="mod">
          <ac:chgData name="Mohammad Salman" userId="cfd6754c-e613-4f6f-bb98-36aef69d8c31" providerId="ADAL" clId="{8A4AC86B-8A4E-4D42-B2D3-93B0C982EBD3}" dt="2023-10-02T14:37:06.455" v="3177" actId="14100"/>
          <ac:spMkLst>
            <pc:docMk/>
            <pc:sldMk cId="3229542021" sldId="275"/>
            <ac:spMk id="3" creationId="{9A7AA4CB-4066-66D0-31A0-D8A70640E9ED}"/>
          </ac:spMkLst>
        </pc:spChg>
        <pc:spChg chg="mod">
          <ac:chgData name="Mohammad Salman" userId="cfd6754c-e613-4f6f-bb98-36aef69d8c31" providerId="ADAL" clId="{8A4AC86B-8A4E-4D42-B2D3-93B0C982EBD3}" dt="2023-10-02T14:38:09.785" v="3295" actId="20577"/>
          <ac:spMkLst>
            <pc:docMk/>
            <pc:sldMk cId="3229542021" sldId="275"/>
            <ac:spMk id="4" creationId="{4FB27FE4-F5A6-9A04-9A9B-3B065DF510E1}"/>
          </ac:spMkLst>
        </pc:spChg>
        <pc:spChg chg="del">
          <ac:chgData name="Mohammad Salman" userId="cfd6754c-e613-4f6f-bb98-36aef69d8c31" providerId="ADAL" clId="{8A4AC86B-8A4E-4D42-B2D3-93B0C982EBD3}" dt="2023-10-02T14:37:02.185" v="3176" actId="478"/>
          <ac:spMkLst>
            <pc:docMk/>
            <pc:sldMk cId="3229542021" sldId="275"/>
            <ac:spMk id="5" creationId="{274B1920-5BD9-ABC9-EEAE-CFC20ACFF786}"/>
          </ac:spMkLst>
        </pc:spChg>
        <pc:spChg chg="add mod">
          <ac:chgData name="Mohammad Salman" userId="cfd6754c-e613-4f6f-bb98-36aef69d8c31" providerId="ADAL" clId="{8A4AC86B-8A4E-4D42-B2D3-93B0C982EBD3}" dt="2023-10-02T14:38:40.574" v="3296" actId="20577"/>
          <ac:spMkLst>
            <pc:docMk/>
            <pc:sldMk cId="3229542021" sldId="275"/>
            <ac:spMk id="6" creationId="{95158EF5-B1D8-1D4E-99A6-161BB68178E9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4T15:13:56.930" v="6198" actId="20577"/>
        <pc:sldMkLst>
          <pc:docMk/>
          <pc:sldMk cId="4239664132" sldId="276"/>
        </pc:sldMkLst>
        <pc:spChg chg="add mod">
          <ac:chgData name="Mohammad Salman" userId="cfd6754c-e613-4f6f-bb98-36aef69d8c31" providerId="ADAL" clId="{8A4AC86B-8A4E-4D42-B2D3-93B0C982EBD3}" dt="2023-10-04T15:13:56.930" v="6198" actId="20577"/>
          <ac:spMkLst>
            <pc:docMk/>
            <pc:sldMk cId="4239664132" sldId="276"/>
            <ac:spMk id="2" creationId="{56CA7E52-062E-5E86-532B-CADF0BD4C4D4}"/>
          </ac:spMkLst>
        </pc:spChg>
        <pc:spChg chg="del">
          <ac:chgData name="Mohammad Salman" userId="cfd6754c-e613-4f6f-bb98-36aef69d8c31" providerId="ADAL" clId="{8A4AC86B-8A4E-4D42-B2D3-93B0C982EBD3}" dt="2023-10-02T14:40:15.002" v="3390" actId="478"/>
          <ac:spMkLst>
            <pc:docMk/>
            <pc:sldMk cId="4239664132" sldId="276"/>
            <ac:spMk id="3" creationId="{9A7AA4CB-4066-66D0-31A0-D8A70640E9ED}"/>
          </ac:spMkLst>
        </pc:spChg>
        <pc:spChg chg="mod">
          <ac:chgData name="Mohammad Salman" userId="cfd6754c-e613-4f6f-bb98-36aef69d8c31" providerId="ADAL" clId="{8A4AC86B-8A4E-4D42-B2D3-93B0C982EBD3}" dt="2023-10-02T14:41:00.979" v="3456" actId="20577"/>
          <ac:spMkLst>
            <pc:docMk/>
            <pc:sldMk cId="4239664132" sldId="276"/>
            <ac:spMk id="4" creationId="{4FB27FE4-F5A6-9A04-9A9B-3B065DF510E1}"/>
          </ac:spMkLst>
        </pc:spChg>
        <pc:spChg chg="mod">
          <ac:chgData name="Mohammad Salman" userId="cfd6754c-e613-4f6f-bb98-36aef69d8c31" providerId="ADAL" clId="{8A4AC86B-8A4E-4D42-B2D3-93B0C982EBD3}" dt="2023-10-02T14:41:03.973" v="3457" actId="1076"/>
          <ac:spMkLst>
            <pc:docMk/>
            <pc:sldMk cId="4239664132" sldId="276"/>
            <ac:spMk id="6" creationId="{95158EF5-B1D8-1D4E-99A6-161BB68178E9}"/>
          </ac:spMkLst>
        </pc:spChg>
      </pc:sldChg>
      <pc:sldChg chg="delSp modSp add mod">
        <pc:chgData name="Mohammad Salman" userId="cfd6754c-e613-4f6f-bb98-36aef69d8c31" providerId="ADAL" clId="{8A4AC86B-8A4E-4D42-B2D3-93B0C982EBD3}" dt="2023-10-02T15:27:41.151" v="5961" actId="20577"/>
        <pc:sldMkLst>
          <pc:docMk/>
          <pc:sldMk cId="4161910784" sldId="277"/>
        </pc:sldMkLst>
        <pc:spChg chg="del mod">
          <ac:chgData name="Mohammad Salman" userId="cfd6754c-e613-4f6f-bb98-36aef69d8c31" providerId="ADAL" clId="{8A4AC86B-8A4E-4D42-B2D3-93B0C982EBD3}" dt="2023-10-02T14:45:34.564" v="3955" actId="478"/>
          <ac:spMkLst>
            <pc:docMk/>
            <pc:sldMk cId="4161910784" sldId="277"/>
            <ac:spMk id="2" creationId="{56CA7E52-062E-5E86-532B-CADF0BD4C4D4}"/>
          </ac:spMkLst>
        </pc:spChg>
        <pc:spChg chg="mod">
          <ac:chgData name="Mohammad Salman" userId="cfd6754c-e613-4f6f-bb98-36aef69d8c31" providerId="ADAL" clId="{8A4AC86B-8A4E-4D42-B2D3-93B0C982EBD3}" dt="2023-10-02T15:27:41.151" v="5961" actId="20577"/>
          <ac:spMkLst>
            <pc:docMk/>
            <pc:sldMk cId="4161910784" sldId="277"/>
            <ac:spMk id="4" creationId="{4FB27FE4-F5A6-9A04-9A9B-3B065DF510E1}"/>
          </ac:spMkLst>
        </pc:spChg>
        <pc:spChg chg="del">
          <ac:chgData name="Mohammad Salman" userId="cfd6754c-e613-4f6f-bb98-36aef69d8c31" providerId="ADAL" clId="{8A4AC86B-8A4E-4D42-B2D3-93B0C982EBD3}" dt="2023-10-02T14:45:36.979" v="3956" actId="478"/>
          <ac:spMkLst>
            <pc:docMk/>
            <pc:sldMk cId="4161910784" sldId="277"/>
            <ac:spMk id="6" creationId="{95158EF5-B1D8-1D4E-99A6-161BB68178E9}"/>
          </ac:spMkLst>
        </pc:spChg>
      </pc:sldChg>
      <pc:sldChg chg="modSp new mod setBg">
        <pc:chgData name="Mohammad Salman" userId="cfd6754c-e613-4f6f-bb98-36aef69d8c31" providerId="ADAL" clId="{8A4AC86B-8A4E-4D42-B2D3-93B0C982EBD3}" dt="2023-10-02T14:47:27.138" v="4183"/>
        <pc:sldMkLst>
          <pc:docMk/>
          <pc:sldMk cId="3977022146" sldId="278"/>
        </pc:sldMkLst>
        <pc:spChg chg="mod">
          <ac:chgData name="Mohammad Salman" userId="cfd6754c-e613-4f6f-bb98-36aef69d8c31" providerId="ADAL" clId="{8A4AC86B-8A4E-4D42-B2D3-93B0C982EBD3}" dt="2023-10-02T14:47:23.704" v="4182" actId="20577"/>
          <ac:spMkLst>
            <pc:docMk/>
            <pc:sldMk cId="3977022146" sldId="278"/>
            <ac:spMk id="3" creationId="{E75B9187-F824-883D-540A-4D2060D18D53}"/>
          </ac:spMkLst>
        </pc:spChg>
      </pc:sldChg>
      <pc:sldChg chg="modSp new del mod setBg">
        <pc:chgData name="Mohammad Salman" userId="cfd6754c-e613-4f6f-bb98-36aef69d8c31" providerId="ADAL" clId="{8A4AC86B-8A4E-4D42-B2D3-93B0C982EBD3}" dt="2023-10-04T15:10:19.050" v="6176" actId="47"/>
        <pc:sldMkLst>
          <pc:docMk/>
          <pc:sldMk cId="3792463272" sldId="279"/>
        </pc:sldMkLst>
        <pc:spChg chg="mod">
          <ac:chgData name="Mohammad Salman" userId="cfd6754c-e613-4f6f-bb98-36aef69d8c31" providerId="ADAL" clId="{8A4AC86B-8A4E-4D42-B2D3-93B0C982EBD3}" dt="2023-10-02T15:02:56.295" v="4896" actId="2711"/>
          <ac:spMkLst>
            <pc:docMk/>
            <pc:sldMk cId="3792463272" sldId="279"/>
            <ac:spMk id="2" creationId="{D768ABF0-205F-83F1-A4AA-174847E67CD2}"/>
          </ac:spMkLst>
        </pc:spChg>
      </pc:sldChg>
      <pc:sldChg chg="modSp new mod setBg">
        <pc:chgData name="Mohammad Salman" userId="cfd6754c-e613-4f6f-bb98-36aef69d8c31" providerId="ADAL" clId="{8A4AC86B-8A4E-4D42-B2D3-93B0C982EBD3}" dt="2023-10-03T14:30:49.932" v="6148" actId="27636"/>
        <pc:sldMkLst>
          <pc:docMk/>
          <pc:sldMk cId="1946368891" sldId="280"/>
        </pc:sldMkLst>
        <pc:spChg chg="mod">
          <ac:chgData name="Mohammad Salman" userId="cfd6754c-e613-4f6f-bb98-36aef69d8c31" providerId="ADAL" clId="{8A4AC86B-8A4E-4D42-B2D3-93B0C982EBD3}" dt="2023-10-02T15:11:11.128" v="5259" actId="20577"/>
          <ac:spMkLst>
            <pc:docMk/>
            <pc:sldMk cId="1946368891" sldId="280"/>
            <ac:spMk id="2" creationId="{8E443842-955A-1848-8171-825BE9E3F924}"/>
          </ac:spMkLst>
        </pc:spChg>
        <pc:spChg chg="mod">
          <ac:chgData name="Mohammad Salman" userId="cfd6754c-e613-4f6f-bb98-36aef69d8c31" providerId="ADAL" clId="{8A4AC86B-8A4E-4D42-B2D3-93B0C982EBD3}" dt="2023-10-03T14:30:49.932" v="6148" actId="27636"/>
          <ac:spMkLst>
            <pc:docMk/>
            <pc:sldMk cId="1946368891" sldId="280"/>
            <ac:spMk id="3" creationId="{77C73782-A081-7805-F34E-69D0740B1A26}"/>
          </ac:spMkLst>
        </pc:spChg>
      </pc:sldChg>
      <pc:sldChg chg="modSp add mod">
        <pc:chgData name="Mohammad Salman" userId="cfd6754c-e613-4f6f-bb98-36aef69d8c31" providerId="ADAL" clId="{8A4AC86B-8A4E-4D42-B2D3-93B0C982EBD3}" dt="2023-10-04T15:14:41.719" v="6273" actId="113"/>
        <pc:sldMkLst>
          <pc:docMk/>
          <pc:sldMk cId="714586498" sldId="281"/>
        </pc:sldMkLst>
        <pc:spChg chg="mod">
          <ac:chgData name="Mohammad Salman" userId="cfd6754c-e613-4f6f-bb98-36aef69d8c31" providerId="ADAL" clId="{8A4AC86B-8A4E-4D42-B2D3-93B0C982EBD3}" dt="2023-10-02T15:22:33.148" v="5612" actId="20577"/>
          <ac:spMkLst>
            <pc:docMk/>
            <pc:sldMk cId="714586498" sldId="281"/>
            <ac:spMk id="2" creationId="{8E443842-955A-1848-8171-825BE9E3F924}"/>
          </ac:spMkLst>
        </pc:spChg>
        <pc:spChg chg="mod">
          <ac:chgData name="Mohammad Salman" userId="cfd6754c-e613-4f6f-bb98-36aef69d8c31" providerId="ADAL" clId="{8A4AC86B-8A4E-4D42-B2D3-93B0C982EBD3}" dt="2023-10-04T15:14:41.719" v="6273" actId="113"/>
          <ac:spMkLst>
            <pc:docMk/>
            <pc:sldMk cId="714586498" sldId="281"/>
            <ac:spMk id="3" creationId="{77C73782-A081-7805-F34E-69D0740B1A26}"/>
          </ac:spMkLst>
        </pc:spChg>
      </pc:sldChg>
      <pc:sldChg chg="modSp add mod">
        <pc:chgData name="Mohammad Salman" userId="cfd6754c-e613-4f6f-bb98-36aef69d8c31" providerId="ADAL" clId="{8A4AC86B-8A4E-4D42-B2D3-93B0C982EBD3}" dt="2023-10-02T15:23:24.654" v="5865" actId="20577"/>
        <pc:sldMkLst>
          <pc:docMk/>
          <pc:sldMk cId="384876912" sldId="282"/>
        </pc:sldMkLst>
        <pc:spChg chg="mod">
          <ac:chgData name="Mohammad Salman" userId="cfd6754c-e613-4f6f-bb98-36aef69d8c31" providerId="ADAL" clId="{8A4AC86B-8A4E-4D42-B2D3-93B0C982EBD3}" dt="2023-10-02T15:23:24.654" v="5865" actId="20577"/>
          <ac:spMkLst>
            <pc:docMk/>
            <pc:sldMk cId="384876912" sldId="282"/>
            <ac:spMk id="3" creationId="{77C73782-A081-7805-F34E-69D0740B1A26}"/>
          </ac:spMkLst>
        </pc:spChg>
      </pc:sldChg>
      <pc:sldChg chg="modSp add mod">
        <pc:chgData name="Mohammad Salman" userId="cfd6754c-e613-4f6f-bb98-36aef69d8c31" providerId="ADAL" clId="{8A4AC86B-8A4E-4D42-B2D3-93B0C982EBD3}" dt="2023-10-02T15:31:37.502" v="6136" actId="20577"/>
        <pc:sldMkLst>
          <pc:docMk/>
          <pc:sldMk cId="1217470798" sldId="283"/>
        </pc:sldMkLst>
        <pc:spChg chg="mod">
          <ac:chgData name="Mohammad Salman" userId="cfd6754c-e613-4f6f-bb98-36aef69d8c31" providerId="ADAL" clId="{8A4AC86B-8A4E-4D42-B2D3-93B0C982EBD3}" dt="2023-10-02T15:31:37.502" v="6136" actId="20577"/>
          <ac:spMkLst>
            <pc:docMk/>
            <pc:sldMk cId="1217470798" sldId="283"/>
            <ac:spMk id="4" creationId="{4FB27FE4-F5A6-9A04-9A9B-3B065DF510E1}"/>
          </ac:spMkLst>
        </pc:spChg>
      </pc:sldChg>
      <pc:sldChg chg="new del">
        <pc:chgData name="Mohammad Salman" userId="cfd6754c-e613-4f6f-bb98-36aef69d8c31" providerId="ADAL" clId="{8A4AC86B-8A4E-4D42-B2D3-93B0C982EBD3}" dt="2023-10-03T14:35:42.465" v="6150" actId="47"/>
        <pc:sldMkLst>
          <pc:docMk/>
          <pc:sldMk cId="406910628" sldId="284"/>
        </pc:sldMkLst>
      </pc:sldChg>
      <pc:sldChg chg="delSp modSp add mod setBg">
        <pc:chgData name="Mohammad Salman" userId="cfd6754c-e613-4f6f-bb98-36aef69d8c31" providerId="ADAL" clId="{8A4AC86B-8A4E-4D42-B2D3-93B0C982EBD3}" dt="2023-10-03T14:39:08.710" v="6172" actId="478"/>
        <pc:sldMkLst>
          <pc:docMk/>
          <pc:sldMk cId="4178443189" sldId="284"/>
        </pc:sldMkLst>
        <pc:spChg chg="mod">
          <ac:chgData name="Mohammad Salman" userId="cfd6754c-e613-4f6f-bb98-36aef69d8c31" providerId="ADAL" clId="{8A4AC86B-8A4E-4D42-B2D3-93B0C982EBD3}" dt="2023-10-03T14:36:04.076" v="6167" actId="20577"/>
          <ac:spMkLst>
            <pc:docMk/>
            <pc:sldMk cId="4178443189" sldId="284"/>
            <ac:spMk id="4" creationId="{46E249C2-3DE0-EB7D-DBB2-A62F478DF08E}"/>
          </ac:spMkLst>
        </pc:spChg>
        <pc:spChg chg="mod">
          <ac:chgData name="Mohammad Salman" userId="cfd6754c-e613-4f6f-bb98-36aef69d8c31" providerId="ADAL" clId="{8A4AC86B-8A4E-4D42-B2D3-93B0C982EBD3}" dt="2023-10-03T14:36:21.848" v="6169" actId="20577"/>
          <ac:spMkLst>
            <pc:docMk/>
            <pc:sldMk cId="4178443189" sldId="284"/>
            <ac:spMk id="5" creationId="{B7C82062-ABEC-37CF-D7EE-253395AD18CE}"/>
          </ac:spMkLst>
        </pc:spChg>
        <pc:spChg chg="del mod">
          <ac:chgData name="Mohammad Salman" userId="cfd6754c-e613-4f6f-bb98-36aef69d8c31" providerId="ADAL" clId="{8A4AC86B-8A4E-4D42-B2D3-93B0C982EBD3}" dt="2023-10-03T14:39:08.710" v="6172" actId="478"/>
          <ac:spMkLst>
            <pc:docMk/>
            <pc:sldMk cId="4178443189" sldId="284"/>
            <ac:spMk id="9" creationId="{9ADF0883-6262-8847-652F-DA45FBA07240}"/>
          </ac:spMkLst>
        </pc:spChg>
      </pc:sldChg>
      <pc:sldChg chg="modSp add mod setBg">
        <pc:chgData name="Mohammad Salman" userId="cfd6754c-e613-4f6f-bb98-36aef69d8c31" providerId="ADAL" clId="{8A4AC86B-8A4E-4D42-B2D3-93B0C982EBD3}" dt="2023-10-06T13:07:10.673" v="6436" actId="20577"/>
        <pc:sldMkLst>
          <pc:docMk/>
          <pc:sldMk cId="1132301418" sldId="286"/>
        </pc:sldMkLst>
        <pc:spChg chg="mod">
          <ac:chgData name="Mohammad Salman" userId="cfd6754c-e613-4f6f-bb98-36aef69d8c31" providerId="ADAL" clId="{8A4AC86B-8A4E-4D42-B2D3-93B0C982EBD3}" dt="2023-10-06T13:07:10.673" v="6436" actId="20577"/>
          <ac:spMkLst>
            <pc:docMk/>
            <pc:sldMk cId="1132301418" sldId="286"/>
            <ac:spMk id="3" creationId="{E769EE54-2938-D427-CBE6-AC6C389398D4}"/>
          </ac:spMkLst>
        </pc:spChg>
      </pc:sldChg>
      <pc:sldChg chg="modSp new mod setBg">
        <pc:chgData name="Mohammad Salman" userId="cfd6754c-e613-4f6f-bb98-36aef69d8c31" providerId="ADAL" clId="{8A4AC86B-8A4E-4D42-B2D3-93B0C982EBD3}" dt="2023-10-04T15:13:13.508" v="6193"/>
        <pc:sldMkLst>
          <pc:docMk/>
          <pc:sldMk cId="3437182616" sldId="287"/>
        </pc:sldMkLst>
        <pc:spChg chg="mod">
          <ac:chgData name="Mohammad Salman" userId="cfd6754c-e613-4f6f-bb98-36aef69d8c31" providerId="ADAL" clId="{8A4AC86B-8A4E-4D42-B2D3-93B0C982EBD3}" dt="2023-10-04T15:13:09.894" v="6192" actId="20577"/>
          <ac:spMkLst>
            <pc:docMk/>
            <pc:sldMk cId="3437182616" sldId="287"/>
            <ac:spMk id="2" creationId="{A2BE7B89-4D2B-7E69-F88D-61EB3C676DBC}"/>
          </ac:spMkLst>
        </pc:spChg>
      </pc:sldChg>
      <pc:sldChg chg="addSp delSp modSp new mod setBg modClrScheme addCm delCm chgLayout">
        <pc:chgData name="Mohammad Salman" userId="cfd6754c-e613-4f6f-bb98-36aef69d8c31" providerId="ADAL" clId="{8A4AC86B-8A4E-4D42-B2D3-93B0C982EBD3}" dt="2023-10-06T13:15:30.382" v="6904" actId="20577"/>
        <pc:sldMkLst>
          <pc:docMk/>
          <pc:sldMk cId="1584440592" sldId="288"/>
        </pc:sldMkLst>
        <pc:spChg chg="del mod ord">
          <ac:chgData name="Mohammad Salman" userId="cfd6754c-e613-4f6f-bb98-36aef69d8c31" providerId="ADAL" clId="{8A4AC86B-8A4E-4D42-B2D3-93B0C982EBD3}" dt="2023-10-06T13:09:12.702" v="6438" actId="700"/>
          <ac:spMkLst>
            <pc:docMk/>
            <pc:sldMk cId="1584440592" sldId="288"/>
            <ac:spMk id="2" creationId="{8DA9B763-74FA-CB92-92A8-2A689CDFA3B9}"/>
          </ac:spMkLst>
        </pc:spChg>
        <pc:spChg chg="del mod ord">
          <ac:chgData name="Mohammad Salman" userId="cfd6754c-e613-4f6f-bb98-36aef69d8c31" providerId="ADAL" clId="{8A4AC86B-8A4E-4D42-B2D3-93B0C982EBD3}" dt="2023-10-06T13:09:12.702" v="6438" actId="700"/>
          <ac:spMkLst>
            <pc:docMk/>
            <pc:sldMk cId="1584440592" sldId="288"/>
            <ac:spMk id="3" creationId="{333E7B45-1574-7531-9440-162E77883A30}"/>
          </ac:spMkLst>
        </pc:spChg>
        <pc:spChg chg="add mod ord">
          <ac:chgData name="Mohammad Salman" userId="cfd6754c-e613-4f6f-bb98-36aef69d8c31" providerId="ADAL" clId="{8A4AC86B-8A4E-4D42-B2D3-93B0C982EBD3}" dt="2023-10-06T13:09:22.371" v="6458" actId="113"/>
          <ac:spMkLst>
            <pc:docMk/>
            <pc:sldMk cId="1584440592" sldId="288"/>
            <ac:spMk id="4" creationId="{4B5817E8-8BB9-5B31-B9B8-3124B374379E}"/>
          </ac:spMkLst>
        </pc:spChg>
        <pc:spChg chg="add mod ord">
          <ac:chgData name="Mohammad Salman" userId="cfd6754c-e613-4f6f-bb98-36aef69d8c31" providerId="ADAL" clId="{8A4AC86B-8A4E-4D42-B2D3-93B0C982EBD3}" dt="2023-10-06T13:15:30.382" v="6904" actId="20577"/>
          <ac:spMkLst>
            <pc:docMk/>
            <pc:sldMk cId="1584440592" sldId="288"/>
            <ac:spMk id="5" creationId="{117EFB29-ABB7-332C-C6F8-38330DEB97D7}"/>
          </ac:spMkLst>
        </pc:spChg>
        <pc:spChg chg="add del">
          <ac:chgData name="Mohammad Salman" userId="cfd6754c-e613-4f6f-bb98-36aef69d8c31" providerId="ADAL" clId="{8A4AC86B-8A4E-4D42-B2D3-93B0C982EBD3}" dt="2023-10-06T13:14:51.980" v="6889" actId="22"/>
          <ac:spMkLst>
            <pc:docMk/>
            <pc:sldMk cId="1584440592" sldId="288"/>
            <ac:spMk id="7" creationId="{E22FA117-FFBA-EBA2-3E66-15C266207286}"/>
          </ac:spMkLst>
        </pc:spChg>
        <pc:spChg chg="add mod">
          <ac:chgData name="Mohammad Salman" userId="cfd6754c-e613-4f6f-bb98-36aef69d8c31" providerId="ADAL" clId="{8A4AC86B-8A4E-4D42-B2D3-93B0C982EBD3}" dt="2023-10-06T13:15:12.768" v="6899" actId="1076"/>
          <ac:spMkLst>
            <pc:docMk/>
            <pc:sldMk cId="1584440592" sldId="288"/>
            <ac:spMk id="9" creationId="{A1FC6B79-88CC-93C0-ED40-A3C12730BA38}"/>
          </ac:spMkLst>
        </pc:spChg>
      </pc:sldChg>
      <pc:sldChg chg="addSp modSp new mod ord modNotesTx">
        <pc:chgData name="Mohammad Salman" userId="cfd6754c-e613-4f6f-bb98-36aef69d8c31" providerId="ADAL" clId="{8A4AC86B-8A4E-4D42-B2D3-93B0C982EBD3}" dt="2023-10-08T08:02:55.696" v="9796" actId="20577"/>
        <pc:sldMkLst>
          <pc:docMk/>
          <pc:sldMk cId="945450396" sldId="289"/>
        </pc:sldMkLst>
        <pc:spChg chg="mod">
          <ac:chgData name="Mohammad Salman" userId="cfd6754c-e613-4f6f-bb98-36aef69d8c31" providerId="ADAL" clId="{8A4AC86B-8A4E-4D42-B2D3-93B0C982EBD3}" dt="2023-10-06T13:12:30.452" v="6561" actId="20577"/>
          <ac:spMkLst>
            <pc:docMk/>
            <pc:sldMk cId="945450396" sldId="289"/>
            <ac:spMk id="2" creationId="{D629A184-6D83-2175-2308-445DBFDBA150}"/>
          </ac:spMkLst>
        </pc:spChg>
        <pc:spChg chg="mod">
          <ac:chgData name="Mohammad Salman" userId="cfd6754c-e613-4f6f-bb98-36aef69d8c31" providerId="ADAL" clId="{8A4AC86B-8A4E-4D42-B2D3-93B0C982EBD3}" dt="2023-10-08T08:02:55.696" v="9796" actId="20577"/>
          <ac:spMkLst>
            <pc:docMk/>
            <pc:sldMk cId="945450396" sldId="289"/>
            <ac:spMk id="3" creationId="{FF5F398A-AC3F-872F-B0C0-2A2B380550D5}"/>
          </ac:spMkLst>
        </pc:spChg>
        <pc:spChg chg="add mod">
          <ac:chgData name="Mohammad Salman" userId="cfd6754c-e613-4f6f-bb98-36aef69d8c31" providerId="ADAL" clId="{8A4AC86B-8A4E-4D42-B2D3-93B0C982EBD3}" dt="2023-10-06T13:37:30.202" v="7797" actId="1076"/>
          <ac:spMkLst>
            <pc:docMk/>
            <pc:sldMk cId="945450396" sldId="289"/>
            <ac:spMk id="5" creationId="{E926818C-36D1-8A06-1B1E-934A10FD3AB0}"/>
          </ac:spMkLst>
        </pc:spChg>
        <pc:spChg chg="add mod">
          <ac:chgData name="Mohammad Salman" userId="cfd6754c-e613-4f6f-bb98-36aef69d8c31" providerId="ADAL" clId="{8A4AC86B-8A4E-4D42-B2D3-93B0C982EBD3}" dt="2023-10-06T13:37:48.884" v="7801" actId="14100"/>
          <ac:spMkLst>
            <pc:docMk/>
            <pc:sldMk cId="945450396" sldId="289"/>
            <ac:spMk id="6" creationId="{B1F341E0-EA66-4476-AC1E-1B421BA9B52A}"/>
          </ac:spMkLst>
        </pc:spChg>
      </pc:sldChg>
      <pc:sldChg chg="modSp new mod">
        <pc:chgData name="Mohammad Salman" userId="cfd6754c-e613-4f6f-bb98-36aef69d8c31" providerId="ADAL" clId="{8A4AC86B-8A4E-4D42-B2D3-93B0C982EBD3}" dt="2023-10-06T13:18:09.891" v="7033" actId="21"/>
        <pc:sldMkLst>
          <pc:docMk/>
          <pc:sldMk cId="1882995592" sldId="290"/>
        </pc:sldMkLst>
        <pc:spChg chg="mod">
          <ac:chgData name="Mohammad Salman" userId="cfd6754c-e613-4f6f-bb98-36aef69d8c31" providerId="ADAL" clId="{8A4AC86B-8A4E-4D42-B2D3-93B0C982EBD3}" dt="2023-10-06T13:12:48.313" v="6626" actId="20577"/>
          <ac:spMkLst>
            <pc:docMk/>
            <pc:sldMk cId="1882995592" sldId="290"/>
            <ac:spMk id="2" creationId="{0142D8FA-058F-ABB4-D08C-95BAC30D4E89}"/>
          </ac:spMkLst>
        </pc:spChg>
        <pc:spChg chg="mod">
          <ac:chgData name="Mohammad Salman" userId="cfd6754c-e613-4f6f-bb98-36aef69d8c31" providerId="ADAL" clId="{8A4AC86B-8A4E-4D42-B2D3-93B0C982EBD3}" dt="2023-10-06T13:18:09.891" v="7033" actId="21"/>
          <ac:spMkLst>
            <pc:docMk/>
            <pc:sldMk cId="1882995592" sldId="290"/>
            <ac:spMk id="3" creationId="{C9C4FCC5-8B29-F235-24D4-27F165AFF902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6T13:20:35.357" v="7140" actId="115"/>
        <pc:sldMkLst>
          <pc:docMk/>
          <pc:sldMk cId="3141728720" sldId="291"/>
        </pc:sldMkLst>
        <pc:spChg chg="mod">
          <ac:chgData name="Mohammad Salman" userId="cfd6754c-e613-4f6f-bb98-36aef69d8c31" providerId="ADAL" clId="{8A4AC86B-8A4E-4D42-B2D3-93B0C982EBD3}" dt="2023-10-06T13:20:35.357" v="7140" actId="115"/>
          <ac:spMkLst>
            <pc:docMk/>
            <pc:sldMk cId="3141728720" sldId="291"/>
            <ac:spMk id="3" creationId="{C9C4FCC5-8B29-F235-24D4-27F165AFF902}"/>
          </ac:spMkLst>
        </pc:spChg>
        <pc:spChg chg="add del">
          <ac:chgData name="Mohammad Salman" userId="cfd6754c-e613-4f6f-bb98-36aef69d8c31" providerId="ADAL" clId="{8A4AC86B-8A4E-4D42-B2D3-93B0C982EBD3}" dt="2023-10-06T13:17:32.873" v="6993"/>
          <ac:spMkLst>
            <pc:docMk/>
            <pc:sldMk cId="3141728720" sldId="291"/>
            <ac:spMk id="4" creationId="{6BCCD5F8-AD79-9A78-8430-AAC95B2F1928}"/>
          </ac:spMkLst>
        </pc:spChg>
      </pc:sldChg>
      <pc:sldChg chg="addSp modSp add mod">
        <pc:chgData name="Mohammad Salman" userId="cfd6754c-e613-4f6f-bb98-36aef69d8c31" providerId="ADAL" clId="{8A4AC86B-8A4E-4D42-B2D3-93B0C982EBD3}" dt="2023-10-06T13:29:05.676" v="7445" actId="113"/>
        <pc:sldMkLst>
          <pc:docMk/>
          <pc:sldMk cId="950762204" sldId="292"/>
        </pc:sldMkLst>
        <pc:spChg chg="mod">
          <ac:chgData name="Mohammad Salman" userId="cfd6754c-e613-4f6f-bb98-36aef69d8c31" providerId="ADAL" clId="{8A4AC86B-8A4E-4D42-B2D3-93B0C982EBD3}" dt="2023-10-06T13:29:05.676" v="7445" actId="113"/>
          <ac:spMkLst>
            <pc:docMk/>
            <pc:sldMk cId="950762204" sldId="292"/>
            <ac:spMk id="3" creationId="{C9C4FCC5-8B29-F235-24D4-27F165AFF902}"/>
          </ac:spMkLst>
        </pc:spChg>
        <pc:spChg chg="add mod">
          <ac:chgData name="Mohammad Salman" userId="cfd6754c-e613-4f6f-bb98-36aef69d8c31" providerId="ADAL" clId="{8A4AC86B-8A4E-4D42-B2D3-93B0C982EBD3}" dt="2023-10-06T13:26:34.111" v="7276" actId="1076"/>
          <ac:spMkLst>
            <pc:docMk/>
            <pc:sldMk cId="950762204" sldId="292"/>
            <ac:spMk id="5" creationId="{6A6A9F7D-5BC2-92E7-C1D9-FFE40BAB914C}"/>
          </ac:spMkLst>
        </pc:spChg>
        <pc:spChg chg="add mod">
          <ac:chgData name="Mohammad Salman" userId="cfd6754c-e613-4f6f-bb98-36aef69d8c31" providerId="ADAL" clId="{8A4AC86B-8A4E-4D42-B2D3-93B0C982EBD3}" dt="2023-10-06T13:28:59.042" v="7444" actId="1076"/>
          <ac:spMkLst>
            <pc:docMk/>
            <pc:sldMk cId="950762204" sldId="292"/>
            <ac:spMk id="7" creationId="{E708A226-6113-BCD9-7558-3F59EBE7BA34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6T13:35:07.159" v="7567" actId="1035"/>
        <pc:sldMkLst>
          <pc:docMk/>
          <pc:sldMk cId="2421457051" sldId="293"/>
        </pc:sldMkLst>
        <pc:spChg chg="mod">
          <ac:chgData name="Mohammad Salman" userId="cfd6754c-e613-4f6f-bb98-36aef69d8c31" providerId="ADAL" clId="{8A4AC86B-8A4E-4D42-B2D3-93B0C982EBD3}" dt="2023-10-06T13:31:48.296" v="7517" actId="14100"/>
          <ac:spMkLst>
            <pc:docMk/>
            <pc:sldMk cId="2421457051" sldId="293"/>
            <ac:spMk id="3" creationId="{C9C4FCC5-8B29-F235-24D4-27F165AFF902}"/>
          </ac:spMkLst>
        </pc:spChg>
        <pc:spChg chg="del">
          <ac:chgData name="Mohammad Salman" userId="cfd6754c-e613-4f6f-bb98-36aef69d8c31" providerId="ADAL" clId="{8A4AC86B-8A4E-4D42-B2D3-93B0C982EBD3}" dt="2023-10-06T13:31:42.398" v="7515" actId="478"/>
          <ac:spMkLst>
            <pc:docMk/>
            <pc:sldMk cId="2421457051" sldId="293"/>
            <ac:spMk id="5" creationId="{6A6A9F7D-5BC2-92E7-C1D9-FFE40BAB914C}"/>
          </ac:spMkLst>
        </pc:spChg>
        <pc:spChg chg="add mod">
          <ac:chgData name="Mohammad Salman" userId="cfd6754c-e613-4f6f-bb98-36aef69d8c31" providerId="ADAL" clId="{8A4AC86B-8A4E-4D42-B2D3-93B0C982EBD3}" dt="2023-10-06T13:35:07.159" v="7567" actId="1035"/>
          <ac:spMkLst>
            <pc:docMk/>
            <pc:sldMk cId="2421457051" sldId="293"/>
            <ac:spMk id="6" creationId="{2110590D-DDBA-F38A-3362-A8AC8A35B41B}"/>
          </ac:spMkLst>
        </pc:spChg>
        <pc:spChg chg="del">
          <ac:chgData name="Mohammad Salman" userId="cfd6754c-e613-4f6f-bb98-36aef69d8c31" providerId="ADAL" clId="{8A4AC86B-8A4E-4D42-B2D3-93B0C982EBD3}" dt="2023-10-06T13:31:44.014" v="7516" actId="478"/>
          <ac:spMkLst>
            <pc:docMk/>
            <pc:sldMk cId="2421457051" sldId="293"/>
            <ac:spMk id="7" creationId="{E708A226-6113-BCD9-7558-3F59EBE7BA34}"/>
          </ac:spMkLst>
        </pc:spChg>
        <pc:spChg chg="add mod">
          <ac:chgData name="Mohammad Salman" userId="cfd6754c-e613-4f6f-bb98-36aef69d8c31" providerId="ADAL" clId="{8A4AC86B-8A4E-4D42-B2D3-93B0C982EBD3}" dt="2023-10-06T13:35:07.159" v="7567" actId="1035"/>
          <ac:spMkLst>
            <pc:docMk/>
            <pc:sldMk cId="2421457051" sldId="293"/>
            <ac:spMk id="8" creationId="{4DF4C11F-9E1C-703E-F3FE-B0F2DAF292E8}"/>
          </ac:spMkLst>
        </pc:spChg>
        <pc:spChg chg="add del mod">
          <ac:chgData name="Mohammad Salman" userId="cfd6754c-e613-4f6f-bb98-36aef69d8c31" providerId="ADAL" clId="{8A4AC86B-8A4E-4D42-B2D3-93B0C982EBD3}" dt="2023-10-06T13:33:12.908" v="7536" actId="478"/>
          <ac:spMkLst>
            <pc:docMk/>
            <pc:sldMk cId="2421457051" sldId="293"/>
            <ac:spMk id="9" creationId="{AB801A6F-4447-8223-28A0-C504D9287A74}"/>
          </ac:spMkLst>
        </pc:spChg>
        <pc:spChg chg="add del mod">
          <ac:chgData name="Mohammad Salman" userId="cfd6754c-e613-4f6f-bb98-36aef69d8c31" providerId="ADAL" clId="{8A4AC86B-8A4E-4D42-B2D3-93B0C982EBD3}" dt="2023-10-06T13:35:07.159" v="7567" actId="1035"/>
          <ac:spMkLst>
            <pc:docMk/>
            <pc:sldMk cId="2421457051" sldId="293"/>
            <ac:spMk id="10" creationId="{591EC93D-3B7E-1654-4247-A85EF64C597D}"/>
          </ac:spMkLst>
        </pc:spChg>
        <pc:spChg chg="add mod">
          <ac:chgData name="Mohammad Salman" userId="cfd6754c-e613-4f6f-bb98-36aef69d8c31" providerId="ADAL" clId="{8A4AC86B-8A4E-4D42-B2D3-93B0C982EBD3}" dt="2023-10-06T13:35:07.159" v="7567" actId="1035"/>
          <ac:spMkLst>
            <pc:docMk/>
            <pc:sldMk cId="2421457051" sldId="293"/>
            <ac:spMk id="11" creationId="{8308706E-F6B5-DE6E-8BC5-FDC98990675A}"/>
          </ac:spMkLst>
        </pc:spChg>
        <pc:spChg chg="add mod">
          <ac:chgData name="Mohammad Salman" userId="cfd6754c-e613-4f6f-bb98-36aef69d8c31" providerId="ADAL" clId="{8A4AC86B-8A4E-4D42-B2D3-93B0C982EBD3}" dt="2023-10-06T13:35:03.480" v="7559" actId="1076"/>
          <ac:spMkLst>
            <pc:docMk/>
            <pc:sldMk cId="2421457051" sldId="293"/>
            <ac:spMk id="12" creationId="{C36668D0-747D-DE9E-56FE-D2CEF8F3BE60}"/>
          </ac:spMkLst>
        </pc:spChg>
      </pc:sldChg>
      <pc:sldChg chg="modSp add mod">
        <pc:chgData name="Mohammad Salman" userId="cfd6754c-e613-4f6f-bb98-36aef69d8c31" providerId="ADAL" clId="{8A4AC86B-8A4E-4D42-B2D3-93B0C982EBD3}" dt="2023-10-06T13:41:26.053" v="8137" actId="20577"/>
        <pc:sldMkLst>
          <pc:docMk/>
          <pc:sldMk cId="1374455111" sldId="294"/>
        </pc:sldMkLst>
        <pc:spChg chg="mod">
          <ac:chgData name="Mohammad Salman" userId="cfd6754c-e613-4f6f-bb98-36aef69d8c31" providerId="ADAL" clId="{8A4AC86B-8A4E-4D42-B2D3-93B0C982EBD3}" dt="2023-10-06T13:41:26.053" v="8137" actId="20577"/>
          <ac:spMkLst>
            <pc:docMk/>
            <pc:sldMk cId="1374455111" sldId="294"/>
            <ac:spMk id="3" creationId="{FF5F398A-AC3F-872F-B0C0-2A2B380550D5}"/>
          </ac:spMkLst>
        </pc:spChg>
      </pc:sldChg>
      <pc:sldChg chg="modSp new mod setBg">
        <pc:chgData name="Mohammad Salman" userId="cfd6754c-e613-4f6f-bb98-36aef69d8c31" providerId="ADAL" clId="{8A4AC86B-8A4E-4D42-B2D3-93B0C982EBD3}" dt="2023-10-06T13:42:06.486" v="8194"/>
        <pc:sldMkLst>
          <pc:docMk/>
          <pc:sldMk cId="3976247955" sldId="295"/>
        </pc:sldMkLst>
        <pc:spChg chg="mod">
          <ac:chgData name="Mohammad Salman" userId="cfd6754c-e613-4f6f-bb98-36aef69d8c31" providerId="ADAL" clId="{8A4AC86B-8A4E-4D42-B2D3-93B0C982EBD3}" dt="2023-10-06T13:41:54.628" v="8155" actId="20577"/>
          <ac:spMkLst>
            <pc:docMk/>
            <pc:sldMk cId="3976247955" sldId="295"/>
            <ac:spMk id="2" creationId="{987EB3AD-9335-9392-E099-4C5C4D30930A}"/>
          </ac:spMkLst>
        </pc:spChg>
        <pc:spChg chg="mod">
          <ac:chgData name="Mohammad Salman" userId="cfd6754c-e613-4f6f-bb98-36aef69d8c31" providerId="ADAL" clId="{8A4AC86B-8A4E-4D42-B2D3-93B0C982EBD3}" dt="2023-10-06T13:42:01.197" v="8193" actId="20577"/>
          <ac:spMkLst>
            <pc:docMk/>
            <pc:sldMk cId="3976247955" sldId="295"/>
            <ac:spMk id="3" creationId="{05C87740-61AA-D2BD-0BCC-97638ABEB30F}"/>
          </ac:spMkLst>
        </pc:spChg>
      </pc:sldChg>
      <pc:sldChg chg="addSp delSp modSp add mod setBg modNotesTx">
        <pc:chgData name="Mohammad Salman" userId="cfd6754c-e613-4f6f-bb98-36aef69d8c31" providerId="ADAL" clId="{8A4AC86B-8A4E-4D42-B2D3-93B0C982EBD3}" dt="2023-10-06T13:44:48.433" v="8422" actId="113"/>
        <pc:sldMkLst>
          <pc:docMk/>
          <pc:sldMk cId="500188760" sldId="296"/>
        </pc:sldMkLst>
        <pc:spChg chg="del">
          <ac:chgData name="Mohammad Salman" userId="cfd6754c-e613-4f6f-bb98-36aef69d8c31" providerId="ADAL" clId="{8A4AC86B-8A4E-4D42-B2D3-93B0C982EBD3}" dt="2023-10-06T13:42:44.893" v="8196" actId="478"/>
          <ac:spMkLst>
            <pc:docMk/>
            <pc:sldMk cId="500188760" sldId="296"/>
            <ac:spMk id="2" creationId="{D629A184-6D83-2175-2308-445DBFDBA150}"/>
          </ac:spMkLst>
        </pc:spChg>
        <pc:spChg chg="del">
          <ac:chgData name="Mohammad Salman" userId="cfd6754c-e613-4f6f-bb98-36aef69d8c31" providerId="ADAL" clId="{8A4AC86B-8A4E-4D42-B2D3-93B0C982EBD3}" dt="2023-10-06T13:42:44.893" v="8196" actId="478"/>
          <ac:spMkLst>
            <pc:docMk/>
            <pc:sldMk cId="500188760" sldId="296"/>
            <ac:spMk id="3" creationId="{FF5F398A-AC3F-872F-B0C0-2A2B380550D5}"/>
          </ac:spMkLst>
        </pc:spChg>
        <pc:spChg chg="del">
          <ac:chgData name="Mohammad Salman" userId="cfd6754c-e613-4f6f-bb98-36aef69d8c31" providerId="ADAL" clId="{8A4AC86B-8A4E-4D42-B2D3-93B0C982EBD3}" dt="2023-10-06T13:42:44.893" v="8196" actId="478"/>
          <ac:spMkLst>
            <pc:docMk/>
            <pc:sldMk cId="500188760" sldId="296"/>
            <ac:spMk id="5" creationId="{E926818C-36D1-8A06-1B1E-934A10FD3AB0}"/>
          </ac:spMkLst>
        </pc:spChg>
        <pc:spChg chg="del">
          <ac:chgData name="Mohammad Salman" userId="cfd6754c-e613-4f6f-bb98-36aef69d8c31" providerId="ADAL" clId="{8A4AC86B-8A4E-4D42-B2D3-93B0C982EBD3}" dt="2023-10-06T13:42:44.893" v="8196" actId="478"/>
          <ac:spMkLst>
            <pc:docMk/>
            <pc:sldMk cId="500188760" sldId="296"/>
            <ac:spMk id="6" creationId="{B1F341E0-EA66-4476-AC1E-1B421BA9B52A}"/>
          </ac:spMkLst>
        </pc:spChg>
        <pc:spChg chg="add del mod">
          <ac:chgData name="Mohammad Salman" userId="cfd6754c-e613-4f6f-bb98-36aef69d8c31" providerId="ADAL" clId="{8A4AC86B-8A4E-4D42-B2D3-93B0C982EBD3}" dt="2023-10-06T13:42:46.295" v="8197" actId="478"/>
          <ac:spMkLst>
            <pc:docMk/>
            <pc:sldMk cId="500188760" sldId="296"/>
            <ac:spMk id="7" creationId="{F7272805-A0D5-2F24-29F1-15C8E5DAD249}"/>
          </ac:spMkLst>
        </pc:spChg>
        <pc:spChg chg="add del mod">
          <ac:chgData name="Mohammad Salman" userId="cfd6754c-e613-4f6f-bb98-36aef69d8c31" providerId="ADAL" clId="{8A4AC86B-8A4E-4D42-B2D3-93B0C982EBD3}" dt="2023-10-06T13:42:46.295" v="8197" actId="478"/>
          <ac:spMkLst>
            <pc:docMk/>
            <pc:sldMk cId="500188760" sldId="296"/>
            <ac:spMk id="9" creationId="{152CED2A-5942-022A-0DE6-B0F8E1ED1D6A}"/>
          </ac:spMkLst>
        </pc:spChg>
        <pc:spChg chg="add mod">
          <ac:chgData name="Mohammad Salman" userId="cfd6754c-e613-4f6f-bb98-36aef69d8c31" providerId="ADAL" clId="{8A4AC86B-8A4E-4D42-B2D3-93B0C982EBD3}" dt="2023-10-06T13:43:59.247" v="8358" actId="14100"/>
          <ac:spMkLst>
            <pc:docMk/>
            <pc:sldMk cId="500188760" sldId="296"/>
            <ac:spMk id="12" creationId="{EAE63D20-89EC-7F6B-B3B9-8947C31C2662}"/>
          </ac:spMkLst>
        </pc:spChg>
        <pc:picChg chg="add mod">
          <ac:chgData name="Mohammad Salman" userId="cfd6754c-e613-4f6f-bb98-36aef69d8c31" providerId="ADAL" clId="{8A4AC86B-8A4E-4D42-B2D3-93B0C982EBD3}" dt="2023-10-06T13:42:58.138" v="8202" actId="1076"/>
          <ac:picMkLst>
            <pc:docMk/>
            <pc:sldMk cId="500188760" sldId="296"/>
            <ac:picMk id="11" creationId="{F715993C-637E-FD76-76A0-8A8CB29E12D3}"/>
          </ac:picMkLst>
        </pc:picChg>
      </pc:sldChg>
      <pc:sldChg chg="modSp new mod setBg">
        <pc:chgData name="Mohammad Salman" userId="cfd6754c-e613-4f6f-bb98-36aef69d8c31" providerId="ADAL" clId="{8A4AC86B-8A4E-4D42-B2D3-93B0C982EBD3}" dt="2023-10-08T08:05:08.938" v="9797" actId="2711"/>
        <pc:sldMkLst>
          <pc:docMk/>
          <pc:sldMk cId="3642196621" sldId="297"/>
        </pc:sldMkLst>
        <pc:spChg chg="mod">
          <ac:chgData name="Mohammad Salman" userId="cfd6754c-e613-4f6f-bb98-36aef69d8c31" providerId="ADAL" clId="{8A4AC86B-8A4E-4D42-B2D3-93B0C982EBD3}" dt="2023-10-08T08:05:08.938" v="9797" actId="2711"/>
          <ac:spMkLst>
            <pc:docMk/>
            <pc:sldMk cId="3642196621" sldId="297"/>
            <ac:spMk id="3" creationId="{770324E6-0ADE-84AF-CE1C-0F1BED4B8221}"/>
          </ac:spMkLst>
        </pc:spChg>
      </pc:sldChg>
      <pc:sldChg chg="addSp delSp modSp add mod">
        <pc:chgData name="Mohammad Salman" userId="cfd6754c-e613-4f6f-bb98-36aef69d8c31" providerId="ADAL" clId="{8A4AC86B-8A4E-4D42-B2D3-93B0C982EBD3}" dt="2023-10-07T13:14:40.632" v="9749" actId="1076"/>
        <pc:sldMkLst>
          <pc:docMk/>
          <pc:sldMk cId="1947073215" sldId="298"/>
        </pc:sldMkLst>
        <pc:spChg chg="del">
          <ac:chgData name="Mohammad Salman" userId="cfd6754c-e613-4f6f-bb98-36aef69d8c31" providerId="ADAL" clId="{8A4AC86B-8A4E-4D42-B2D3-93B0C982EBD3}" dt="2023-10-06T14:51:47.923" v="8736" actId="478"/>
          <ac:spMkLst>
            <pc:docMk/>
            <pc:sldMk cId="1947073215" sldId="298"/>
            <ac:spMk id="2" creationId="{D629A184-6D83-2175-2308-445DBFDBA150}"/>
          </ac:spMkLst>
        </pc:spChg>
        <pc:spChg chg="del">
          <ac:chgData name="Mohammad Salman" userId="cfd6754c-e613-4f6f-bb98-36aef69d8c31" providerId="ADAL" clId="{8A4AC86B-8A4E-4D42-B2D3-93B0C982EBD3}" dt="2023-10-06T14:51:47.923" v="8736" actId="478"/>
          <ac:spMkLst>
            <pc:docMk/>
            <pc:sldMk cId="1947073215" sldId="298"/>
            <ac:spMk id="3" creationId="{FF5F398A-AC3F-872F-B0C0-2A2B380550D5}"/>
          </ac:spMkLst>
        </pc:spChg>
        <pc:spChg chg="del">
          <ac:chgData name="Mohammad Salman" userId="cfd6754c-e613-4f6f-bb98-36aef69d8c31" providerId="ADAL" clId="{8A4AC86B-8A4E-4D42-B2D3-93B0C982EBD3}" dt="2023-10-06T14:51:47.923" v="8736" actId="478"/>
          <ac:spMkLst>
            <pc:docMk/>
            <pc:sldMk cId="1947073215" sldId="298"/>
            <ac:spMk id="5" creationId="{E926818C-36D1-8A06-1B1E-934A10FD3AB0}"/>
          </ac:spMkLst>
        </pc:spChg>
        <pc:spChg chg="del">
          <ac:chgData name="Mohammad Salman" userId="cfd6754c-e613-4f6f-bb98-36aef69d8c31" providerId="ADAL" clId="{8A4AC86B-8A4E-4D42-B2D3-93B0C982EBD3}" dt="2023-10-06T14:51:47.923" v="8736" actId="478"/>
          <ac:spMkLst>
            <pc:docMk/>
            <pc:sldMk cId="1947073215" sldId="298"/>
            <ac:spMk id="6" creationId="{B1F341E0-EA66-4476-AC1E-1B421BA9B52A}"/>
          </ac:spMkLst>
        </pc:spChg>
        <pc:spChg chg="add del mod">
          <ac:chgData name="Mohammad Salman" userId="cfd6754c-e613-4f6f-bb98-36aef69d8c31" providerId="ADAL" clId="{8A4AC86B-8A4E-4D42-B2D3-93B0C982EBD3}" dt="2023-10-06T14:51:49.158" v="8737" actId="478"/>
          <ac:spMkLst>
            <pc:docMk/>
            <pc:sldMk cId="1947073215" sldId="298"/>
            <ac:spMk id="7" creationId="{05A360C5-0683-B50E-8AB2-E60D8E6AFEB1}"/>
          </ac:spMkLst>
        </pc:spChg>
        <pc:spChg chg="add del mod">
          <ac:chgData name="Mohammad Salman" userId="cfd6754c-e613-4f6f-bb98-36aef69d8c31" providerId="ADAL" clId="{8A4AC86B-8A4E-4D42-B2D3-93B0C982EBD3}" dt="2023-10-06T14:51:49.158" v="8737" actId="478"/>
          <ac:spMkLst>
            <pc:docMk/>
            <pc:sldMk cId="1947073215" sldId="298"/>
            <ac:spMk id="9" creationId="{8CDABBD9-3CA4-6981-FC2C-43F25847497B}"/>
          </ac:spMkLst>
        </pc:spChg>
        <pc:spChg chg="add mod">
          <ac:chgData name="Mohammad Salman" userId="cfd6754c-e613-4f6f-bb98-36aef69d8c31" providerId="ADAL" clId="{8A4AC86B-8A4E-4D42-B2D3-93B0C982EBD3}" dt="2023-10-06T14:52:34.848" v="8745" actId="1076"/>
          <ac:spMkLst>
            <pc:docMk/>
            <pc:sldMk cId="1947073215" sldId="298"/>
            <ac:spMk id="11" creationId="{381FDF71-4CA4-2A1D-EC32-FDB37B6EA9D1}"/>
          </ac:spMkLst>
        </pc:spChg>
        <pc:spChg chg="add mod">
          <ac:chgData name="Mohammad Salman" userId="cfd6754c-e613-4f6f-bb98-36aef69d8c31" providerId="ADAL" clId="{8A4AC86B-8A4E-4D42-B2D3-93B0C982EBD3}" dt="2023-10-06T14:54:32.821" v="8765" actId="164"/>
          <ac:spMkLst>
            <pc:docMk/>
            <pc:sldMk cId="1947073215" sldId="298"/>
            <ac:spMk id="14" creationId="{F7E190D7-A982-378D-9AA9-DEBBE4E44D46}"/>
          </ac:spMkLst>
        </pc:spChg>
        <pc:spChg chg="add mod">
          <ac:chgData name="Mohammad Salman" userId="cfd6754c-e613-4f6f-bb98-36aef69d8c31" providerId="ADAL" clId="{8A4AC86B-8A4E-4D42-B2D3-93B0C982EBD3}" dt="2023-10-06T14:54:32.821" v="8765" actId="164"/>
          <ac:spMkLst>
            <pc:docMk/>
            <pc:sldMk cId="1947073215" sldId="298"/>
            <ac:spMk id="15" creationId="{AFB0A615-9465-0016-0149-4B795DBAEA86}"/>
          </ac:spMkLst>
        </pc:spChg>
        <pc:spChg chg="add mod">
          <ac:chgData name="Mohammad Salman" userId="cfd6754c-e613-4f6f-bb98-36aef69d8c31" providerId="ADAL" clId="{8A4AC86B-8A4E-4D42-B2D3-93B0C982EBD3}" dt="2023-10-06T14:55:50.167" v="8973" actId="207"/>
          <ac:spMkLst>
            <pc:docMk/>
            <pc:sldMk cId="1947073215" sldId="298"/>
            <ac:spMk id="17" creationId="{CBDFC4AB-1A31-365F-7079-0AA62EAA388A}"/>
          </ac:spMkLst>
        </pc:spChg>
        <pc:spChg chg="add mod">
          <ac:chgData name="Mohammad Salman" userId="cfd6754c-e613-4f6f-bb98-36aef69d8c31" providerId="ADAL" clId="{8A4AC86B-8A4E-4D42-B2D3-93B0C982EBD3}" dt="2023-10-07T13:14:40.632" v="9749" actId="1076"/>
          <ac:spMkLst>
            <pc:docMk/>
            <pc:sldMk cId="1947073215" sldId="298"/>
            <ac:spMk id="18" creationId="{B6378D31-9A79-E4D0-C9A8-6ED3D87C2339}"/>
          </ac:spMkLst>
        </pc:spChg>
        <pc:spChg chg="add mod">
          <ac:chgData name="Mohammad Salman" userId="cfd6754c-e613-4f6f-bb98-36aef69d8c31" providerId="ADAL" clId="{8A4AC86B-8A4E-4D42-B2D3-93B0C982EBD3}" dt="2023-10-07T11:33:46.221" v="9272" actId="115"/>
          <ac:spMkLst>
            <pc:docMk/>
            <pc:sldMk cId="1947073215" sldId="298"/>
            <ac:spMk id="19" creationId="{E1A0D2F3-93B9-FB1E-511C-94ED61D3521D}"/>
          </ac:spMkLst>
        </pc:spChg>
        <pc:spChg chg="add mod">
          <ac:chgData name="Mohammad Salman" userId="cfd6754c-e613-4f6f-bb98-36aef69d8c31" providerId="ADAL" clId="{8A4AC86B-8A4E-4D42-B2D3-93B0C982EBD3}" dt="2023-10-07T13:13:54.649" v="9745" actId="1076"/>
          <ac:spMkLst>
            <pc:docMk/>
            <pc:sldMk cId="1947073215" sldId="298"/>
            <ac:spMk id="34" creationId="{EA5B1925-32D4-3BE5-6B85-1076FCD377C9}"/>
          </ac:spMkLst>
        </pc:spChg>
        <pc:grpChg chg="add mod">
          <ac:chgData name="Mohammad Salman" userId="cfd6754c-e613-4f6f-bb98-36aef69d8c31" providerId="ADAL" clId="{8A4AC86B-8A4E-4D42-B2D3-93B0C982EBD3}" dt="2023-10-06T14:54:32.821" v="8765" actId="164"/>
          <ac:grpSpMkLst>
            <pc:docMk/>
            <pc:sldMk cId="1947073215" sldId="298"/>
            <ac:grpSpMk id="16" creationId="{007E0600-BD04-88D0-203B-F385D80D8136}"/>
          </ac:grpSpMkLst>
        </pc:grpChg>
        <pc:picChg chg="add mod">
          <ac:chgData name="Mohammad Salman" userId="cfd6754c-e613-4f6f-bb98-36aef69d8c31" providerId="ADAL" clId="{8A4AC86B-8A4E-4D42-B2D3-93B0C982EBD3}" dt="2023-10-06T14:54:32.821" v="8765" actId="164"/>
          <ac:picMkLst>
            <pc:docMk/>
            <pc:sldMk cId="1947073215" sldId="298"/>
            <ac:picMk id="13" creationId="{4B1B8FA6-E4EA-593E-9F25-BA764589CE59}"/>
          </ac:picMkLst>
        </pc:picChg>
        <pc:cxnChg chg="add mod">
          <ac:chgData name="Mohammad Salman" userId="cfd6754c-e613-4f6f-bb98-36aef69d8c31" providerId="ADAL" clId="{8A4AC86B-8A4E-4D42-B2D3-93B0C982EBD3}" dt="2023-10-07T13:14:40.632" v="9749" actId="1076"/>
          <ac:cxnSpMkLst>
            <pc:docMk/>
            <pc:sldMk cId="1947073215" sldId="298"/>
            <ac:cxnSpMk id="21" creationId="{8C5D41CE-133C-28B5-7AE9-08EF8AD0C283}"/>
          </ac:cxnSpMkLst>
        </pc:cxnChg>
      </pc:sldChg>
      <pc:sldChg chg="addSp delSp modSp add mod ord">
        <pc:chgData name="Mohammad Salman" userId="cfd6754c-e613-4f6f-bb98-36aef69d8c31" providerId="ADAL" clId="{8A4AC86B-8A4E-4D42-B2D3-93B0C982EBD3}" dt="2023-10-07T13:14:52.041" v="9754"/>
        <pc:sldMkLst>
          <pc:docMk/>
          <pc:sldMk cId="2091017785" sldId="299"/>
        </pc:sldMkLst>
        <pc:spChg chg="add mod">
          <ac:chgData name="Mohammad Salman" userId="cfd6754c-e613-4f6f-bb98-36aef69d8c31" providerId="ADAL" clId="{8A4AC86B-8A4E-4D42-B2D3-93B0C982EBD3}" dt="2023-10-07T13:14:00.257" v="9747" actId="1076"/>
          <ac:spMkLst>
            <pc:docMk/>
            <pc:sldMk cId="2091017785" sldId="299"/>
            <ac:spMk id="10" creationId="{97BC6B9A-9079-8B1C-0797-70C9CBA913CE}"/>
          </ac:spMkLst>
        </pc:spChg>
        <pc:spChg chg="add del mod">
          <ac:chgData name="Mohammad Salman" userId="cfd6754c-e613-4f6f-bb98-36aef69d8c31" providerId="ADAL" clId="{8A4AC86B-8A4E-4D42-B2D3-93B0C982EBD3}" dt="2023-10-07T13:14:45.737" v="9753" actId="478"/>
          <ac:spMkLst>
            <pc:docMk/>
            <pc:sldMk cId="2091017785" sldId="299"/>
            <ac:spMk id="12" creationId="{BED91F89-D549-19EB-D6FD-30219950AE65}"/>
          </ac:spMkLst>
        </pc:spChg>
        <pc:spChg chg="del">
          <ac:chgData name="Mohammad Salman" userId="cfd6754c-e613-4f6f-bb98-36aef69d8c31" providerId="ADAL" clId="{8A4AC86B-8A4E-4D42-B2D3-93B0C982EBD3}" dt="2023-10-06T15:00:08.495" v="9072" actId="478"/>
          <ac:spMkLst>
            <pc:docMk/>
            <pc:sldMk cId="2091017785" sldId="299"/>
            <ac:spMk id="17" creationId="{CBDFC4AB-1A31-365F-7079-0AA62EAA388A}"/>
          </ac:spMkLst>
        </pc:spChg>
        <pc:spChg chg="del">
          <ac:chgData name="Mohammad Salman" userId="cfd6754c-e613-4f6f-bb98-36aef69d8c31" providerId="ADAL" clId="{8A4AC86B-8A4E-4D42-B2D3-93B0C982EBD3}" dt="2023-10-07T11:35:00.020" v="9276" actId="478"/>
          <ac:spMkLst>
            <pc:docMk/>
            <pc:sldMk cId="2091017785" sldId="299"/>
            <ac:spMk id="18" creationId="{B6378D31-9A79-E4D0-C9A8-6ED3D87C2339}"/>
          </ac:spMkLst>
        </pc:spChg>
        <pc:spChg chg="del">
          <ac:chgData name="Mohammad Salman" userId="cfd6754c-e613-4f6f-bb98-36aef69d8c31" providerId="ADAL" clId="{8A4AC86B-8A4E-4D42-B2D3-93B0C982EBD3}" dt="2023-10-06T15:00:10.276" v="9073" actId="478"/>
          <ac:spMkLst>
            <pc:docMk/>
            <pc:sldMk cId="2091017785" sldId="299"/>
            <ac:spMk id="19" creationId="{E1A0D2F3-93B9-FB1E-511C-94ED61D3521D}"/>
          </ac:spMkLst>
        </pc:spChg>
        <pc:spChg chg="add mod">
          <ac:chgData name="Mohammad Salman" userId="cfd6754c-e613-4f6f-bb98-36aef69d8c31" providerId="ADAL" clId="{8A4AC86B-8A4E-4D42-B2D3-93B0C982EBD3}" dt="2023-10-07T13:14:52.041" v="9754"/>
          <ac:spMkLst>
            <pc:docMk/>
            <pc:sldMk cId="2091017785" sldId="299"/>
            <ac:spMk id="20" creationId="{575CB1D6-354E-24E8-3FE9-DD2578D70715}"/>
          </ac:spMkLst>
        </pc:spChg>
        <pc:grpChg chg="del">
          <ac:chgData name="Mohammad Salman" userId="cfd6754c-e613-4f6f-bb98-36aef69d8c31" providerId="ADAL" clId="{8A4AC86B-8A4E-4D42-B2D3-93B0C982EBD3}" dt="2023-10-06T15:00:07.187" v="9071" actId="478"/>
          <ac:grpSpMkLst>
            <pc:docMk/>
            <pc:sldMk cId="2091017785" sldId="299"/>
            <ac:grpSpMk id="16" creationId="{007E0600-BD04-88D0-203B-F385D80D8136}"/>
          </ac:grpSpMkLst>
        </pc:grpChg>
        <pc:graphicFrameChg chg="add mod modGraphic">
          <ac:chgData name="Mohammad Salman" userId="cfd6754c-e613-4f6f-bb98-36aef69d8c31" providerId="ADAL" clId="{8A4AC86B-8A4E-4D42-B2D3-93B0C982EBD3}" dt="2023-10-07T11:35:05.288" v="9297" actId="1035"/>
          <ac:graphicFrameMkLst>
            <pc:docMk/>
            <pc:sldMk cId="2091017785" sldId="299"/>
            <ac:graphicFrameMk id="3" creationId="{3EA0DF2E-B816-66B9-BCD4-BCBC41913F26}"/>
          </ac:graphicFrameMkLst>
        </pc:graphicFrameChg>
        <pc:graphicFrameChg chg="add mod modGraphic">
          <ac:chgData name="Mohammad Salman" userId="cfd6754c-e613-4f6f-bb98-36aef69d8c31" providerId="ADAL" clId="{8A4AC86B-8A4E-4D42-B2D3-93B0C982EBD3}" dt="2023-10-07T11:35:05.288" v="9297" actId="1035"/>
          <ac:graphicFrameMkLst>
            <pc:docMk/>
            <pc:sldMk cId="2091017785" sldId="299"/>
            <ac:graphicFrameMk id="4" creationId="{4CB339EB-7973-B8B1-2E9B-5BBF663C22C9}"/>
          </ac:graphicFrameMkLst>
        </pc:graphicFrameChg>
        <pc:graphicFrameChg chg="add mod modGraphic">
          <ac:chgData name="Mohammad Salman" userId="cfd6754c-e613-4f6f-bb98-36aef69d8c31" providerId="ADAL" clId="{8A4AC86B-8A4E-4D42-B2D3-93B0C982EBD3}" dt="2023-10-07T11:35:05.288" v="9297" actId="1035"/>
          <ac:graphicFrameMkLst>
            <pc:docMk/>
            <pc:sldMk cId="2091017785" sldId="299"/>
            <ac:graphicFrameMk id="5" creationId="{9A7E21F4-5107-D4DC-5FAB-78F37EC91B9E}"/>
          </ac:graphicFrameMkLst>
        </pc:graphicFrameChg>
        <pc:cxnChg chg="add mod">
          <ac:chgData name="Mohammad Salman" userId="cfd6754c-e613-4f6f-bb98-36aef69d8c31" providerId="ADAL" clId="{8A4AC86B-8A4E-4D42-B2D3-93B0C982EBD3}" dt="2023-10-07T11:35:05.288" v="9297" actId="1035"/>
          <ac:cxnSpMkLst>
            <pc:docMk/>
            <pc:sldMk cId="2091017785" sldId="299"/>
            <ac:cxnSpMk id="7" creationId="{ED5ED5F8-45E1-84C5-811F-B63A8859A2EA}"/>
          </ac:cxnSpMkLst>
        </pc:cxnChg>
        <pc:cxnChg chg="add del mod">
          <ac:chgData name="Mohammad Salman" userId="cfd6754c-e613-4f6f-bb98-36aef69d8c31" providerId="ADAL" clId="{8A4AC86B-8A4E-4D42-B2D3-93B0C982EBD3}" dt="2023-10-07T11:35:01.555" v="9277" actId="478"/>
          <ac:cxnSpMkLst>
            <pc:docMk/>
            <pc:sldMk cId="2091017785" sldId="299"/>
            <ac:cxnSpMk id="21" creationId="{8C5D41CE-133C-28B5-7AE9-08EF8AD0C283}"/>
          </ac:cxnSpMkLst>
        </pc:cxnChg>
      </pc:sldChg>
      <pc:sldChg chg="addSp delSp modSp new mod">
        <pc:chgData name="Mohammad Salman" userId="cfd6754c-e613-4f6f-bb98-36aef69d8c31" providerId="ADAL" clId="{8A4AC86B-8A4E-4D42-B2D3-93B0C982EBD3}" dt="2023-10-07T13:17:08.665" v="9773" actId="1076"/>
        <pc:sldMkLst>
          <pc:docMk/>
          <pc:sldMk cId="3350833312" sldId="300"/>
        </pc:sldMkLst>
        <pc:spChg chg="del">
          <ac:chgData name="Mohammad Salman" userId="cfd6754c-e613-4f6f-bb98-36aef69d8c31" providerId="ADAL" clId="{8A4AC86B-8A4E-4D42-B2D3-93B0C982EBD3}" dt="2023-10-07T11:35:30.850" v="9299" actId="478"/>
          <ac:spMkLst>
            <pc:docMk/>
            <pc:sldMk cId="3350833312" sldId="300"/>
            <ac:spMk id="2" creationId="{9CC62508-01D7-AB1C-2606-0561CEDA7291}"/>
          </ac:spMkLst>
        </pc:spChg>
        <pc:spChg chg="del">
          <ac:chgData name="Mohammad Salman" userId="cfd6754c-e613-4f6f-bb98-36aef69d8c31" providerId="ADAL" clId="{8A4AC86B-8A4E-4D42-B2D3-93B0C982EBD3}" dt="2023-10-07T11:35:30.850" v="9299" actId="478"/>
          <ac:spMkLst>
            <pc:docMk/>
            <pc:sldMk cId="3350833312" sldId="300"/>
            <ac:spMk id="3" creationId="{EA9753D2-E4BC-1024-B813-E6677D572412}"/>
          </ac:spMkLst>
        </pc:spChg>
        <pc:spChg chg="add del mod">
          <ac:chgData name="Mohammad Salman" userId="cfd6754c-e613-4f6f-bb98-36aef69d8c31" providerId="ADAL" clId="{8A4AC86B-8A4E-4D42-B2D3-93B0C982EBD3}" dt="2023-10-07T11:41:13.912" v="9502" actId="478"/>
          <ac:spMkLst>
            <pc:docMk/>
            <pc:sldMk cId="3350833312" sldId="300"/>
            <ac:spMk id="4" creationId="{D163AC23-8EE9-A06F-0629-EB9D60837BD1}"/>
          </ac:spMkLst>
        </pc:spChg>
        <pc:spChg chg="add del mod">
          <ac:chgData name="Mohammad Salman" userId="cfd6754c-e613-4f6f-bb98-36aef69d8c31" providerId="ADAL" clId="{8A4AC86B-8A4E-4D42-B2D3-93B0C982EBD3}" dt="2023-10-07T11:36:38.033" v="9330" actId="478"/>
          <ac:spMkLst>
            <pc:docMk/>
            <pc:sldMk cId="3350833312" sldId="300"/>
            <ac:spMk id="5" creationId="{DFD591CB-0E1B-3355-7845-65E0D90F2F68}"/>
          </ac:spMkLst>
        </pc:spChg>
        <pc:spChg chg="add mod">
          <ac:chgData name="Mohammad Salman" userId="cfd6754c-e613-4f6f-bb98-36aef69d8c31" providerId="ADAL" clId="{8A4AC86B-8A4E-4D42-B2D3-93B0C982EBD3}" dt="2023-10-07T13:16:29.214" v="9770" actId="1076"/>
          <ac:spMkLst>
            <pc:docMk/>
            <pc:sldMk cId="3350833312" sldId="300"/>
            <ac:spMk id="6" creationId="{6B763164-CFC2-BB29-BED2-EE9FFA3351F7}"/>
          </ac:spMkLst>
        </pc:spChg>
        <pc:spChg chg="add mod">
          <ac:chgData name="Mohammad Salman" userId="cfd6754c-e613-4f6f-bb98-36aef69d8c31" providerId="ADAL" clId="{8A4AC86B-8A4E-4D42-B2D3-93B0C982EBD3}" dt="2023-10-07T11:40:01.270" v="9479" actId="164"/>
          <ac:spMkLst>
            <pc:docMk/>
            <pc:sldMk cId="3350833312" sldId="300"/>
            <ac:spMk id="7" creationId="{E6F3530B-8204-5745-2DBE-31A0F9965EE0}"/>
          </ac:spMkLst>
        </pc:spChg>
        <pc:spChg chg="add mod">
          <ac:chgData name="Mohammad Salman" userId="cfd6754c-e613-4f6f-bb98-36aef69d8c31" providerId="ADAL" clId="{8A4AC86B-8A4E-4D42-B2D3-93B0C982EBD3}" dt="2023-10-07T11:38:53.493" v="9434" actId="164"/>
          <ac:spMkLst>
            <pc:docMk/>
            <pc:sldMk cId="3350833312" sldId="300"/>
            <ac:spMk id="10" creationId="{6190A9A1-E775-FD07-AB63-F7ABBFB558D3}"/>
          </ac:spMkLst>
        </pc:spChg>
        <pc:spChg chg="add del mod">
          <ac:chgData name="Mohammad Salman" userId="cfd6754c-e613-4f6f-bb98-36aef69d8c31" providerId="ADAL" clId="{8A4AC86B-8A4E-4D42-B2D3-93B0C982EBD3}" dt="2023-10-07T11:39:57.734" v="9478"/>
          <ac:spMkLst>
            <pc:docMk/>
            <pc:sldMk cId="3350833312" sldId="300"/>
            <ac:spMk id="12" creationId="{1D4071EE-4A45-7DC5-C868-90BD4521AE19}"/>
          </ac:spMkLst>
        </pc:spChg>
        <pc:spChg chg="add del mod">
          <ac:chgData name="Mohammad Salman" userId="cfd6754c-e613-4f6f-bb98-36aef69d8c31" providerId="ADAL" clId="{8A4AC86B-8A4E-4D42-B2D3-93B0C982EBD3}" dt="2023-10-07T11:39:57.734" v="9478"/>
          <ac:spMkLst>
            <pc:docMk/>
            <pc:sldMk cId="3350833312" sldId="300"/>
            <ac:spMk id="13" creationId="{EDE97063-7C11-FD12-2FD9-004D9D03151C}"/>
          </ac:spMkLst>
        </pc:spChg>
        <pc:spChg chg="mod">
          <ac:chgData name="Mohammad Salman" userId="cfd6754c-e613-4f6f-bb98-36aef69d8c31" providerId="ADAL" clId="{8A4AC86B-8A4E-4D42-B2D3-93B0C982EBD3}" dt="2023-10-07T11:39:24.677" v="9441"/>
          <ac:spMkLst>
            <pc:docMk/>
            <pc:sldMk cId="3350833312" sldId="300"/>
            <ac:spMk id="16" creationId="{38DA77BC-4AB0-C536-833B-094CF5C0E558}"/>
          </ac:spMkLst>
        </pc:spChg>
        <pc:spChg chg="mod">
          <ac:chgData name="Mohammad Salman" userId="cfd6754c-e613-4f6f-bb98-36aef69d8c31" providerId="ADAL" clId="{8A4AC86B-8A4E-4D42-B2D3-93B0C982EBD3}" dt="2023-10-07T13:16:20.775" v="9769" actId="1076"/>
          <ac:spMkLst>
            <pc:docMk/>
            <pc:sldMk cId="3350833312" sldId="300"/>
            <ac:spMk id="19" creationId="{35A6BA53-CB5E-3626-148B-A9220643B7E7}"/>
          </ac:spMkLst>
        </pc:spChg>
        <pc:spChg chg="mod">
          <ac:chgData name="Mohammad Salman" userId="cfd6754c-e613-4f6f-bb98-36aef69d8c31" providerId="ADAL" clId="{8A4AC86B-8A4E-4D42-B2D3-93B0C982EBD3}" dt="2023-10-07T11:40:38.740" v="9498" actId="1076"/>
          <ac:spMkLst>
            <pc:docMk/>
            <pc:sldMk cId="3350833312" sldId="300"/>
            <ac:spMk id="20" creationId="{9BCF5990-4B1D-0756-BBF0-F96EA629824A}"/>
          </ac:spMkLst>
        </pc:spChg>
        <pc:spChg chg="mod">
          <ac:chgData name="Mohammad Salman" userId="cfd6754c-e613-4f6f-bb98-36aef69d8c31" providerId="ADAL" clId="{8A4AC86B-8A4E-4D42-B2D3-93B0C982EBD3}" dt="2023-10-07T11:40:08.557" v="9482"/>
          <ac:spMkLst>
            <pc:docMk/>
            <pc:sldMk cId="3350833312" sldId="300"/>
            <ac:spMk id="23" creationId="{59DB4DE9-88AE-BFD2-1BDA-DF27E1C29E91}"/>
          </ac:spMkLst>
        </pc:spChg>
        <pc:spChg chg="mod">
          <ac:chgData name="Mohammad Salman" userId="cfd6754c-e613-4f6f-bb98-36aef69d8c31" providerId="ADAL" clId="{8A4AC86B-8A4E-4D42-B2D3-93B0C982EBD3}" dt="2023-10-07T13:16:46.352" v="9771" actId="1076"/>
          <ac:spMkLst>
            <pc:docMk/>
            <pc:sldMk cId="3350833312" sldId="300"/>
            <ac:spMk id="25" creationId="{1BD28DDF-3598-732F-4FA5-C06AAC9EC5EA}"/>
          </ac:spMkLst>
        </pc:spChg>
        <pc:spChg chg="mod">
          <ac:chgData name="Mohammad Salman" userId="cfd6754c-e613-4f6f-bb98-36aef69d8c31" providerId="ADAL" clId="{8A4AC86B-8A4E-4D42-B2D3-93B0C982EBD3}" dt="2023-10-07T11:44:31.562" v="9568" actId="14100"/>
          <ac:spMkLst>
            <pc:docMk/>
            <pc:sldMk cId="3350833312" sldId="300"/>
            <ac:spMk id="26" creationId="{88DBC901-DE2B-B7D9-4B43-66CB90326AFE}"/>
          </ac:spMkLst>
        </pc:spChg>
        <pc:spChg chg="mod">
          <ac:chgData name="Mohammad Salman" userId="cfd6754c-e613-4f6f-bb98-36aef69d8c31" providerId="ADAL" clId="{8A4AC86B-8A4E-4D42-B2D3-93B0C982EBD3}" dt="2023-10-07T11:41:44.366" v="9506"/>
          <ac:spMkLst>
            <pc:docMk/>
            <pc:sldMk cId="3350833312" sldId="300"/>
            <ac:spMk id="29" creationId="{1118A3F5-45BC-1187-F4DB-863D3915D064}"/>
          </ac:spMkLst>
        </pc:spChg>
        <pc:spChg chg="mod">
          <ac:chgData name="Mohammad Salman" userId="cfd6754c-e613-4f6f-bb98-36aef69d8c31" providerId="ADAL" clId="{8A4AC86B-8A4E-4D42-B2D3-93B0C982EBD3}" dt="2023-10-07T13:17:08.665" v="9773" actId="1076"/>
          <ac:spMkLst>
            <pc:docMk/>
            <pc:sldMk cId="3350833312" sldId="300"/>
            <ac:spMk id="31" creationId="{15CEC4B2-406D-E77E-BB4F-E317A3259EA0}"/>
          </ac:spMkLst>
        </pc:spChg>
        <pc:spChg chg="mod">
          <ac:chgData name="Mohammad Salman" userId="cfd6754c-e613-4f6f-bb98-36aef69d8c31" providerId="ADAL" clId="{8A4AC86B-8A4E-4D42-B2D3-93B0C982EBD3}" dt="2023-10-07T11:44:15.422" v="9565" actId="1076"/>
          <ac:spMkLst>
            <pc:docMk/>
            <pc:sldMk cId="3350833312" sldId="300"/>
            <ac:spMk id="32" creationId="{C9C8E763-E983-0935-8A81-099F51C1A946}"/>
          </ac:spMkLst>
        </pc:spChg>
        <pc:spChg chg="mod">
          <ac:chgData name="Mohammad Salman" userId="cfd6754c-e613-4f6f-bb98-36aef69d8c31" providerId="ADAL" clId="{8A4AC86B-8A4E-4D42-B2D3-93B0C982EBD3}" dt="2023-10-07T11:43:21.810" v="9544"/>
          <ac:spMkLst>
            <pc:docMk/>
            <pc:sldMk cId="3350833312" sldId="300"/>
            <ac:spMk id="35" creationId="{60BD722F-F4CB-2FBE-BA44-3BFBAC35392D}"/>
          </ac:spMkLst>
        </pc:spChg>
        <pc:spChg chg="mod">
          <ac:chgData name="Mohammad Salman" userId="cfd6754c-e613-4f6f-bb98-36aef69d8c31" providerId="ADAL" clId="{8A4AC86B-8A4E-4D42-B2D3-93B0C982EBD3}" dt="2023-10-07T13:16:59.632" v="9772" actId="1076"/>
          <ac:spMkLst>
            <pc:docMk/>
            <pc:sldMk cId="3350833312" sldId="300"/>
            <ac:spMk id="37" creationId="{7290CBC4-AD57-6AB4-3F0B-7ACCF9AA6EF8}"/>
          </ac:spMkLst>
        </pc:spChg>
        <pc:spChg chg="mod">
          <ac:chgData name="Mohammad Salman" userId="cfd6754c-e613-4f6f-bb98-36aef69d8c31" providerId="ADAL" clId="{8A4AC86B-8A4E-4D42-B2D3-93B0C982EBD3}" dt="2023-10-07T11:45:55.888" v="9596" actId="1076"/>
          <ac:spMkLst>
            <pc:docMk/>
            <pc:sldMk cId="3350833312" sldId="300"/>
            <ac:spMk id="38" creationId="{23EACA64-0177-D577-CE9D-501F95D409A6}"/>
          </ac:spMkLst>
        </pc:spChg>
        <pc:spChg chg="mod">
          <ac:chgData name="Mohammad Salman" userId="cfd6754c-e613-4f6f-bb98-36aef69d8c31" providerId="ADAL" clId="{8A4AC86B-8A4E-4D42-B2D3-93B0C982EBD3}" dt="2023-10-07T11:44:51.999" v="9569"/>
          <ac:spMkLst>
            <pc:docMk/>
            <pc:sldMk cId="3350833312" sldId="300"/>
            <ac:spMk id="41" creationId="{B30A9DDF-BF4B-A2DF-5FBC-2FBE53AFB5E4}"/>
          </ac:spMkLst>
        </pc:spChg>
        <pc:spChg chg="add del">
          <ac:chgData name="Mohammad Salman" userId="cfd6754c-e613-4f6f-bb98-36aef69d8c31" providerId="ADAL" clId="{8A4AC86B-8A4E-4D42-B2D3-93B0C982EBD3}" dt="2023-10-07T11:46:35.677" v="9610" actId="11529"/>
          <ac:spMkLst>
            <pc:docMk/>
            <pc:sldMk cId="3350833312" sldId="300"/>
            <ac:spMk id="42" creationId="{FB82A3D3-83C6-1E40-1557-74F7F8A89913}"/>
          </ac:spMkLst>
        </pc:spChg>
        <pc:spChg chg="add mod">
          <ac:chgData name="Mohammad Salman" userId="cfd6754c-e613-4f6f-bb98-36aef69d8c31" providerId="ADAL" clId="{8A4AC86B-8A4E-4D42-B2D3-93B0C982EBD3}" dt="2023-10-07T13:15:23.804" v="9767" actId="692"/>
          <ac:spMkLst>
            <pc:docMk/>
            <pc:sldMk cId="3350833312" sldId="300"/>
            <ac:spMk id="43" creationId="{6ADB732B-3845-8AAB-F59C-460D3620F308}"/>
          </ac:spMkLst>
        </pc:spChg>
        <pc:grpChg chg="add mod">
          <ac:chgData name="Mohammad Salman" userId="cfd6754c-e613-4f6f-bb98-36aef69d8c31" providerId="ADAL" clId="{8A4AC86B-8A4E-4D42-B2D3-93B0C982EBD3}" dt="2023-10-07T11:40:01.270" v="9479" actId="164"/>
          <ac:grpSpMkLst>
            <pc:docMk/>
            <pc:sldMk cId="3350833312" sldId="300"/>
            <ac:grpSpMk id="11" creationId="{EC31E7A3-B49F-6144-B1E6-4D0AD4348CD8}"/>
          </ac:grpSpMkLst>
        </pc:grpChg>
        <pc:grpChg chg="add del mod">
          <ac:chgData name="Mohammad Salman" userId="cfd6754c-e613-4f6f-bb98-36aef69d8c31" providerId="ADAL" clId="{8A4AC86B-8A4E-4D42-B2D3-93B0C982EBD3}" dt="2023-10-07T11:39:57.734" v="9478"/>
          <ac:grpSpMkLst>
            <pc:docMk/>
            <pc:sldMk cId="3350833312" sldId="300"/>
            <ac:grpSpMk id="14" creationId="{C0F52C76-9EC0-AEF3-C525-DFC563F6394E}"/>
          </ac:grpSpMkLst>
        </pc:grpChg>
        <pc:grpChg chg="add mod">
          <ac:chgData name="Mohammad Salman" userId="cfd6754c-e613-4f6f-bb98-36aef69d8c31" providerId="ADAL" clId="{8A4AC86B-8A4E-4D42-B2D3-93B0C982EBD3}" dt="2023-10-07T11:41:31.196" v="9505" actId="1076"/>
          <ac:grpSpMkLst>
            <pc:docMk/>
            <pc:sldMk cId="3350833312" sldId="300"/>
            <ac:grpSpMk id="17" creationId="{C5432948-E925-5855-CF31-5DEB74B49541}"/>
          </ac:grpSpMkLst>
        </pc:grpChg>
        <pc:grpChg chg="add mod">
          <ac:chgData name="Mohammad Salman" userId="cfd6754c-e613-4f6f-bb98-36aef69d8c31" providerId="ADAL" clId="{8A4AC86B-8A4E-4D42-B2D3-93B0C982EBD3}" dt="2023-10-07T11:41:24.008" v="9504" actId="1076"/>
          <ac:grpSpMkLst>
            <pc:docMk/>
            <pc:sldMk cId="3350833312" sldId="300"/>
            <ac:grpSpMk id="18" creationId="{275DAF1A-EC5A-2F45-80BE-5451C97D57FF}"/>
          </ac:grpSpMkLst>
        </pc:grpChg>
        <pc:grpChg chg="mod">
          <ac:chgData name="Mohammad Salman" userId="cfd6754c-e613-4f6f-bb98-36aef69d8c31" providerId="ADAL" clId="{8A4AC86B-8A4E-4D42-B2D3-93B0C982EBD3}" dt="2023-10-07T11:40:08.557" v="9482"/>
          <ac:grpSpMkLst>
            <pc:docMk/>
            <pc:sldMk cId="3350833312" sldId="300"/>
            <ac:grpSpMk id="21" creationId="{0B48B98A-F6B6-C1E7-F836-AEDBB1A1CB4F}"/>
          </ac:grpSpMkLst>
        </pc:grpChg>
        <pc:grpChg chg="add mod">
          <ac:chgData name="Mohammad Salman" userId="cfd6754c-e613-4f6f-bb98-36aef69d8c31" providerId="ADAL" clId="{8A4AC86B-8A4E-4D42-B2D3-93B0C982EBD3}" dt="2023-10-07T11:43:20.638" v="9543" actId="1076"/>
          <ac:grpSpMkLst>
            <pc:docMk/>
            <pc:sldMk cId="3350833312" sldId="300"/>
            <ac:grpSpMk id="24" creationId="{C397CE21-372C-A9CD-DA37-BC490C43348E}"/>
          </ac:grpSpMkLst>
        </pc:grpChg>
        <pc:grpChg chg="mod">
          <ac:chgData name="Mohammad Salman" userId="cfd6754c-e613-4f6f-bb98-36aef69d8c31" providerId="ADAL" clId="{8A4AC86B-8A4E-4D42-B2D3-93B0C982EBD3}" dt="2023-10-07T11:41:44.366" v="9506"/>
          <ac:grpSpMkLst>
            <pc:docMk/>
            <pc:sldMk cId="3350833312" sldId="300"/>
            <ac:grpSpMk id="27" creationId="{DF78EF31-51C5-7F64-17CC-73AAB611157D}"/>
          </ac:grpSpMkLst>
        </pc:grpChg>
        <pc:grpChg chg="add mod">
          <ac:chgData name="Mohammad Salman" userId="cfd6754c-e613-4f6f-bb98-36aef69d8c31" providerId="ADAL" clId="{8A4AC86B-8A4E-4D42-B2D3-93B0C982EBD3}" dt="2023-10-07T11:44:25.139" v="9566" actId="1076"/>
          <ac:grpSpMkLst>
            <pc:docMk/>
            <pc:sldMk cId="3350833312" sldId="300"/>
            <ac:grpSpMk id="30" creationId="{8320F724-E95B-E9A2-4C53-21286E327BF9}"/>
          </ac:grpSpMkLst>
        </pc:grpChg>
        <pc:grpChg chg="mod">
          <ac:chgData name="Mohammad Salman" userId="cfd6754c-e613-4f6f-bb98-36aef69d8c31" providerId="ADAL" clId="{8A4AC86B-8A4E-4D42-B2D3-93B0C982EBD3}" dt="2023-10-07T11:43:21.810" v="9544"/>
          <ac:grpSpMkLst>
            <pc:docMk/>
            <pc:sldMk cId="3350833312" sldId="300"/>
            <ac:grpSpMk id="33" creationId="{53231452-A2E2-1A3F-4315-8DAE269050DD}"/>
          </ac:grpSpMkLst>
        </pc:grpChg>
        <pc:grpChg chg="add mod">
          <ac:chgData name="Mohammad Salman" userId="cfd6754c-e613-4f6f-bb98-36aef69d8c31" providerId="ADAL" clId="{8A4AC86B-8A4E-4D42-B2D3-93B0C982EBD3}" dt="2023-10-07T11:45:42.632" v="9593" actId="1076"/>
          <ac:grpSpMkLst>
            <pc:docMk/>
            <pc:sldMk cId="3350833312" sldId="300"/>
            <ac:grpSpMk id="36" creationId="{5A919CD1-5592-5A41-A959-33D1A8F989F5}"/>
          </ac:grpSpMkLst>
        </pc:grpChg>
        <pc:grpChg chg="mod">
          <ac:chgData name="Mohammad Salman" userId="cfd6754c-e613-4f6f-bb98-36aef69d8c31" providerId="ADAL" clId="{8A4AC86B-8A4E-4D42-B2D3-93B0C982EBD3}" dt="2023-10-07T11:44:51.999" v="9569"/>
          <ac:grpSpMkLst>
            <pc:docMk/>
            <pc:sldMk cId="3350833312" sldId="300"/>
            <ac:grpSpMk id="39" creationId="{3B08788F-CC7F-3865-D20D-82AAC07CB594}"/>
          </ac:grpSpMkLst>
        </pc:grpChg>
        <pc:cxnChg chg="add mod">
          <ac:chgData name="Mohammad Salman" userId="cfd6754c-e613-4f6f-bb98-36aef69d8c31" providerId="ADAL" clId="{8A4AC86B-8A4E-4D42-B2D3-93B0C982EBD3}" dt="2023-10-07T11:38:53.493" v="9434" actId="164"/>
          <ac:cxnSpMkLst>
            <pc:docMk/>
            <pc:sldMk cId="3350833312" sldId="300"/>
            <ac:cxnSpMk id="9" creationId="{3BAF2F86-211B-27BE-732E-FD73FA9365D5}"/>
          </ac:cxnSpMkLst>
        </pc:cxnChg>
        <pc:cxnChg chg="mod">
          <ac:chgData name="Mohammad Salman" userId="cfd6754c-e613-4f6f-bb98-36aef69d8c31" providerId="ADAL" clId="{8A4AC86B-8A4E-4D42-B2D3-93B0C982EBD3}" dt="2023-10-07T11:39:24.677" v="9441"/>
          <ac:cxnSpMkLst>
            <pc:docMk/>
            <pc:sldMk cId="3350833312" sldId="300"/>
            <ac:cxnSpMk id="15" creationId="{33D14082-820A-83BB-DCDA-4517383AD9E5}"/>
          </ac:cxnSpMkLst>
        </pc:cxnChg>
        <pc:cxnChg chg="mod">
          <ac:chgData name="Mohammad Salman" userId="cfd6754c-e613-4f6f-bb98-36aef69d8c31" providerId="ADAL" clId="{8A4AC86B-8A4E-4D42-B2D3-93B0C982EBD3}" dt="2023-10-07T11:40:08.557" v="9482"/>
          <ac:cxnSpMkLst>
            <pc:docMk/>
            <pc:sldMk cId="3350833312" sldId="300"/>
            <ac:cxnSpMk id="22" creationId="{9AB60152-076F-374D-0D79-C769DE69FC3A}"/>
          </ac:cxnSpMkLst>
        </pc:cxnChg>
        <pc:cxnChg chg="mod">
          <ac:chgData name="Mohammad Salman" userId="cfd6754c-e613-4f6f-bb98-36aef69d8c31" providerId="ADAL" clId="{8A4AC86B-8A4E-4D42-B2D3-93B0C982EBD3}" dt="2023-10-07T11:41:44.366" v="9506"/>
          <ac:cxnSpMkLst>
            <pc:docMk/>
            <pc:sldMk cId="3350833312" sldId="300"/>
            <ac:cxnSpMk id="28" creationId="{EFAB2C0E-F3FF-3CC2-3126-09BE8C17E759}"/>
          </ac:cxnSpMkLst>
        </pc:cxnChg>
        <pc:cxnChg chg="mod">
          <ac:chgData name="Mohammad Salman" userId="cfd6754c-e613-4f6f-bb98-36aef69d8c31" providerId="ADAL" clId="{8A4AC86B-8A4E-4D42-B2D3-93B0C982EBD3}" dt="2023-10-07T11:43:21.810" v="9544"/>
          <ac:cxnSpMkLst>
            <pc:docMk/>
            <pc:sldMk cId="3350833312" sldId="300"/>
            <ac:cxnSpMk id="34" creationId="{83F2B8CF-1FEA-C620-A642-85C4FAA498B1}"/>
          </ac:cxnSpMkLst>
        </pc:cxnChg>
        <pc:cxnChg chg="mod">
          <ac:chgData name="Mohammad Salman" userId="cfd6754c-e613-4f6f-bb98-36aef69d8c31" providerId="ADAL" clId="{8A4AC86B-8A4E-4D42-B2D3-93B0C982EBD3}" dt="2023-10-07T11:44:51.999" v="9569"/>
          <ac:cxnSpMkLst>
            <pc:docMk/>
            <pc:sldMk cId="3350833312" sldId="300"/>
            <ac:cxnSpMk id="40" creationId="{B3A3A4FC-089F-B010-E08F-45FE9E507BB9}"/>
          </ac:cxnSpMkLst>
        </pc:cxnChg>
      </pc:sldChg>
      <pc:sldChg chg="addSp modSp add mod">
        <pc:chgData name="Mohammad Salman" userId="cfd6754c-e613-4f6f-bb98-36aef69d8c31" providerId="ADAL" clId="{8A4AC86B-8A4E-4D42-B2D3-93B0C982EBD3}" dt="2023-10-07T11:47:35.090" v="9743" actId="14100"/>
        <pc:sldMkLst>
          <pc:docMk/>
          <pc:sldMk cId="2842388961" sldId="301"/>
        </pc:sldMkLst>
        <pc:spChg chg="add mod">
          <ac:chgData name="Mohammad Salman" userId="cfd6754c-e613-4f6f-bb98-36aef69d8c31" providerId="ADAL" clId="{8A4AC86B-8A4E-4D42-B2D3-93B0C982EBD3}" dt="2023-10-07T11:47:35.090" v="9743" actId="14100"/>
          <ac:spMkLst>
            <pc:docMk/>
            <pc:sldMk cId="2842388961" sldId="301"/>
            <ac:spMk id="2" creationId="{7086A923-B26A-B69A-2F3B-8B308F881CB9}"/>
          </ac:spMkLst>
        </pc:spChg>
        <pc:spChg chg="mod">
          <ac:chgData name="Mohammad Salman" userId="cfd6754c-e613-4f6f-bb98-36aef69d8c31" providerId="ADAL" clId="{8A4AC86B-8A4E-4D42-B2D3-93B0C982EBD3}" dt="2023-10-07T11:47:16.355" v="9739" actId="2711"/>
          <ac:spMkLst>
            <pc:docMk/>
            <pc:sldMk cId="2842388961" sldId="301"/>
            <ac:spMk id="43" creationId="{6ADB732B-3845-8AAB-F59C-460D3620F308}"/>
          </ac:spMkLst>
        </pc:spChg>
      </pc:sldChg>
      <pc:sldChg chg="addSp delSp modSp new del mod setBg modClrScheme chgLayout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982192730" sldId="302"/>
        </pc:sldMkLst>
        <pc:spChg chg="del mod ord">
          <ac:chgData name="Mohammad Salman" userId="cfd6754c-e613-4f6f-bb98-36aef69d8c31" providerId="ADAL" clId="{8A4AC86B-8A4E-4D42-B2D3-93B0C982EBD3}" dt="2023-10-08T08:05:49.997" v="9800" actId="700"/>
          <ac:spMkLst>
            <pc:docMk/>
            <pc:sldMk cId="3982192730" sldId="302"/>
            <ac:spMk id="2" creationId="{D57D4A0A-0937-8AC9-AA4E-8DE42B10CE5A}"/>
          </ac:spMkLst>
        </pc:spChg>
        <pc:spChg chg="del mod ord">
          <ac:chgData name="Mohammad Salman" userId="cfd6754c-e613-4f6f-bb98-36aef69d8c31" providerId="ADAL" clId="{8A4AC86B-8A4E-4D42-B2D3-93B0C982EBD3}" dt="2023-10-08T08:05:49.997" v="9800" actId="700"/>
          <ac:spMkLst>
            <pc:docMk/>
            <pc:sldMk cId="3982192730" sldId="302"/>
            <ac:spMk id="3" creationId="{6E74DA5C-BBC3-9400-40B3-B1AD324E6B88}"/>
          </ac:spMkLst>
        </pc:spChg>
        <pc:spChg chg="add mod ord">
          <ac:chgData name="Mohammad Salman" userId="cfd6754c-e613-4f6f-bb98-36aef69d8c31" providerId="ADAL" clId="{8A4AC86B-8A4E-4D42-B2D3-93B0C982EBD3}" dt="2023-10-08T08:06:14.697" v="9838" actId="20577"/>
          <ac:spMkLst>
            <pc:docMk/>
            <pc:sldMk cId="3982192730" sldId="302"/>
            <ac:spMk id="4" creationId="{AF9166E3-4A97-C972-6BB8-06648137B4E3}"/>
          </ac:spMkLst>
        </pc:spChg>
        <pc:spChg chg="add mod ord">
          <ac:chgData name="Mohammad Salman" userId="cfd6754c-e613-4f6f-bb98-36aef69d8c31" providerId="ADAL" clId="{8A4AC86B-8A4E-4D42-B2D3-93B0C982EBD3}" dt="2023-10-08T08:47:15.239" v="11215" actId="20577"/>
          <ac:spMkLst>
            <pc:docMk/>
            <pc:sldMk cId="3982192730" sldId="302"/>
            <ac:spMk id="5" creationId="{B0B050A5-5009-5DD6-8B06-559906381312}"/>
          </ac:spMkLst>
        </pc:spChg>
        <pc:spChg chg="add del">
          <ac:chgData name="Mohammad Salman" userId="cfd6754c-e613-4f6f-bb98-36aef69d8c31" providerId="ADAL" clId="{8A4AC86B-8A4E-4D42-B2D3-93B0C982EBD3}" dt="2023-10-08T08:57:44.563" v="11340" actId="22"/>
          <ac:spMkLst>
            <pc:docMk/>
            <pc:sldMk cId="3982192730" sldId="302"/>
            <ac:spMk id="7" creationId="{C8270F61-DFF9-4DD3-09EE-37B3CB489FFA}"/>
          </ac:spMkLst>
        </pc:spChg>
        <pc:spChg chg="add mod">
          <ac:chgData name="Mohammad Salman" userId="cfd6754c-e613-4f6f-bb98-36aef69d8c31" providerId="ADAL" clId="{8A4AC86B-8A4E-4D42-B2D3-93B0C982EBD3}" dt="2023-10-08T08:58:00.642" v="11348" actId="1076"/>
          <ac:spMkLst>
            <pc:docMk/>
            <pc:sldMk cId="3982192730" sldId="302"/>
            <ac:spMk id="9" creationId="{C147902F-BC9F-14F3-44D9-765AEBC1F4F1}"/>
          </ac:spMkLst>
        </pc:spChg>
      </pc:sldChg>
      <pc:sldChg chg="modSp new del mod">
        <pc:chgData name="Mohammad Salman" userId="cfd6754c-e613-4f6f-bb98-36aef69d8c31" providerId="ADAL" clId="{8A4AC86B-8A4E-4D42-B2D3-93B0C982EBD3}" dt="2023-10-08T08:47:36.660" v="11217" actId="47"/>
        <pc:sldMkLst>
          <pc:docMk/>
          <pc:sldMk cId="603509704" sldId="303"/>
        </pc:sldMkLst>
        <pc:spChg chg="mod">
          <ac:chgData name="Mohammad Salman" userId="cfd6754c-e613-4f6f-bb98-36aef69d8c31" providerId="ADAL" clId="{8A4AC86B-8A4E-4D42-B2D3-93B0C982EBD3}" dt="2023-10-08T08:07:42.769" v="9905" actId="20577"/>
          <ac:spMkLst>
            <pc:docMk/>
            <pc:sldMk cId="603509704" sldId="303"/>
            <ac:spMk id="2" creationId="{C8D91B47-156D-7E49-A9AE-58690EE1896D}"/>
          </ac:spMkLst>
        </pc:spChg>
        <pc:spChg chg="mod">
          <ac:chgData name="Mohammad Salman" userId="cfd6754c-e613-4f6f-bb98-36aef69d8c31" providerId="ADAL" clId="{8A4AC86B-8A4E-4D42-B2D3-93B0C982EBD3}" dt="2023-10-08T08:08:15.284" v="10077" actId="20577"/>
          <ac:spMkLst>
            <pc:docMk/>
            <pc:sldMk cId="603509704" sldId="303"/>
            <ac:spMk id="3" creationId="{A4B94589-264A-D766-4AD5-BE3861907139}"/>
          </ac:spMkLst>
        </pc:spChg>
      </pc:sldChg>
      <pc:sldChg chg="addSp delSp modSp new del mod delAnim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2372813550" sldId="304"/>
        </pc:sldMkLst>
        <pc:spChg chg="del">
          <ac:chgData name="Mohammad Salman" userId="cfd6754c-e613-4f6f-bb98-36aef69d8c31" providerId="ADAL" clId="{8A4AC86B-8A4E-4D42-B2D3-93B0C982EBD3}" dt="2023-10-08T08:08:21.979" v="10079" actId="478"/>
          <ac:spMkLst>
            <pc:docMk/>
            <pc:sldMk cId="2372813550" sldId="304"/>
            <ac:spMk id="2" creationId="{0F1F83B6-E039-F576-61A1-688029026288}"/>
          </ac:spMkLst>
        </pc:spChg>
        <pc:spChg chg="del">
          <ac:chgData name="Mohammad Salman" userId="cfd6754c-e613-4f6f-bb98-36aef69d8c31" providerId="ADAL" clId="{8A4AC86B-8A4E-4D42-B2D3-93B0C982EBD3}" dt="2023-10-08T08:08:21.979" v="10079" actId="478"/>
          <ac:spMkLst>
            <pc:docMk/>
            <pc:sldMk cId="2372813550" sldId="304"/>
            <ac:spMk id="3" creationId="{29BF8C1D-F350-9373-E65A-CF5CBA42B97A}"/>
          </ac:spMkLst>
        </pc:spChg>
        <pc:spChg chg="add mod">
          <ac:chgData name="Mohammad Salman" userId="cfd6754c-e613-4f6f-bb98-36aef69d8c31" providerId="ADAL" clId="{8A4AC86B-8A4E-4D42-B2D3-93B0C982EBD3}" dt="2023-10-08T08:39:43.281" v="10805" actId="1076"/>
          <ac:spMkLst>
            <pc:docMk/>
            <pc:sldMk cId="2372813550" sldId="304"/>
            <ac:spMk id="5" creationId="{A9F91B04-EEBB-1766-B655-3DE0E12D3534}"/>
          </ac:spMkLst>
        </pc:spChg>
        <pc:spChg chg="add mod">
          <ac:chgData name="Mohammad Salman" userId="cfd6754c-e613-4f6f-bb98-36aef69d8c31" providerId="ADAL" clId="{8A4AC86B-8A4E-4D42-B2D3-93B0C982EBD3}" dt="2023-10-08T08:25:51.186" v="10430" actId="20577"/>
          <ac:spMkLst>
            <pc:docMk/>
            <pc:sldMk cId="2372813550" sldId="304"/>
            <ac:spMk id="6" creationId="{88CD6C93-5359-F108-EC0B-86C3F991DB1D}"/>
          </ac:spMkLst>
        </pc:spChg>
        <pc:spChg chg="add mod">
          <ac:chgData name="Mohammad Salman" userId="cfd6754c-e613-4f6f-bb98-36aef69d8c31" providerId="ADAL" clId="{8A4AC86B-8A4E-4D42-B2D3-93B0C982EBD3}" dt="2023-10-08T08:29:30.781" v="10477" actId="2711"/>
          <ac:spMkLst>
            <pc:docMk/>
            <pc:sldMk cId="2372813550" sldId="304"/>
            <ac:spMk id="7" creationId="{FF096A5F-BA5F-A853-4D1A-69D587203EE3}"/>
          </ac:spMkLst>
        </pc:spChg>
        <pc:spChg chg="add mod">
          <ac:chgData name="Mohammad Salman" userId="cfd6754c-e613-4f6f-bb98-36aef69d8c31" providerId="ADAL" clId="{8A4AC86B-8A4E-4D42-B2D3-93B0C982EBD3}" dt="2023-10-08T08:29:30.781" v="10477" actId="2711"/>
          <ac:spMkLst>
            <pc:docMk/>
            <pc:sldMk cId="2372813550" sldId="304"/>
            <ac:spMk id="8" creationId="{74A89792-011C-CF0B-F569-E1676DF777A9}"/>
          </ac:spMkLst>
        </pc:spChg>
        <pc:spChg chg="add mod">
          <ac:chgData name="Mohammad Salman" userId="cfd6754c-e613-4f6f-bb98-36aef69d8c31" providerId="ADAL" clId="{8A4AC86B-8A4E-4D42-B2D3-93B0C982EBD3}" dt="2023-10-08T08:29:30.781" v="10477" actId="2711"/>
          <ac:spMkLst>
            <pc:docMk/>
            <pc:sldMk cId="2372813550" sldId="304"/>
            <ac:spMk id="9" creationId="{5DB429E6-235F-49B8-74E7-EF36DFA728C0}"/>
          </ac:spMkLst>
        </pc:spChg>
        <pc:spChg chg="add mod">
          <ac:chgData name="Mohammad Salman" userId="cfd6754c-e613-4f6f-bb98-36aef69d8c31" providerId="ADAL" clId="{8A4AC86B-8A4E-4D42-B2D3-93B0C982EBD3}" dt="2023-10-08T08:29:25.540" v="10476" actId="2711"/>
          <ac:spMkLst>
            <pc:docMk/>
            <pc:sldMk cId="2372813550" sldId="304"/>
            <ac:spMk id="10" creationId="{26099809-63B6-A545-16A6-236F9BDB8806}"/>
          </ac:spMkLst>
        </pc:spChg>
        <pc:spChg chg="add mod">
          <ac:chgData name="Mohammad Salman" userId="cfd6754c-e613-4f6f-bb98-36aef69d8c31" providerId="ADAL" clId="{8A4AC86B-8A4E-4D42-B2D3-93B0C982EBD3}" dt="2023-10-08T08:29:25.540" v="10476" actId="2711"/>
          <ac:spMkLst>
            <pc:docMk/>
            <pc:sldMk cId="2372813550" sldId="304"/>
            <ac:spMk id="11" creationId="{7E3028BA-DEA1-4434-4884-407EAA18071A}"/>
          </ac:spMkLst>
        </pc:spChg>
        <pc:spChg chg="add mod">
          <ac:chgData name="Mohammad Salman" userId="cfd6754c-e613-4f6f-bb98-36aef69d8c31" providerId="ADAL" clId="{8A4AC86B-8A4E-4D42-B2D3-93B0C982EBD3}" dt="2023-10-08T08:29:25.540" v="10476" actId="2711"/>
          <ac:spMkLst>
            <pc:docMk/>
            <pc:sldMk cId="2372813550" sldId="304"/>
            <ac:spMk id="12" creationId="{948CD6F1-FFB4-E72E-A334-3DB3C1655AED}"/>
          </ac:spMkLst>
        </pc:spChg>
        <pc:spChg chg="add del mod">
          <ac:chgData name="Mohammad Salman" userId="cfd6754c-e613-4f6f-bb98-36aef69d8c31" providerId="ADAL" clId="{8A4AC86B-8A4E-4D42-B2D3-93B0C982EBD3}" dt="2023-10-08T08:26:53.314" v="10442" actId="478"/>
          <ac:spMkLst>
            <pc:docMk/>
            <pc:sldMk cId="2372813550" sldId="304"/>
            <ac:spMk id="13" creationId="{234C3966-8D62-8600-1FBB-3A68FA1A9B6A}"/>
          </ac:spMkLst>
        </pc:spChg>
        <pc:spChg chg="add del mod">
          <ac:chgData name="Mohammad Salman" userId="cfd6754c-e613-4f6f-bb98-36aef69d8c31" providerId="ADAL" clId="{8A4AC86B-8A4E-4D42-B2D3-93B0C982EBD3}" dt="2023-10-08T08:26:55.816" v="10443" actId="478"/>
          <ac:spMkLst>
            <pc:docMk/>
            <pc:sldMk cId="2372813550" sldId="304"/>
            <ac:spMk id="14" creationId="{09EA7068-188F-0AB0-184C-06F95826613E}"/>
          </ac:spMkLst>
        </pc:spChg>
        <pc:spChg chg="add del mod">
          <ac:chgData name="Mohammad Salman" userId="cfd6754c-e613-4f6f-bb98-36aef69d8c31" providerId="ADAL" clId="{8A4AC86B-8A4E-4D42-B2D3-93B0C982EBD3}" dt="2023-10-08T08:26:53.314" v="10442" actId="478"/>
          <ac:spMkLst>
            <pc:docMk/>
            <pc:sldMk cId="2372813550" sldId="304"/>
            <ac:spMk id="15" creationId="{B98B8F79-9C5F-F80B-D1BD-997EAD0D616C}"/>
          </ac:spMkLst>
        </pc:spChg>
        <pc:spChg chg="add del mod">
          <ac:chgData name="Mohammad Salman" userId="cfd6754c-e613-4f6f-bb98-36aef69d8c31" providerId="ADAL" clId="{8A4AC86B-8A4E-4D42-B2D3-93B0C982EBD3}" dt="2023-10-08T08:26:53.314" v="10442" actId="478"/>
          <ac:spMkLst>
            <pc:docMk/>
            <pc:sldMk cId="2372813550" sldId="304"/>
            <ac:spMk id="16" creationId="{C6D2C9C1-5B05-6E41-28DD-3D05FF582E00}"/>
          </ac:spMkLst>
        </pc:spChg>
        <pc:spChg chg="add del mod">
          <ac:chgData name="Mohammad Salman" userId="cfd6754c-e613-4f6f-bb98-36aef69d8c31" providerId="ADAL" clId="{8A4AC86B-8A4E-4D42-B2D3-93B0C982EBD3}" dt="2023-10-08T08:26:55.816" v="10443" actId="478"/>
          <ac:spMkLst>
            <pc:docMk/>
            <pc:sldMk cId="2372813550" sldId="304"/>
            <ac:spMk id="17" creationId="{E02332AF-4197-F0F6-4B44-91D74A47886C}"/>
          </ac:spMkLst>
        </pc:spChg>
        <pc:spChg chg="add del mod">
          <ac:chgData name="Mohammad Salman" userId="cfd6754c-e613-4f6f-bb98-36aef69d8c31" providerId="ADAL" clId="{8A4AC86B-8A4E-4D42-B2D3-93B0C982EBD3}" dt="2023-10-08T08:26:53.314" v="10442" actId="478"/>
          <ac:spMkLst>
            <pc:docMk/>
            <pc:sldMk cId="2372813550" sldId="304"/>
            <ac:spMk id="18" creationId="{2C3305D5-E71C-565E-8F66-EAE4E879B929}"/>
          </ac:spMkLst>
        </pc:spChg>
        <pc:spChg chg="add del mod">
          <ac:chgData name="Mohammad Salman" userId="cfd6754c-e613-4f6f-bb98-36aef69d8c31" providerId="ADAL" clId="{8A4AC86B-8A4E-4D42-B2D3-93B0C982EBD3}" dt="2023-10-08T08:27:43.902" v="10452" actId="478"/>
          <ac:spMkLst>
            <pc:docMk/>
            <pc:sldMk cId="2372813550" sldId="304"/>
            <ac:spMk id="19" creationId="{DFFAB4A3-3235-013B-E39D-50480AD4B154}"/>
          </ac:spMkLst>
        </pc:spChg>
        <pc:spChg chg="add mod">
          <ac:chgData name="Mohammad Salman" userId="cfd6754c-e613-4f6f-bb98-36aef69d8c31" providerId="ADAL" clId="{8A4AC86B-8A4E-4D42-B2D3-93B0C982EBD3}" dt="2023-10-08T08:49:34.629" v="11226" actId="20577"/>
          <ac:spMkLst>
            <pc:docMk/>
            <pc:sldMk cId="2372813550" sldId="304"/>
            <ac:spMk id="20" creationId="{2927B426-6DBF-231A-E387-531F0F29E424}"/>
          </ac:spMkLst>
        </pc:spChg>
        <pc:spChg chg="add del mod">
          <ac:chgData name="Mohammad Salman" userId="cfd6754c-e613-4f6f-bb98-36aef69d8c31" providerId="ADAL" clId="{8A4AC86B-8A4E-4D42-B2D3-93B0C982EBD3}" dt="2023-10-08T08:28:25.864" v="10460" actId="478"/>
          <ac:spMkLst>
            <pc:docMk/>
            <pc:sldMk cId="2372813550" sldId="304"/>
            <ac:spMk id="21" creationId="{4C03CD3C-46F5-FA89-6B70-72B12C8A063C}"/>
          </ac:spMkLst>
        </pc:spChg>
        <pc:spChg chg="add del mod">
          <ac:chgData name="Mohammad Salman" userId="cfd6754c-e613-4f6f-bb98-36aef69d8c31" providerId="ADAL" clId="{8A4AC86B-8A4E-4D42-B2D3-93B0C982EBD3}" dt="2023-10-08T08:28:25.864" v="10460" actId="478"/>
          <ac:spMkLst>
            <pc:docMk/>
            <pc:sldMk cId="2372813550" sldId="304"/>
            <ac:spMk id="22" creationId="{4F87831C-A141-4204-D250-69FCF8447F41}"/>
          </ac:spMkLst>
        </pc:spChg>
        <pc:spChg chg="add del mod">
          <ac:chgData name="Mohammad Salman" userId="cfd6754c-e613-4f6f-bb98-36aef69d8c31" providerId="ADAL" clId="{8A4AC86B-8A4E-4D42-B2D3-93B0C982EBD3}" dt="2023-10-08T08:28:25.864" v="10460" actId="478"/>
          <ac:spMkLst>
            <pc:docMk/>
            <pc:sldMk cId="2372813550" sldId="304"/>
            <ac:spMk id="23" creationId="{93EE22F5-5D53-6E48-0155-53750EF6D1CD}"/>
          </ac:spMkLst>
        </pc:spChg>
        <pc:spChg chg="add del mod">
          <ac:chgData name="Mohammad Salman" userId="cfd6754c-e613-4f6f-bb98-36aef69d8c31" providerId="ADAL" clId="{8A4AC86B-8A4E-4D42-B2D3-93B0C982EBD3}" dt="2023-10-08T08:28:23.202" v="10459" actId="478"/>
          <ac:spMkLst>
            <pc:docMk/>
            <pc:sldMk cId="2372813550" sldId="304"/>
            <ac:spMk id="24" creationId="{7D7856B3-C300-2549-7F08-41E840C94DE6}"/>
          </ac:spMkLst>
        </pc:spChg>
        <pc:spChg chg="add mod">
          <ac:chgData name="Mohammad Salman" userId="cfd6754c-e613-4f6f-bb98-36aef69d8c31" providerId="ADAL" clId="{8A4AC86B-8A4E-4D42-B2D3-93B0C982EBD3}" dt="2023-10-08T08:28:39.336" v="10462" actId="1076"/>
          <ac:spMkLst>
            <pc:docMk/>
            <pc:sldMk cId="2372813550" sldId="304"/>
            <ac:spMk id="25" creationId="{6785418C-6B92-B2B6-AAE8-679F5C4476F6}"/>
          </ac:spMkLst>
        </pc:spChg>
        <pc:spChg chg="add mod">
          <ac:chgData name="Mohammad Salman" userId="cfd6754c-e613-4f6f-bb98-36aef69d8c31" providerId="ADAL" clId="{8A4AC86B-8A4E-4D42-B2D3-93B0C982EBD3}" dt="2023-10-08T08:29:30.781" v="10477" actId="2711"/>
          <ac:spMkLst>
            <pc:docMk/>
            <pc:sldMk cId="2372813550" sldId="304"/>
            <ac:spMk id="26" creationId="{BC5C8DF9-11E0-1764-577B-EB847B9FA27F}"/>
          </ac:spMkLst>
        </pc:spChg>
        <pc:spChg chg="add mod">
          <ac:chgData name="Mohammad Salman" userId="cfd6754c-e613-4f6f-bb98-36aef69d8c31" providerId="ADAL" clId="{8A4AC86B-8A4E-4D42-B2D3-93B0C982EBD3}" dt="2023-10-08T08:29:30.781" v="10477" actId="2711"/>
          <ac:spMkLst>
            <pc:docMk/>
            <pc:sldMk cId="2372813550" sldId="304"/>
            <ac:spMk id="27" creationId="{44F75498-F66E-D2EB-B1E1-D63538D21B52}"/>
          </ac:spMkLst>
        </pc:spChg>
        <pc:spChg chg="add mod">
          <ac:chgData name="Mohammad Salman" userId="cfd6754c-e613-4f6f-bb98-36aef69d8c31" providerId="ADAL" clId="{8A4AC86B-8A4E-4D42-B2D3-93B0C982EBD3}" dt="2023-10-08T08:29:30.781" v="10477" actId="2711"/>
          <ac:spMkLst>
            <pc:docMk/>
            <pc:sldMk cId="2372813550" sldId="304"/>
            <ac:spMk id="28" creationId="{765E9064-FF25-038E-4C54-4EDFBAE11F50}"/>
          </ac:spMkLst>
        </pc:spChg>
        <pc:spChg chg="add mod">
          <ac:chgData name="Mohammad Salman" userId="cfd6754c-e613-4f6f-bb98-36aef69d8c31" providerId="ADAL" clId="{8A4AC86B-8A4E-4D42-B2D3-93B0C982EBD3}" dt="2023-10-08T08:29:25.540" v="10476" actId="2711"/>
          <ac:spMkLst>
            <pc:docMk/>
            <pc:sldMk cId="2372813550" sldId="304"/>
            <ac:spMk id="29" creationId="{BC1B6F26-15F3-8C51-C88E-464BA07358BE}"/>
          </ac:spMkLst>
        </pc:spChg>
        <pc:spChg chg="add mod">
          <ac:chgData name="Mohammad Salman" userId="cfd6754c-e613-4f6f-bb98-36aef69d8c31" providerId="ADAL" clId="{8A4AC86B-8A4E-4D42-B2D3-93B0C982EBD3}" dt="2023-10-08T08:29:25.540" v="10476" actId="2711"/>
          <ac:spMkLst>
            <pc:docMk/>
            <pc:sldMk cId="2372813550" sldId="304"/>
            <ac:spMk id="30" creationId="{8BBC1922-EA6C-E5F4-2B8B-55BEDC4B236B}"/>
          </ac:spMkLst>
        </pc:spChg>
        <pc:spChg chg="add mod">
          <ac:chgData name="Mohammad Salman" userId="cfd6754c-e613-4f6f-bb98-36aef69d8c31" providerId="ADAL" clId="{8A4AC86B-8A4E-4D42-B2D3-93B0C982EBD3}" dt="2023-10-08T08:29:25.540" v="10476" actId="2711"/>
          <ac:spMkLst>
            <pc:docMk/>
            <pc:sldMk cId="2372813550" sldId="304"/>
            <ac:spMk id="31" creationId="{C3CB48C5-DBC1-A026-1117-EC71F2097333}"/>
          </ac:spMkLst>
        </pc:spChg>
        <pc:spChg chg="add mod">
          <ac:chgData name="Mohammad Salman" userId="cfd6754c-e613-4f6f-bb98-36aef69d8c31" providerId="ADAL" clId="{8A4AC86B-8A4E-4D42-B2D3-93B0C982EBD3}" dt="2023-10-08T08:49:42.189" v="11229" actId="1076"/>
          <ac:spMkLst>
            <pc:docMk/>
            <pc:sldMk cId="2372813550" sldId="304"/>
            <ac:spMk id="32" creationId="{FAC0BC18-DAA5-CFFB-AED0-9FAB90F7E741}"/>
          </ac:spMkLst>
        </pc:spChg>
        <pc:spChg chg="add mod">
          <ac:chgData name="Mohammad Salman" userId="cfd6754c-e613-4f6f-bb98-36aef69d8c31" providerId="ADAL" clId="{8A4AC86B-8A4E-4D42-B2D3-93B0C982EBD3}" dt="2023-10-08T08:29:08.614" v="10471" actId="688"/>
          <ac:spMkLst>
            <pc:docMk/>
            <pc:sldMk cId="2372813550" sldId="304"/>
            <ac:spMk id="33" creationId="{6781069C-A607-C04A-5E3E-F29B3DB94165}"/>
          </ac:spMkLst>
        </pc:spChg>
        <pc:spChg chg="add mod">
          <ac:chgData name="Mohammad Salman" userId="cfd6754c-e613-4f6f-bb98-36aef69d8c31" providerId="ADAL" clId="{8A4AC86B-8A4E-4D42-B2D3-93B0C982EBD3}" dt="2023-10-08T08:37:22.371" v="10605" actId="1076"/>
          <ac:spMkLst>
            <pc:docMk/>
            <pc:sldMk cId="2372813550" sldId="304"/>
            <ac:spMk id="63" creationId="{AD1A518D-036D-CD9E-C838-5FF94DA2D9F9}"/>
          </ac:spMkLst>
        </pc:spChg>
        <pc:spChg chg="add del mod">
          <ac:chgData name="Mohammad Salman" userId="cfd6754c-e613-4f6f-bb98-36aef69d8c31" providerId="ADAL" clId="{8A4AC86B-8A4E-4D42-B2D3-93B0C982EBD3}" dt="2023-10-08T08:48:52.328" v="11220" actId="478"/>
          <ac:spMkLst>
            <pc:docMk/>
            <pc:sldMk cId="2372813550" sldId="304"/>
            <ac:spMk id="68" creationId="{EDF5C67A-F195-D7B6-5018-B00DBE07A236}"/>
          </ac:spMkLst>
        </pc:spChg>
        <pc:grpChg chg="add del mod">
          <ac:chgData name="Mohammad Salman" userId="cfd6754c-e613-4f6f-bb98-36aef69d8c31" providerId="ADAL" clId="{8A4AC86B-8A4E-4D42-B2D3-93B0C982EBD3}" dt="2023-10-08T08:35:46.137" v="10575" actId="478"/>
          <ac:grpSpMkLst>
            <pc:docMk/>
            <pc:sldMk cId="2372813550" sldId="304"/>
            <ac:grpSpMk id="48" creationId="{94A0A604-484C-16F1-9A33-E976224CB4C6}"/>
          </ac:grpSpMkLst>
        </pc:grpChg>
        <pc:grpChg chg="add del mod">
          <ac:chgData name="Mohammad Salman" userId="cfd6754c-e613-4f6f-bb98-36aef69d8c31" providerId="ADAL" clId="{8A4AC86B-8A4E-4D42-B2D3-93B0C982EBD3}" dt="2023-10-08T08:35:44.873" v="10574" actId="478"/>
          <ac:grpSpMkLst>
            <pc:docMk/>
            <pc:sldMk cId="2372813550" sldId="304"/>
            <ac:grpSpMk id="49" creationId="{5885AE27-09E4-7BC2-73CE-97B8630A19E3}"/>
          </ac:grpSpMkLst>
        </pc:grpChg>
        <pc:grpChg chg="add mod">
          <ac:chgData name="Mohammad Salman" userId="cfd6754c-e613-4f6f-bb98-36aef69d8c31" providerId="ADAL" clId="{8A4AC86B-8A4E-4D42-B2D3-93B0C982EBD3}" dt="2023-10-08T08:37:22.371" v="10605" actId="1076"/>
          <ac:grpSpMkLst>
            <pc:docMk/>
            <pc:sldMk cId="2372813550" sldId="304"/>
            <ac:grpSpMk id="61" creationId="{364B19B1-B0AF-64C0-E910-C4707CE787A1}"/>
          </ac:grpSpMkLst>
        </pc:grpChg>
        <pc:grpChg chg="add mod">
          <ac:chgData name="Mohammad Salman" userId="cfd6754c-e613-4f6f-bb98-36aef69d8c31" providerId="ADAL" clId="{8A4AC86B-8A4E-4D42-B2D3-93B0C982EBD3}" dt="2023-10-08T08:51:52.583" v="11240" actId="1035"/>
          <ac:grpSpMkLst>
            <pc:docMk/>
            <pc:sldMk cId="2372813550" sldId="304"/>
            <ac:grpSpMk id="64" creationId="{60A2B765-910F-1384-0DFD-59C3D663A59C}"/>
          </ac:grpSpMkLst>
        </pc:grpChg>
        <pc:inkChg chg="add del">
          <ac:chgData name="Mohammad Salman" userId="cfd6754c-e613-4f6f-bb98-36aef69d8c31" providerId="ADAL" clId="{8A4AC86B-8A4E-4D42-B2D3-93B0C982EBD3}" dt="2023-10-08T08:33:20.608" v="10551" actId="478"/>
          <ac:inkMkLst>
            <pc:docMk/>
            <pc:sldMk cId="2372813550" sldId="304"/>
            <ac:inkMk id="43" creationId="{81BA7D84-469B-7004-AEAF-F4D7D067AA30}"/>
          </ac:inkMkLst>
        </pc:inkChg>
        <pc:inkChg chg="add del">
          <ac:chgData name="Mohammad Salman" userId="cfd6754c-e613-4f6f-bb98-36aef69d8c31" providerId="ADAL" clId="{8A4AC86B-8A4E-4D42-B2D3-93B0C982EBD3}" dt="2023-10-08T08:33:20.608" v="10551" actId="478"/>
          <ac:inkMkLst>
            <pc:docMk/>
            <pc:sldMk cId="2372813550" sldId="304"/>
            <ac:inkMk id="44" creationId="{E4ABA7FC-068B-D020-BAC2-ED89F34E3908}"/>
          </ac:inkMkLst>
        </pc:inkChg>
        <pc:inkChg chg="add del">
          <ac:chgData name="Mohammad Salman" userId="cfd6754c-e613-4f6f-bb98-36aef69d8c31" providerId="ADAL" clId="{8A4AC86B-8A4E-4D42-B2D3-93B0C982EBD3}" dt="2023-10-08T08:32:50.004" v="10545" actId="9405"/>
          <ac:inkMkLst>
            <pc:docMk/>
            <pc:sldMk cId="2372813550" sldId="304"/>
            <ac:inkMk id="45" creationId="{824AD0C9-E4AB-D956-A6E6-15074B5CA097}"/>
          </ac:inkMkLst>
        </pc:inkChg>
        <pc:inkChg chg="add mod">
          <ac:chgData name="Mohammad Salman" userId="cfd6754c-e613-4f6f-bb98-36aef69d8c31" providerId="ADAL" clId="{8A4AC86B-8A4E-4D42-B2D3-93B0C982EBD3}" dt="2023-10-08T08:33:11.922" v="10548" actId="164"/>
          <ac:inkMkLst>
            <pc:docMk/>
            <pc:sldMk cId="2372813550" sldId="304"/>
            <ac:inkMk id="46" creationId="{3F711D4E-8A5C-718D-1F4C-BC488D000EB7}"/>
          </ac:inkMkLst>
        </pc:inkChg>
        <pc:inkChg chg="add mod">
          <ac:chgData name="Mohammad Salman" userId="cfd6754c-e613-4f6f-bb98-36aef69d8c31" providerId="ADAL" clId="{8A4AC86B-8A4E-4D42-B2D3-93B0C982EBD3}" dt="2023-10-08T08:33:11.922" v="10548" actId="164"/>
          <ac:inkMkLst>
            <pc:docMk/>
            <pc:sldMk cId="2372813550" sldId="304"/>
            <ac:inkMk id="47" creationId="{A9877CAB-4B25-D9E3-DD17-67836F7D64DD}"/>
          </ac:inkMkLst>
        </pc:inkChg>
        <pc:inkChg chg="mod">
          <ac:chgData name="Mohammad Salman" userId="cfd6754c-e613-4f6f-bb98-36aef69d8c31" providerId="ADAL" clId="{8A4AC86B-8A4E-4D42-B2D3-93B0C982EBD3}" dt="2023-10-08T08:33:14.094" v="10549"/>
          <ac:inkMkLst>
            <pc:docMk/>
            <pc:sldMk cId="2372813550" sldId="304"/>
            <ac:inkMk id="50" creationId="{BA2A58A2-4845-FDBF-922D-BF2976C298AB}"/>
          </ac:inkMkLst>
        </pc:inkChg>
        <pc:inkChg chg="mod">
          <ac:chgData name="Mohammad Salman" userId="cfd6754c-e613-4f6f-bb98-36aef69d8c31" providerId="ADAL" clId="{8A4AC86B-8A4E-4D42-B2D3-93B0C982EBD3}" dt="2023-10-08T08:33:14.094" v="10549"/>
          <ac:inkMkLst>
            <pc:docMk/>
            <pc:sldMk cId="2372813550" sldId="304"/>
            <ac:inkMk id="51" creationId="{B87D06EE-DD54-4B8C-309C-720D00969F9A}"/>
          </ac:inkMkLst>
        </pc:inkChg>
        <pc:cxnChg chg="add del mod">
          <ac:chgData name="Mohammad Salman" userId="cfd6754c-e613-4f6f-bb98-36aef69d8c31" providerId="ADAL" clId="{8A4AC86B-8A4E-4D42-B2D3-93B0C982EBD3}" dt="2023-10-08T08:31:09.948" v="10507" actId="478"/>
          <ac:cxnSpMkLst>
            <pc:docMk/>
            <pc:sldMk cId="2372813550" sldId="304"/>
            <ac:cxnSpMk id="35" creationId="{A6DE8066-CBC5-65A8-458D-71E8BC99241D}"/>
          </ac:cxnSpMkLst>
        </pc:cxnChg>
        <pc:cxnChg chg="add del mod">
          <ac:chgData name="Mohammad Salman" userId="cfd6754c-e613-4f6f-bb98-36aef69d8c31" providerId="ADAL" clId="{8A4AC86B-8A4E-4D42-B2D3-93B0C982EBD3}" dt="2023-10-08T08:31:08.474" v="10506" actId="478"/>
          <ac:cxnSpMkLst>
            <pc:docMk/>
            <pc:sldMk cId="2372813550" sldId="304"/>
            <ac:cxnSpMk id="39" creationId="{23D8563E-2C86-CE97-2675-32F27D317B16}"/>
          </ac:cxnSpMkLst>
        </pc:cxnChg>
        <pc:cxnChg chg="add del mod">
          <ac:chgData name="Mohammad Salman" userId="cfd6754c-e613-4f6f-bb98-36aef69d8c31" providerId="ADAL" clId="{8A4AC86B-8A4E-4D42-B2D3-93B0C982EBD3}" dt="2023-10-08T08:32:26.552" v="10541" actId="478"/>
          <ac:cxnSpMkLst>
            <pc:docMk/>
            <pc:sldMk cId="2372813550" sldId="304"/>
            <ac:cxnSpMk id="41" creationId="{0A5C0481-EE0A-EF8F-31C8-6945C8F3655C}"/>
          </ac:cxnSpMkLst>
        </pc:cxnChg>
        <pc:cxnChg chg="add mod">
          <ac:chgData name="Mohammad Salman" userId="cfd6754c-e613-4f6f-bb98-36aef69d8c31" providerId="ADAL" clId="{8A4AC86B-8A4E-4D42-B2D3-93B0C982EBD3}" dt="2023-10-08T08:36:41.265" v="10590" actId="692"/>
          <ac:cxnSpMkLst>
            <pc:docMk/>
            <pc:sldMk cId="2372813550" sldId="304"/>
            <ac:cxnSpMk id="53" creationId="{EA902836-C797-1CFD-29F6-EE90E771F71C}"/>
          </ac:cxnSpMkLst>
        </pc:cxnChg>
        <pc:cxnChg chg="add mod">
          <ac:chgData name="Mohammad Salman" userId="cfd6754c-e613-4f6f-bb98-36aef69d8c31" providerId="ADAL" clId="{8A4AC86B-8A4E-4D42-B2D3-93B0C982EBD3}" dt="2023-10-08T08:36:41.265" v="10590" actId="692"/>
          <ac:cxnSpMkLst>
            <pc:docMk/>
            <pc:sldMk cId="2372813550" sldId="304"/>
            <ac:cxnSpMk id="55" creationId="{95B7A8F6-C3B0-5046-728D-04D108601915}"/>
          </ac:cxnSpMkLst>
        </pc:cxnChg>
        <pc:cxnChg chg="add mod">
          <ac:chgData name="Mohammad Salman" userId="cfd6754c-e613-4f6f-bb98-36aef69d8c31" providerId="ADAL" clId="{8A4AC86B-8A4E-4D42-B2D3-93B0C982EBD3}" dt="2023-10-08T08:36:41.265" v="10590" actId="692"/>
          <ac:cxnSpMkLst>
            <pc:docMk/>
            <pc:sldMk cId="2372813550" sldId="304"/>
            <ac:cxnSpMk id="56" creationId="{C7BB03BF-FCC5-8744-6DF7-E08CFFEE8C68}"/>
          </ac:cxnSpMkLst>
        </pc:cxnChg>
        <pc:cxnChg chg="mod">
          <ac:chgData name="Mohammad Salman" userId="cfd6754c-e613-4f6f-bb98-36aef69d8c31" providerId="ADAL" clId="{8A4AC86B-8A4E-4D42-B2D3-93B0C982EBD3}" dt="2023-10-08T08:48:47.252" v="11218"/>
          <ac:cxnSpMkLst>
            <pc:docMk/>
            <pc:sldMk cId="2372813550" sldId="304"/>
            <ac:cxnSpMk id="65" creationId="{2C99446B-DC8B-17FF-CFAE-562ED3DBA5A9}"/>
          </ac:cxnSpMkLst>
        </pc:cxnChg>
        <pc:cxnChg chg="mod">
          <ac:chgData name="Mohammad Salman" userId="cfd6754c-e613-4f6f-bb98-36aef69d8c31" providerId="ADAL" clId="{8A4AC86B-8A4E-4D42-B2D3-93B0C982EBD3}" dt="2023-10-08T08:48:47.252" v="11218"/>
          <ac:cxnSpMkLst>
            <pc:docMk/>
            <pc:sldMk cId="2372813550" sldId="304"/>
            <ac:cxnSpMk id="66" creationId="{57F5D9F7-40A4-0927-C3D6-4FC9E86C84E5}"/>
          </ac:cxnSpMkLst>
        </pc:cxnChg>
        <pc:cxnChg chg="mod">
          <ac:chgData name="Mohammad Salman" userId="cfd6754c-e613-4f6f-bb98-36aef69d8c31" providerId="ADAL" clId="{8A4AC86B-8A4E-4D42-B2D3-93B0C982EBD3}" dt="2023-10-08T08:48:47.252" v="11218"/>
          <ac:cxnSpMkLst>
            <pc:docMk/>
            <pc:sldMk cId="2372813550" sldId="304"/>
            <ac:cxnSpMk id="67" creationId="{8C901472-9F7F-F685-F89B-F43B69C41640}"/>
          </ac:cxnSpMkLst>
        </pc:cxnChg>
      </pc:sldChg>
      <pc:sldChg chg="addSp delSp modSp add del mod delAnim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600619283" sldId="305"/>
        </pc:sldMkLst>
        <pc:spChg chg="add mod">
          <ac:chgData name="Mohammad Salman" userId="cfd6754c-e613-4f6f-bb98-36aef69d8c31" providerId="ADAL" clId="{8A4AC86B-8A4E-4D42-B2D3-93B0C982EBD3}" dt="2023-10-08T08:40:25.800" v="10811" actId="1076"/>
          <ac:spMkLst>
            <pc:docMk/>
            <pc:sldMk cId="600619283" sldId="305"/>
            <ac:spMk id="2" creationId="{F55F39E0-7CC6-E477-9602-29CBCEE44694}"/>
          </ac:spMkLst>
        </pc:spChg>
        <pc:spChg chg="add mod">
          <ac:chgData name="Mohammad Salman" userId="cfd6754c-e613-4f6f-bb98-36aef69d8c31" providerId="ADAL" clId="{8A4AC86B-8A4E-4D42-B2D3-93B0C982EBD3}" dt="2023-10-08T08:40:25.800" v="10811" actId="1076"/>
          <ac:spMkLst>
            <pc:docMk/>
            <pc:sldMk cId="600619283" sldId="305"/>
            <ac:spMk id="3" creationId="{0EC9021F-9C4D-C08E-3E2E-446E29B06E8E}"/>
          </ac:spMkLst>
        </pc:spChg>
        <pc:spChg chg="add mod">
          <ac:chgData name="Mohammad Salman" userId="cfd6754c-e613-4f6f-bb98-36aef69d8c31" providerId="ADAL" clId="{8A4AC86B-8A4E-4D42-B2D3-93B0C982EBD3}" dt="2023-10-08T08:40:25.800" v="10811" actId="1076"/>
          <ac:spMkLst>
            <pc:docMk/>
            <pc:sldMk cId="600619283" sldId="305"/>
            <ac:spMk id="4" creationId="{0A147632-70C8-0054-BE1A-3A8D09FE0A27}"/>
          </ac:spMkLst>
        </pc:spChg>
        <pc:spChg chg="mod">
          <ac:chgData name="Mohammad Salman" userId="cfd6754c-e613-4f6f-bb98-36aef69d8c31" providerId="ADAL" clId="{8A4AC86B-8A4E-4D42-B2D3-93B0C982EBD3}" dt="2023-10-08T08:39:38.453" v="10804" actId="1076"/>
          <ac:spMkLst>
            <pc:docMk/>
            <pc:sldMk cId="600619283" sldId="305"/>
            <ac:spMk id="5" creationId="{A9F91B04-EEBB-1766-B655-3DE0E12D3534}"/>
          </ac:spMkLst>
        </pc:spChg>
        <pc:spChg chg="mod">
          <ac:chgData name="Mohammad Salman" userId="cfd6754c-e613-4f6f-bb98-36aef69d8c31" providerId="ADAL" clId="{8A4AC86B-8A4E-4D42-B2D3-93B0C982EBD3}" dt="2023-10-08T08:39:00.473" v="10802" actId="20577"/>
          <ac:spMkLst>
            <pc:docMk/>
            <pc:sldMk cId="600619283" sldId="305"/>
            <ac:spMk id="6" creationId="{88CD6C93-5359-F108-EC0B-86C3F991DB1D}"/>
          </ac:spMkLst>
        </pc:spChg>
        <pc:spChg chg="del">
          <ac:chgData name="Mohammad Salman" userId="cfd6754c-e613-4f6f-bb98-36aef69d8c31" providerId="ADAL" clId="{8A4AC86B-8A4E-4D42-B2D3-93B0C982EBD3}" dt="2023-10-08T08:40:16.973" v="10808" actId="478"/>
          <ac:spMkLst>
            <pc:docMk/>
            <pc:sldMk cId="600619283" sldId="305"/>
            <ac:spMk id="10" creationId="{26099809-63B6-A545-16A6-236F9BDB8806}"/>
          </ac:spMkLst>
        </pc:spChg>
        <pc:spChg chg="del">
          <ac:chgData name="Mohammad Salman" userId="cfd6754c-e613-4f6f-bb98-36aef69d8c31" providerId="ADAL" clId="{8A4AC86B-8A4E-4D42-B2D3-93B0C982EBD3}" dt="2023-10-08T08:40:16.973" v="10808" actId="478"/>
          <ac:spMkLst>
            <pc:docMk/>
            <pc:sldMk cId="600619283" sldId="305"/>
            <ac:spMk id="11" creationId="{7E3028BA-DEA1-4434-4884-407EAA18071A}"/>
          </ac:spMkLst>
        </pc:spChg>
        <pc:spChg chg="del">
          <ac:chgData name="Mohammad Salman" userId="cfd6754c-e613-4f6f-bb98-36aef69d8c31" providerId="ADAL" clId="{8A4AC86B-8A4E-4D42-B2D3-93B0C982EBD3}" dt="2023-10-08T08:40:18.705" v="10809" actId="478"/>
          <ac:spMkLst>
            <pc:docMk/>
            <pc:sldMk cId="600619283" sldId="305"/>
            <ac:spMk id="12" creationId="{948CD6F1-FFB4-E72E-A334-3DB3C1655AED}"/>
          </ac:spMkLst>
        </pc:spChg>
        <pc:spChg chg="add mod">
          <ac:chgData name="Mohammad Salman" userId="cfd6754c-e613-4f6f-bb98-36aef69d8c31" providerId="ADAL" clId="{8A4AC86B-8A4E-4D42-B2D3-93B0C982EBD3}" dt="2023-10-08T08:40:48.497" v="10819" actId="1076"/>
          <ac:spMkLst>
            <pc:docMk/>
            <pc:sldMk cId="600619283" sldId="305"/>
            <ac:spMk id="13" creationId="{4BCBE7AB-6118-7839-2C7C-72620D0732A2}"/>
          </ac:spMkLst>
        </pc:spChg>
        <pc:spChg chg="add mod">
          <ac:chgData name="Mohammad Salman" userId="cfd6754c-e613-4f6f-bb98-36aef69d8c31" providerId="ADAL" clId="{8A4AC86B-8A4E-4D42-B2D3-93B0C982EBD3}" dt="2023-10-08T08:41:22.261" v="10825" actId="20577"/>
          <ac:spMkLst>
            <pc:docMk/>
            <pc:sldMk cId="600619283" sldId="305"/>
            <ac:spMk id="14" creationId="{857EC866-5EDC-7C23-66E6-A590B4E5C9DA}"/>
          </ac:spMkLst>
        </pc:spChg>
        <pc:spChg chg="add mod">
          <ac:chgData name="Mohammad Salman" userId="cfd6754c-e613-4f6f-bb98-36aef69d8c31" providerId="ADAL" clId="{8A4AC86B-8A4E-4D42-B2D3-93B0C982EBD3}" dt="2023-10-08T08:41:19.617" v="10823" actId="1076"/>
          <ac:spMkLst>
            <pc:docMk/>
            <pc:sldMk cId="600619283" sldId="305"/>
            <ac:spMk id="15" creationId="{60578FB3-1371-BFBB-E5A4-3B5FDB1F9532}"/>
          </ac:spMkLst>
        </pc:spChg>
        <pc:spChg chg="add mod">
          <ac:chgData name="Mohammad Salman" userId="cfd6754c-e613-4f6f-bb98-36aef69d8c31" providerId="ADAL" clId="{8A4AC86B-8A4E-4D42-B2D3-93B0C982EBD3}" dt="2023-10-08T08:41:19.617" v="10823" actId="1076"/>
          <ac:spMkLst>
            <pc:docMk/>
            <pc:sldMk cId="600619283" sldId="305"/>
            <ac:spMk id="16" creationId="{8CAF9DAF-6FF9-EB1C-7E9E-7372831C4283}"/>
          </ac:spMkLst>
        </pc:spChg>
        <pc:spChg chg="add mod">
          <ac:chgData name="Mohammad Salman" userId="cfd6754c-e613-4f6f-bb98-36aef69d8c31" providerId="ADAL" clId="{8A4AC86B-8A4E-4D42-B2D3-93B0C982EBD3}" dt="2023-10-08T08:41:19.617" v="10823" actId="1076"/>
          <ac:spMkLst>
            <pc:docMk/>
            <pc:sldMk cId="600619283" sldId="305"/>
            <ac:spMk id="17" creationId="{78396159-54F6-CE06-4A8A-E7160F4877CF}"/>
          </ac:spMkLst>
        </pc:spChg>
        <pc:spChg chg="add mod">
          <ac:chgData name="Mohammad Salman" userId="cfd6754c-e613-4f6f-bb98-36aef69d8c31" providerId="ADAL" clId="{8A4AC86B-8A4E-4D42-B2D3-93B0C982EBD3}" dt="2023-10-08T08:54:47.437" v="11283" actId="1076"/>
          <ac:spMkLst>
            <pc:docMk/>
            <pc:sldMk cId="600619283" sldId="305"/>
            <ac:spMk id="23" creationId="{8D37BF3D-E436-1DBC-2446-5452A27BD03D}"/>
          </ac:spMkLst>
        </pc:spChg>
        <pc:spChg chg="del">
          <ac:chgData name="Mohammad Salman" userId="cfd6754c-e613-4f6f-bb98-36aef69d8c31" providerId="ADAL" clId="{8A4AC86B-8A4E-4D42-B2D3-93B0C982EBD3}" dt="2023-10-08T08:41:25.905" v="10826" actId="478"/>
          <ac:spMkLst>
            <pc:docMk/>
            <pc:sldMk cId="600619283" sldId="305"/>
            <ac:spMk id="26" creationId="{BC5C8DF9-11E0-1764-577B-EB847B9FA27F}"/>
          </ac:spMkLst>
        </pc:spChg>
        <pc:spChg chg="del">
          <ac:chgData name="Mohammad Salman" userId="cfd6754c-e613-4f6f-bb98-36aef69d8c31" providerId="ADAL" clId="{8A4AC86B-8A4E-4D42-B2D3-93B0C982EBD3}" dt="2023-10-08T08:41:25.905" v="10826" actId="478"/>
          <ac:spMkLst>
            <pc:docMk/>
            <pc:sldMk cId="600619283" sldId="305"/>
            <ac:spMk id="27" creationId="{44F75498-F66E-D2EB-B1E1-D63538D21B52}"/>
          </ac:spMkLst>
        </pc:spChg>
        <pc:spChg chg="del">
          <ac:chgData name="Mohammad Salman" userId="cfd6754c-e613-4f6f-bb98-36aef69d8c31" providerId="ADAL" clId="{8A4AC86B-8A4E-4D42-B2D3-93B0C982EBD3}" dt="2023-10-08T08:41:25.905" v="10826" actId="478"/>
          <ac:spMkLst>
            <pc:docMk/>
            <pc:sldMk cId="600619283" sldId="305"/>
            <ac:spMk id="28" creationId="{765E9064-FF25-038E-4C54-4EDFBAE11F50}"/>
          </ac:spMkLst>
        </pc:spChg>
        <pc:spChg chg="del">
          <ac:chgData name="Mohammad Salman" userId="cfd6754c-e613-4f6f-bb98-36aef69d8c31" providerId="ADAL" clId="{8A4AC86B-8A4E-4D42-B2D3-93B0C982EBD3}" dt="2023-10-08T08:41:04.276" v="10821" actId="478"/>
          <ac:spMkLst>
            <pc:docMk/>
            <pc:sldMk cId="600619283" sldId="305"/>
            <ac:spMk id="29" creationId="{BC1B6F26-15F3-8C51-C88E-464BA07358BE}"/>
          </ac:spMkLst>
        </pc:spChg>
        <pc:spChg chg="del">
          <ac:chgData name="Mohammad Salman" userId="cfd6754c-e613-4f6f-bb98-36aef69d8c31" providerId="ADAL" clId="{8A4AC86B-8A4E-4D42-B2D3-93B0C982EBD3}" dt="2023-10-08T08:41:04.276" v="10821" actId="478"/>
          <ac:spMkLst>
            <pc:docMk/>
            <pc:sldMk cId="600619283" sldId="305"/>
            <ac:spMk id="30" creationId="{8BBC1922-EA6C-E5F4-2B8B-55BEDC4B236B}"/>
          </ac:spMkLst>
        </pc:spChg>
        <pc:spChg chg="del">
          <ac:chgData name="Mohammad Salman" userId="cfd6754c-e613-4f6f-bb98-36aef69d8c31" providerId="ADAL" clId="{8A4AC86B-8A4E-4D42-B2D3-93B0C982EBD3}" dt="2023-10-08T08:41:04.276" v="10821" actId="478"/>
          <ac:spMkLst>
            <pc:docMk/>
            <pc:sldMk cId="600619283" sldId="305"/>
            <ac:spMk id="31" creationId="{C3CB48C5-DBC1-A026-1117-EC71F2097333}"/>
          </ac:spMkLst>
        </pc:spChg>
        <pc:spChg chg="del">
          <ac:chgData name="Mohammad Salman" userId="cfd6754c-e613-4f6f-bb98-36aef69d8c31" providerId="ADAL" clId="{8A4AC86B-8A4E-4D42-B2D3-93B0C982EBD3}" dt="2023-10-08T08:41:01.006" v="10820" actId="478"/>
          <ac:spMkLst>
            <pc:docMk/>
            <pc:sldMk cId="600619283" sldId="305"/>
            <ac:spMk id="32" creationId="{FAC0BC18-DAA5-CFFB-AED0-9FAB90F7E741}"/>
          </ac:spMkLst>
        </pc:spChg>
        <pc:spChg chg="del">
          <ac:chgData name="Mohammad Salman" userId="cfd6754c-e613-4f6f-bb98-36aef69d8c31" providerId="ADAL" clId="{8A4AC86B-8A4E-4D42-B2D3-93B0C982EBD3}" dt="2023-10-08T08:41:01.006" v="10820" actId="478"/>
          <ac:spMkLst>
            <pc:docMk/>
            <pc:sldMk cId="600619283" sldId="305"/>
            <ac:spMk id="33" creationId="{6781069C-A607-C04A-5E3E-F29B3DB94165}"/>
          </ac:spMkLst>
        </pc:spChg>
        <pc:spChg chg="del">
          <ac:chgData name="Mohammad Salman" userId="cfd6754c-e613-4f6f-bb98-36aef69d8c31" providerId="ADAL" clId="{8A4AC86B-8A4E-4D42-B2D3-93B0C982EBD3}" dt="2023-10-08T08:39:49.141" v="10807" actId="478"/>
          <ac:spMkLst>
            <pc:docMk/>
            <pc:sldMk cId="600619283" sldId="305"/>
            <ac:spMk id="63" creationId="{AD1A518D-036D-CD9E-C838-5FF94DA2D9F9}"/>
          </ac:spMkLst>
        </pc:spChg>
        <pc:grpChg chg="add mod">
          <ac:chgData name="Mohammad Salman" userId="cfd6754c-e613-4f6f-bb98-36aef69d8c31" providerId="ADAL" clId="{8A4AC86B-8A4E-4D42-B2D3-93B0C982EBD3}" dt="2023-10-08T08:54:06.859" v="11253" actId="14100"/>
          <ac:grpSpMkLst>
            <pc:docMk/>
            <pc:sldMk cId="600619283" sldId="305"/>
            <ac:grpSpMk id="18" creationId="{F85E54F3-8FFB-11AB-43FB-C093C67F9390}"/>
          </ac:grpSpMkLst>
        </pc:grpChg>
        <pc:grpChg chg="del">
          <ac:chgData name="Mohammad Salman" userId="cfd6754c-e613-4f6f-bb98-36aef69d8c31" providerId="ADAL" clId="{8A4AC86B-8A4E-4D42-B2D3-93B0C982EBD3}" dt="2023-10-08T08:39:48.202" v="10806" actId="478"/>
          <ac:grpSpMkLst>
            <pc:docMk/>
            <pc:sldMk cId="600619283" sldId="305"/>
            <ac:grpSpMk id="61" creationId="{364B19B1-B0AF-64C0-E910-C4707CE787A1}"/>
          </ac:grpSpMkLst>
        </pc:grpChg>
        <pc:cxnChg chg="mod">
          <ac:chgData name="Mohammad Salman" userId="cfd6754c-e613-4f6f-bb98-36aef69d8c31" providerId="ADAL" clId="{8A4AC86B-8A4E-4D42-B2D3-93B0C982EBD3}" dt="2023-10-08T08:54:15.076" v="11254" actId="14100"/>
          <ac:cxnSpMkLst>
            <pc:docMk/>
            <pc:sldMk cId="600619283" sldId="305"/>
            <ac:cxnSpMk id="19" creationId="{AA0BB9AF-629C-797F-8C02-57197374DC94}"/>
          </ac:cxnSpMkLst>
        </pc:cxnChg>
        <pc:cxnChg chg="mod">
          <ac:chgData name="Mohammad Salman" userId="cfd6754c-e613-4f6f-bb98-36aef69d8c31" providerId="ADAL" clId="{8A4AC86B-8A4E-4D42-B2D3-93B0C982EBD3}" dt="2023-10-08T08:53:53.792" v="11250"/>
          <ac:cxnSpMkLst>
            <pc:docMk/>
            <pc:sldMk cId="600619283" sldId="305"/>
            <ac:cxnSpMk id="21" creationId="{22EDA9AA-B289-5BDF-0A4F-0178DCF36600}"/>
          </ac:cxnSpMkLst>
        </pc:cxnChg>
        <pc:cxnChg chg="mod">
          <ac:chgData name="Mohammad Salman" userId="cfd6754c-e613-4f6f-bb98-36aef69d8c31" providerId="ADAL" clId="{8A4AC86B-8A4E-4D42-B2D3-93B0C982EBD3}" dt="2023-10-08T08:53:53.792" v="11250"/>
          <ac:cxnSpMkLst>
            <pc:docMk/>
            <pc:sldMk cId="600619283" sldId="305"/>
            <ac:cxnSpMk id="22" creationId="{6A68EE8F-9E50-BEAC-4141-49DF1678E660}"/>
          </ac:cxnSpMkLst>
        </pc:cxnChg>
      </pc:sldChg>
      <pc:sldChg chg="addSp delSp 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1342243198" sldId="306"/>
        </pc:sldMkLst>
        <pc:spChg chg="del">
          <ac:chgData name="Mohammad Salman" userId="cfd6754c-e613-4f6f-bb98-36aef69d8c31" providerId="ADAL" clId="{8A4AC86B-8A4E-4D42-B2D3-93B0C982EBD3}" dt="2023-10-08T08:44:04.266" v="10910" actId="478"/>
          <ac:spMkLst>
            <pc:docMk/>
            <pc:sldMk cId="1342243198" sldId="306"/>
            <ac:spMk id="2" creationId="{F55F39E0-7CC6-E477-9602-29CBCEE44694}"/>
          </ac:spMkLst>
        </pc:spChg>
        <pc:spChg chg="del">
          <ac:chgData name="Mohammad Salman" userId="cfd6754c-e613-4f6f-bb98-36aef69d8c31" providerId="ADAL" clId="{8A4AC86B-8A4E-4D42-B2D3-93B0C982EBD3}" dt="2023-10-08T08:44:04.266" v="10910" actId="478"/>
          <ac:spMkLst>
            <pc:docMk/>
            <pc:sldMk cId="1342243198" sldId="306"/>
            <ac:spMk id="3" creationId="{0EC9021F-9C4D-C08E-3E2E-446E29B06E8E}"/>
          </ac:spMkLst>
        </pc:spChg>
        <pc:spChg chg="del">
          <ac:chgData name="Mohammad Salman" userId="cfd6754c-e613-4f6f-bb98-36aef69d8c31" providerId="ADAL" clId="{8A4AC86B-8A4E-4D42-B2D3-93B0C982EBD3}" dt="2023-10-08T08:44:04.266" v="10910" actId="478"/>
          <ac:spMkLst>
            <pc:docMk/>
            <pc:sldMk cId="1342243198" sldId="306"/>
            <ac:spMk id="4" creationId="{0A147632-70C8-0054-BE1A-3A8D09FE0A27}"/>
          </ac:spMkLst>
        </pc:spChg>
        <pc:spChg chg="mod">
          <ac:chgData name="Mohammad Salman" userId="cfd6754c-e613-4f6f-bb98-36aef69d8c31" providerId="ADAL" clId="{8A4AC86B-8A4E-4D42-B2D3-93B0C982EBD3}" dt="2023-10-08T08:43:49.095" v="10909"/>
          <ac:spMkLst>
            <pc:docMk/>
            <pc:sldMk cId="1342243198" sldId="306"/>
            <ac:spMk id="5" creationId="{A9F91B04-EEBB-1766-B655-3DE0E12D3534}"/>
          </ac:spMkLst>
        </pc:spChg>
        <pc:spChg chg="mod">
          <ac:chgData name="Mohammad Salman" userId="cfd6754c-e613-4f6f-bb98-36aef69d8c31" providerId="ADAL" clId="{8A4AC86B-8A4E-4D42-B2D3-93B0C982EBD3}" dt="2023-10-08T08:43:35.455" v="10908"/>
          <ac:spMkLst>
            <pc:docMk/>
            <pc:sldMk cId="1342243198" sldId="306"/>
            <ac:spMk id="6" creationId="{88CD6C93-5359-F108-EC0B-86C3F991DB1D}"/>
          </ac:spMkLst>
        </pc:spChg>
        <pc:spChg chg="add mod">
          <ac:chgData name="Mohammad Salman" userId="cfd6754c-e613-4f6f-bb98-36aef69d8c31" providerId="ADAL" clId="{8A4AC86B-8A4E-4D42-B2D3-93B0C982EBD3}" dt="2023-10-08T08:44:16.312" v="10916" actId="20577"/>
          <ac:spMkLst>
            <pc:docMk/>
            <pc:sldMk cId="1342243198" sldId="306"/>
            <ac:spMk id="10" creationId="{1542E52E-0274-3EF4-E568-3BA77B29D528}"/>
          </ac:spMkLst>
        </pc:spChg>
        <pc:spChg chg="add mod">
          <ac:chgData name="Mohammad Salman" userId="cfd6754c-e613-4f6f-bb98-36aef69d8c31" providerId="ADAL" clId="{8A4AC86B-8A4E-4D42-B2D3-93B0C982EBD3}" dt="2023-10-08T08:44:10.028" v="10911"/>
          <ac:spMkLst>
            <pc:docMk/>
            <pc:sldMk cId="1342243198" sldId="306"/>
            <ac:spMk id="11" creationId="{4ED21C53-A7A0-A834-0C58-473024C357F7}"/>
          </ac:spMkLst>
        </pc:spChg>
        <pc:spChg chg="add mod">
          <ac:chgData name="Mohammad Salman" userId="cfd6754c-e613-4f6f-bb98-36aef69d8c31" providerId="ADAL" clId="{8A4AC86B-8A4E-4D42-B2D3-93B0C982EBD3}" dt="2023-10-08T08:44:10.028" v="10911"/>
          <ac:spMkLst>
            <pc:docMk/>
            <pc:sldMk cId="1342243198" sldId="306"/>
            <ac:spMk id="12" creationId="{42C8B0CE-1CA8-68B0-ECCB-684C1B71955C}"/>
          </ac:spMkLst>
        </pc:spChg>
        <pc:spChg chg="del">
          <ac:chgData name="Mohammad Salman" userId="cfd6754c-e613-4f6f-bb98-36aef69d8c31" providerId="ADAL" clId="{8A4AC86B-8A4E-4D42-B2D3-93B0C982EBD3}" dt="2023-10-08T08:44:04.266" v="10910" actId="478"/>
          <ac:spMkLst>
            <pc:docMk/>
            <pc:sldMk cId="1342243198" sldId="306"/>
            <ac:spMk id="13" creationId="{4BCBE7AB-6118-7839-2C7C-72620D0732A2}"/>
          </ac:spMkLst>
        </pc:spChg>
        <pc:spChg chg="del">
          <ac:chgData name="Mohammad Salman" userId="cfd6754c-e613-4f6f-bb98-36aef69d8c31" providerId="ADAL" clId="{8A4AC86B-8A4E-4D42-B2D3-93B0C982EBD3}" dt="2023-10-08T08:44:04.266" v="10910" actId="478"/>
          <ac:spMkLst>
            <pc:docMk/>
            <pc:sldMk cId="1342243198" sldId="306"/>
            <ac:spMk id="14" creationId="{857EC866-5EDC-7C23-66E6-A590B4E5C9DA}"/>
          </ac:spMkLst>
        </pc:spChg>
        <pc:spChg chg="del">
          <ac:chgData name="Mohammad Salman" userId="cfd6754c-e613-4f6f-bb98-36aef69d8c31" providerId="ADAL" clId="{8A4AC86B-8A4E-4D42-B2D3-93B0C982EBD3}" dt="2023-10-08T08:44:04.266" v="10910" actId="478"/>
          <ac:spMkLst>
            <pc:docMk/>
            <pc:sldMk cId="1342243198" sldId="306"/>
            <ac:spMk id="15" creationId="{60578FB3-1371-BFBB-E5A4-3B5FDB1F9532}"/>
          </ac:spMkLst>
        </pc:spChg>
        <pc:spChg chg="del">
          <ac:chgData name="Mohammad Salman" userId="cfd6754c-e613-4f6f-bb98-36aef69d8c31" providerId="ADAL" clId="{8A4AC86B-8A4E-4D42-B2D3-93B0C982EBD3}" dt="2023-10-08T08:44:04.266" v="10910" actId="478"/>
          <ac:spMkLst>
            <pc:docMk/>
            <pc:sldMk cId="1342243198" sldId="306"/>
            <ac:spMk id="16" creationId="{8CAF9DAF-6FF9-EB1C-7E9E-7372831C4283}"/>
          </ac:spMkLst>
        </pc:spChg>
        <pc:spChg chg="del">
          <ac:chgData name="Mohammad Salman" userId="cfd6754c-e613-4f6f-bb98-36aef69d8c31" providerId="ADAL" clId="{8A4AC86B-8A4E-4D42-B2D3-93B0C982EBD3}" dt="2023-10-08T08:44:04.266" v="10910" actId="478"/>
          <ac:spMkLst>
            <pc:docMk/>
            <pc:sldMk cId="1342243198" sldId="306"/>
            <ac:spMk id="17" creationId="{78396159-54F6-CE06-4A8A-E7160F4877CF}"/>
          </ac:spMkLst>
        </pc:spChg>
        <pc:spChg chg="add mod">
          <ac:chgData name="Mohammad Salman" userId="cfd6754c-e613-4f6f-bb98-36aef69d8c31" providerId="ADAL" clId="{8A4AC86B-8A4E-4D42-B2D3-93B0C982EBD3}" dt="2023-10-08T08:46:42.487" v="11136" actId="114"/>
          <ac:spMkLst>
            <pc:docMk/>
            <pc:sldMk cId="1342243198" sldId="306"/>
            <ac:spMk id="18" creationId="{68113F74-F6BD-D37F-332F-B993B0F99CD0}"/>
          </ac:spMkLst>
        </pc:spChg>
        <pc:spChg chg="add mod">
          <ac:chgData name="Mohammad Salman" userId="cfd6754c-e613-4f6f-bb98-36aef69d8c31" providerId="ADAL" clId="{8A4AC86B-8A4E-4D42-B2D3-93B0C982EBD3}" dt="2023-10-08T08:56:40.024" v="11334" actId="1076"/>
          <ac:spMkLst>
            <pc:docMk/>
            <pc:sldMk cId="1342243198" sldId="306"/>
            <ac:spMk id="24" creationId="{29912C95-A218-07BD-1E35-D434CC483F04}"/>
          </ac:spMkLst>
        </pc:spChg>
        <pc:grpChg chg="add mod">
          <ac:chgData name="Mohammad Salman" userId="cfd6754c-e613-4f6f-bb98-36aef69d8c31" providerId="ADAL" clId="{8A4AC86B-8A4E-4D42-B2D3-93B0C982EBD3}" dt="2023-10-08T08:55:03.273" v="11285" actId="1076"/>
          <ac:grpSpMkLst>
            <pc:docMk/>
            <pc:sldMk cId="1342243198" sldId="306"/>
            <ac:grpSpMk id="19" creationId="{AF178A66-8DF0-E805-C134-3605B24EA47A}"/>
          </ac:grpSpMkLst>
        </pc:grpChg>
        <pc:cxnChg chg="mod">
          <ac:chgData name="Mohammad Salman" userId="cfd6754c-e613-4f6f-bb98-36aef69d8c31" providerId="ADAL" clId="{8A4AC86B-8A4E-4D42-B2D3-93B0C982EBD3}" dt="2023-10-08T08:54:58.945" v="11284"/>
          <ac:cxnSpMkLst>
            <pc:docMk/>
            <pc:sldMk cId="1342243198" sldId="306"/>
            <ac:cxnSpMk id="21" creationId="{15B60CED-7A61-AAF2-6D25-8534CA07CD82}"/>
          </ac:cxnSpMkLst>
        </pc:cxnChg>
        <pc:cxnChg chg="mod">
          <ac:chgData name="Mohammad Salman" userId="cfd6754c-e613-4f6f-bb98-36aef69d8c31" providerId="ADAL" clId="{8A4AC86B-8A4E-4D42-B2D3-93B0C982EBD3}" dt="2023-10-08T08:54:58.945" v="11284"/>
          <ac:cxnSpMkLst>
            <pc:docMk/>
            <pc:sldMk cId="1342243198" sldId="306"/>
            <ac:cxnSpMk id="22" creationId="{E9EAD551-4D99-03BA-9DEC-64F64A2BC051}"/>
          </ac:cxnSpMkLst>
        </pc:cxnChg>
        <pc:cxnChg chg="mod">
          <ac:chgData name="Mohammad Salman" userId="cfd6754c-e613-4f6f-bb98-36aef69d8c31" providerId="ADAL" clId="{8A4AC86B-8A4E-4D42-B2D3-93B0C982EBD3}" dt="2023-10-08T08:54:58.945" v="11284"/>
          <ac:cxnSpMkLst>
            <pc:docMk/>
            <pc:sldMk cId="1342243198" sldId="306"/>
            <ac:cxnSpMk id="23" creationId="{3F0BB300-5538-4D28-3B04-AB49DB95172E}"/>
          </ac:cxnSpMkLst>
        </pc:cxnChg>
      </pc:sldChg>
      <pc:sldChg chg="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1265223814" sldId="307"/>
        </pc:sldMkLst>
        <pc:spChg chg="mod">
          <ac:chgData name="Mohammad Salman" userId="cfd6754c-e613-4f6f-bb98-36aef69d8c31" providerId="ADAL" clId="{8A4AC86B-8A4E-4D42-B2D3-93B0C982EBD3}" dt="2023-10-08T09:19:30.547" v="12421" actId="113"/>
          <ac:spMkLst>
            <pc:docMk/>
            <pc:sldMk cId="1265223814" sldId="307"/>
            <ac:spMk id="3" creationId="{A4B94589-264A-D766-4AD5-BE3861907139}"/>
          </ac:spMkLst>
        </pc:spChg>
      </pc:sldChg>
      <pc:sldChg chg="addSp delSp 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424485223" sldId="308"/>
        </pc:sldMkLst>
        <pc:spChg chg="add mod">
          <ac:chgData name="Mohammad Salman" userId="cfd6754c-e613-4f6f-bb98-36aef69d8c31" providerId="ADAL" clId="{8A4AC86B-8A4E-4D42-B2D3-93B0C982EBD3}" dt="2023-10-08T09:01:01.722" v="11586" actId="20577"/>
          <ac:spMkLst>
            <pc:docMk/>
            <pc:sldMk cId="3424485223" sldId="308"/>
            <ac:spMk id="2" creationId="{094D78B5-CF19-9504-0345-83656C3DAF4E}"/>
          </ac:spMkLst>
        </pc:spChg>
        <pc:spChg chg="add mod">
          <ac:chgData name="Mohammad Salman" userId="cfd6754c-e613-4f6f-bb98-36aef69d8c31" providerId="ADAL" clId="{8A4AC86B-8A4E-4D42-B2D3-93B0C982EBD3}" dt="2023-10-08T09:03:19.266" v="11697" actId="1076"/>
          <ac:spMkLst>
            <pc:docMk/>
            <pc:sldMk cId="3424485223" sldId="308"/>
            <ac:spMk id="3" creationId="{E57397A7-BCC8-A75F-7EFA-8512B6742330}"/>
          </ac:spMkLst>
        </pc:spChg>
        <pc:spChg chg="del mod">
          <ac:chgData name="Mohammad Salman" userId="cfd6754c-e613-4f6f-bb98-36aef69d8c31" providerId="ADAL" clId="{8A4AC86B-8A4E-4D42-B2D3-93B0C982EBD3}" dt="2023-10-08T09:01:35.815" v="11597" actId="478"/>
          <ac:spMkLst>
            <pc:docMk/>
            <pc:sldMk cId="3424485223" sldId="308"/>
            <ac:spMk id="6" creationId="{88CD6C93-5359-F108-EC0B-86C3F991DB1D}"/>
          </ac:spMkLst>
        </pc:spChg>
      </pc:sldChg>
      <pc:sldChg chg="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11637959" sldId="309"/>
        </pc:sldMkLst>
        <pc:spChg chg="mod">
          <ac:chgData name="Mohammad Salman" userId="cfd6754c-e613-4f6f-bb98-36aef69d8c31" providerId="ADAL" clId="{8A4AC86B-8A4E-4D42-B2D3-93B0C982EBD3}" dt="2023-10-08T09:09:03.866" v="11863" actId="1036"/>
          <ac:spMkLst>
            <pc:docMk/>
            <pc:sldMk cId="311637959" sldId="309"/>
            <ac:spMk id="2" creationId="{094D78B5-CF19-9504-0345-83656C3DAF4E}"/>
          </ac:spMkLst>
        </pc:spChg>
        <pc:spChg chg="mod">
          <ac:chgData name="Mohammad Salman" userId="cfd6754c-e613-4f6f-bb98-36aef69d8c31" providerId="ADAL" clId="{8A4AC86B-8A4E-4D42-B2D3-93B0C982EBD3}" dt="2023-10-08T09:09:03.866" v="11863" actId="1036"/>
          <ac:spMkLst>
            <pc:docMk/>
            <pc:sldMk cId="311637959" sldId="309"/>
            <ac:spMk id="5" creationId="{A9F91B04-EEBB-1766-B655-3DE0E12D3534}"/>
          </ac:spMkLst>
        </pc:spChg>
        <pc:spChg chg="mod">
          <ac:chgData name="Mohammad Salman" userId="cfd6754c-e613-4f6f-bb98-36aef69d8c31" providerId="ADAL" clId="{8A4AC86B-8A4E-4D42-B2D3-93B0C982EBD3}" dt="2023-10-08T09:02:07.936" v="11621" actId="1076"/>
          <ac:spMkLst>
            <pc:docMk/>
            <pc:sldMk cId="311637959" sldId="309"/>
            <ac:spMk id="32" creationId="{FAC0BC18-DAA5-CFFB-AED0-9FAB90F7E741}"/>
          </ac:spMkLst>
        </pc:spChg>
        <pc:spChg chg="mod">
          <ac:chgData name="Mohammad Salman" userId="cfd6754c-e613-4f6f-bb98-36aef69d8c31" providerId="ADAL" clId="{8A4AC86B-8A4E-4D42-B2D3-93B0C982EBD3}" dt="2023-10-08T09:09:03.866" v="11863" actId="1036"/>
          <ac:spMkLst>
            <pc:docMk/>
            <pc:sldMk cId="311637959" sldId="309"/>
            <ac:spMk id="63" creationId="{AD1A518D-036D-CD9E-C838-5FF94DA2D9F9}"/>
          </ac:spMkLst>
        </pc:spChg>
        <pc:grpChg chg="mod">
          <ac:chgData name="Mohammad Salman" userId="cfd6754c-e613-4f6f-bb98-36aef69d8c31" providerId="ADAL" clId="{8A4AC86B-8A4E-4D42-B2D3-93B0C982EBD3}" dt="2023-10-08T09:09:03.866" v="11863" actId="1036"/>
          <ac:grpSpMkLst>
            <pc:docMk/>
            <pc:sldMk cId="311637959" sldId="309"/>
            <ac:grpSpMk id="61" creationId="{364B19B1-B0AF-64C0-E910-C4707CE787A1}"/>
          </ac:grpSpMkLst>
        </pc:grpChg>
        <pc:grpChg chg="mod">
          <ac:chgData name="Mohammad Salman" userId="cfd6754c-e613-4f6f-bb98-36aef69d8c31" providerId="ADAL" clId="{8A4AC86B-8A4E-4D42-B2D3-93B0C982EBD3}" dt="2023-10-08T09:09:03.866" v="11863" actId="1036"/>
          <ac:grpSpMkLst>
            <pc:docMk/>
            <pc:sldMk cId="311637959" sldId="309"/>
            <ac:grpSpMk id="64" creationId="{60A2B765-910F-1384-0DFD-59C3D663A59C}"/>
          </ac:grpSpMkLst>
        </pc:grpChg>
      </pc:sldChg>
      <pc:sldChg chg="addSp delSp modSp add del mod delAnim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887452081" sldId="310"/>
        </pc:sldMkLst>
        <pc:spChg chg="del">
          <ac:chgData name="Mohammad Salman" userId="cfd6754c-e613-4f6f-bb98-36aef69d8c31" providerId="ADAL" clId="{8A4AC86B-8A4E-4D42-B2D3-93B0C982EBD3}" dt="2023-10-08T09:06:18.127" v="11717" actId="478"/>
          <ac:spMkLst>
            <pc:docMk/>
            <pc:sldMk cId="3887452081" sldId="310"/>
            <ac:spMk id="2" creationId="{094D78B5-CF19-9504-0345-83656C3DAF4E}"/>
          </ac:spMkLst>
        </pc:spChg>
        <pc:spChg chg="add mod">
          <ac:chgData name="Mohammad Salman" userId="cfd6754c-e613-4f6f-bb98-36aef69d8c31" providerId="ADAL" clId="{8A4AC86B-8A4E-4D42-B2D3-93B0C982EBD3}" dt="2023-10-08T12:29:48.302" v="16591" actId="1076"/>
          <ac:spMkLst>
            <pc:docMk/>
            <pc:sldMk cId="3887452081" sldId="310"/>
            <ac:spMk id="3" creationId="{99D3C950-D581-C078-2CE9-B3B853DF1796}"/>
          </ac:spMkLst>
        </pc:spChg>
        <pc:spChg chg="add mod">
          <ac:chgData name="Mohammad Salman" userId="cfd6754c-e613-4f6f-bb98-36aef69d8c31" providerId="ADAL" clId="{8A4AC86B-8A4E-4D42-B2D3-93B0C982EBD3}" dt="2023-10-08T12:29:45.187" v="16589" actId="1076"/>
          <ac:spMkLst>
            <pc:docMk/>
            <pc:sldMk cId="3887452081" sldId="310"/>
            <ac:spMk id="4" creationId="{56A1F2DE-9773-2720-839C-C48F0F28BA5F}"/>
          </ac:spMkLst>
        </pc:spChg>
        <pc:spChg chg="mod">
          <ac:chgData name="Mohammad Salman" userId="cfd6754c-e613-4f6f-bb98-36aef69d8c31" providerId="ADAL" clId="{8A4AC86B-8A4E-4D42-B2D3-93B0C982EBD3}" dt="2023-10-08T09:11:48.712" v="11928" actId="1076"/>
          <ac:spMkLst>
            <pc:docMk/>
            <pc:sldMk cId="3887452081" sldId="310"/>
            <ac:spMk id="5" creationId="{A9F91B04-EEBB-1766-B655-3DE0E12D3534}"/>
          </ac:spMkLst>
        </pc:spChg>
        <pc:spChg chg="add del mod">
          <ac:chgData name="Mohammad Salman" userId="cfd6754c-e613-4f6f-bb98-36aef69d8c31" providerId="ADAL" clId="{8A4AC86B-8A4E-4D42-B2D3-93B0C982EBD3}" dt="2023-10-08T09:10:07.197" v="11875"/>
          <ac:spMkLst>
            <pc:docMk/>
            <pc:sldMk cId="3887452081" sldId="310"/>
            <ac:spMk id="15" creationId="{120CC799-75FE-4E65-418E-4C8AABED7B8A}"/>
          </ac:spMkLst>
        </pc:spChg>
        <pc:spChg chg="add del mod">
          <ac:chgData name="Mohammad Salman" userId="cfd6754c-e613-4f6f-bb98-36aef69d8c31" providerId="ADAL" clId="{8A4AC86B-8A4E-4D42-B2D3-93B0C982EBD3}" dt="2023-10-08T09:10:07.197" v="11875"/>
          <ac:spMkLst>
            <pc:docMk/>
            <pc:sldMk cId="3887452081" sldId="310"/>
            <ac:spMk id="21" creationId="{86C8264F-AC38-FE44-1E71-B53ADB4F6786}"/>
          </ac:spMkLst>
        </pc:spChg>
        <pc:spChg chg="add del mod">
          <ac:chgData name="Mohammad Salman" userId="cfd6754c-e613-4f6f-bb98-36aef69d8c31" providerId="ADAL" clId="{8A4AC86B-8A4E-4D42-B2D3-93B0C982EBD3}" dt="2023-10-08T09:10:07.197" v="11875"/>
          <ac:spMkLst>
            <pc:docMk/>
            <pc:sldMk cId="3887452081" sldId="310"/>
            <ac:spMk id="35" creationId="{B7B63B7A-BBC9-DFCD-BE46-8FC96E423628}"/>
          </ac:spMkLst>
        </pc:spChg>
        <pc:spChg chg="add del mod ord">
          <ac:chgData name="Mohammad Salman" userId="cfd6754c-e613-4f6f-bb98-36aef69d8c31" providerId="ADAL" clId="{8A4AC86B-8A4E-4D42-B2D3-93B0C982EBD3}" dt="2023-10-08T09:10:54.483" v="11886"/>
          <ac:spMkLst>
            <pc:docMk/>
            <pc:sldMk cId="3887452081" sldId="310"/>
            <ac:spMk id="38" creationId="{0DDAFC67-6BE4-28E9-F9B0-91BD494827B1}"/>
          </ac:spMkLst>
        </pc:spChg>
        <pc:spChg chg="add del mod ord">
          <ac:chgData name="Mohammad Salman" userId="cfd6754c-e613-4f6f-bb98-36aef69d8c31" providerId="ADAL" clId="{8A4AC86B-8A4E-4D42-B2D3-93B0C982EBD3}" dt="2023-10-08T09:10:54.483" v="11886"/>
          <ac:spMkLst>
            <pc:docMk/>
            <pc:sldMk cId="3887452081" sldId="310"/>
            <ac:spMk id="43" creationId="{6EBAAF12-0F19-3593-38EE-56AF8BB7CADB}"/>
          </ac:spMkLst>
        </pc:spChg>
        <pc:spChg chg="add del mod ord">
          <ac:chgData name="Mohammad Salman" userId="cfd6754c-e613-4f6f-bb98-36aef69d8c31" providerId="ADAL" clId="{8A4AC86B-8A4E-4D42-B2D3-93B0C982EBD3}" dt="2023-10-08T09:10:54.483" v="11886"/>
          <ac:spMkLst>
            <pc:docMk/>
            <pc:sldMk cId="3887452081" sldId="310"/>
            <ac:spMk id="48" creationId="{DA234A12-90A5-D5DA-C640-BC4039748EC8}"/>
          </ac:spMkLst>
        </pc:spChg>
        <pc:spChg chg="add del mod">
          <ac:chgData name="Mohammad Salman" userId="cfd6754c-e613-4f6f-bb98-36aef69d8c31" providerId="ADAL" clId="{8A4AC86B-8A4E-4D42-B2D3-93B0C982EBD3}" dt="2023-10-08T12:29:41.387" v="16587" actId="478"/>
          <ac:spMkLst>
            <pc:docMk/>
            <pc:sldMk cId="3887452081" sldId="310"/>
            <ac:spMk id="54" creationId="{D7BB0E5E-D2DB-6D07-18A2-6F1BEB1BE0C1}"/>
          </ac:spMkLst>
        </pc:spChg>
        <pc:spChg chg="add del mod">
          <ac:chgData name="Mohammad Salman" userId="cfd6754c-e613-4f6f-bb98-36aef69d8c31" providerId="ADAL" clId="{8A4AC86B-8A4E-4D42-B2D3-93B0C982EBD3}" dt="2023-10-08T12:29:41.387" v="16587" actId="478"/>
          <ac:spMkLst>
            <pc:docMk/>
            <pc:sldMk cId="3887452081" sldId="310"/>
            <ac:spMk id="57" creationId="{B27A667F-46BB-A282-8B35-20A273A74786}"/>
          </ac:spMkLst>
        </pc:spChg>
        <pc:spChg chg="del">
          <ac:chgData name="Mohammad Salman" userId="cfd6754c-e613-4f6f-bb98-36aef69d8c31" providerId="ADAL" clId="{8A4AC86B-8A4E-4D42-B2D3-93B0C982EBD3}" dt="2023-10-08T09:06:15.632" v="11716" actId="478"/>
          <ac:spMkLst>
            <pc:docMk/>
            <pc:sldMk cId="3887452081" sldId="310"/>
            <ac:spMk id="63" creationId="{AD1A518D-036D-CD9E-C838-5FF94DA2D9F9}"/>
          </ac:spMkLst>
        </pc:spChg>
        <pc:grpChg chg="add del mod">
          <ac:chgData name="Mohammad Salman" userId="cfd6754c-e613-4f6f-bb98-36aef69d8c31" providerId="ADAL" clId="{8A4AC86B-8A4E-4D42-B2D3-93B0C982EBD3}" dt="2023-10-08T09:10:07.197" v="11875"/>
          <ac:grpSpMkLst>
            <pc:docMk/>
            <pc:sldMk cId="3887452081" sldId="310"/>
            <ac:grpSpMk id="16" creationId="{B2CB883C-2107-2C1E-CE73-2422EBE58270}"/>
          </ac:grpSpMkLst>
        </pc:grpChg>
        <pc:grpChg chg="add del mod">
          <ac:chgData name="Mohammad Salman" userId="cfd6754c-e613-4f6f-bb98-36aef69d8c31" providerId="ADAL" clId="{8A4AC86B-8A4E-4D42-B2D3-93B0C982EBD3}" dt="2023-10-08T09:10:07.197" v="11875"/>
          <ac:grpSpMkLst>
            <pc:docMk/>
            <pc:sldMk cId="3887452081" sldId="310"/>
            <ac:grpSpMk id="22" creationId="{429B6239-9691-8663-00E7-B82C7CC253FD}"/>
          </ac:grpSpMkLst>
        </pc:grpChg>
        <pc:grpChg chg="add del mod ord">
          <ac:chgData name="Mohammad Salman" userId="cfd6754c-e613-4f6f-bb98-36aef69d8c31" providerId="ADAL" clId="{8A4AC86B-8A4E-4D42-B2D3-93B0C982EBD3}" dt="2023-10-08T09:10:54.483" v="11886"/>
          <ac:grpSpMkLst>
            <pc:docMk/>
            <pc:sldMk cId="3887452081" sldId="310"/>
            <ac:grpSpMk id="39" creationId="{148111FA-6072-7D4C-D3C3-06CB96C0E2AF}"/>
          </ac:grpSpMkLst>
        </pc:grpChg>
        <pc:grpChg chg="add del mod ord">
          <ac:chgData name="Mohammad Salman" userId="cfd6754c-e613-4f6f-bb98-36aef69d8c31" providerId="ADAL" clId="{8A4AC86B-8A4E-4D42-B2D3-93B0C982EBD3}" dt="2023-10-08T09:10:54.483" v="11886"/>
          <ac:grpSpMkLst>
            <pc:docMk/>
            <pc:sldMk cId="3887452081" sldId="310"/>
            <ac:grpSpMk id="44" creationId="{551F9606-C115-EE2E-93C2-5328B71AEF06}"/>
          </ac:grpSpMkLst>
        </pc:grpChg>
        <pc:grpChg chg="del">
          <ac:chgData name="Mohammad Salman" userId="cfd6754c-e613-4f6f-bb98-36aef69d8c31" providerId="ADAL" clId="{8A4AC86B-8A4E-4D42-B2D3-93B0C982EBD3}" dt="2023-10-08T09:06:13.917" v="11715" actId="478"/>
          <ac:grpSpMkLst>
            <pc:docMk/>
            <pc:sldMk cId="3887452081" sldId="310"/>
            <ac:grpSpMk id="61" creationId="{364B19B1-B0AF-64C0-E910-C4707CE787A1}"/>
          </ac:grpSpMkLst>
        </pc:grpChg>
        <pc:grpChg chg="del">
          <ac:chgData name="Mohammad Salman" userId="cfd6754c-e613-4f6f-bb98-36aef69d8c31" providerId="ADAL" clId="{8A4AC86B-8A4E-4D42-B2D3-93B0C982EBD3}" dt="2023-10-08T09:06:18.127" v="11717" actId="478"/>
          <ac:grpSpMkLst>
            <pc:docMk/>
            <pc:sldMk cId="3887452081" sldId="310"/>
            <ac:grpSpMk id="64" creationId="{60A2B765-910F-1384-0DFD-59C3D663A59C}"/>
          </ac:grpSpMkLst>
        </pc:grpChg>
        <pc:cxnChg chg="add mod">
          <ac:chgData name="Mohammad Salman" userId="cfd6754c-e613-4f6f-bb98-36aef69d8c31" providerId="ADAL" clId="{8A4AC86B-8A4E-4D42-B2D3-93B0C982EBD3}" dt="2023-10-08T12:29:48.302" v="16591" actId="1076"/>
          <ac:cxnSpMkLst>
            <pc:docMk/>
            <pc:sldMk cId="3887452081" sldId="310"/>
            <ac:cxnSpMk id="14" creationId="{8E199718-7BA9-9928-C351-337D7B283FAF}"/>
          </ac:cxnSpMkLst>
        </pc:cxnChg>
        <pc:cxnChg chg="mod">
          <ac:chgData name="Mohammad Salman" userId="cfd6754c-e613-4f6f-bb98-36aef69d8c31" providerId="ADAL" clId="{8A4AC86B-8A4E-4D42-B2D3-93B0C982EBD3}" dt="2023-10-08T09:09:05.353" v="11864"/>
          <ac:cxnSpMkLst>
            <pc:docMk/>
            <pc:sldMk cId="3887452081" sldId="310"/>
            <ac:cxnSpMk id="17" creationId="{E3795EFC-0F27-9332-AF06-EA1DBA385B3C}"/>
          </ac:cxnSpMkLst>
        </pc:cxnChg>
        <pc:cxnChg chg="mod">
          <ac:chgData name="Mohammad Salman" userId="cfd6754c-e613-4f6f-bb98-36aef69d8c31" providerId="ADAL" clId="{8A4AC86B-8A4E-4D42-B2D3-93B0C982EBD3}" dt="2023-10-08T09:09:05.353" v="11864"/>
          <ac:cxnSpMkLst>
            <pc:docMk/>
            <pc:sldMk cId="3887452081" sldId="310"/>
            <ac:cxnSpMk id="18" creationId="{0404B4A3-ADEA-152C-743E-0FB2593B79DA}"/>
          </ac:cxnSpMkLst>
        </pc:cxnChg>
        <pc:cxnChg chg="mod">
          <ac:chgData name="Mohammad Salman" userId="cfd6754c-e613-4f6f-bb98-36aef69d8c31" providerId="ADAL" clId="{8A4AC86B-8A4E-4D42-B2D3-93B0C982EBD3}" dt="2023-10-08T09:09:05.353" v="11864"/>
          <ac:cxnSpMkLst>
            <pc:docMk/>
            <pc:sldMk cId="3887452081" sldId="310"/>
            <ac:cxnSpMk id="19" creationId="{0F8AB674-1EF6-3682-2A76-D4D3F821988E}"/>
          </ac:cxnSpMkLst>
        </pc:cxnChg>
        <pc:cxnChg chg="mod">
          <ac:chgData name="Mohammad Salman" userId="cfd6754c-e613-4f6f-bb98-36aef69d8c31" providerId="ADAL" clId="{8A4AC86B-8A4E-4D42-B2D3-93B0C982EBD3}" dt="2023-10-08T09:09:05.353" v="11864"/>
          <ac:cxnSpMkLst>
            <pc:docMk/>
            <pc:sldMk cId="3887452081" sldId="310"/>
            <ac:cxnSpMk id="23" creationId="{E11CDCA2-ADED-1BC4-2156-9E3E9F85B2C2}"/>
          </ac:cxnSpMkLst>
        </pc:cxnChg>
        <pc:cxnChg chg="mod">
          <ac:chgData name="Mohammad Salman" userId="cfd6754c-e613-4f6f-bb98-36aef69d8c31" providerId="ADAL" clId="{8A4AC86B-8A4E-4D42-B2D3-93B0C982EBD3}" dt="2023-10-08T09:09:05.353" v="11864"/>
          <ac:cxnSpMkLst>
            <pc:docMk/>
            <pc:sldMk cId="3887452081" sldId="310"/>
            <ac:cxnSpMk id="24" creationId="{39AF7375-6955-6B3B-764B-C07766E4B227}"/>
          </ac:cxnSpMkLst>
        </pc:cxnChg>
        <pc:cxnChg chg="mod">
          <ac:chgData name="Mohammad Salman" userId="cfd6754c-e613-4f6f-bb98-36aef69d8c31" providerId="ADAL" clId="{8A4AC86B-8A4E-4D42-B2D3-93B0C982EBD3}" dt="2023-10-08T09:09:05.353" v="11864"/>
          <ac:cxnSpMkLst>
            <pc:docMk/>
            <pc:sldMk cId="3887452081" sldId="310"/>
            <ac:cxnSpMk id="34" creationId="{4A16B225-0339-BB3D-08C3-E0E858CCF04C}"/>
          </ac:cxnSpMkLst>
        </pc:cxnChg>
        <pc:cxnChg chg="mod">
          <ac:chgData name="Mohammad Salman" userId="cfd6754c-e613-4f6f-bb98-36aef69d8c31" providerId="ADAL" clId="{8A4AC86B-8A4E-4D42-B2D3-93B0C982EBD3}" dt="2023-10-08T09:10:08.768" v="11876"/>
          <ac:cxnSpMkLst>
            <pc:docMk/>
            <pc:sldMk cId="3887452081" sldId="310"/>
            <ac:cxnSpMk id="40" creationId="{2400592D-B5B8-4F75-191C-2BEF8A081864}"/>
          </ac:cxnSpMkLst>
        </pc:cxnChg>
        <pc:cxnChg chg="mod">
          <ac:chgData name="Mohammad Salman" userId="cfd6754c-e613-4f6f-bb98-36aef69d8c31" providerId="ADAL" clId="{8A4AC86B-8A4E-4D42-B2D3-93B0C982EBD3}" dt="2023-10-08T09:10:08.768" v="11876"/>
          <ac:cxnSpMkLst>
            <pc:docMk/>
            <pc:sldMk cId="3887452081" sldId="310"/>
            <ac:cxnSpMk id="41" creationId="{FE48BA3C-51D6-14E4-B10B-3BF55D0BE293}"/>
          </ac:cxnSpMkLst>
        </pc:cxnChg>
        <pc:cxnChg chg="mod">
          <ac:chgData name="Mohammad Salman" userId="cfd6754c-e613-4f6f-bb98-36aef69d8c31" providerId="ADAL" clId="{8A4AC86B-8A4E-4D42-B2D3-93B0C982EBD3}" dt="2023-10-08T09:10:08.768" v="11876"/>
          <ac:cxnSpMkLst>
            <pc:docMk/>
            <pc:sldMk cId="3887452081" sldId="310"/>
            <ac:cxnSpMk id="42" creationId="{4F1BBCB0-3449-5B7C-845E-8238CFA3E37C}"/>
          </ac:cxnSpMkLst>
        </pc:cxnChg>
        <pc:cxnChg chg="mod">
          <ac:chgData name="Mohammad Salman" userId="cfd6754c-e613-4f6f-bb98-36aef69d8c31" providerId="ADAL" clId="{8A4AC86B-8A4E-4D42-B2D3-93B0C982EBD3}" dt="2023-10-08T09:10:08.768" v="11876"/>
          <ac:cxnSpMkLst>
            <pc:docMk/>
            <pc:sldMk cId="3887452081" sldId="310"/>
            <ac:cxnSpMk id="45" creationId="{6B9AC8DC-E65F-2DB6-2EA9-9C159ECABD15}"/>
          </ac:cxnSpMkLst>
        </pc:cxnChg>
        <pc:cxnChg chg="mod">
          <ac:chgData name="Mohammad Salman" userId="cfd6754c-e613-4f6f-bb98-36aef69d8c31" providerId="ADAL" clId="{8A4AC86B-8A4E-4D42-B2D3-93B0C982EBD3}" dt="2023-10-08T09:10:08.768" v="11876"/>
          <ac:cxnSpMkLst>
            <pc:docMk/>
            <pc:sldMk cId="3887452081" sldId="310"/>
            <ac:cxnSpMk id="46" creationId="{142B3596-0C9C-40D9-11CB-7AB10224E138}"/>
          </ac:cxnSpMkLst>
        </pc:cxnChg>
        <pc:cxnChg chg="mod">
          <ac:chgData name="Mohammad Salman" userId="cfd6754c-e613-4f6f-bb98-36aef69d8c31" providerId="ADAL" clId="{8A4AC86B-8A4E-4D42-B2D3-93B0C982EBD3}" dt="2023-10-08T09:10:08.768" v="11876"/>
          <ac:cxnSpMkLst>
            <pc:docMk/>
            <pc:sldMk cId="3887452081" sldId="310"/>
            <ac:cxnSpMk id="47" creationId="{B8731BA4-DEEF-93AA-91A2-73E386D14AD0}"/>
          </ac:cxnSpMkLst>
        </pc:cxnChg>
        <pc:cxnChg chg="add del mod">
          <ac:chgData name="Mohammad Salman" userId="cfd6754c-e613-4f6f-bb98-36aef69d8c31" providerId="ADAL" clId="{8A4AC86B-8A4E-4D42-B2D3-93B0C982EBD3}" dt="2023-10-08T12:29:41.387" v="16587" actId="478"/>
          <ac:cxnSpMkLst>
            <pc:docMk/>
            <pc:sldMk cId="3887452081" sldId="310"/>
            <ac:cxnSpMk id="58" creationId="{0A2925E3-786D-C73A-82D2-E2067CA297FA}"/>
          </ac:cxnSpMkLst>
        </pc:cxnChg>
      </pc:sldChg>
      <pc:sldChg chg="modSp new del mod">
        <pc:chgData name="Mohammad Salman" userId="cfd6754c-e613-4f6f-bb98-36aef69d8c31" providerId="ADAL" clId="{8A4AC86B-8A4E-4D42-B2D3-93B0C982EBD3}" dt="2023-10-08T14:20:46.921" v="17920" actId="2696"/>
        <pc:sldMkLst>
          <pc:docMk/>
          <pc:sldMk cId="2377321535" sldId="311"/>
        </pc:sldMkLst>
        <pc:spChg chg="mod">
          <ac:chgData name="Mohammad Salman" userId="cfd6754c-e613-4f6f-bb98-36aef69d8c31" providerId="ADAL" clId="{8A4AC86B-8A4E-4D42-B2D3-93B0C982EBD3}" dt="2023-10-08T09:12:28.596" v="11930"/>
          <ac:spMkLst>
            <pc:docMk/>
            <pc:sldMk cId="2377321535" sldId="311"/>
            <ac:spMk id="2" creationId="{A9839C07-5166-96A7-E128-25F4C0833D33}"/>
          </ac:spMkLst>
        </pc:spChg>
        <pc:spChg chg="mod">
          <ac:chgData name="Mohammad Salman" userId="cfd6754c-e613-4f6f-bb98-36aef69d8c31" providerId="ADAL" clId="{8A4AC86B-8A4E-4D42-B2D3-93B0C982EBD3}" dt="2023-10-08T10:44:50.572" v="14580" actId="20577"/>
          <ac:spMkLst>
            <pc:docMk/>
            <pc:sldMk cId="2377321535" sldId="311"/>
            <ac:spMk id="3" creationId="{DF0DA36B-DD7C-268E-8B82-E9B370C0CCC1}"/>
          </ac:spMkLst>
        </pc:spChg>
      </pc:sldChg>
      <pc:sldChg chg="addSp delSp modSp add del mod ord delAnim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4093943704" sldId="312"/>
        </pc:sldMkLst>
        <pc:spChg chg="del">
          <ac:chgData name="Mohammad Salman" userId="cfd6754c-e613-4f6f-bb98-36aef69d8c31" providerId="ADAL" clId="{8A4AC86B-8A4E-4D42-B2D3-93B0C982EBD3}" dt="2023-10-08T09:52:18.907" v="12428" actId="478"/>
          <ac:spMkLst>
            <pc:docMk/>
            <pc:sldMk cId="4093943704" sldId="312"/>
            <ac:spMk id="2" creationId="{094D78B5-CF19-9504-0345-83656C3DAF4E}"/>
          </ac:spMkLst>
        </pc:spChg>
        <pc:spChg chg="add del mod">
          <ac:chgData name="Mohammad Salman" userId="cfd6754c-e613-4f6f-bb98-36aef69d8c31" providerId="ADAL" clId="{8A4AC86B-8A4E-4D42-B2D3-93B0C982EBD3}" dt="2023-10-08T10:00:34.634" v="12446" actId="478"/>
          <ac:spMkLst>
            <pc:docMk/>
            <pc:sldMk cId="4093943704" sldId="312"/>
            <ac:spMk id="4" creationId="{3E4D9C33-A6FD-8ADB-49E0-E5792DBAD800}"/>
          </ac:spMkLst>
        </pc:spChg>
        <pc:spChg chg="del">
          <ac:chgData name="Mohammad Salman" userId="cfd6754c-e613-4f6f-bb98-36aef69d8c31" providerId="ADAL" clId="{8A4AC86B-8A4E-4D42-B2D3-93B0C982EBD3}" dt="2023-10-08T09:52:18.907" v="12428" actId="478"/>
          <ac:spMkLst>
            <pc:docMk/>
            <pc:sldMk cId="4093943704" sldId="312"/>
            <ac:spMk id="5" creationId="{A9F91B04-EEBB-1766-B655-3DE0E12D3534}"/>
          </ac:spMkLst>
        </pc:spChg>
        <pc:spChg chg="mod">
          <ac:chgData name="Mohammad Salman" userId="cfd6754c-e613-4f6f-bb98-36aef69d8c31" providerId="ADAL" clId="{8A4AC86B-8A4E-4D42-B2D3-93B0C982EBD3}" dt="2023-10-08T10:09:51.847" v="13128" actId="20577"/>
          <ac:spMkLst>
            <pc:docMk/>
            <pc:sldMk cId="4093943704" sldId="312"/>
            <ac:spMk id="6" creationId="{88CD6C93-5359-F108-EC0B-86C3F991DB1D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7" creationId="{FF096A5F-BA5F-A853-4D1A-69D587203EE3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8" creationId="{74A89792-011C-CF0B-F569-E1676DF777A9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9" creationId="{5DB429E6-235F-49B8-74E7-EF36DFA728C0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10" creationId="{26099809-63B6-A545-16A6-236F9BDB8806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11" creationId="{7E3028BA-DEA1-4434-4884-407EAA18071A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12" creationId="{948CD6F1-FFB4-E72E-A334-3DB3C1655AED}"/>
          </ac:spMkLst>
        </pc:spChg>
        <pc:spChg chg="add mod">
          <ac:chgData name="Mohammad Salman" userId="cfd6754c-e613-4f6f-bb98-36aef69d8c31" providerId="ADAL" clId="{8A4AC86B-8A4E-4D42-B2D3-93B0C982EBD3}" dt="2023-10-08T10:00:49.686" v="12453" actId="14100"/>
          <ac:spMkLst>
            <pc:docMk/>
            <pc:sldMk cId="4093943704" sldId="312"/>
            <ac:spMk id="14" creationId="{7CCDB5EB-CF35-5E0A-52DD-3FB798113E47}"/>
          </ac:spMkLst>
        </pc:spChg>
        <pc:spChg chg="add del mod">
          <ac:chgData name="Mohammad Salman" userId="cfd6754c-e613-4f6f-bb98-36aef69d8c31" providerId="ADAL" clId="{8A4AC86B-8A4E-4D42-B2D3-93B0C982EBD3}" dt="2023-10-08T10:03:19.718" v="12753"/>
          <ac:spMkLst>
            <pc:docMk/>
            <pc:sldMk cId="4093943704" sldId="312"/>
            <ac:spMk id="15" creationId="{D0C2D8CF-AB17-9B1E-07AA-D8A41A9322ED}"/>
          </ac:spMkLst>
        </pc:spChg>
        <pc:spChg chg="add mod">
          <ac:chgData name="Mohammad Salman" userId="cfd6754c-e613-4f6f-bb98-36aef69d8c31" providerId="ADAL" clId="{8A4AC86B-8A4E-4D42-B2D3-93B0C982EBD3}" dt="2023-10-08T11:40:25.842" v="14584" actId="15"/>
          <ac:spMkLst>
            <pc:docMk/>
            <pc:sldMk cId="4093943704" sldId="312"/>
            <ac:spMk id="16" creationId="{AA989999-CEF7-BC21-2EC6-C379C582E47A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20" creationId="{2927B426-6DBF-231A-E387-531F0F29E424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25" creationId="{6785418C-6B92-B2B6-AAE8-679F5C4476F6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26" creationId="{BC5C8DF9-11E0-1764-577B-EB847B9FA27F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27" creationId="{44F75498-F66E-D2EB-B1E1-D63538D21B52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28" creationId="{765E9064-FF25-038E-4C54-4EDFBAE11F50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29" creationId="{BC1B6F26-15F3-8C51-C88E-464BA07358BE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30" creationId="{8BBC1922-EA6C-E5F4-2B8B-55BEDC4B236B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31" creationId="{C3CB48C5-DBC1-A026-1117-EC71F2097333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32" creationId="{FAC0BC18-DAA5-CFFB-AED0-9FAB90F7E741}"/>
          </ac:spMkLst>
        </pc:spChg>
        <pc:spChg chg="del">
          <ac:chgData name="Mohammad Salman" userId="cfd6754c-e613-4f6f-bb98-36aef69d8c31" providerId="ADAL" clId="{8A4AC86B-8A4E-4D42-B2D3-93B0C982EBD3}" dt="2023-10-08T10:01:29.864" v="12524" actId="478"/>
          <ac:spMkLst>
            <pc:docMk/>
            <pc:sldMk cId="4093943704" sldId="312"/>
            <ac:spMk id="33" creationId="{6781069C-A607-C04A-5E3E-F29B3DB94165}"/>
          </ac:spMkLst>
        </pc:spChg>
        <pc:spChg chg="del">
          <ac:chgData name="Mohammad Salman" userId="cfd6754c-e613-4f6f-bb98-36aef69d8c31" providerId="ADAL" clId="{8A4AC86B-8A4E-4D42-B2D3-93B0C982EBD3}" dt="2023-10-08T09:52:18.907" v="12428" actId="478"/>
          <ac:spMkLst>
            <pc:docMk/>
            <pc:sldMk cId="4093943704" sldId="312"/>
            <ac:spMk id="63" creationId="{AD1A518D-036D-CD9E-C838-5FF94DA2D9F9}"/>
          </ac:spMkLst>
        </pc:spChg>
        <pc:grpChg chg="del">
          <ac:chgData name="Mohammad Salman" userId="cfd6754c-e613-4f6f-bb98-36aef69d8c31" providerId="ADAL" clId="{8A4AC86B-8A4E-4D42-B2D3-93B0C982EBD3}" dt="2023-10-08T09:52:18.907" v="12428" actId="478"/>
          <ac:grpSpMkLst>
            <pc:docMk/>
            <pc:sldMk cId="4093943704" sldId="312"/>
            <ac:grpSpMk id="61" creationId="{364B19B1-B0AF-64C0-E910-C4707CE787A1}"/>
          </ac:grpSpMkLst>
        </pc:grpChg>
        <pc:grpChg chg="del">
          <ac:chgData name="Mohammad Salman" userId="cfd6754c-e613-4f6f-bb98-36aef69d8c31" providerId="ADAL" clId="{8A4AC86B-8A4E-4D42-B2D3-93B0C982EBD3}" dt="2023-10-08T09:52:18.907" v="12428" actId="478"/>
          <ac:grpSpMkLst>
            <pc:docMk/>
            <pc:sldMk cId="4093943704" sldId="312"/>
            <ac:grpSpMk id="64" creationId="{60A2B765-910F-1384-0DFD-59C3D663A59C}"/>
          </ac:grpSpMkLst>
        </pc:grpChg>
      </pc:sldChg>
      <pc:sldChg chg="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569688956" sldId="313"/>
        </pc:sldMkLst>
        <pc:spChg chg="mod">
          <ac:chgData name="Mohammad Salman" userId="cfd6754c-e613-4f6f-bb98-36aef69d8c31" providerId="ADAL" clId="{8A4AC86B-8A4E-4D42-B2D3-93B0C982EBD3}" dt="2023-10-08T10:14:07.287" v="13382" actId="6549"/>
          <ac:spMkLst>
            <pc:docMk/>
            <pc:sldMk cId="569688956" sldId="313"/>
            <ac:spMk id="14" creationId="{7CCDB5EB-CF35-5E0A-52DD-3FB798113E47}"/>
          </ac:spMkLst>
        </pc:spChg>
        <pc:spChg chg="mod">
          <ac:chgData name="Mohammad Salman" userId="cfd6754c-e613-4f6f-bb98-36aef69d8c31" providerId="ADAL" clId="{8A4AC86B-8A4E-4D42-B2D3-93B0C982EBD3}" dt="2023-10-08T10:20:29.319" v="13753" actId="113"/>
          <ac:spMkLst>
            <pc:docMk/>
            <pc:sldMk cId="569688956" sldId="313"/>
            <ac:spMk id="16" creationId="{AA989999-CEF7-BC21-2EC6-C379C582E47A}"/>
          </ac:spMkLst>
        </pc:spChg>
      </pc:sldChg>
      <pc:sldChg chg="addSp delSp 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836772374" sldId="314"/>
        </pc:sldMkLst>
        <pc:spChg chg="add del mod">
          <ac:chgData name="Mohammad Salman" userId="cfd6754c-e613-4f6f-bb98-36aef69d8c31" providerId="ADAL" clId="{8A4AC86B-8A4E-4D42-B2D3-93B0C982EBD3}" dt="2023-10-08T10:28:39.973" v="14071" actId="478"/>
          <ac:spMkLst>
            <pc:docMk/>
            <pc:sldMk cId="836772374" sldId="314"/>
            <ac:spMk id="9" creationId="{221510AA-65BA-5DCB-F6C7-AAADC9148184}"/>
          </ac:spMkLst>
        </pc:spChg>
        <pc:spChg chg="add mod">
          <ac:chgData name="Mohammad Salman" userId="cfd6754c-e613-4f6f-bb98-36aef69d8c31" providerId="ADAL" clId="{8A4AC86B-8A4E-4D42-B2D3-93B0C982EBD3}" dt="2023-10-08T11:40:46.816" v="14586" actId="692"/>
          <ac:spMkLst>
            <pc:docMk/>
            <pc:sldMk cId="836772374" sldId="314"/>
            <ac:spMk id="12" creationId="{02763661-7AD1-A553-1D66-7F13B858A6EA}"/>
          </ac:spMkLst>
        </pc:spChg>
        <pc:spChg chg="add mod">
          <ac:chgData name="Mohammad Salman" userId="cfd6754c-e613-4f6f-bb98-36aef69d8c31" providerId="ADAL" clId="{8A4AC86B-8A4E-4D42-B2D3-93B0C982EBD3}" dt="2023-10-08T10:29:51.001" v="14087" actId="20577"/>
          <ac:spMkLst>
            <pc:docMk/>
            <pc:sldMk cId="836772374" sldId="314"/>
            <ac:spMk id="13" creationId="{85D0E843-37DE-D0EE-5BE0-997E72F11AFC}"/>
          </ac:spMkLst>
        </pc:spChg>
        <pc:spChg chg="mod">
          <ac:chgData name="Mohammad Salman" userId="cfd6754c-e613-4f6f-bb98-36aef69d8c31" providerId="ADAL" clId="{8A4AC86B-8A4E-4D42-B2D3-93B0C982EBD3}" dt="2023-10-08T10:21:13.453" v="13756" actId="20577"/>
          <ac:spMkLst>
            <pc:docMk/>
            <pc:sldMk cId="836772374" sldId="314"/>
            <ac:spMk id="14" creationId="{7CCDB5EB-CF35-5E0A-52DD-3FB798113E47}"/>
          </ac:spMkLst>
        </pc:spChg>
        <pc:spChg chg="add mod">
          <ac:chgData name="Mohammad Salman" userId="cfd6754c-e613-4f6f-bb98-36aef69d8c31" providerId="ADAL" clId="{8A4AC86B-8A4E-4D42-B2D3-93B0C982EBD3}" dt="2023-10-08T10:29:26.009" v="14079" actId="20577"/>
          <ac:spMkLst>
            <pc:docMk/>
            <pc:sldMk cId="836772374" sldId="314"/>
            <ac:spMk id="15" creationId="{3F5C2E96-4F27-C3C8-BE17-CA84F56917DB}"/>
          </ac:spMkLst>
        </pc:spChg>
        <pc:spChg chg="mod">
          <ac:chgData name="Mohammad Salman" userId="cfd6754c-e613-4f6f-bb98-36aef69d8c31" providerId="ADAL" clId="{8A4AC86B-8A4E-4D42-B2D3-93B0C982EBD3}" dt="2023-10-08T10:23:05.959" v="13965" actId="108"/>
          <ac:spMkLst>
            <pc:docMk/>
            <pc:sldMk cId="836772374" sldId="314"/>
            <ac:spMk id="16" creationId="{AA989999-CEF7-BC21-2EC6-C379C582E47A}"/>
          </ac:spMkLst>
        </pc:spChg>
        <pc:spChg chg="add mod">
          <ac:chgData name="Mohammad Salman" userId="cfd6754c-e613-4f6f-bb98-36aef69d8c31" providerId="ADAL" clId="{8A4AC86B-8A4E-4D42-B2D3-93B0C982EBD3}" dt="2023-10-08T10:29:19.738" v="14076" actId="1076"/>
          <ac:spMkLst>
            <pc:docMk/>
            <pc:sldMk cId="836772374" sldId="314"/>
            <ac:spMk id="17" creationId="{52F364B5-F9F8-6758-65DD-A0E04BD63D62}"/>
          </ac:spMkLst>
        </pc:spChg>
        <pc:spChg chg="add mod">
          <ac:chgData name="Mohammad Salman" userId="cfd6754c-e613-4f6f-bb98-36aef69d8c31" providerId="ADAL" clId="{8A4AC86B-8A4E-4D42-B2D3-93B0C982EBD3}" dt="2023-10-08T10:29:41.456" v="14084" actId="14100"/>
          <ac:spMkLst>
            <pc:docMk/>
            <pc:sldMk cId="836772374" sldId="314"/>
            <ac:spMk id="18" creationId="{0742F33A-4EC0-0EF3-24EA-04F57E0995BC}"/>
          </ac:spMkLst>
        </pc:spChg>
        <pc:spChg chg="add mod">
          <ac:chgData name="Mohammad Salman" userId="cfd6754c-e613-4f6f-bb98-36aef69d8c31" providerId="ADAL" clId="{8A4AC86B-8A4E-4D42-B2D3-93B0C982EBD3}" dt="2023-10-08T10:29:53.915" v="14092" actId="20577"/>
          <ac:spMkLst>
            <pc:docMk/>
            <pc:sldMk cId="836772374" sldId="314"/>
            <ac:spMk id="19" creationId="{AA104090-519C-B687-FFA5-0463658C4657}"/>
          </ac:spMkLst>
        </pc:spChg>
        <pc:spChg chg="add mod">
          <ac:chgData name="Mohammad Salman" userId="cfd6754c-e613-4f6f-bb98-36aef69d8c31" providerId="ADAL" clId="{8A4AC86B-8A4E-4D42-B2D3-93B0C982EBD3}" dt="2023-10-08T10:29:29.394" v="14080" actId="20577"/>
          <ac:spMkLst>
            <pc:docMk/>
            <pc:sldMk cId="836772374" sldId="314"/>
            <ac:spMk id="20" creationId="{D462C449-50AA-D77E-B56C-13B56B8A87FD}"/>
          </ac:spMkLst>
        </pc:spChg>
        <pc:spChg chg="add mod">
          <ac:chgData name="Mohammad Salman" userId="cfd6754c-e613-4f6f-bb98-36aef69d8c31" providerId="ADAL" clId="{8A4AC86B-8A4E-4D42-B2D3-93B0C982EBD3}" dt="2023-10-08T10:29:47.105" v="14086" actId="20577"/>
          <ac:spMkLst>
            <pc:docMk/>
            <pc:sldMk cId="836772374" sldId="314"/>
            <ac:spMk id="21" creationId="{7407AEA4-EBD4-962A-56AD-71F80BBB0EC8}"/>
          </ac:spMkLst>
        </pc:spChg>
        <pc:spChg chg="add mod">
          <ac:chgData name="Mohammad Salman" userId="cfd6754c-e613-4f6f-bb98-36aef69d8c31" providerId="ADAL" clId="{8A4AC86B-8A4E-4D42-B2D3-93B0C982EBD3}" dt="2023-10-08T10:29:34.833" v="14082" actId="14100"/>
          <ac:spMkLst>
            <pc:docMk/>
            <pc:sldMk cId="836772374" sldId="314"/>
            <ac:spMk id="22" creationId="{22A66277-39EC-5BB9-F84C-4D0B468627F1}"/>
          </ac:spMkLst>
        </pc:spChg>
        <pc:cxnChg chg="add del mod">
          <ac:chgData name="Mohammad Salman" userId="cfd6754c-e613-4f6f-bb98-36aef69d8c31" providerId="ADAL" clId="{8A4AC86B-8A4E-4D42-B2D3-93B0C982EBD3}" dt="2023-10-08T10:28:39.973" v="14071" actId="478"/>
          <ac:cxnSpMkLst>
            <pc:docMk/>
            <pc:sldMk cId="836772374" sldId="314"/>
            <ac:cxnSpMk id="3" creationId="{F60BB5A3-4345-859C-A12E-74D3B06576A0}"/>
          </ac:cxnSpMkLst>
        </pc:cxnChg>
        <pc:cxnChg chg="add del mod">
          <ac:chgData name="Mohammad Salman" userId="cfd6754c-e613-4f6f-bb98-36aef69d8c31" providerId="ADAL" clId="{8A4AC86B-8A4E-4D42-B2D3-93B0C982EBD3}" dt="2023-10-08T10:28:39.973" v="14071" actId="478"/>
          <ac:cxnSpMkLst>
            <pc:docMk/>
            <pc:sldMk cId="836772374" sldId="314"/>
            <ac:cxnSpMk id="4" creationId="{95C0F8C1-9B09-7906-B86C-B4744AA64978}"/>
          </ac:cxnSpMkLst>
        </pc:cxnChg>
        <pc:cxnChg chg="add mod">
          <ac:chgData name="Mohammad Salman" userId="cfd6754c-e613-4f6f-bb98-36aef69d8c31" providerId="ADAL" clId="{8A4AC86B-8A4E-4D42-B2D3-93B0C982EBD3}" dt="2023-10-08T11:40:46.816" v="14586" actId="692"/>
          <ac:cxnSpMkLst>
            <pc:docMk/>
            <pc:sldMk cId="836772374" sldId="314"/>
            <ac:cxnSpMk id="10" creationId="{C5257CE0-6A77-2AF5-64A0-56E14A50CA9E}"/>
          </ac:cxnSpMkLst>
        </pc:cxnChg>
        <pc:cxnChg chg="add mod">
          <ac:chgData name="Mohammad Salman" userId="cfd6754c-e613-4f6f-bb98-36aef69d8c31" providerId="ADAL" clId="{8A4AC86B-8A4E-4D42-B2D3-93B0C982EBD3}" dt="2023-10-08T11:40:46.816" v="14586" actId="692"/>
          <ac:cxnSpMkLst>
            <pc:docMk/>
            <pc:sldMk cId="836772374" sldId="314"/>
            <ac:cxnSpMk id="11" creationId="{E85B89FF-24D1-FA90-C0ED-F7AF6DE6C3B2}"/>
          </ac:cxnSpMkLst>
        </pc:cxnChg>
      </pc:sldChg>
      <pc:sldChg chg="addSp delSp 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1121903803" sldId="315"/>
        </pc:sldMkLst>
        <pc:spChg chg="del mod">
          <ac:chgData name="Mohammad Salman" userId="cfd6754c-e613-4f6f-bb98-36aef69d8c31" providerId="ADAL" clId="{8A4AC86B-8A4E-4D42-B2D3-93B0C982EBD3}" dt="2023-10-08T10:30:18.171" v="14093" actId="478"/>
          <ac:spMkLst>
            <pc:docMk/>
            <pc:sldMk cId="1121903803" sldId="315"/>
            <ac:spMk id="9" creationId="{221510AA-65BA-5DCB-F6C7-AAADC9148184}"/>
          </ac:spMkLst>
        </pc:spChg>
        <pc:spChg chg="add mod">
          <ac:chgData name="Mohammad Salman" userId="cfd6754c-e613-4f6f-bb98-36aef69d8c31" providerId="ADAL" clId="{8A4AC86B-8A4E-4D42-B2D3-93B0C982EBD3}" dt="2023-10-08T10:28:10.667" v="14070" actId="1076"/>
          <ac:spMkLst>
            <pc:docMk/>
            <pc:sldMk cId="1121903803" sldId="315"/>
            <ac:spMk id="13" creationId="{EEA68461-D6B8-17FF-5409-399CDA4CEB1D}"/>
          </ac:spMkLst>
        </pc:spChg>
        <pc:spChg chg="add mod">
          <ac:chgData name="Mohammad Salman" userId="cfd6754c-e613-4f6f-bb98-36aef69d8c31" providerId="ADAL" clId="{8A4AC86B-8A4E-4D42-B2D3-93B0C982EBD3}" dt="2023-10-08T10:30:31.827" v="14094"/>
          <ac:spMkLst>
            <pc:docMk/>
            <pc:sldMk cId="1121903803" sldId="315"/>
            <ac:spMk id="15" creationId="{4B4FCE7F-5D51-5D2A-87A7-A036B3113478}"/>
          </ac:spMkLst>
        </pc:spChg>
        <pc:spChg chg="add mod">
          <ac:chgData name="Mohammad Salman" userId="cfd6754c-e613-4f6f-bb98-36aef69d8c31" providerId="ADAL" clId="{8A4AC86B-8A4E-4D42-B2D3-93B0C982EBD3}" dt="2023-10-08T10:30:31.827" v="14094"/>
          <ac:spMkLst>
            <pc:docMk/>
            <pc:sldMk cId="1121903803" sldId="315"/>
            <ac:spMk id="17" creationId="{6D36B252-58BC-8B4A-D06B-C7B641D9C2EC}"/>
          </ac:spMkLst>
        </pc:spChg>
        <pc:spChg chg="add mod">
          <ac:chgData name="Mohammad Salman" userId="cfd6754c-e613-4f6f-bb98-36aef69d8c31" providerId="ADAL" clId="{8A4AC86B-8A4E-4D42-B2D3-93B0C982EBD3}" dt="2023-10-08T10:30:31.827" v="14094"/>
          <ac:spMkLst>
            <pc:docMk/>
            <pc:sldMk cId="1121903803" sldId="315"/>
            <ac:spMk id="18" creationId="{889CE054-BD84-C665-EE89-CEDB8827282B}"/>
          </ac:spMkLst>
        </pc:spChg>
        <pc:spChg chg="add mod">
          <ac:chgData name="Mohammad Salman" userId="cfd6754c-e613-4f6f-bb98-36aef69d8c31" providerId="ADAL" clId="{8A4AC86B-8A4E-4D42-B2D3-93B0C982EBD3}" dt="2023-10-08T10:30:31.827" v="14094"/>
          <ac:spMkLst>
            <pc:docMk/>
            <pc:sldMk cId="1121903803" sldId="315"/>
            <ac:spMk id="19" creationId="{E4186A3D-1E8A-04F2-0CD4-6FAAAEAC7643}"/>
          </ac:spMkLst>
        </pc:spChg>
        <pc:spChg chg="add mod">
          <ac:chgData name="Mohammad Salman" userId="cfd6754c-e613-4f6f-bb98-36aef69d8c31" providerId="ADAL" clId="{8A4AC86B-8A4E-4D42-B2D3-93B0C982EBD3}" dt="2023-10-08T10:30:31.827" v="14094"/>
          <ac:spMkLst>
            <pc:docMk/>
            <pc:sldMk cId="1121903803" sldId="315"/>
            <ac:spMk id="20" creationId="{90BD7533-EB85-A232-F8C9-C7A0D6DD1698}"/>
          </ac:spMkLst>
        </pc:spChg>
        <pc:spChg chg="add mod">
          <ac:chgData name="Mohammad Salman" userId="cfd6754c-e613-4f6f-bb98-36aef69d8c31" providerId="ADAL" clId="{8A4AC86B-8A4E-4D42-B2D3-93B0C982EBD3}" dt="2023-10-08T10:30:31.827" v="14094"/>
          <ac:spMkLst>
            <pc:docMk/>
            <pc:sldMk cId="1121903803" sldId="315"/>
            <ac:spMk id="21" creationId="{9F686DC1-9A55-FD22-3659-E53681225F03}"/>
          </ac:spMkLst>
        </pc:spChg>
        <pc:spChg chg="add mod">
          <ac:chgData name="Mohammad Salman" userId="cfd6754c-e613-4f6f-bb98-36aef69d8c31" providerId="ADAL" clId="{8A4AC86B-8A4E-4D42-B2D3-93B0C982EBD3}" dt="2023-10-08T10:30:31.827" v="14094"/>
          <ac:spMkLst>
            <pc:docMk/>
            <pc:sldMk cId="1121903803" sldId="315"/>
            <ac:spMk id="22" creationId="{434B76F2-13C0-A339-8171-BE1D9372189A}"/>
          </ac:spMkLst>
        </pc:spChg>
        <pc:spChg chg="add mod">
          <ac:chgData name="Mohammad Salman" userId="cfd6754c-e613-4f6f-bb98-36aef69d8c31" providerId="ADAL" clId="{8A4AC86B-8A4E-4D42-B2D3-93B0C982EBD3}" dt="2023-10-08T10:30:31.827" v="14094"/>
          <ac:spMkLst>
            <pc:docMk/>
            <pc:sldMk cId="1121903803" sldId="315"/>
            <ac:spMk id="23" creationId="{A9E105B9-C93A-BA31-F742-32622F7BB082}"/>
          </ac:spMkLst>
        </pc:spChg>
        <pc:spChg chg="add mod">
          <ac:chgData name="Mohammad Salman" userId="cfd6754c-e613-4f6f-bb98-36aef69d8c31" providerId="ADAL" clId="{8A4AC86B-8A4E-4D42-B2D3-93B0C982EBD3}" dt="2023-10-08T10:32:01.554" v="14106" actId="1076"/>
          <ac:spMkLst>
            <pc:docMk/>
            <pc:sldMk cId="1121903803" sldId="315"/>
            <ac:spMk id="25" creationId="{41193C53-B32E-ACE4-1CEA-9F41B95E6700}"/>
          </ac:spMkLst>
        </pc:spChg>
        <pc:grpChg chg="add mod">
          <ac:chgData name="Mohammad Salman" userId="cfd6754c-e613-4f6f-bb98-36aef69d8c31" providerId="ADAL" clId="{8A4AC86B-8A4E-4D42-B2D3-93B0C982EBD3}" dt="2023-10-08T10:26:47.113" v="14019" actId="14100"/>
          <ac:grpSpMkLst>
            <pc:docMk/>
            <pc:sldMk cId="1121903803" sldId="315"/>
            <ac:grpSpMk id="7" creationId="{3B90BED5-BB4C-9B6C-9F0C-609609523875}"/>
          </ac:grpSpMkLst>
        </pc:grpChg>
        <pc:cxnChg chg="del mod">
          <ac:chgData name="Mohammad Salman" userId="cfd6754c-e613-4f6f-bb98-36aef69d8c31" providerId="ADAL" clId="{8A4AC86B-8A4E-4D42-B2D3-93B0C982EBD3}" dt="2023-10-08T10:30:18.171" v="14093" actId="478"/>
          <ac:cxnSpMkLst>
            <pc:docMk/>
            <pc:sldMk cId="1121903803" sldId="315"/>
            <ac:cxnSpMk id="3" creationId="{F60BB5A3-4345-859C-A12E-74D3B06576A0}"/>
          </ac:cxnSpMkLst>
        </pc:cxnChg>
        <pc:cxnChg chg="del mod">
          <ac:chgData name="Mohammad Salman" userId="cfd6754c-e613-4f6f-bb98-36aef69d8c31" providerId="ADAL" clId="{8A4AC86B-8A4E-4D42-B2D3-93B0C982EBD3}" dt="2023-10-08T10:30:18.171" v="14093" actId="478"/>
          <ac:cxnSpMkLst>
            <pc:docMk/>
            <pc:sldMk cId="1121903803" sldId="315"/>
            <ac:cxnSpMk id="4" creationId="{95C0F8C1-9B09-7906-B86C-B4744AA64978}"/>
          </ac:cxnSpMkLst>
        </pc:cxnChg>
        <pc:cxnChg chg="add del">
          <ac:chgData name="Mohammad Salman" userId="cfd6754c-e613-4f6f-bb98-36aef69d8c31" providerId="ADAL" clId="{8A4AC86B-8A4E-4D42-B2D3-93B0C982EBD3}" dt="2023-10-08T10:26:02.256" v="14009" actId="478"/>
          <ac:cxnSpMkLst>
            <pc:docMk/>
            <pc:sldMk cId="1121903803" sldId="315"/>
            <ac:cxnSpMk id="5" creationId="{93DF1A76-F570-BEB2-E11E-4C964C1FA5F1}"/>
          </ac:cxnSpMkLst>
        </pc:cxnChg>
        <pc:cxnChg chg="mod">
          <ac:chgData name="Mohammad Salman" userId="cfd6754c-e613-4f6f-bb98-36aef69d8c31" providerId="ADAL" clId="{8A4AC86B-8A4E-4D42-B2D3-93B0C982EBD3}" dt="2023-10-08T10:27:04.432" v="14021" actId="692"/>
          <ac:cxnSpMkLst>
            <pc:docMk/>
            <pc:sldMk cId="1121903803" sldId="315"/>
            <ac:cxnSpMk id="8" creationId="{91530BFB-A7E8-C325-FC59-95544D12067E}"/>
          </ac:cxnSpMkLst>
        </pc:cxnChg>
        <pc:cxnChg chg="mod">
          <ac:chgData name="Mohammad Salman" userId="cfd6754c-e613-4f6f-bb98-36aef69d8c31" providerId="ADAL" clId="{8A4AC86B-8A4E-4D42-B2D3-93B0C982EBD3}" dt="2023-10-08T10:27:04.432" v="14021" actId="692"/>
          <ac:cxnSpMkLst>
            <pc:docMk/>
            <pc:sldMk cId="1121903803" sldId="315"/>
            <ac:cxnSpMk id="10" creationId="{361324A9-65F8-85AD-D9BE-72C23DAD2F08}"/>
          </ac:cxnSpMkLst>
        </pc:cxnChg>
        <pc:cxnChg chg="mod">
          <ac:chgData name="Mohammad Salman" userId="cfd6754c-e613-4f6f-bb98-36aef69d8c31" providerId="ADAL" clId="{8A4AC86B-8A4E-4D42-B2D3-93B0C982EBD3}" dt="2023-10-08T10:27:04.432" v="14021" actId="692"/>
          <ac:cxnSpMkLst>
            <pc:docMk/>
            <pc:sldMk cId="1121903803" sldId="315"/>
            <ac:cxnSpMk id="11" creationId="{BD827770-5486-FA93-D5EF-7C603960F494}"/>
          </ac:cxnSpMkLst>
        </pc:cxnChg>
      </pc:sldChg>
      <pc:sldChg chg="addSp delSp modSp new del mod setBg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601129592" sldId="316"/>
        </pc:sldMkLst>
        <pc:spChg chg="del">
          <ac:chgData name="Mohammad Salman" userId="cfd6754c-e613-4f6f-bb98-36aef69d8c31" providerId="ADAL" clId="{8A4AC86B-8A4E-4D42-B2D3-93B0C982EBD3}" dt="2023-10-08T10:40:06.342" v="14247" actId="478"/>
          <ac:spMkLst>
            <pc:docMk/>
            <pc:sldMk cId="3601129592" sldId="316"/>
            <ac:spMk id="2" creationId="{8B17D632-68D8-C135-B9BF-1BDF67DA1FE9}"/>
          </ac:spMkLst>
        </pc:spChg>
        <pc:spChg chg="del">
          <ac:chgData name="Mohammad Salman" userId="cfd6754c-e613-4f6f-bb98-36aef69d8c31" providerId="ADAL" clId="{8A4AC86B-8A4E-4D42-B2D3-93B0C982EBD3}" dt="2023-10-08T10:40:06.342" v="14247" actId="478"/>
          <ac:spMkLst>
            <pc:docMk/>
            <pc:sldMk cId="3601129592" sldId="316"/>
            <ac:spMk id="3" creationId="{B3C131FA-F6BA-56F6-0E2F-70D394527E3D}"/>
          </ac:spMkLst>
        </pc:spChg>
        <pc:spChg chg="add del mod">
          <ac:chgData name="Mohammad Salman" userId="cfd6754c-e613-4f6f-bb98-36aef69d8c31" providerId="ADAL" clId="{8A4AC86B-8A4E-4D42-B2D3-93B0C982EBD3}" dt="2023-10-08T10:42:40.908" v="14519" actId="1036"/>
          <ac:spMkLst>
            <pc:docMk/>
            <pc:sldMk cId="3601129592" sldId="316"/>
            <ac:spMk id="5" creationId="{BB100E65-5E87-2B27-3264-7EB452CCB875}"/>
          </ac:spMkLst>
        </pc:spChg>
        <pc:spChg chg="add del mod">
          <ac:chgData name="Mohammad Salman" userId="cfd6754c-e613-4f6f-bb98-36aef69d8c31" providerId="ADAL" clId="{8A4AC86B-8A4E-4D42-B2D3-93B0C982EBD3}" dt="2023-10-08T10:40:39.675" v="14261" actId="22"/>
          <ac:spMkLst>
            <pc:docMk/>
            <pc:sldMk cId="3601129592" sldId="316"/>
            <ac:spMk id="7" creationId="{6F6C6B20-B706-DF26-BD40-F2D1B64AE8BB}"/>
          </ac:spMkLst>
        </pc:spChg>
        <pc:spChg chg="add mod">
          <ac:chgData name="Mohammad Salman" userId="cfd6754c-e613-4f6f-bb98-36aef69d8c31" providerId="ADAL" clId="{8A4AC86B-8A4E-4D42-B2D3-93B0C982EBD3}" dt="2023-10-08T10:42:40.908" v="14519" actId="1036"/>
          <ac:spMkLst>
            <pc:docMk/>
            <pc:sldMk cId="3601129592" sldId="316"/>
            <ac:spMk id="9" creationId="{5EEF0F3F-5DC4-EA39-F03D-A453D1AE9C5F}"/>
          </ac:spMkLst>
        </pc:spChg>
        <pc:spChg chg="add mod">
          <ac:chgData name="Mohammad Salman" userId="cfd6754c-e613-4f6f-bb98-36aef69d8c31" providerId="ADAL" clId="{8A4AC86B-8A4E-4D42-B2D3-93B0C982EBD3}" dt="2023-10-08T10:43:38.954" v="14543" actId="1076"/>
          <ac:spMkLst>
            <pc:docMk/>
            <pc:sldMk cId="3601129592" sldId="316"/>
            <ac:spMk id="10" creationId="{0D4A1842-3C92-DE2D-F724-BBA474271D3D}"/>
          </ac:spMkLst>
        </pc:spChg>
      </pc:sldChg>
      <pc:sldChg chg="modSp add del mod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060148797" sldId="317"/>
        </pc:sldMkLst>
        <pc:spChg chg="mod">
          <ac:chgData name="Mohammad Salman" userId="cfd6754c-e613-4f6f-bb98-36aef69d8c31" providerId="ADAL" clId="{8A4AC86B-8A4E-4D42-B2D3-93B0C982EBD3}" dt="2023-10-08T11:47:54.200" v="15145" actId="20577"/>
          <ac:spMkLst>
            <pc:docMk/>
            <pc:sldMk cId="3060148797" sldId="317"/>
            <ac:spMk id="3" creationId="{DF0DA36B-DD7C-268E-8B82-E9B370C0CCC1}"/>
          </ac:spMkLst>
        </pc:spChg>
      </pc:sldChg>
      <pc:sldChg chg="modSp add del mod setBg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494820671" sldId="318"/>
        </pc:sldMkLst>
        <pc:spChg chg="mod">
          <ac:chgData name="Mohammad Salman" userId="cfd6754c-e613-4f6f-bb98-36aef69d8c31" providerId="ADAL" clId="{8A4AC86B-8A4E-4D42-B2D3-93B0C982EBD3}" dt="2023-10-08T11:44:32.762" v="14687"/>
          <ac:spMkLst>
            <pc:docMk/>
            <pc:sldMk cId="3494820671" sldId="318"/>
            <ac:spMk id="5" creationId="{BB100E65-5E87-2B27-3264-7EB452CCB875}"/>
          </ac:spMkLst>
        </pc:spChg>
        <pc:spChg chg="mod">
          <ac:chgData name="Mohammad Salman" userId="cfd6754c-e613-4f6f-bb98-36aef69d8c31" providerId="ADAL" clId="{8A4AC86B-8A4E-4D42-B2D3-93B0C982EBD3}" dt="2023-10-08T11:44:15.930" v="14684"/>
          <ac:spMkLst>
            <pc:docMk/>
            <pc:sldMk cId="3494820671" sldId="318"/>
            <ac:spMk id="9" creationId="{5EEF0F3F-5DC4-EA39-F03D-A453D1AE9C5F}"/>
          </ac:spMkLst>
        </pc:spChg>
        <pc:spChg chg="mod">
          <ac:chgData name="Mohammad Salman" userId="cfd6754c-e613-4f6f-bb98-36aef69d8c31" providerId="ADAL" clId="{8A4AC86B-8A4E-4D42-B2D3-93B0C982EBD3}" dt="2023-10-08T11:43:56.025" v="14683" actId="20577"/>
          <ac:spMkLst>
            <pc:docMk/>
            <pc:sldMk cId="3494820671" sldId="318"/>
            <ac:spMk id="10" creationId="{0D4A1842-3C92-DE2D-F724-BBA474271D3D}"/>
          </ac:spMkLst>
        </pc:spChg>
      </pc:sldChg>
      <pc:sldChg chg="addSp delSp modSp add del mod delAnim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278361032" sldId="319"/>
        </pc:sldMkLst>
        <pc:spChg chg="add mod">
          <ac:chgData name="Mohammad Salman" userId="cfd6754c-e613-4f6f-bb98-36aef69d8c31" providerId="ADAL" clId="{8A4AC86B-8A4E-4D42-B2D3-93B0C982EBD3}" dt="2023-10-08T12:10:48.648" v="15814" actId="1076"/>
          <ac:spMkLst>
            <pc:docMk/>
            <pc:sldMk cId="278361032" sldId="319"/>
            <ac:spMk id="2" creationId="{6D7CA434-4D8F-3BA6-8DF3-92FFFA1EAC40}"/>
          </ac:spMkLst>
        </pc:spChg>
        <pc:spChg chg="add mod">
          <ac:chgData name="Mohammad Salman" userId="cfd6754c-e613-4f6f-bb98-36aef69d8c31" providerId="ADAL" clId="{8A4AC86B-8A4E-4D42-B2D3-93B0C982EBD3}" dt="2023-10-08T12:10:48.648" v="15814" actId="1076"/>
          <ac:spMkLst>
            <pc:docMk/>
            <pc:sldMk cId="278361032" sldId="319"/>
            <ac:spMk id="3" creationId="{03A267FE-85B7-6BEC-154D-B4CED7C5F262}"/>
          </ac:spMkLst>
        </pc:spChg>
        <pc:spChg chg="add mod">
          <ac:chgData name="Mohammad Salman" userId="cfd6754c-e613-4f6f-bb98-36aef69d8c31" providerId="ADAL" clId="{8A4AC86B-8A4E-4D42-B2D3-93B0C982EBD3}" dt="2023-10-08T12:10:48.648" v="15814" actId="1076"/>
          <ac:spMkLst>
            <pc:docMk/>
            <pc:sldMk cId="278361032" sldId="319"/>
            <ac:spMk id="4" creationId="{2175B40B-1DB5-8537-9CAD-5F20C8CD723F}"/>
          </ac:spMkLst>
        </pc:spChg>
        <pc:spChg chg="add mod">
          <ac:chgData name="Mohammad Salman" userId="cfd6754c-e613-4f6f-bb98-36aef69d8c31" providerId="ADAL" clId="{8A4AC86B-8A4E-4D42-B2D3-93B0C982EBD3}" dt="2023-10-08T12:10:48.648" v="15814" actId="1076"/>
          <ac:spMkLst>
            <pc:docMk/>
            <pc:sldMk cId="278361032" sldId="319"/>
            <ac:spMk id="5" creationId="{F3D45503-213B-7AD1-7D6D-4433233CE749}"/>
          </ac:spMkLst>
        </pc:spChg>
        <pc:spChg chg="mod">
          <ac:chgData name="Mohammad Salman" userId="cfd6754c-e613-4f6f-bb98-36aef69d8c31" providerId="ADAL" clId="{8A4AC86B-8A4E-4D42-B2D3-93B0C982EBD3}" dt="2023-10-08T12:10:34.016" v="15812" actId="20577"/>
          <ac:spMkLst>
            <pc:docMk/>
            <pc:sldMk cId="278361032" sldId="319"/>
            <ac:spMk id="6" creationId="{88CD6C93-5359-F108-EC0B-86C3F991DB1D}"/>
          </ac:spMkLst>
        </pc:spChg>
        <pc:spChg chg="add mod">
          <ac:chgData name="Mohammad Salman" userId="cfd6754c-e613-4f6f-bb98-36aef69d8c31" providerId="ADAL" clId="{8A4AC86B-8A4E-4D42-B2D3-93B0C982EBD3}" dt="2023-10-08T12:10:48.648" v="15814" actId="1076"/>
          <ac:spMkLst>
            <pc:docMk/>
            <pc:sldMk cId="278361032" sldId="319"/>
            <ac:spMk id="7" creationId="{258C7B20-28F2-6F95-1E01-8E40564585F1}"/>
          </ac:spMkLst>
        </pc:spChg>
        <pc:spChg chg="add mod">
          <ac:chgData name="Mohammad Salman" userId="cfd6754c-e613-4f6f-bb98-36aef69d8c31" providerId="ADAL" clId="{8A4AC86B-8A4E-4D42-B2D3-93B0C982EBD3}" dt="2023-10-08T12:10:48.648" v="15814" actId="1076"/>
          <ac:spMkLst>
            <pc:docMk/>
            <pc:sldMk cId="278361032" sldId="319"/>
            <ac:spMk id="8" creationId="{2BC2F706-F907-03F3-4314-7E922FE30DC8}"/>
          </ac:spMkLst>
        </pc:spChg>
        <pc:spChg chg="add mod">
          <ac:chgData name="Mohammad Salman" userId="cfd6754c-e613-4f6f-bb98-36aef69d8c31" providerId="ADAL" clId="{8A4AC86B-8A4E-4D42-B2D3-93B0C982EBD3}" dt="2023-10-08T12:10:48.648" v="15814" actId="1076"/>
          <ac:spMkLst>
            <pc:docMk/>
            <pc:sldMk cId="278361032" sldId="319"/>
            <ac:spMk id="9" creationId="{B1A0F447-BCFD-98C7-77F9-69D672B53A8D}"/>
          </ac:spMkLst>
        </pc:spChg>
        <pc:spChg chg="add mod">
          <ac:chgData name="Mohammad Salman" userId="cfd6754c-e613-4f6f-bb98-36aef69d8c31" providerId="ADAL" clId="{8A4AC86B-8A4E-4D42-B2D3-93B0C982EBD3}" dt="2023-10-08T12:10:48.648" v="15814" actId="1076"/>
          <ac:spMkLst>
            <pc:docMk/>
            <pc:sldMk cId="278361032" sldId="319"/>
            <ac:spMk id="10" creationId="{63A2A171-8083-D488-7692-6E6EC01D55CE}"/>
          </ac:spMkLst>
        </pc:spChg>
        <pc:spChg chg="add mod">
          <ac:chgData name="Mohammad Salman" userId="cfd6754c-e613-4f6f-bb98-36aef69d8c31" providerId="ADAL" clId="{8A4AC86B-8A4E-4D42-B2D3-93B0C982EBD3}" dt="2023-10-08T12:11:01.629" v="15815"/>
          <ac:spMkLst>
            <pc:docMk/>
            <pc:sldMk cId="278361032" sldId="319"/>
            <ac:spMk id="13" creationId="{17747F27-0CB5-AEA3-DBAD-E23489F0BAE9}"/>
          </ac:spMkLst>
        </pc:spChg>
        <pc:spChg chg="mod">
          <ac:chgData name="Mohammad Salman" userId="cfd6754c-e613-4f6f-bb98-36aef69d8c31" providerId="ADAL" clId="{8A4AC86B-8A4E-4D42-B2D3-93B0C982EBD3}" dt="2023-10-08T12:08:56.559" v="15596" actId="20577"/>
          <ac:spMkLst>
            <pc:docMk/>
            <pc:sldMk cId="278361032" sldId="319"/>
            <ac:spMk id="14" creationId="{7CCDB5EB-CF35-5E0A-52DD-3FB798113E47}"/>
          </ac:spMkLst>
        </pc:spChg>
        <pc:spChg chg="del">
          <ac:chgData name="Mohammad Salman" userId="cfd6754c-e613-4f6f-bb98-36aef69d8c31" providerId="ADAL" clId="{8A4AC86B-8A4E-4D42-B2D3-93B0C982EBD3}" dt="2023-10-08T11:48:37.955" v="15147" actId="478"/>
          <ac:spMkLst>
            <pc:docMk/>
            <pc:sldMk cId="278361032" sldId="319"/>
            <ac:spMk id="16" creationId="{AA989999-CEF7-BC21-2EC6-C379C582E47A}"/>
          </ac:spMkLst>
        </pc:spChg>
        <pc:cxnChg chg="add mod">
          <ac:chgData name="Mohammad Salman" userId="cfd6754c-e613-4f6f-bb98-36aef69d8c31" providerId="ADAL" clId="{8A4AC86B-8A4E-4D42-B2D3-93B0C982EBD3}" dt="2023-10-08T12:11:10.338" v="15816" actId="14100"/>
          <ac:cxnSpMkLst>
            <pc:docMk/>
            <pc:sldMk cId="278361032" sldId="319"/>
            <ac:cxnSpMk id="11" creationId="{0843435D-8A7E-99EC-709C-08E2AE29683F}"/>
          </ac:cxnSpMkLst>
        </pc:cxnChg>
        <pc:cxnChg chg="add mod">
          <ac:chgData name="Mohammad Salman" userId="cfd6754c-e613-4f6f-bb98-36aef69d8c31" providerId="ADAL" clId="{8A4AC86B-8A4E-4D42-B2D3-93B0C982EBD3}" dt="2023-10-08T12:11:01.629" v="15815"/>
          <ac:cxnSpMkLst>
            <pc:docMk/>
            <pc:sldMk cId="278361032" sldId="319"/>
            <ac:cxnSpMk id="12" creationId="{58A67F86-EAC5-2147-1E33-9100A54ACDFB}"/>
          </ac:cxnSpMkLst>
        </pc:cxnChg>
      </pc:sldChg>
      <pc:sldChg chg="addSp delSp modSp add del mod setBg modNotesTx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937602891" sldId="320"/>
        </pc:sldMkLst>
        <pc:spChg chg="add del">
          <ac:chgData name="Mohammad Salman" userId="cfd6754c-e613-4f6f-bb98-36aef69d8c31" providerId="ADAL" clId="{8A4AC86B-8A4E-4D42-B2D3-93B0C982EBD3}" dt="2023-10-08T12:02:17.178" v="15580" actId="22"/>
          <ac:spMkLst>
            <pc:docMk/>
            <pc:sldMk cId="3937602891" sldId="320"/>
            <ac:spMk id="3" creationId="{0D2C5052-D040-B0A7-7043-992334222FB8}"/>
          </ac:spMkLst>
        </pc:spChg>
        <pc:spChg chg="del mod">
          <ac:chgData name="Mohammad Salman" userId="cfd6754c-e613-4f6f-bb98-36aef69d8c31" providerId="ADAL" clId="{8A4AC86B-8A4E-4D42-B2D3-93B0C982EBD3}" dt="2023-10-08T12:45:12.410" v="17347" actId="478"/>
          <ac:spMkLst>
            <pc:docMk/>
            <pc:sldMk cId="3937602891" sldId="320"/>
            <ac:spMk id="5" creationId="{BB100E65-5E87-2B27-3264-7EB452CCB875}"/>
          </ac:spMkLst>
        </pc:spChg>
        <pc:spChg chg="add del">
          <ac:chgData name="Mohammad Salman" userId="cfd6754c-e613-4f6f-bb98-36aef69d8c31" providerId="ADAL" clId="{8A4AC86B-8A4E-4D42-B2D3-93B0C982EBD3}" dt="2023-10-08T12:02:21.374" v="15582" actId="478"/>
          <ac:spMkLst>
            <pc:docMk/>
            <pc:sldMk cId="3937602891" sldId="320"/>
            <ac:spMk id="6" creationId="{464037BC-5832-F272-F22D-9C4F6E26058C}"/>
          </ac:spMkLst>
        </pc:spChg>
        <pc:spChg chg="add mod">
          <ac:chgData name="Mohammad Salman" userId="cfd6754c-e613-4f6f-bb98-36aef69d8c31" providerId="ADAL" clId="{8A4AC86B-8A4E-4D42-B2D3-93B0C982EBD3}" dt="2023-10-08T12:45:56.786" v="17358" actId="1076"/>
          <ac:spMkLst>
            <pc:docMk/>
            <pc:sldMk cId="3937602891" sldId="320"/>
            <ac:spMk id="8" creationId="{16288814-CD07-C15C-9920-87866A568834}"/>
          </ac:spMkLst>
        </pc:spChg>
        <pc:spChg chg="del mod">
          <ac:chgData name="Mohammad Salman" userId="cfd6754c-e613-4f6f-bb98-36aef69d8c31" providerId="ADAL" clId="{8A4AC86B-8A4E-4D42-B2D3-93B0C982EBD3}" dt="2023-10-08T12:45:12.410" v="17347" actId="478"/>
          <ac:spMkLst>
            <pc:docMk/>
            <pc:sldMk cId="3937602891" sldId="320"/>
            <ac:spMk id="9" creationId="{5EEF0F3F-5DC4-EA39-F03D-A453D1AE9C5F}"/>
          </ac:spMkLst>
        </pc:spChg>
        <pc:spChg chg="mod">
          <ac:chgData name="Mohammad Salman" userId="cfd6754c-e613-4f6f-bb98-36aef69d8c31" providerId="ADAL" clId="{8A4AC86B-8A4E-4D42-B2D3-93B0C982EBD3}" dt="2023-10-08T12:47:20.769" v="17616" actId="14100"/>
          <ac:spMkLst>
            <pc:docMk/>
            <pc:sldMk cId="3937602891" sldId="320"/>
            <ac:spMk id="10" creationId="{0D4A1842-3C92-DE2D-F724-BBA474271D3D}"/>
          </ac:spMkLst>
        </pc:spChg>
        <pc:spChg chg="add mod">
          <ac:chgData name="Mohammad Salman" userId="cfd6754c-e613-4f6f-bb98-36aef69d8c31" providerId="ADAL" clId="{8A4AC86B-8A4E-4D42-B2D3-93B0C982EBD3}" dt="2023-10-08T12:51:14.087" v="17859" actId="1076"/>
          <ac:spMkLst>
            <pc:docMk/>
            <pc:sldMk cId="3937602891" sldId="320"/>
            <ac:spMk id="11" creationId="{1E227464-9001-A617-0DAA-8096DB5732EF}"/>
          </ac:spMkLst>
        </pc:spChg>
        <pc:spChg chg="add del mod">
          <ac:chgData name="Mohammad Salman" userId="cfd6754c-e613-4f6f-bb98-36aef69d8c31" providerId="ADAL" clId="{8A4AC86B-8A4E-4D42-B2D3-93B0C982EBD3}" dt="2023-10-08T12:51:01.989" v="17855"/>
          <ac:spMkLst>
            <pc:docMk/>
            <pc:sldMk cId="3937602891" sldId="320"/>
            <ac:spMk id="12" creationId="{22E8881E-31F3-05D5-B39D-3A87E92F8713}"/>
          </ac:spMkLst>
        </pc:spChg>
        <pc:spChg chg="add mod">
          <ac:chgData name="Mohammad Salman" userId="cfd6754c-e613-4f6f-bb98-36aef69d8c31" providerId="ADAL" clId="{8A4AC86B-8A4E-4D42-B2D3-93B0C982EBD3}" dt="2023-10-08T12:51:09.936" v="17858" actId="1076"/>
          <ac:spMkLst>
            <pc:docMk/>
            <pc:sldMk cId="3937602891" sldId="320"/>
            <ac:spMk id="13" creationId="{BCA3531C-FC26-99FA-CD1B-05F6CBD59C57}"/>
          </ac:spMkLst>
        </pc:spChg>
      </pc:sldChg>
      <pc:sldChg chg="add del">
        <pc:chgData name="Mohammad Salman" userId="cfd6754c-e613-4f6f-bb98-36aef69d8c31" providerId="ADAL" clId="{8A4AC86B-8A4E-4D42-B2D3-93B0C982EBD3}" dt="2023-10-08T12:12:36.431" v="15820" actId="47"/>
        <pc:sldMkLst>
          <pc:docMk/>
          <pc:sldMk cId="2521316767" sldId="321"/>
        </pc:sldMkLst>
      </pc:sldChg>
      <pc:sldChg chg="addSp delSp 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428871913" sldId="321"/>
        </pc:sldMkLst>
        <pc:spChg chg="mod">
          <ac:chgData name="Mohammad Salman" userId="cfd6754c-e613-4f6f-bb98-36aef69d8c31" providerId="ADAL" clId="{8A4AC86B-8A4E-4D42-B2D3-93B0C982EBD3}" dt="2023-10-08T12:15:44.778" v="16044" actId="20577"/>
          <ac:spMkLst>
            <pc:docMk/>
            <pc:sldMk cId="3428871913" sldId="321"/>
            <ac:spMk id="6" creationId="{88CD6C93-5359-F108-EC0B-86C3F991DB1D}"/>
          </ac:spMkLst>
        </pc:spChg>
        <pc:spChg chg="del">
          <ac:chgData name="Mohammad Salman" userId="cfd6754c-e613-4f6f-bb98-36aef69d8c31" providerId="ADAL" clId="{8A4AC86B-8A4E-4D42-B2D3-93B0C982EBD3}" dt="2023-10-08T12:12:47.798" v="15823" actId="478"/>
          <ac:spMkLst>
            <pc:docMk/>
            <pc:sldMk cId="3428871913" sldId="321"/>
            <ac:spMk id="13" creationId="{17747F27-0CB5-AEA3-DBAD-E23489F0BAE9}"/>
          </ac:spMkLst>
        </pc:spChg>
        <pc:spChg chg="add mod">
          <ac:chgData name="Mohammad Salman" userId="cfd6754c-e613-4f6f-bb98-36aef69d8c31" providerId="ADAL" clId="{8A4AC86B-8A4E-4D42-B2D3-93B0C982EBD3}" dt="2023-10-08T12:14:37.925" v="16038" actId="14100"/>
          <ac:spMkLst>
            <pc:docMk/>
            <pc:sldMk cId="3428871913" sldId="321"/>
            <ac:spMk id="15" creationId="{E793935C-6E9C-E229-536A-109870AB9AD5}"/>
          </ac:spMkLst>
        </pc:spChg>
        <pc:spChg chg="add del mod">
          <ac:chgData name="Mohammad Salman" userId="cfd6754c-e613-4f6f-bb98-36aef69d8c31" providerId="ADAL" clId="{8A4AC86B-8A4E-4D42-B2D3-93B0C982EBD3}" dt="2023-10-08T12:23:57.433" v="16356" actId="478"/>
          <ac:spMkLst>
            <pc:docMk/>
            <pc:sldMk cId="3428871913" sldId="321"/>
            <ac:spMk id="16" creationId="{AA13AF84-E5D7-096E-6709-977FA0E86B95}"/>
          </ac:spMkLst>
        </pc:spChg>
        <pc:spChg chg="add mod">
          <ac:chgData name="Mohammad Salman" userId="cfd6754c-e613-4f6f-bb98-36aef69d8c31" providerId="ADAL" clId="{8A4AC86B-8A4E-4D42-B2D3-93B0C982EBD3}" dt="2023-10-08T12:23:57.803" v="16357"/>
          <ac:spMkLst>
            <pc:docMk/>
            <pc:sldMk cId="3428871913" sldId="321"/>
            <ac:spMk id="17" creationId="{1BB1898D-B8E3-4489-E3B4-D026F30E67E5}"/>
          </ac:spMkLst>
        </pc:spChg>
        <pc:cxnChg chg="del">
          <ac:chgData name="Mohammad Salman" userId="cfd6754c-e613-4f6f-bb98-36aef69d8c31" providerId="ADAL" clId="{8A4AC86B-8A4E-4D42-B2D3-93B0C982EBD3}" dt="2023-10-08T12:12:47.798" v="15823" actId="478"/>
          <ac:cxnSpMkLst>
            <pc:docMk/>
            <pc:sldMk cId="3428871913" sldId="321"/>
            <ac:cxnSpMk id="11" creationId="{0843435D-8A7E-99EC-709C-08E2AE29683F}"/>
          </ac:cxnSpMkLst>
        </pc:cxnChg>
        <pc:cxnChg chg="del">
          <ac:chgData name="Mohammad Salman" userId="cfd6754c-e613-4f6f-bb98-36aef69d8c31" providerId="ADAL" clId="{8A4AC86B-8A4E-4D42-B2D3-93B0C982EBD3}" dt="2023-10-08T12:12:47.798" v="15823" actId="478"/>
          <ac:cxnSpMkLst>
            <pc:docMk/>
            <pc:sldMk cId="3428871913" sldId="321"/>
            <ac:cxnSpMk id="12" creationId="{58A67F86-EAC5-2147-1E33-9100A54ACDFB}"/>
          </ac:cxnSpMkLst>
        </pc:cxnChg>
      </pc:sldChg>
      <pc:sldChg chg="addSp modSp add del mod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742445563" sldId="322"/>
        </pc:sldMkLst>
        <pc:spChg chg="mod">
          <ac:chgData name="Mohammad Salman" userId="cfd6754c-e613-4f6f-bb98-36aef69d8c31" providerId="ADAL" clId="{8A4AC86B-8A4E-4D42-B2D3-93B0C982EBD3}" dt="2023-10-08T12:23:05.118" v="16349" actId="20577"/>
          <ac:spMkLst>
            <pc:docMk/>
            <pc:sldMk cId="742445563" sldId="322"/>
            <ac:spMk id="6" creationId="{88CD6C93-5359-F108-EC0B-86C3F991DB1D}"/>
          </ac:spMkLst>
        </pc:spChg>
        <pc:spChg chg="add mod">
          <ac:chgData name="Mohammad Salman" userId="cfd6754c-e613-4f6f-bb98-36aef69d8c31" providerId="ADAL" clId="{8A4AC86B-8A4E-4D42-B2D3-93B0C982EBD3}" dt="2023-10-08T12:23:44.208" v="16354" actId="1076"/>
          <ac:spMkLst>
            <pc:docMk/>
            <pc:sldMk cId="742445563" sldId="322"/>
            <ac:spMk id="11" creationId="{B519927D-498C-6BB5-9ED4-FBD158A3B62E}"/>
          </ac:spMkLst>
        </pc:spChg>
        <pc:spChg chg="mod">
          <ac:chgData name="Mohammad Salman" userId="cfd6754c-e613-4f6f-bb98-36aef69d8c31" providerId="ADAL" clId="{8A4AC86B-8A4E-4D42-B2D3-93B0C982EBD3}" dt="2023-10-08T12:16:05.819" v="16057" actId="1076"/>
          <ac:spMkLst>
            <pc:docMk/>
            <pc:sldMk cId="742445563" sldId="322"/>
            <ac:spMk id="15" creationId="{E793935C-6E9C-E229-536A-109870AB9AD5}"/>
          </ac:spMkLst>
        </pc:spChg>
        <pc:spChg chg="mod">
          <ac:chgData name="Mohammad Salman" userId="cfd6754c-e613-4f6f-bb98-36aef69d8c31" providerId="ADAL" clId="{8A4AC86B-8A4E-4D42-B2D3-93B0C982EBD3}" dt="2023-10-08T12:23:54.941" v="16355" actId="1076"/>
          <ac:spMkLst>
            <pc:docMk/>
            <pc:sldMk cId="742445563" sldId="322"/>
            <ac:spMk id="16" creationId="{AA13AF84-E5D7-096E-6709-977FA0E86B95}"/>
          </ac:spMkLst>
        </pc:spChg>
        <pc:spChg chg="add mod">
          <ac:chgData name="Mohammad Salman" userId="cfd6754c-e613-4f6f-bb98-36aef69d8c31" providerId="ADAL" clId="{8A4AC86B-8A4E-4D42-B2D3-93B0C982EBD3}" dt="2023-10-08T12:26:53.514" v="16557" actId="1076"/>
          <ac:spMkLst>
            <pc:docMk/>
            <pc:sldMk cId="742445563" sldId="322"/>
            <ac:spMk id="18" creationId="{7441EDEF-B62F-EE15-F2A6-0963C6FA2BE5}"/>
          </ac:spMkLst>
        </pc:spChg>
        <pc:cxnChg chg="add mod">
          <ac:chgData name="Mohammad Salman" userId="cfd6754c-e613-4f6f-bb98-36aef69d8c31" providerId="ADAL" clId="{8A4AC86B-8A4E-4D42-B2D3-93B0C982EBD3}" dt="2023-10-08T12:27:18.270" v="16571" actId="1076"/>
          <ac:cxnSpMkLst>
            <pc:docMk/>
            <pc:sldMk cId="742445563" sldId="322"/>
            <ac:cxnSpMk id="13" creationId="{E15D0DA2-017A-E534-9F3A-DE9A97B36579}"/>
          </ac:cxnSpMkLst>
        </pc:cxnChg>
        <pc:cxnChg chg="add mod">
          <ac:chgData name="Mohammad Salman" userId="cfd6754c-e613-4f6f-bb98-36aef69d8c31" providerId="ADAL" clId="{8A4AC86B-8A4E-4D42-B2D3-93B0C982EBD3}" dt="2023-10-08T12:27:18.270" v="16571" actId="1076"/>
          <ac:cxnSpMkLst>
            <pc:docMk/>
            <pc:sldMk cId="742445563" sldId="322"/>
            <ac:cxnSpMk id="17" creationId="{57C379BD-31C4-24A1-BE63-1A48045F52AC}"/>
          </ac:cxnSpMkLst>
        </pc:cxnChg>
      </pc:sldChg>
      <pc:sldChg chg="addSp delSp modSp add del mod delAnim modAnim">
        <pc:chgData name="Mohammad Salman" userId="cfd6754c-e613-4f6f-bb98-36aef69d8c31" providerId="ADAL" clId="{8A4AC86B-8A4E-4D42-B2D3-93B0C982EBD3}" dt="2023-10-08T14:20:46.921" v="17920" actId="2696"/>
        <pc:sldMkLst>
          <pc:docMk/>
          <pc:sldMk cId="783975415" sldId="323"/>
        </pc:sldMkLst>
        <pc:spChg chg="del">
          <ac:chgData name="Mohammad Salman" userId="cfd6754c-e613-4f6f-bb98-36aef69d8c31" providerId="ADAL" clId="{8A4AC86B-8A4E-4D42-B2D3-93B0C982EBD3}" dt="2023-10-08T12:32:45.472" v="16763" actId="478"/>
          <ac:spMkLst>
            <pc:docMk/>
            <pc:sldMk cId="783975415" sldId="323"/>
            <ac:spMk id="5" creationId="{F3D45503-213B-7AD1-7D6D-4433233CE749}"/>
          </ac:spMkLst>
        </pc:spChg>
        <pc:spChg chg="mod">
          <ac:chgData name="Mohammad Salman" userId="cfd6754c-e613-4f6f-bb98-36aef69d8c31" providerId="ADAL" clId="{8A4AC86B-8A4E-4D42-B2D3-93B0C982EBD3}" dt="2023-10-08T12:32:58.176" v="16766" actId="20577"/>
          <ac:spMkLst>
            <pc:docMk/>
            <pc:sldMk cId="783975415" sldId="323"/>
            <ac:spMk id="6" creationId="{88CD6C93-5359-F108-EC0B-86C3F991DB1D}"/>
          </ac:spMkLst>
        </pc:spChg>
        <pc:spChg chg="del">
          <ac:chgData name="Mohammad Salman" userId="cfd6754c-e613-4f6f-bb98-36aef69d8c31" providerId="ADAL" clId="{8A4AC86B-8A4E-4D42-B2D3-93B0C982EBD3}" dt="2023-10-08T12:32:47.589" v="16764" actId="478"/>
          <ac:spMkLst>
            <pc:docMk/>
            <pc:sldMk cId="783975415" sldId="323"/>
            <ac:spMk id="10" creationId="{63A2A171-8083-D488-7692-6E6EC01D55CE}"/>
          </ac:spMkLst>
        </pc:spChg>
        <pc:spChg chg="del">
          <ac:chgData name="Mohammad Salman" userId="cfd6754c-e613-4f6f-bb98-36aef69d8c31" providerId="ADAL" clId="{8A4AC86B-8A4E-4D42-B2D3-93B0C982EBD3}" dt="2023-10-08T12:29:03.883" v="16574" actId="478"/>
          <ac:spMkLst>
            <pc:docMk/>
            <pc:sldMk cId="783975415" sldId="323"/>
            <ac:spMk id="11" creationId="{B519927D-498C-6BB5-9ED4-FBD158A3B62E}"/>
          </ac:spMkLst>
        </pc:spChg>
        <pc:spChg chg="del">
          <ac:chgData name="Mohammad Salman" userId="cfd6754c-e613-4f6f-bb98-36aef69d8c31" providerId="ADAL" clId="{8A4AC86B-8A4E-4D42-B2D3-93B0C982EBD3}" dt="2023-10-08T12:29:01.859" v="16573" actId="478"/>
          <ac:spMkLst>
            <pc:docMk/>
            <pc:sldMk cId="783975415" sldId="323"/>
            <ac:spMk id="14" creationId="{7CCDB5EB-CF35-5E0A-52DD-3FB798113E47}"/>
          </ac:spMkLst>
        </pc:spChg>
        <pc:spChg chg="del">
          <ac:chgData name="Mohammad Salman" userId="cfd6754c-e613-4f6f-bb98-36aef69d8c31" providerId="ADAL" clId="{8A4AC86B-8A4E-4D42-B2D3-93B0C982EBD3}" dt="2023-10-08T12:29:03.883" v="16574" actId="478"/>
          <ac:spMkLst>
            <pc:docMk/>
            <pc:sldMk cId="783975415" sldId="323"/>
            <ac:spMk id="15" creationId="{E793935C-6E9C-E229-536A-109870AB9AD5}"/>
          </ac:spMkLst>
        </pc:spChg>
        <pc:spChg chg="del">
          <ac:chgData name="Mohammad Salman" userId="cfd6754c-e613-4f6f-bb98-36aef69d8c31" providerId="ADAL" clId="{8A4AC86B-8A4E-4D42-B2D3-93B0C982EBD3}" dt="2023-10-08T12:29:05.260" v="16575" actId="478"/>
          <ac:spMkLst>
            <pc:docMk/>
            <pc:sldMk cId="783975415" sldId="323"/>
            <ac:spMk id="16" creationId="{AA13AF84-E5D7-096E-6709-977FA0E86B95}"/>
          </ac:spMkLst>
        </pc:spChg>
        <pc:spChg chg="del">
          <ac:chgData name="Mohammad Salman" userId="cfd6754c-e613-4f6f-bb98-36aef69d8c31" providerId="ADAL" clId="{8A4AC86B-8A4E-4D42-B2D3-93B0C982EBD3}" dt="2023-10-08T12:32:50.360" v="16765" actId="478"/>
          <ac:spMkLst>
            <pc:docMk/>
            <pc:sldMk cId="783975415" sldId="323"/>
            <ac:spMk id="18" creationId="{7441EDEF-B62F-EE15-F2A6-0963C6FA2BE5}"/>
          </ac:spMkLst>
        </pc:spChg>
        <pc:spChg chg="add mod">
          <ac:chgData name="Mohammad Salman" userId="cfd6754c-e613-4f6f-bb98-36aef69d8c31" providerId="ADAL" clId="{8A4AC86B-8A4E-4D42-B2D3-93B0C982EBD3}" dt="2023-10-08T12:29:23.250" v="16583" actId="1076"/>
          <ac:spMkLst>
            <pc:docMk/>
            <pc:sldMk cId="783975415" sldId="323"/>
            <ac:spMk id="19" creationId="{F97B8EC6-38D2-59BF-C0AA-8DCAE9D86287}"/>
          </ac:spMkLst>
        </pc:spChg>
        <pc:spChg chg="add mod">
          <ac:chgData name="Mohammad Salman" userId="cfd6754c-e613-4f6f-bb98-36aef69d8c31" providerId="ADAL" clId="{8A4AC86B-8A4E-4D42-B2D3-93B0C982EBD3}" dt="2023-10-08T12:30:10.744" v="16597" actId="1038"/>
          <ac:spMkLst>
            <pc:docMk/>
            <pc:sldMk cId="783975415" sldId="323"/>
            <ac:spMk id="20" creationId="{FC10B3BA-A0E6-78FF-52C6-8F0DB33DA22B}"/>
          </ac:spMkLst>
        </pc:spChg>
        <pc:spChg chg="add mod">
          <ac:chgData name="Mohammad Salman" userId="cfd6754c-e613-4f6f-bb98-36aef69d8c31" providerId="ADAL" clId="{8A4AC86B-8A4E-4D42-B2D3-93B0C982EBD3}" dt="2023-10-08T12:32:10.554" v="16759" actId="20577"/>
          <ac:spMkLst>
            <pc:docMk/>
            <pc:sldMk cId="783975415" sldId="323"/>
            <ac:spMk id="21" creationId="{FC7D9D00-AE7B-D4EA-FB26-E63BDB289370}"/>
          </ac:spMkLst>
        </pc:spChg>
        <pc:spChg chg="add mod">
          <ac:chgData name="Mohammad Salman" userId="cfd6754c-e613-4f6f-bb98-36aef69d8c31" providerId="ADAL" clId="{8A4AC86B-8A4E-4D42-B2D3-93B0C982EBD3}" dt="2023-10-08T12:32:22.339" v="16761" actId="14100"/>
          <ac:spMkLst>
            <pc:docMk/>
            <pc:sldMk cId="783975415" sldId="323"/>
            <ac:spMk id="26" creationId="{072860AD-23FE-AE56-F5C4-037EE2EBBAFC}"/>
          </ac:spMkLst>
        </pc:spChg>
        <pc:cxnChg chg="del">
          <ac:chgData name="Mohammad Salman" userId="cfd6754c-e613-4f6f-bb98-36aef69d8c31" providerId="ADAL" clId="{8A4AC86B-8A4E-4D42-B2D3-93B0C982EBD3}" dt="2023-10-08T12:32:45.472" v="16763" actId="478"/>
          <ac:cxnSpMkLst>
            <pc:docMk/>
            <pc:sldMk cId="783975415" sldId="323"/>
            <ac:cxnSpMk id="13" creationId="{E15D0DA2-017A-E534-9F3A-DE9A97B36579}"/>
          </ac:cxnSpMkLst>
        </pc:cxnChg>
        <pc:cxnChg chg="del">
          <ac:chgData name="Mohammad Salman" userId="cfd6754c-e613-4f6f-bb98-36aef69d8c31" providerId="ADAL" clId="{8A4AC86B-8A4E-4D42-B2D3-93B0C982EBD3}" dt="2023-10-08T12:32:47.589" v="16764" actId="478"/>
          <ac:cxnSpMkLst>
            <pc:docMk/>
            <pc:sldMk cId="783975415" sldId="323"/>
            <ac:cxnSpMk id="17" creationId="{57C379BD-31C4-24A1-BE63-1A48045F52AC}"/>
          </ac:cxnSpMkLst>
        </pc:cxnChg>
        <pc:cxnChg chg="add mod">
          <ac:chgData name="Mohammad Salman" userId="cfd6754c-e613-4f6f-bb98-36aef69d8c31" providerId="ADAL" clId="{8A4AC86B-8A4E-4D42-B2D3-93B0C982EBD3}" dt="2023-10-08T12:32:29.186" v="16762" actId="14100"/>
          <ac:cxnSpMkLst>
            <pc:docMk/>
            <pc:sldMk cId="783975415" sldId="323"/>
            <ac:cxnSpMk id="22" creationId="{CE2B89F0-9DC0-2A4D-BC60-E19FF063BD23}"/>
          </ac:cxnSpMkLst>
        </pc:cxnChg>
      </pc:sldChg>
      <pc:sldChg chg="modSp add del mod">
        <pc:chgData name="Mohammad Salman" userId="cfd6754c-e613-4f6f-bb98-36aef69d8c31" providerId="ADAL" clId="{8A4AC86B-8A4E-4D42-B2D3-93B0C982EBD3}" dt="2023-10-08T14:20:46.921" v="17920" actId="2696"/>
        <pc:sldMkLst>
          <pc:docMk/>
          <pc:sldMk cId="73716982" sldId="324"/>
        </pc:sldMkLst>
        <pc:spChg chg="mod">
          <ac:chgData name="Mohammad Salman" userId="cfd6754c-e613-4f6f-bb98-36aef69d8c31" providerId="ADAL" clId="{8A4AC86B-8A4E-4D42-B2D3-93B0C982EBD3}" dt="2023-10-08T12:37:19.828" v="16944" actId="6549"/>
          <ac:spMkLst>
            <pc:docMk/>
            <pc:sldMk cId="73716982" sldId="324"/>
            <ac:spMk id="3" creationId="{DF0DA36B-DD7C-268E-8B82-E9B370C0CCC1}"/>
          </ac:spMkLst>
        </pc:spChg>
      </pc:sldChg>
      <pc:sldChg chg="addSp delSp modSp add del mod modNotesTx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738048529" sldId="325"/>
        </pc:sldMkLst>
        <pc:spChg chg="add mod">
          <ac:chgData name="Mohammad Salman" userId="cfd6754c-e613-4f6f-bb98-36aef69d8c31" providerId="ADAL" clId="{8A4AC86B-8A4E-4D42-B2D3-93B0C982EBD3}" dt="2023-10-08T12:49:33.447" v="17643" actId="1076"/>
          <ac:spMkLst>
            <pc:docMk/>
            <pc:sldMk cId="3738048529" sldId="325"/>
            <ac:spMk id="3" creationId="{B20BFA79-229F-79EB-C886-8DBA90C1102D}"/>
          </ac:spMkLst>
        </pc:spChg>
        <pc:spChg chg="add mod">
          <ac:chgData name="Mohammad Salman" userId="cfd6754c-e613-4f6f-bb98-36aef69d8c31" providerId="ADAL" clId="{8A4AC86B-8A4E-4D42-B2D3-93B0C982EBD3}" dt="2023-10-08T12:50:43.564" v="17852" actId="1076"/>
          <ac:spMkLst>
            <pc:docMk/>
            <pc:sldMk cId="3738048529" sldId="325"/>
            <ac:spMk id="4" creationId="{970C8B4B-5A20-5CDC-9EBE-10366E9C0747}"/>
          </ac:spMkLst>
        </pc:spChg>
        <pc:spChg chg="del">
          <ac:chgData name="Mohammad Salman" userId="cfd6754c-e613-4f6f-bb98-36aef69d8c31" providerId="ADAL" clId="{8A4AC86B-8A4E-4D42-B2D3-93B0C982EBD3}" dt="2023-10-08T12:47:30.896" v="17617" actId="478"/>
          <ac:spMkLst>
            <pc:docMk/>
            <pc:sldMk cId="3738048529" sldId="325"/>
            <ac:spMk id="5" creationId="{BB100E65-5E87-2B27-3264-7EB452CCB875}"/>
          </ac:spMkLst>
        </pc:spChg>
        <pc:spChg chg="del">
          <ac:chgData name="Mohammad Salman" userId="cfd6754c-e613-4f6f-bb98-36aef69d8c31" providerId="ADAL" clId="{8A4AC86B-8A4E-4D42-B2D3-93B0C982EBD3}" dt="2023-10-08T12:47:30.896" v="17617" actId="478"/>
          <ac:spMkLst>
            <pc:docMk/>
            <pc:sldMk cId="3738048529" sldId="325"/>
            <ac:spMk id="9" creationId="{5EEF0F3F-5DC4-EA39-F03D-A453D1AE9C5F}"/>
          </ac:spMkLst>
        </pc:spChg>
        <pc:spChg chg="mod">
          <ac:chgData name="Mohammad Salman" userId="cfd6754c-e613-4f6f-bb98-36aef69d8c31" providerId="ADAL" clId="{8A4AC86B-8A4E-4D42-B2D3-93B0C982EBD3}" dt="2023-10-08T12:50:27.656" v="17850" actId="113"/>
          <ac:spMkLst>
            <pc:docMk/>
            <pc:sldMk cId="3738048529" sldId="325"/>
            <ac:spMk id="10" creationId="{0D4A1842-3C92-DE2D-F724-BBA474271D3D}"/>
          </ac:spMkLst>
        </pc:spChg>
      </pc:sldChg>
      <pc:sldChg chg="modSp add del mod">
        <pc:chgData name="Mohammad Salman" userId="cfd6754c-e613-4f6f-bb98-36aef69d8c31" providerId="ADAL" clId="{8A4AC86B-8A4E-4D42-B2D3-93B0C982EBD3}" dt="2023-10-08T14:20:46.921" v="17920" actId="2696"/>
        <pc:sldMkLst>
          <pc:docMk/>
          <pc:sldMk cId="2141261538" sldId="326"/>
        </pc:sldMkLst>
        <pc:spChg chg="mod">
          <ac:chgData name="Mohammad Salman" userId="cfd6754c-e613-4f6f-bb98-36aef69d8c31" providerId="ADAL" clId="{8A4AC86B-8A4E-4D42-B2D3-93B0C982EBD3}" dt="2023-10-08T12:51:57.833" v="17919" actId="14100"/>
          <ac:spMkLst>
            <pc:docMk/>
            <pc:sldMk cId="2141261538" sldId="326"/>
            <ac:spMk id="10" creationId="{0D4A1842-3C92-DE2D-F724-BBA474271D3D}"/>
          </ac:spMkLst>
        </pc:spChg>
      </pc:sldChg>
      <pc:sldChg chg="new del">
        <pc:chgData name="Mohammad Salman" userId="cfd6754c-e613-4f6f-bb98-36aef69d8c31" providerId="ADAL" clId="{8A4AC86B-8A4E-4D42-B2D3-93B0C982EBD3}" dt="2023-10-08T12:42:01.904" v="17138" actId="680"/>
        <pc:sldMkLst>
          <pc:docMk/>
          <pc:sldMk cId="640557427" sldId="327"/>
        </pc:sldMkLst>
      </pc:sldChg>
      <pc:sldChg chg="addSp delSp modSp add del mod">
        <pc:chgData name="Mohammad Salman" userId="cfd6754c-e613-4f6f-bb98-36aef69d8c31" providerId="ADAL" clId="{8A4AC86B-8A4E-4D42-B2D3-93B0C982EBD3}" dt="2023-10-08T14:20:46.921" v="17920" actId="2696"/>
        <pc:sldMkLst>
          <pc:docMk/>
          <pc:sldMk cId="3730547048" sldId="327"/>
        </pc:sldMkLst>
        <pc:spChg chg="add mod">
          <ac:chgData name="Mohammad Salman" userId="cfd6754c-e613-4f6f-bb98-36aef69d8c31" providerId="ADAL" clId="{8A4AC86B-8A4E-4D42-B2D3-93B0C982EBD3}" dt="2023-10-08T12:43:21.595" v="17161" actId="20577"/>
          <ac:spMkLst>
            <pc:docMk/>
            <pc:sldMk cId="3730547048" sldId="327"/>
            <ac:spMk id="3" creationId="{EB7FC5CF-3071-307F-3CB7-21B29DAFC7D3}"/>
          </ac:spMkLst>
        </pc:spChg>
        <pc:spChg chg="del">
          <ac:chgData name="Mohammad Salman" userId="cfd6754c-e613-4f6f-bb98-36aef69d8c31" providerId="ADAL" clId="{8A4AC86B-8A4E-4D42-B2D3-93B0C982EBD3}" dt="2023-10-08T12:42:10.381" v="17140" actId="478"/>
          <ac:spMkLst>
            <pc:docMk/>
            <pc:sldMk cId="3730547048" sldId="327"/>
            <ac:spMk id="5" creationId="{BB100E65-5E87-2B27-3264-7EB452CCB875}"/>
          </ac:spMkLst>
        </pc:spChg>
        <pc:spChg chg="del">
          <ac:chgData name="Mohammad Salman" userId="cfd6754c-e613-4f6f-bb98-36aef69d8c31" providerId="ADAL" clId="{8A4AC86B-8A4E-4D42-B2D3-93B0C982EBD3}" dt="2023-10-08T12:42:11.506" v="17141" actId="478"/>
          <ac:spMkLst>
            <pc:docMk/>
            <pc:sldMk cId="3730547048" sldId="327"/>
            <ac:spMk id="9" creationId="{5EEF0F3F-5DC4-EA39-F03D-A453D1AE9C5F}"/>
          </ac:spMkLst>
        </pc:spChg>
        <pc:spChg chg="mod">
          <ac:chgData name="Mohammad Salman" userId="cfd6754c-e613-4f6f-bb98-36aef69d8c31" providerId="ADAL" clId="{8A4AC86B-8A4E-4D42-B2D3-93B0C982EBD3}" dt="2023-10-08T12:44:11.403" v="17346" actId="20577"/>
          <ac:spMkLst>
            <pc:docMk/>
            <pc:sldMk cId="3730547048" sldId="327"/>
            <ac:spMk id="10" creationId="{0D4A1842-3C92-DE2D-F724-BBA474271D3D}"/>
          </ac:spMkLst>
        </pc:spChg>
      </pc:sldChg>
      <pc:sldMasterChg chg="modSldLayout">
        <pc:chgData name="Mohammad Salman" userId="cfd6754c-e613-4f6f-bb98-36aef69d8c31" providerId="ADAL" clId="{8A4AC86B-8A4E-4D42-B2D3-93B0C982EBD3}" dt="2023-10-02T09:23:00.802" v="1" actId="114"/>
        <pc:sldMasterMkLst>
          <pc:docMk/>
          <pc:sldMasterMk cId="772530303" sldId="2147483648"/>
        </pc:sldMasterMkLst>
        <pc:sldLayoutChg chg="modSp">
          <pc:chgData name="Mohammad Salman" userId="cfd6754c-e613-4f6f-bb98-36aef69d8c31" providerId="ADAL" clId="{8A4AC86B-8A4E-4D42-B2D3-93B0C982EBD3}" dt="2023-10-02T09:23:00.802" v="1" actId="114"/>
          <pc:sldLayoutMkLst>
            <pc:docMk/>
            <pc:sldMasterMk cId="772530303" sldId="2147483648"/>
            <pc:sldLayoutMk cId="1251849033" sldId="2147483649"/>
          </pc:sldLayoutMkLst>
          <pc:spChg chg="mod">
            <ac:chgData name="Mohammad Salman" userId="cfd6754c-e613-4f6f-bb98-36aef69d8c31" providerId="ADAL" clId="{8A4AC86B-8A4E-4D42-B2D3-93B0C982EBD3}" dt="2023-10-02T09:23:00.802" v="1" actId="114"/>
            <ac:spMkLst>
              <pc:docMk/>
              <pc:sldMasterMk cId="772530303" sldId="2147483648"/>
              <pc:sldLayoutMk cId="1251849033" sldId="2147483649"/>
              <ac:spMk id="3" creationId="{4C11A2E5-83F1-DA8F-F52B-71A83ADE67D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181F6-AB9E-4CA1-BA0A-F7E12F02D211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32250-D443-400D-91E0-68BC898CF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28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95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If you try to return std::</a:t>
            </a:r>
            <a:r>
              <a:rPr lang="en-US" b="0" i="0" dirty="0" err="1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ostream</a:t>
            </a:r>
            <a:r>
              <a:rPr lang="en-US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 by value, you’ll get a compiler error. This happens because std::</a:t>
            </a:r>
            <a:r>
              <a:rPr lang="en-US" b="0" i="0" dirty="0" err="1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ostream</a:t>
            </a:r>
            <a:r>
              <a:rPr lang="en-US" b="0" i="0" dirty="0">
                <a:solidFill>
                  <a:srgbClr val="2D3140"/>
                </a:solidFill>
                <a:effectLst/>
                <a:latin typeface="Open Sans" panose="020B0606030504020204" pitchFamily="34" charset="0"/>
              </a:rPr>
              <a:t> specifically disallows being copied.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31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9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9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1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77FC-90A0-61DF-D3ED-9017AD4FC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1A2E5-83F1-DA8F-F52B-71A83ADE6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D9F12-2D04-F7B8-0035-13509524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8550B-925E-B33E-73A2-3D7676BD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615E-1D4D-467E-38D3-107600979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4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0670-7FCA-471C-8084-46FEE2E8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23E59-5085-7922-6A0B-03F8F6C66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265E0-9056-3A9F-F6A2-4B50DBBF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9261-47DB-3C17-D061-1B39A8B70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1F84-6602-EECB-18DF-5BE0A918D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EA8C-8348-3210-9C2C-85AC4EDF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79795-AECF-E87A-849A-0B4BE3FF2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94081-3C2B-6ED1-24F1-2BC9BE5B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222AB-7110-F9D1-7AC1-DDC70DE3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A470-7DA8-26C6-2DEE-2A804F7C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0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9DFEB-7CEA-9327-26B9-C702E96C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6C574-8058-0A81-6E78-65C62E6B7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70D81-54B6-6826-8344-FEEA0853E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46D15-6FB0-7A16-C4FE-20647E012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28BA1-2DAF-2D9C-AA4E-10788EEE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B2E3A-9937-B696-55E1-EBF7BCB30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37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B481-8AE1-D9DD-6980-5F325C14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CDE02-46B0-A85D-2123-FF19562C1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2AEBA-1DBC-668C-28AD-F8CE53826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25E0AD-0585-DE69-3EF8-D32CA18F8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A117CA-0325-4111-C233-1B8E22398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3ED932-9727-9184-17F6-5253B8EB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B8EB8-4331-1281-A8DF-1EDE42B6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748B5-A37B-49D7-5B3C-C80B8CE8A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9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C87E-0CE9-C6DC-B2A3-240F20CC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3D6C35-9254-581C-DF61-76D8E968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E9102-8167-2397-AC3F-74FB4E99A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EBC3C-F764-F94D-789F-A59532CC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6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C5CFC-C75B-7110-0FD5-7D846D3B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8B82DB-7C58-AE1A-0357-A71A42CE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CD37B-241F-F7E4-FA20-BD7EF4CF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0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7726-27F0-87B5-C539-81E1268EA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69CDC-6EB8-931A-1246-F2A6079C1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832C5-01BA-99DC-9B42-A2AA42B3A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2F576-9808-8C30-AC11-4CD942E7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35BCB-3BE9-9135-0878-30D21064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EA974-BD6C-CACC-3BD4-7176757F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AE97-F37B-1D40-6F78-09FDEEE93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575DE-5574-B412-E29E-972301F7A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836FA-A897-C097-432E-FE811143A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7D493-2E22-7D08-DCD9-1DBED2BF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E6EB5-C0BB-81F7-4585-97E3DD98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9415D-44F3-4484-9BF8-9468E466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88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9CFB-FC3A-B197-739E-37EC03283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312FD-96C9-CA5C-6F6A-144D910FB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A4E61-2670-A26D-350F-366DA8CB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B14C1-55FB-F9CB-E6D4-47619534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BD67F-9BAF-3279-29E5-CCFAE3C8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8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04B7F-A328-523F-65F1-04C869B38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F48EC-219C-2E5F-C5F6-1913F2ADF9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E4286-3DA8-22FF-D807-8E66ACFA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C435C-90E2-04B3-A0D0-C051E72B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312F-BA84-D129-5A02-EDF9D81C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7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7C337-1F5F-1D3E-B784-BA05B9945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78997-BE91-744E-DA78-395E5D9B2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BC42B-9A18-7325-F8CE-E80FF51C9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31E57-4A8D-4A6A-8134-5B35819A996E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16D74-2A93-B4C5-0A2C-1353DB844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11E18-208C-CAA6-95FF-549680129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A59D3-810B-4649-9448-92D3BF8B2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3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introduction-to-operator-overloading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overloading-operators-using-normal-functions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arncpp.com/cpp-tutorial/overloading-the-io-operators/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07F2-327F-9D77-691A-A278377E8E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4DBB6-33DD-361C-8A5E-C8CDA16318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Mohammad Salman</a:t>
            </a:r>
          </a:p>
          <a:p>
            <a:r>
              <a:rPr lang="en-US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82081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44BC10-939A-36FB-1034-7A30F2CEF9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Operator Overloading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055A9FA-B429-F8DF-E19A-5E0FB47530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904E5-7B3B-16C9-2429-7826A4F953A4}"/>
              </a:ext>
            </a:extLst>
          </p:cNvPr>
          <p:cNvSpPr txBox="1"/>
          <p:nvPr/>
        </p:nvSpPr>
        <p:spPr>
          <a:xfrm>
            <a:off x="2191226" y="5849035"/>
            <a:ext cx="7809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https://www.learncpp.com/cpp-tutorial/introduction-to-operator-overloading/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06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16A9-97AA-1CBE-BE70-66E58BE0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Behind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FB8EA-21DF-641F-11D5-C69693EBB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34915" cy="4351338"/>
          </a:xfrm>
        </p:spPr>
        <p:txBody>
          <a:bodyPr>
            <a:normAutofit/>
          </a:bodyPr>
          <a:lstStyle/>
          <a:p>
            <a:r>
              <a:rPr lang="en-US" dirty="0"/>
              <a:t>Operators are essentially functions that the compiler calls for us.</a:t>
            </a:r>
          </a:p>
          <a:p>
            <a:endParaRPr lang="en-US" dirty="0"/>
          </a:p>
          <a:p>
            <a:r>
              <a:rPr lang="en-US" dirty="0"/>
              <a:t>In this example, the function being called is,</a:t>
            </a:r>
          </a:p>
          <a:p>
            <a:pPr lvl="1"/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operator+(int, int)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0A8B2-9050-CA28-F95C-BD4BBBA864CE}"/>
              </a:ext>
            </a:extLst>
          </p:cNvPr>
          <p:cNvSpPr txBox="1"/>
          <p:nvPr/>
        </p:nvSpPr>
        <p:spPr>
          <a:xfrm>
            <a:off x="6318886" y="1825625"/>
            <a:ext cx="58731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b="1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x + y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equivalent to </a:t>
            </a:r>
            <a:r>
              <a:rPr lang="en-US" b="1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operator+(x, y)</a:t>
            </a:r>
            <a:endParaRPr lang="en-US" b="1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080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16A9-97AA-1CBE-BE70-66E58BE0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 Behind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FB8EA-21DF-641F-11D5-C69693EBB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379721" cy="4351338"/>
          </a:xfrm>
        </p:spPr>
        <p:txBody>
          <a:bodyPr>
            <a:normAutofit/>
          </a:bodyPr>
          <a:lstStyle/>
          <a:p>
            <a:r>
              <a:rPr lang="en-US" dirty="0"/>
              <a:t>In this example,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doubles </a:t>
            </a:r>
            <a:r>
              <a:rPr lang="en-US" dirty="0"/>
              <a:t>are being added. </a:t>
            </a:r>
          </a:p>
          <a:p>
            <a:endParaRPr lang="en-US" dirty="0"/>
          </a:p>
          <a:p>
            <a:r>
              <a:rPr lang="en-US" dirty="0"/>
              <a:t>The compiler calls the relevant overload</a:t>
            </a:r>
          </a:p>
          <a:p>
            <a:pPr lvl="1"/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operator+(double, double)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0A8B2-9050-CA28-F95C-BD4BBBA864CE}"/>
              </a:ext>
            </a:extLst>
          </p:cNvPr>
          <p:cNvSpPr txBox="1"/>
          <p:nvPr/>
        </p:nvSpPr>
        <p:spPr>
          <a:xfrm>
            <a:off x="6318886" y="1825625"/>
            <a:ext cx="58731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2.1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3.8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</a:t>
            </a:r>
            <a:r>
              <a:rPr lang="en-US" b="1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x + y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equivalent to </a:t>
            </a:r>
            <a:r>
              <a:rPr lang="en-US" b="1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operator+(x, y)</a:t>
            </a:r>
            <a:endParaRPr lang="en-US" b="1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3F386-0194-EDD7-6B9F-A5037C22A556}"/>
              </a:ext>
            </a:extLst>
          </p:cNvPr>
          <p:cNvSpPr txBox="1"/>
          <p:nvPr/>
        </p:nvSpPr>
        <p:spPr>
          <a:xfrm>
            <a:off x="3200400" y="5530632"/>
            <a:ext cx="549783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accent1"/>
                </a:solidFill>
              </a:rPr>
              <a:t>In both these examples, we were working with </a:t>
            </a:r>
            <a:r>
              <a:rPr lang="en-US" sz="2000" b="1" i="1" dirty="0">
                <a:solidFill>
                  <a:schemeClr val="accent1"/>
                </a:solidFill>
              </a:rPr>
              <a:t>built-in data types</a:t>
            </a:r>
            <a:r>
              <a:rPr lang="en-US" sz="2000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805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C47A34-96EF-7F24-F3EA-E1293C23F58D}"/>
              </a:ext>
            </a:extLst>
          </p:cNvPr>
          <p:cNvSpPr txBox="1"/>
          <p:nvPr/>
        </p:nvSpPr>
        <p:spPr>
          <a:xfrm>
            <a:off x="214312" y="1991142"/>
            <a:ext cx="71237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show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/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3F7ED-8E8B-E56F-73C6-25FEEA1CB7B0}"/>
              </a:ext>
            </a:extLst>
          </p:cNvPr>
          <p:cNvSpPr txBox="1"/>
          <p:nvPr/>
        </p:nvSpPr>
        <p:spPr>
          <a:xfrm>
            <a:off x="6183631" y="1991142"/>
            <a:ext cx="57940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// f1 = 1/4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// f2 = 2/4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f2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r>
              <a:rPr lang="en-US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// 3/4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0F936-D806-1F32-FB9E-9D3CB7385A51}"/>
              </a:ext>
            </a:extLst>
          </p:cNvPr>
          <p:cNvSpPr txBox="1"/>
          <p:nvPr/>
        </p:nvSpPr>
        <p:spPr>
          <a:xfrm>
            <a:off x="80010" y="188654"/>
            <a:ext cx="1199007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i="1" dirty="0"/>
              <a:t>The following doesn’t work.</a:t>
            </a:r>
          </a:p>
          <a:p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Fraction </a:t>
            </a:r>
            <a:r>
              <a:rPr lang="en-US" sz="2000" i="1" dirty="0"/>
              <a:t>isn’t a built-in data type; the compiler doesn’t know how to add these two objects together.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404A08-9D4F-2452-D97C-7BAF66CFC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32" y="1015902"/>
            <a:ext cx="11370935" cy="85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9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583904C-6E82-21EC-1CA0-7ED04BFC2821}"/>
              </a:ext>
            </a:extLst>
          </p:cNvPr>
          <p:cNvGrpSpPr/>
          <p:nvPr/>
        </p:nvGrpSpPr>
        <p:grpSpPr>
          <a:xfrm>
            <a:off x="296698" y="2001044"/>
            <a:ext cx="11598601" cy="3930331"/>
            <a:chOff x="296699" y="1463834"/>
            <a:chExt cx="11598601" cy="393033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7FF366-63D1-E05B-3229-DE0E53646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699" y="1463834"/>
              <a:ext cx="11598601" cy="3930331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088AE6C-8ACB-0CED-D0B9-918AF36804A7}"/>
                </a:ext>
              </a:extLst>
            </p:cNvPr>
            <p:cNvSpPr/>
            <p:nvPr/>
          </p:nvSpPr>
          <p:spPr>
            <a:xfrm>
              <a:off x="296699" y="1943100"/>
              <a:ext cx="5075401" cy="262890"/>
            </a:xfrm>
            <a:prstGeom prst="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A1CE49-1ADA-9970-51D7-72C7D444186E}"/>
                </a:ext>
              </a:extLst>
            </p:cNvPr>
            <p:cNvSpPr/>
            <p:nvPr/>
          </p:nvSpPr>
          <p:spPr>
            <a:xfrm>
              <a:off x="296699" y="2662396"/>
              <a:ext cx="4686781" cy="262890"/>
            </a:xfrm>
            <a:prstGeom prst="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54909B-CC48-6122-86F3-E096B698CC50}"/>
                </a:ext>
              </a:extLst>
            </p:cNvPr>
            <p:cNvSpPr/>
            <p:nvPr/>
          </p:nvSpPr>
          <p:spPr>
            <a:xfrm>
              <a:off x="296699" y="3428602"/>
              <a:ext cx="7555711" cy="262890"/>
            </a:xfrm>
            <a:prstGeom prst="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E672A66-1BA6-56F9-0869-7933925737AD}"/>
              </a:ext>
            </a:extLst>
          </p:cNvPr>
          <p:cNvSpPr txBox="1"/>
          <p:nvPr/>
        </p:nvSpPr>
        <p:spPr>
          <a:xfrm>
            <a:off x="100964" y="83681"/>
            <a:ext cx="11990070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i="1" dirty="0"/>
              <a:t>Btw,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new </a:t>
            </a:r>
            <a:r>
              <a:rPr lang="en-US" sz="2000" i="1" dirty="0"/>
              <a:t>and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delete </a:t>
            </a:r>
            <a:r>
              <a:rPr lang="en-US" sz="2000" i="1" dirty="0"/>
              <a:t>are also operators that can be overloaded.</a:t>
            </a:r>
          </a:p>
          <a:p>
            <a:r>
              <a:rPr lang="en-US" sz="2000" i="1" dirty="0"/>
              <a:t>You can even overload the subscript operator (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operator[]</a:t>
            </a:r>
            <a:r>
              <a:rPr lang="en-US" sz="2000" i="1" dirty="0"/>
              <a:t>).</a:t>
            </a:r>
          </a:p>
          <a:p>
            <a:endParaRPr lang="en-US" sz="2000" i="1" dirty="0"/>
          </a:p>
          <a:p>
            <a:r>
              <a:rPr lang="en-US" sz="2000" i="1" dirty="0"/>
              <a:t>So when we talk about operator overloading, don’t restrict yourselves to just arithmetic operators.</a:t>
            </a:r>
          </a:p>
        </p:txBody>
      </p:sp>
    </p:spTree>
    <p:extLst>
      <p:ext uri="{BB962C8B-B14F-4D97-AF65-F5344CB8AC3E}">
        <p14:creationId xmlns:p14="http://schemas.microsoft.com/office/powerpoint/2010/main" val="244347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CCFA210-FE17-A1F9-9BC6-BB369B9D7AC4}"/>
              </a:ext>
            </a:extLst>
          </p:cNvPr>
          <p:cNvGrpSpPr/>
          <p:nvPr/>
        </p:nvGrpSpPr>
        <p:grpSpPr>
          <a:xfrm>
            <a:off x="344599" y="1092393"/>
            <a:ext cx="11502799" cy="1513283"/>
            <a:chOff x="344600" y="2672358"/>
            <a:chExt cx="11502799" cy="151328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766EDA6-C7CC-4995-29A9-228FFBC69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600" y="2672359"/>
              <a:ext cx="11502799" cy="151328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E80D68-522C-EFB1-3E6E-149D7FA57C29}"/>
                </a:ext>
              </a:extLst>
            </p:cNvPr>
            <p:cNvSpPr/>
            <p:nvPr/>
          </p:nvSpPr>
          <p:spPr>
            <a:xfrm>
              <a:off x="344600" y="2672358"/>
              <a:ext cx="6982030" cy="276581"/>
            </a:xfrm>
            <a:prstGeom prst="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B4A5F9-1A28-A65E-B1F9-9E0140A40BEF}"/>
                </a:ext>
              </a:extLst>
            </p:cNvPr>
            <p:cNvSpPr/>
            <p:nvPr/>
          </p:nvSpPr>
          <p:spPr>
            <a:xfrm>
              <a:off x="344600" y="3118127"/>
              <a:ext cx="11302570" cy="276581"/>
            </a:xfrm>
            <a:prstGeom prst="rect">
              <a:avLst/>
            </a:prstGeom>
            <a:solidFill>
              <a:srgbClr val="FFFF00">
                <a:alpha val="1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147E892-5417-6B5E-FCFF-20043E294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99" y="3631066"/>
            <a:ext cx="11502799" cy="213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4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F8F8FD-B527-EC04-E5D4-F62AFE466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00" y="1975148"/>
            <a:ext cx="11502799" cy="290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145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5EA534-CEE4-E510-9B26-59CDCB8D51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Operator Overloads Using Normal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C6D349-C9F1-6D40-A277-5F24B440FC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These functions will </a:t>
            </a:r>
            <a:r>
              <a:rPr lang="en-US" b="1" dirty="0"/>
              <a:t>not</a:t>
            </a:r>
            <a:r>
              <a:rPr lang="en-US" dirty="0"/>
              <a:t> be part of your </a:t>
            </a:r>
            <a:r>
              <a:rPr lang="en-US" b="1" i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1384E-164E-8792-539B-0F34C16F2850}"/>
              </a:ext>
            </a:extLst>
          </p:cNvPr>
          <p:cNvSpPr txBox="1"/>
          <p:nvPr/>
        </p:nvSpPr>
        <p:spPr>
          <a:xfrm>
            <a:off x="1688306" y="6043345"/>
            <a:ext cx="8815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2"/>
              </a:rPr>
              <a:t>https://www.learncpp.com/cpp-tutorial/overloading-operators-using-normal-functions/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46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092C46-0A4D-0028-E93C-B86D19882BE9}"/>
              </a:ext>
            </a:extLst>
          </p:cNvPr>
          <p:cNvSpPr txBox="1"/>
          <p:nvPr/>
        </p:nvSpPr>
        <p:spPr>
          <a:xfrm>
            <a:off x="602933" y="2830502"/>
            <a:ext cx="559212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show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/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55811-5D7C-C8F9-9F64-CB5ECF17F2B4}"/>
              </a:ext>
            </a:extLst>
          </p:cNvPr>
          <p:cNvSpPr txBox="1"/>
          <p:nvPr/>
        </p:nvSpPr>
        <p:spPr>
          <a:xfrm>
            <a:off x="6704649" y="3261389"/>
            <a:ext cx="488441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// f1 = 1/4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// f2 = 2/4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fracProd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f2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fracProd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show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     // 2/16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D980C-E4FE-D77A-DF9B-C8BC5285C9AB}"/>
              </a:ext>
            </a:extLst>
          </p:cNvPr>
          <p:cNvSpPr txBox="1"/>
          <p:nvPr/>
        </p:nvSpPr>
        <p:spPr>
          <a:xfrm>
            <a:off x="4080989" y="95578"/>
            <a:ext cx="7851932" cy="255454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This function is </a:t>
            </a:r>
            <a:r>
              <a:rPr lang="en-US" sz="1600" b="1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NOT part of the class 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(not a method).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operator*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D5F41-02AE-21A1-BA36-C17588112ACE}"/>
              </a:ext>
            </a:extLst>
          </p:cNvPr>
          <p:cNvSpPr txBox="1"/>
          <p:nvPr/>
        </p:nvSpPr>
        <p:spPr>
          <a:xfrm>
            <a:off x="259079" y="557242"/>
            <a:ext cx="34328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Because this function isn’t a member function, I cannot access private members of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Fraction</a:t>
            </a:r>
            <a:r>
              <a:rPr lang="en-US" sz="2000" i="1" dirty="0"/>
              <a:t>-type objects inside this function.</a:t>
            </a:r>
          </a:p>
        </p:txBody>
      </p:sp>
    </p:spTree>
    <p:extLst>
      <p:ext uri="{BB962C8B-B14F-4D97-AF65-F5344CB8AC3E}">
        <p14:creationId xmlns:p14="http://schemas.microsoft.com/office/powerpoint/2010/main" val="96108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33D980C-E4FE-D77A-DF9B-C8BC5285C9AB}"/>
              </a:ext>
            </a:extLst>
          </p:cNvPr>
          <p:cNvSpPr txBox="1"/>
          <p:nvPr/>
        </p:nvSpPr>
        <p:spPr>
          <a:xfrm>
            <a:off x="1129903" y="3245256"/>
            <a:ext cx="9932193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operator*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D5F41-02AE-21A1-BA36-C17588112ACE}"/>
              </a:ext>
            </a:extLst>
          </p:cNvPr>
          <p:cNvSpPr txBox="1"/>
          <p:nvPr/>
        </p:nvSpPr>
        <p:spPr>
          <a:xfrm>
            <a:off x="156208" y="121325"/>
            <a:ext cx="99321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Note the following.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The </a:t>
            </a:r>
            <a:r>
              <a:rPr lang="en-US" sz="2000" b="1" i="1" dirty="0"/>
              <a:t>name </a:t>
            </a:r>
            <a:r>
              <a:rPr lang="en-US" sz="2000" i="1" dirty="0"/>
              <a:t>of this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The </a:t>
            </a:r>
            <a:r>
              <a:rPr lang="en-US" sz="2000" b="1" i="1" dirty="0"/>
              <a:t>parameters </a:t>
            </a:r>
            <a:r>
              <a:rPr lang="en-US" sz="2000" i="1" dirty="0"/>
              <a:t>of this function.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The </a:t>
            </a:r>
            <a:r>
              <a:rPr lang="en-US" sz="2000" b="1" i="1" dirty="0"/>
              <a:t>return type </a:t>
            </a:r>
            <a:r>
              <a:rPr lang="en-US" sz="2000" i="1" dirty="0"/>
              <a:t>of this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The </a:t>
            </a:r>
            <a:r>
              <a:rPr lang="en-US" sz="2000" b="1" i="1" dirty="0"/>
              <a:t>implementation logic </a:t>
            </a:r>
            <a:r>
              <a:rPr lang="en-US" sz="2000" i="1" dirty="0"/>
              <a:t>is based on how fractions get multiplied mathematically.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3CBE8-71B1-E099-1682-A66ACC88ACA4}"/>
              </a:ext>
            </a:extLst>
          </p:cNvPr>
          <p:cNvSpPr txBox="1"/>
          <p:nvPr/>
        </p:nvSpPr>
        <p:spPr>
          <a:xfrm>
            <a:off x="7310439" y="690711"/>
            <a:ext cx="45996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Within main()</a:t>
            </a:r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fracProd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f2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530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092C46-0A4D-0028-E93C-B86D19882BE9}"/>
              </a:ext>
            </a:extLst>
          </p:cNvPr>
          <p:cNvSpPr txBox="1"/>
          <p:nvPr/>
        </p:nvSpPr>
        <p:spPr>
          <a:xfrm>
            <a:off x="602933" y="2830502"/>
            <a:ext cx="559212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num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den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show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/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m_den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55811-5D7C-C8F9-9F64-CB5ECF17F2B4}"/>
              </a:ext>
            </a:extLst>
          </p:cNvPr>
          <p:cNvSpPr txBox="1"/>
          <p:nvPr/>
        </p:nvSpPr>
        <p:spPr>
          <a:xfrm>
            <a:off x="6704649" y="3261389"/>
            <a:ext cx="48844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// f1 = 1/2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fracProdInt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fracProdInt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show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D980C-E4FE-D77A-DF9B-C8BC5285C9AB}"/>
              </a:ext>
            </a:extLst>
          </p:cNvPr>
          <p:cNvSpPr txBox="1"/>
          <p:nvPr/>
        </p:nvSpPr>
        <p:spPr>
          <a:xfrm>
            <a:off x="4080989" y="95578"/>
            <a:ext cx="7851932" cy="255454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This function is </a:t>
            </a:r>
            <a:r>
              <a:rPr lang="en-US" sz="1600" b="1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NOT part of the class 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(not a method).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operator*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D5F41-02AE-21A1-BA36-C17588112ACE}"/>
              </a:ext>
            </a:extLst>
          </p:cNvPr>
          <p:cNvSpPr txBox="1"/>
          <p:nvPr/>
        </p:nvSpPr>
        <p:spPr>
          <a:xfrm>
            <a:off x="99059" y="1018907"/>
            <a:ext cx="38219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Similarly, you can also overload the function in the following way.</a:t>
            </a:r>
          </a:p>
        </p:txBody>
      </p:sp>
    </p:spTree>
    <p:extLst>
      <p:ext uri="{BB962C8B-B14F-4D97-AF65-F5344CB8AC3E}">
        <p14:creationId xmlns:p14="http://schemas.microsoft.com/office/powerpoint/2010/main" val="3071401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33D980C-E4FE-D77A-DF9B-C8BC5285C9AB}"/>
              </a:ext>
            </a:extLst>
          </p:cNvPr>
          <p:cNvSpPr txBox="1"/>
          <p:nvPr/>
        </p:nvSpPr>
        <p:spPr>
          <a:xfrm>
            <a:off x="1740337" y="258901"/>
            <a:ext cx="8711326" cy="286232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operator*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D5F41-02AE-21A1-BA36-C17588112ACE}"/>
              </a:ext>
            </a:extLst>
          </p:cNvPr>
          <p:cNvSpPr txBox="1"/>
          <p:nvPr/>
        </p:nvSpPr>
        <p:spPr>
          <a:xfrm>
            <a:off x="327658" y="3508178"/>
            <a:ext cx="70789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Will this also work for the following.</a:t>
            </a:r>
          </a:p>
          <a:p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fracProdInt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</a:p>
          <a:p>
            <a:endParaRPr lang="en-US" sz="2000" i="1" dirty="0"/>
          </a:p>
          <a:p>
            <a:r>
              <a:rPr lang="en-US" sz="2000" b="1" i="1" dirty="0"/>
              <a:t>No!</a:t>
            </a:r>
            <a:r>
              <a:rPr lang="en-US" sz="2000" i="1" dirty="0"/>
              <a:t> Note the order of the parameters in the definition above.</a:t>
            </a:r>
          </a:p>
        </p:txBody>
      </p:sp>
    </p:spTree>
    <p:extLst>
      <p:ext uri="{BB962C8B-B14F-4D97-AF65-F5344CB8AC3E}">
        <p14:creationId xmlns:p14="http://schemas.microsoft.com/office/powerpoint/2010/main" val="190396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5DB980-AD77-94A8-EA68-7CE2E86436C8}"/>
              </a:ext>
            </a:extLst>
          </p:cNvPr>
          <p:cNvGrpSpPr/>
          <p:nvPr/>
        </p:nvGrpSpPr>
        <p:grpSpPr>
          <a:xfrm>
            <a:off x="114789" y="834059"/>
            <a:ext cx="11962421" cy="5189881"/>
            <a:chOff x="114789" y="834059"/>
            <a:chExt cx="11962421" cy="518988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8BB6713-4721-EE08-7DE6-7405EDD34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789" y="834059"/>
              <a:ext cx="11962421" cy="518988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F01E01-BC20-91D8-A5CA-0E0E960C9A0E}"/>
                </a:ext>
              </a:extLst>
            </p:cNvPr>
            <p:cNvSpPr/>
            <p:nvPr/>
          </p:nvSpPr>
          <p:spPr>
            <a:xfrm>
              <a:off x="114789" y="1040130"/>
              <a:ext cx="9612141" cy="6286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33FD937-EDDA-7B1A-8A98-9D74F8634718}"/>
              </a:ext>
            </a:extLst>
          </p:cNvPr>
          <p:cNvSpPr txBox="1"/>
          <p:nvPr/>
        </p:nvSpPr>
        <p:spPr>
          <a:xfrm>
            <a:off x="114789" y="245159"/>
            <a:ext cx="7078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This is the error that comes up.</a:t>
            </a:r>
          </a:p>
        </p:txBody>
      </p:sp>
    </p:spTree>
    <p:extLst>
      <p:ext uri="{BB962C8B-B14F-4D97-AF65-F5344CB8AC3E}">
        <p14:creationId xmlns:p14="http://schemas.microsoft.com/office/powerpoint/2010/main" val="4207197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33D980C-E4FE-D77A-DF9B-C8BC5285C9AB}"/>
              </a:ext>
            </a:extLst>
          </p:cNvPr>
          <p:cNvSpPr txBox="1"/>
          <p:nvPr/>
        </p:nvSpPr>
        <p:spPr>
          <a:xfrm>
            <a:off x="1129903" y="3245256"/>
            <a:ext cx="9932193" cy="28623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operator*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frac1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getDen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resultNum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resultDen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result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D5F41-02AE-21A1-BA36-C17588112ACE}"/>
              </a:ext>
            </a:extLst>
          </p:cNvPr>
          <p:cNvSpPr txBox="1"/>
          <p:nvPr/>
        </p:nvSpPr>
        <p:spPr>
          <a:xfrm>
            <a:off x="156208" y="121325"/>
            <a:ext cx="69521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Do note that,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The </a:t>
            </a:r>
            <a:r>
              <a:rPr lang="en-US" sz="2000" b="1" i="1" dirty="0"/>
              <a:t>first operand </a:t>
            </a:r>
            <a:r>
              <a:rPr lang="en-US" sz="2000" i="1" dirty="0"/>
              <a:t>becomes the </a:t>
            </a:r>
            <a:r>
              <a:rPr lang="en-US" sz="2000" b="1" i="1" dirty="0"/>
              <a:t>first parameter </a:t>
            </a:r>
            <a:r>
              <a:rPr lang="en-US" sz="2000" i="1" dirty="0"/>
              <a:t>and,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/>
              <a:t>The </a:t>
            </a:r>
            <a:r>
              <a:rPr lang="en-US" sz="2000" b="1" i="1" dirty="0"/>
              <a:t>second operand </a:t>
            </a:r>
            <a:r>
              <a:rPr lang="en-US" sz="2000" i="1" dirty="0"/>
              <a:t>becomes the </a:t>
            </a:r>
            <a:r>
              <a:rPr lang="en-US" sz="2000" b="1" i="1" dirty="0"/>
              <a:t>second parameter</a:t>
            </a:r>
            <a:r>
              <a:rPr lang="en-US" sz="2000" i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/>
          </a:p>
          <a:p>
            <a:r>
              <a:rPr lang="en-US" sz="2000" i="1" dirty="0"/>
              <a:t>This applies to </a:t>
            </a:r>
            <a:r>
              <a:rPr lang="en-US" sz="2000" b="1" i="1" dirty="0"/>
              <a:t>binary operators </a:t>
            </a:r>
            <a:r>
              <a:rPr lang="en-US" sz="2000" i="1" dirty="0"/>
              <a:t>(operators that work with two operands).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3CBE8-71B1-E099-1682-A66ACC88ACA4}"/>
              </a:ext>
            </a:extLst>
          </p:cNvPr>
          <p:cNvSpPr txBox="1"/>
          <p:nvPr/>
        </p:nvSpPr>
        <p:spPr>
          <a:xfrm>
            <a:off x="7310439" y="690711"/>
            <a:ext cx="45996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Within main()</a:t>
            </a:r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Fraction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fracProd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f1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f2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221173-3A16-F3B2-3EF4-DFBCF5F99714}"/>
              </a:ext>
            </a:extLst>
          </p:cNvPr>
          <p:cNvCxnSpPr/>
          <p:nvPr/>
        </p:nvCxnSpPr>
        <p:spPr>
          <a:xfrm flipH="1">
            <a:off x="6803571" y="1398597"/>
            <a:ext cx="3581400" cy="1846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C66123-6E6F-D0F5-DFCA-A95DA20F4FA2}"/>
              </a:ext>
            </a:extLst>
          </p:cNvPr>
          <p:cNvCxnSpPr>
            <a:cxnSpLocks/>
          </p:cNvCxnSpPr>
          <p:nvPr/>
        </p:nvCxnSpPr>
        <p:spPr>
          <a:xfrm flipH="1">
            <a:off x="10297886" y="1398597"/>
            <a:ext cx="870857" cy="1846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264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E249C2-3DE0-EB7D-DBB2-A62F478DF0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Overloading the I/O Operators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7C82062-ABEC-37CF-D7EE-253395AD1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8615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Insertion Operator </a:t>
            </a:r>
            <a:r>
              <a:rPr lang="en-US" b="1" i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(&lt;&lt;)</a:t>
            </a:r>
            <a:r>
              <a:rPr lang="en-US" dirty="0"/>
              <a:t> and the Extraction Operator </a:t>
            </a:r>
            <a:r>
              <a:rPr lang="en-US" b="1" i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(&gt;&gt;)</a:t>
            </a:r>
          </a:p>
          <a:p>
            <a:endParaRPr lang="en-US" b="1" i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b="1" i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/>
              <a:t>The following discussion is fully inspired from the reference link provided below. </a:t>
            </a:r>
          </a:p>
          <a:p>
            <a:r>
              <a:rPr lang="en-US" sz="1800" dirty="0"/>
              <a:t>Please go read.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DF0883-6262-8847-652F-DA45FBA07240}"/>
              </a:ext>
            </a:extLst>
          </p:cNvPr>
          <p:cNvSpPr txBox="1"/>
          <p:nvPr/>
        </p:nvSpPr>
        <p:spPr>
          <a:xfrm>
            <a:off x="2591276" y="5701347"/>
            <a:ext cx="7009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https://www.learncpp.com/cpp-tutorial/overloading-the-io-operators/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976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F7E7-EAE6-BD76-D108-B3A045C6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4400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sz="4400" b="0" dirty="0">
                <a:effectLst/>
                <a:latin typeface="+mn-lt"/>
              </a:rPr>
              <a:t> (contd.)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D9D400-76B5-D133-A04F-F2C2FD0F2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001" y="2507706"/>
            <a:ext cx="8175997" cy="24062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5337F-D25E-0253-6314-4A199713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87D7B-593A-9650-848D-4234ADF3B7FF}"/>
              </a:ext>
            </a:extLst>
          </p:cNvPr>
          <p:cNvSpPr txBox="1"/>
          <p:nvPr/>
        </p:nvSpPr>
        <p:spPr>
          <a:xfrm>
            <a:off x="3896809" y="5265831"/>
            <a:ext cx="439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2.2 from OOP in C++ by Robert </a:t>
            </a:r>
            <a:r>
              <a:rPr lang="en-US" dirty="0" err="1"/>
              <a:t>Lafore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0108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76B6-710A-DA31-0352-1BB7BA1A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dirty="0">
                <a:effectLst/>
                <a:latin typeface="Consolas" panose="020B0609020204030204" pitchFamily="49" charset="0"/>
              </a:rPr>
              <a:t>std::</a:t>
            </a:r>
            <a:r>
              <a:rPr lang="en-US" sz="4400" b="0" dirty="0" err="1">
                <a:effectLst/>
                <a:latin typeface="Consolas" panose="020B0609020204030204" pitchFamily="49" charset="0"/>
              </a:rPr>
              <a:t>cin</a:t>
            </a:r>
            <a:r>
              <a:rPr lang="en-US" sz="4400" b="0" dirty="0">
                <a:effectLst/>
                <a:latin typeface="+mn-lt"/>
              </a:rPr>
              <a:t> (contd.)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5668AD-353E-E2BB-1496-25F6F1923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3733" y="2366973"/>
            <a:ext cx="8524533" cy="21240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87DD3-F1D0-35B1-49CB-6297D85F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7E81C-336D-46F4-85AD-2B4B04B4E1FA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B651F-F1D7-9F43-0484-C031F7C5BF07}"/>
              </a:ext>
            </a:extLst>
          </p:cNvPr>
          <p:cNvSpPr txBox="1"/>
          <p:nvPr/>
        </p:nvSpPr>
        <p:spPr>
          <a:xfrm>
            <a:off x="3896809" y="4797979"/>
            <a:ext cx="4398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2.5 from OOP in C++ by Robert </a:t>
            </a:r>
            <a:r>
              <a:rPr lang="en-US" dirty="0" err="1"/>
              <a:t>Lafore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8705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Let’s take a look at a new class for this discussion –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Point</a:t>
            </a:r>
            <a:r>
              <a:rPr lang="en-US" sz="2000" i="1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CB3D6E-7955-9787-FA7A-D9B84652AEE9}"/>
              </a:ext>
            </a:extLst>
          </p:cNvPr>
          <p:cNvSpPr txBox="1"/>
          <p:nvPr/>
        </p:nvSpPr>
        <p:spPr>
          <a:xfrm>
            <a:off x="2528410" y="1108353"/>
            <a:ext cx="713517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11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If you wanted to print the attributes of a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</a:t>
            </a:r>
            <a:r>
              <a:rPr lang="en-US" sz="2000" i="1" dirty="0"/>
              <a:t>-type object, you would have to rely on the getters.</a:t>
            </a:r>
          </a:p>
          <a:p>
            <a:r>
              <a:rPr lang="en-US" sz="2000" i="1" dirty="0"/>
              <a:t>This could become tedious.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CB3D6E-7955-9787-FA7A-D9B84652AEE9}"/>
              </a:ext>
            </a:extLst>
          </p:cNvPr>
          <p:cNvSpPr txBox="1"/>
          <p:nvPr/>
        </p:nvSpPr>
        <p:spPr>
          <a:xfrm>
            <a:off x="110489" y="2337405"/>
            <a:ext cx="634746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8FB52-F4AD-30D5-0F35-823D8C44BBA5}"/>
              </a:ext>
            </a:extLst>
          </p:cNvPr>
          <p:cNvSpPr txBox="1"/>
          <p:nvPr/>
        </p:nvSpPr>
        <p:spPr>
          <a:xfrm>
            <a:off x="4992053" y="1626334"/>
            <a:ext cx="708945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Point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5.0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6.0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7.0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000" b="0" dirty="0" err="1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20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Point(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20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20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20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20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20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20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52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We can make the previous task easier by creating a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show() </a:t>
            </a:r>
            <a:r>
              <a:rPr lang="en-US" sz="2000" i="1" dirty="0"/>
              <a:t>or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print() </a:t>
            </a:r>
            <a:r>
              <a:rPr lang="en-US" sz="2000" i="1" dirty="0"/>
              <a:t>method like we’ve done before.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AA4CB-4066-66D0-31A0-D8A70640E9ED}"/>
              </a:ext>
            </a:extLst>
          </p:cNvPr>
          <p:cNvSpPr txBox="1"/>
          <p:nvPr/>
        </p:nvSpPr>
        <p:spPr>
          <a:xfrm>
            <a:off x="110489" y="1075522"/>
            <a:ext cx="909066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Point(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4B1920-5BD9-ABC9-EEAE-CFC20ACFF786}"/>
              </a:ext>
            </a:extLst>
          </p:cNvPr>
          <p:cNvSpPr/>
          <p:nvPr/>
        </p:nvSpPr>
        <p:spPr>
          <a:xfrm>
            <a:off x="514350" y="5234940"/>
            <a:ext cx="8606790" cy="106299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6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This also has some problems. You will have to do something like this (recall your exam question).</a:t>
            </a:r>
          </a:p>
          <a:p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print() </a:t>
            </a:r>
            <a:r>
              <a:rPr lang="en-US" sz="2000" i="1" dirty="0"/>
              <a:t>returns void, so you cannot cascade this function call with the other print statements.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AA4CB-4066-66D0-31A0-D8A70640E9ED}"/>
              </a:ext>
            </a:extLst>
          </p:cNvPr>
          <p:cNvSpPr txBox="1"/>
          <p:nvPr/>
        </p:nvSpPr>
        <p:spPr>
          <a:xfrm>
            <a:off x="110489" y="1075522"/>
            <a:ext cx="795909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Point(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58EF5-B1D8-1D4E-99A6-161BB68178E9}"/>
              </a:ext>
            </a:extLst>
          </p:cNvPr>
          <p:cNvSpPr txBox="1"/>
          <p:nvPr/>
        </p:nvSpPr>
        <p:spPr>
          <a:xfrm>
            <a:off x="6249353" y="1075522"/>
            <a:ext cx="58321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Point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6.0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7.0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My point is: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in Cartesian space.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542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It could be a lot better if you could actually do something like this.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58EF5-B1D8-1D4E-99A6-161BB68178E9}"/>
              </a:ext>
            </a:extLst>
          </p:cNvPr>
          <p:cNvSpPr txBox="1"/>
          <p:nvPr/>
        </p:nvSpPr>
        <p:spPr>
          <a:xfrm>
            <a:off x="1238249" y="755482"/>
            <a:ext cx="9715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Point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6.0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7.0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    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0" dirty="0" err="1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My point is: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point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in Cartesian space.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CA7E52-062E-5E86-532B-CADF0BD4C4D4}"/>
              </a:ext>
            </a:extLst>
          </p:cNvPr>
          <p:cNvSpPr txBox="1"/>
          <p:nvPr/>
        </p:nvSpPr>
        <p:spPr>
          <a:xfrm>
            <a:off x="110488" y="3228945"/>
            <a:ext cx="119710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Currently, we can’t do this, because the compiler doesn’t know how to print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</a:t>
            </a:r>
            <a:r>
              <a:rPr lang="en-US" sz="2000" i="1" dirty="0"/>
              <a:t>-type objects.</a:t>
            </a:r>
          </a:p>
          <a:p>
            <a:r>
              <a:rPr lang="en-US" sz="2000" i="1" dirty="0"/>
              <a:t>More precisely, the compiler doesn’t have the function that could print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</a:t>
            </a:r>
            <a:r>
              <a:rPr lang="en-US" sz="2000" i="1" dirty="0"/>
              <a:t>-type objects.</a:t>
            </a:r>
          </a:p>
          <a:p>
            <a:pPr algn="ctr"/>
            <a:r>
              <a:rPr lang="en-US" sz="2000" b="1" i="1" dirty="0">
                <a:solidFill>
                  <a:schemeClr val="accent1"/>
                </a:solidFill>
              </a:rPr>
              <a:t>OPERATOR OVERLOADING </a:t>
            </a:r>
            <a:r>
              <a:rPr lang="en-US" sz="2000" i="1" dirty="0">
                <a:solidFill>
                  <a:schemeClr val="accent1"/>
                </a:solidFill>
              </a:rPr>
              <a:t>is the answer.</a:t>
            </a:r>
          </a:p>
          <a:p>
            <a:endParaRPr lang="en-US" sz="2000" i="1" dirty="0"/>
          </a:p>
          <a:p>
            <a:r>
              <a:rPr lang="en-US" sz="2000" i="1" dirty="0">
                <a:solidFill>
                  <a:srgbClr val="FF0000"/>
                </a:solidFill>
              </a:rPr>
              <a:t>But which operator needs to be overloaded?</a:t>
            </a:r>
          </a:p>
        </p:txBody>
      </p:sp>
    </p:spTree>
    <p:extLst>
      <p:ext uri="{BB962C8B-B14F-4D97-AF65-F5344CB8AC3E}">
        <p14:creationId xmlns:p14="http://schemas.microsoft.com/office/powerpoint/2010/main" val="423966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We need to overload the insertion operator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(&lt;&lt;)</a:t>
            </a:r>
            <a:r>
              <a:rPr lang="en-US" sz="2000" i="1" dirty="0"/>
              <a:t>.</a:t>
            </a:r>
          </a:p>
          <a:p>
            <a:endParaRPr lang="en-US" sz="2000" i="1" dirty="0"/>
          </a:p>
          <a:p>
            <a:pPr algn="ctr"/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000" b="0" dirty="0" err="1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point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</a:t>
            </a:r>
            <a:r>
              <a:rPr lang="en-US" sz="20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dtype</a:t>
            </a: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of “point” is Point</a:t>
            </a:r>
            <a:endParaRPr lang="en-US" sz="2000" i="1" dirty="0"/>
          </a:p>
          <a:p>
            <a:pPr algn="ctr"/>
            <a:endParaRPr lang="en-US" sz="2000" i="1" dirty="0"/>
          </a:p>
          <a:p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&lt;&lt; </a:t>
            </a:r>
            <a:r>
              <a:rPr lang="en-US" sz="2000" i="1" dirty="0"/>
              <a:t>is a binary operator – two operands.</a:t>
            </a:r>
          </a:p>
          <a:p>
            <a:endParaRPr lang="en-US" sz="2000" i="1" dirty="0"/>
          </a:p>
          <a:p>
            <a:r>
              <a:rPr lang="en-US" sz="2000" b="1" i="1" u="sng" dirty="0"/>
              <a:t>Left operand:</a:t>
            </a:r>
            <a:r>
              <a:rPr lang="en-US" sz="2000" b="1" i="1" dirty="0"/>
              <a:t> 		</a:t>
            </a:r>
            <a:r>
              <a:rPr lang="en-US" sz="2000" i="1" dirty="0"/>
              <a:t>an object of type (or class)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std::</a:t>
            </a:r>
            <a:r>
              <a:rPr lang="en-US" sz="20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ostream</a:t>
            </a:r>
            <a:r>
              <a:rPr lang="en-US" sz="2000" i="1" dirty="0"/>
              <a:t>.</a:t>
            </a:r>
          </a:p>
          <a:p>
            <a:r>
              <a:rPr lang="en-US" sz="2000" b="1" i="1" u="sng" dirty="0"/>
              <a:t>Right operand:</a:t>
            </a:r>
            <a:r>
              <a:rPr lang="en-US" sz="2000" b="1" i="1" dirty="0"/>
              <a:t> 	</a:t>
            </a:r>
            <a:r>
              <a:rPr lang="en-US" sz="2000" i="1" dirty="0"/>
              <a:t>an object of type (or class)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</a:t>
            </a:r>
            <a:endParaRPr lang="en-US" sz="2000" i="1" dirty="0"/>
          </a:p>
          <a:p>
            <a:endParaRPr lang="en-US" sz="2000" i="1" dirty="0"/>
          </a:p>
          <a:p>
            <a:endParaRPr lang="en-US" sz="2000" i="1" dirty="0"/>
          </a:p>
          <a:p>
            <a:r>
              <a:rPr lang="en-US" sz="2000" i="1" dirty="0"/>
              <a:t>Based on all this information, we have some information about the function that we have to overload.</a:t>
            </a:r>
          </a:p>
          <a:p>
            <a:endParaRPr lang="en-US" sz="2000" i="1" dirty="0"/>
          </a:p>
          <a:p>
            <a:r>
              <a:rPr lang="en-US" sz="2000" b="1" i="1" u="sng" dirty="0"/>
              <a:t>Name:</a:t>
            </a:r>
            <a:r>
              <a:rPr lang="en-US" sz="2000" b="1" i="1" dirty="0"/>
              <a:t> </a:t>
            </a:r>
            <a:r>
              <a:rPr lang="en-US" sz="2000" i="1" dirty="0"/>
              <a:t>		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operator&lt;&lt;</a:t>
            </a:r>
          </a:p>
          <a:p>
            <a:r>
              <a:rPr lang="en-US" sz="2000" b="1" i="1" u="sng" dirty="0"/>
              <a:t>Parameters:</a:t>
            </a:r>
            <a:r>
              <a:rPr lang="en-US" sz="2000" b="1" i="1" dirty="0"/>
              <a:t> </a:t>
            </a:r>
            <a:r>
              <a:rPr lang="en-US" sz="2000" i="1" dirty="0"/>
              <a:t>	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(std::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ostream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&amp; out, const Point&amp; pt)  </a:t>
            </a:r>
            <a:r>
              <a:rPr lang="en-US" sz="1600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const b/c I just want to print</a:t>
            </a:r>
            <a:endParaRPr lang="en-US" sz="2000" dirty="0">
              <a:solidFill>
                <a:schemeClr val="accen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b="1" i="1" u="sng" dirty="0"/>
              <a:t>Return type:</a:t>
            </a:r>
            <a:r>
              <a:rPr lang="en-US" sz="2000" i="1" dirty="0"/>
              <a:t> 	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???</a:t>
            </a:r>
          </a:p>
          <a:p>
            <a:endParaRPr lang="en-US" sz="2000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i="1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Understanding the return type of this function requires some thinking.</a:t>
            </a:r>
          </a:p>
        </p:txBody>
      </p:sp>
    </p:spTree>
    <p:extLst>
      <p:ext uri="{BB962C8B-B14F-4D97-AF65-F5344CB8AC3E}">
        <p14:creationId xmlns:p14="http://schemas.microsoft.com/office/powerpoint/2010/main" val="416191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Let’s first see what the </a:t>
            </a:r>
            <a:r>
              <a:rPr lang="en-US" sz="2000" b="1" i="1" dirty="0">
                <a:ea typeface="Cascadia Code" panose="020B0609020000020004" pitchFamily="49" charset="0"/>
                <a:cs typeface="Cascadia Code" panose="020B0609020000020004" pitchFamily="49" charset="0"/>
              </a:rPr>
              <a:t>implementation of the function </a:t>
            </a:r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looks like to get some ideas.</a:t>
            </a:r>
          </a:p>
          <a:p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Basically, I’m just printing the attributes of the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 </a:t>
            </a:r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object.</a:t>
            </a:r>
          </a:p>
          <a:p>
            <a:endParaRPr lang="en-US" sz="2000" i="1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i="1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i="1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i="1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i="1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This will print the attributes on the screen. We could set it to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</a:t>
            </a:r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What if we do this in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sz="2000" i="1" dirty="0">
                <a:ea typeface="Cascadia Code" panose="020B0609020000020004" pitchFamily="49" charset="0"/>
                <a:cs typeface="Cascadia Code" panose="020B0609020000020004" pitchFamily="49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8733B-CFEA-4A4D-538D-561D7046855C}"/>
              </a:ext>
            </a:extLst>
          </p:cNvPr>
          <p:cNvSpPr txBox="1"/>
          <p:nvPr/>
        </p:nvSpPr>
        <p:spPr>
          <a:xfrm>
            <a:off x="110489" y="3014514"/>
            <a:ext cx="55517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4FE43-97AF-BB64-AB33-537F8002BCF0}"/>
              </a:ext>
            </a:extLst>
          </p:cNvPr>
          <p:cNvSpPr txBox="1"/>
          <p:nvPr/>
        </p:nvSpPr>
        <p:spPr>
          <a:xfrm>
            <a:off x="8042910" y="3845510"/>
            <a:ext cx="4038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34227-1512-7214-449E-841FD65B9D68}"/>
              </a:ext>
            </a:extLst>
          </p:cNvPr>
          <p:cNvSpPr txBox="1"/>
          <p:nvPr/>
        </p:nvSpPr>
        <p:spPr>
          <a:xfrm>
            <a:off x="544284" y="1089898"/>
            <a:ext cx="111034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???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Point(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47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8733B-CFEA-4A4D-538D-561D7046855C}"/>
              </a:ext>
            </a:extLst>
          </p:cNvPr>
          <p:cNvSpPr txBox="1"/>
          <p:nvPr/>
        </p:nvSpPr>
        <p:spPr>
          <a:xfrm>
            <a:off x="110489" y="3014514"/>
            <a:ext cx="55517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4FE43-97AF-BB64-AB33-537F8002BCF0}"/>
              </a:ext>
            </a:extLst>
          </p:cNvPr>
          <p:cNvSpPr txBox="1"/>
          <p:nvPr/>
        </p:nvSpPr>
        <p:spPr>
          <a:xfrm>
            <a:off x="8042910" y="3845510"/>
            <a:ext cx="4038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std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::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point1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'\n';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34227-1512-7214-449E-841FD65B9D68}"/>
              </a:ext>
            </a:extLst>
          </p:cNvPr>
          <p:cNvSpPr txBox="1"/>
          <p:nvPr/>
        </p:nvSpPr>
        <p:spPr>
          <a:xfrm>
            <a:off x="544285" y="153727"/>
            <a:ext cx="111034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Point(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D8B89-5E0D-6658-620D-CE7B9DE4D7AF}"/>
              </a:ext>
            </a:extLst>
          </p:cNvPr>
          <p:cNvSpPr txBox="1"/>
          <p:nvPr/>
        </p:nvSpPr>
        <p:spPr>
          <a:xfrm>
            <a:off x="2614203" y="16610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rgbClr val="7A3E9D"/>
                </a:solidFill>
                <a:latin typeface="Cascadia Mono" panose="020B0609020000020004" pitchFamily="49" charset="0"/>
              </a:rPr>
              <a:t>std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::</a:t>
            </a:r>
            <a:r>
              <a:rPr lang="en-US" sz="24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cout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AA3731"/>
                </a:solidFill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A3E9D"/>
                </a:solidFill>
                <a:latin typeface="Cascadia Mono" panose="020B0609020000020004" pitchFamily="49" charset="0"/>
              </a:rPr>
              <a:t>point1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'\n';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C9178A-1B36-0C60-3300-44DD72D4B458}"/>
              </a:ext>
            </a:extLst>
          </p:cNvPr>
          <p:cNvSpPr/>
          <p:nvPr/>
        </p:nvSpPr>
        <p:spPr>
          <a:xfrm>
            <a:off x="3439886" y="1661064"/>
            <a:ext cx="3635828" cy="46166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36199-D736-B3E4-EFD8-58EBEC25D65B}"/>
              </a:ext>
            </a:extLst>
          </p:cNvPr>
          <p:cNvSpPr txBox="1"/>
          <p:nvPr/>
        </p:nvSpPr>
        <p:spPr>
          <a:xfrm>
            <a:off x="2614203" y="23377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rgbClr val="7A3E9D"/>
                </a:solidFill>
                <a:latin typeface="Cascadia Mono" panose="020B0609020000020004" pitchFamily="49" charset="0"/>
              </a:rPr>
              <a:t>void 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'\n';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B2481B-43B7-DFF4-882C-4E8EC3764132}"/>
              </a:ext>
            </a:extLst>
          </p:cNvPr>
          <p:cNvSpPr/>
          <p:nvPr/>
        </p:nvSpPr>
        <p:spPr>
          <a:xfrm>
            <a:off x="6204856" y="2337789"/>
            <a:ext cx="870857" cy="46166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6597A-A835-B696-C03B-A995122DC458}"/>
              </a:ext>
            </a:extLst>
          </p:cNvPr>
          <p:cNvSpPr txBox="1"/>
          <p:nvPr/>
        </p:nvSpPr>
        <p:spPr>
          <a:xfrm>
            <a:off x="9078685" y="1757500"/>
            <a:ext cx="2710544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Doesn’t make sense.</a:t>
            </a:r>
          </a:p>
          <a:p>
            <a:r>
              <a:rPr lang="en-US" sz="2000" i="1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Hence, return type cannot be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</a:t>
            </a:r>
            <a:r>
              <a:rPr lang="en-US" sz="2000" i="1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077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8733B-CFEA-4A4D-538D-561D7046855C}"/>
              </a:ext>
            </a:extLst>
          </p:cNvPr>
          <p:cNvSpPr txBox="1"/>
          <p:nvPr/>
        </p:nvSpPr>
        <p:spPr>
          <a:xfrm>
            <a:off x="110489" y="3014514"/>
            <a:ext cx="55517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4FE43-97AF-BB64-AB33-537F8002BCF0}"/>
              </a:ext>
            </a:extLst>
          </p:cNvPr>
          <p:cNvSpPr txBox="1"/>
          <p:nvPr/>
        </p:nvSpPr>
        <p:spPr>
          <a:xfrm>
            <a:off x="8042910" y="3845510"/>
            <a:ext cx="4038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std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::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point1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'\n';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34227-1512-7214-449E-841FD65B9D68}"/>
              </a:ext>
            </a:extLst>
          </p:cNvPr>
          <p:cNvSpPr txBox="1"/>
          <p:nvPr/>
        </p:nvSpPr>
        <p:spPr>
          <a:xfrm>
            <a:off x="544285" y="153727"/>
            <a:ext cx="111034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Point(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D8B89-5E0D-6658-620D-CE7B9DE4D7AF}"/>
              </a:ext>
            </a:extLst>
          </p:cNvPr>
          <p:cNvSpPr txBox="1"/>
          <p:nvPr/>
        </p:nvSpPr>
        <p:spPr>
          <a:xfrm>
            <a:off x="2614203" y="16610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rgbClr val="7A3E9D"/>
                </a:solidFill>
                <a:latin typeface="Cascadia Mono" panose="020B0609020000020004" pitchFamily="49" charset="0"/>
              </a:rPr>
              <a:t>std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::</a:t>
            </a:r>
            <a:r>
              <a:rPr lang="en-US" sz="24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cout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AA3731"/>
                </a:solidFill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A3E9D"/>
                </a:solidFill>
                <a:latin typeface="Cascadia Mono" panose="020B0609020000020004" pitchFamily="49" charset="0"/>
              </a:rPr>
              <a:t>point1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'\n';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C9178A-1B36-0C60-3300-44DD72D4B458}"/>
              </a:ext>
            </a:extLst>
          </p:cNvPr>
          <p:cNvSpPr/>
          <p:nvPr/>
        </p:nvSpPr>
        <p:spPr>
          <a:xfrm>
            <a:off x="3439886" y="1661064"/>
            <a:ext cx="3635828" cy="46166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36199-D736-B3E4-EFD8-58EBEC25D65B}"/>
              </a:ext>
            </a:extLst>
          </p:cNvPr>
          <p:cNvSpPr txBox="1"/>
          <p:nvPr/>
        </p:nvSpPr>
        <p:spPr>
          <a:xfrm>
            <a:off x="2614203" y="23377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solidFill>
                  <a:srgbClr val="7A3E9D"/>
                </a:solidFill>
                <a:latin typeface="Cascadia Mono" panose="020B0609020000020004" pitchFamily="49" charset="0"/>
              </a:rPr>
              <a:t>std:</a:t>
            </a:r>
            <a:r>
              <a:rPr lang="en-US" sz="2400" dirty="0">
                <a:solidFill>
                  <a:srgbClr val="7A3E9D"/>
                </a:solidFill>
                <a:latin typeface="Cascadia Mono" panose="020B0609020000020004" pitchFamily="49" charset="0"/>
              </a:rPr>
              <a:t>:</a:t>
            </a:r>
            <a:r>
              <a:rPr lang="en-US" sz="24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cout</a:t>
            </a:r>
            <a:r>
              <a:rPr lang="en-US" sz="2400" b="1" dirty="0">
                <a:solidFill>
                  <a:srgbClr val="7A3E9D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77777"/>
                </a:solidFill>
                <a:latin typeface="Cascadia Mono" panose="020B0609020000020004" pitchFamily="49" charset="0"/>
              </a:rPr>
              <a:t>'\n';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B2481B-43B7-DFF4-882C-4E8EC3764132}"/>
              </a:ext>
            </a:extLst>
          </p:cNvPr>
          <p:cNvSpPr/>
          <p:nvPr/>
        </p:nvSpPr>
        <p:spPr>
          <a:xfrm>
            <a:off x="5312229" y="2361386"/>
            <a:ext cx="1763485" cy="46166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6597A-A835-B696-C03B-A995122DC458}"/>
              </a:ext>
            </a:extLst>
          </p:cNvPr>
          <p:cNvSpPr txBox="1"/>
          <p:nvPr/>
        </p:nvSpPr>
        <p:spPr>
          <a:xfrm>
            <a:off x="8860970" y="1689051"/>
            <a:ext cx="3220540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What we need to be returned is </a:t>
            </a:r>
            <a:r>
              <a:rPr lang="en-US" sz="2000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cout</a:t>
            </a:r>
            <a:r>
              <a:rPr lang="en-US" sz="2000" i="1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 itself. </a:t>
            </a:r>
          </a:p>
          <a:p>
            <a:r>
              <a:rPr lang="en-US" sz="2000" b="1" i="1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And so we can return by reference.</a:t>
            </a:r>
            <a:endParaRPr lang="en-US" sz="2000" i="1" dirty="0">
              <a:solidFill>
                <a:schemeClr val="accent1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BB431AC-53C2-74DF-3A03-1901B4FE7CE8}"/>
              </a:ext>
            </a:extLst>
          </p:cNvPr>
          <p:cNvSpPr/>
          <p:nvPr/>
        </p:nvSpPr>
        <p:spPr>
          <a:xfrm>
            <a:off x="110489" y="184976"/>
            <a:ext cx="433796" cy="2381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E4F77D7-BB73-5D69-5BFC-BE62EE7CA059}"/>
              </a:ext>
            </a:extLst>
          </p:cNvPr>
          <p:cNvSpPr/>
          <p:nvPr/>
        </p:nvSpPr>
        <p:spPr>
          <a:xfrm>
            <a:off x="544285" y="1174068"/>
            <a:ext cx="433796" cy="2381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1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 animBg="1"/>
      <p:bldP spid="11" grpId="0" animBg="1"/>
      <p:bldP spid="4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8733B-CFEA-4A4D-538D-561D7046855C}"/>
              </a:ext>
            </a:extLst>
          </p:cNvPr>
          <p:cNvSpPr txBox="1"/>
          <p:nvPr/>
        </p:nvSpPr>
        <p:spPr>
          <a:xfrm>
            <a:off x="110489" y="3014514"/>
            <a:ext cx="55517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4FE43-97AF-BB64-AB33-537F8002BCF0}"/>
              </a:ext>
            </a:extLst>
          </p:cNvPr>
          <p:cNvSpPr txBox="1"/>
          <p:nvPr/>
        </p:nvSpPr>
        <p:spPr>
          <a:xfrm>
            <a:off x="8042910" y="3845510"/>
            <a:ext cx="4038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2.0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std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::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point1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'\n';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34227-1512-7214-449E-841FD65B9D68}"/>
              </a:ext>
            </a:extLst>
          </p:cNvPr>
          <p:cNvSpPr txBox="1"/>
          <p:nvPr/>
        </p:nvSpPr>
        <p:spPr>
          <a:xfrm>
            <a:off x="544284" y="1367041"/>
            <a:ext cx="111034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Point(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out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0E6103-EBCC-2D54-383B-7A0C6DC2C06A}"/>
              </a:ext>
            </a:extLst>
          </p:cNvPr>
          <p:cNvGrpSpPr/>
          <p:nvPr/>
        </p:nvGrpSpPr>
        <p:grpSpPr>
          <a:xfrm>
            <a:off x="262524" y="68485"/>
            <a:ext cx="11666951" cy="1220744"/>
            <a:chOff x="262524" y="68485"/>
            <a:chExt cx="11666951" cy="122074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728F3DC-1B7C-AA02-FB20-60AEBF674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2524" y="68485"/>
              <a:ext cx="11666951" cy="1220744"/>
            </a:xfrm>
            <a:prstGeom prst="rect">
              <a:avLst/>
            </a:prstGeom>
            <a:ln>
              <a:solidFill>
                <a:schemeClr val="accent1">
                  <a:shade val="15000"/>
                </a:schemeClr>
              </a:solidFill>
            </a:ln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B64B02-2D26-B220-35FF-7448485E9081}"/>
                </a:ext>
              </a:extLst>
            </p:cNvPr>
            <p:cNvSpPr/>
            <p:nvPr/>
          </p:nvSpPr>
          <p:spPr>
            <a:xfrm>
              <a:off x="262524" y="68485"/>
              <a:ext cx="11545654" cy="31968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201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AC96749-DE22-69DD-AB72-66AE2D524126}"/>
              </a:ext>
            </a:extLst>
          </p:cNvPr>
          <p:cNvGrpSpPr/>
          <p:nvPr/>
        </p:nvGrpSpPr>
        <p:grpSpPr>
          <a:xfrm>
            <a:off x="426141" y="1655581"/>
            <a:ext cx="11339717" cy="3743734"/>
            <a:chOff x="426141" y="1655581"/>
            <a:chExt cx="11339717" cy="374373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9C7C82A-6723-0E21-363F-6B7BA8615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141" y="1655581"/>
              <a:ext cx="11339717" cy="3743734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0D2E37-4CC0-D8D2-287B-70FF9065024A}"/>
                </a:ext>
              </a:extLst>
            </p:cNvPr>
            <p:cNvSpPr/>
            <p:nvPr/>
          </p:nvSpPr>
          <p:spPr>
            <a:xfrm>
              <a:off x="3918857" y="1938611"/>
              <a:ext cx="7630886" cy="260304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48642C-B26C-E4B0-642B-12CD978C9A39}"/>
                </a:ext>
              </a:extLst>
            </p:cNvPr>
            <p:cNvSpPr/>
            <p:nvPr/>
          </p:nvSpPr>
          <p:spPr>
            <a:xfrm>
              <a:off x="426141" y="2221641"/>
              <a:ext cx="4711916" cy="260304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FEEF4A4-0736-890C-F798-E8B6BDBB4328}"/>
              </a:ext>
            </a:extLst>
          </p:cNvPr>
          <p:cNvSpPr txBox="1"/>
          <p:nvPr/>
        </p:nvSpPr>
        <p:spPr>
          <a:xfrm>
            <a:off x="2820215" y="913901"/>
            <a:ext cx="655156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This is the explanation of what we talked about in class.</a:t>
            </a:r>
          </a:p>
        </p:txBody>
      </p:sp>
    </p:spTree>
    <p:extLst>
      <p:ext uri="{BB962C8B-B14F-4D97-AF65-F5344CB8AC3E}">
        <p14:creationId xmlns:p14="http://schemas.microsoft.com/office/powerpoint/2010/main" val="279401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Implementation of the extraction operator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(&gt;&gt;)</a:t>
            </a:r>
            <a:r>
              <a:rPr lang="en-US" sz="2000" i="1" dirty="0"/>
              <a:t> works in a similar way.</a:t>
            </a:r>
          </a:p>
          <a:p>
            <a:endParaRPr lang="en-US" sz="2000" i="1" dirty="0"/>
          </a:p>
          <a:p>
            <a:pPr algn="ctr"/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000" b="0" dirty="0" err="1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cin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point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</a:t>
            </a:r>
            <a:r>
              <a:rPr lang="en-US" sz="20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dtype</a:t>
            </a: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of “point” is Point</a:t>
            </a:r>
            <a:endParaRPr lang="en-US" sz="2000" i="1" dirty="0"/>
          </a:p>
          <a:p>
            <a:pPr algn="ctr"/>
            <a:endParaRPr lang="en-US" sz="2000" i="1" dirty="0"/>
          </a:p>
          <a:p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&gt;&gt; </a:t>
            </a:r>
            <a:r>
              <a:rPr lang="en-US" sz="2000" i="1" dirty="0"/>
              <a:t>is a binary operator – two operands.</a:t>
            </a:r>
          </a:p>
          <a:p>
            <a:endParaRPr lang="en-US" sz="2000" i="1" dirty="0"/>
          </a:p>
          <a:p>
            <a:r>
              <a:rPr lang="en-US" sz="2000" b="1" i="1" u="sng" dirty="0"/>
              <a:t>Left operand:</a:t>
            </a:r>
            <a:r>
              <a:rPr lang="en-US" sz="2000" b="1" i="1" dirty="0"/>
              <a:t> 		</a:t>
            </a:r>
            <a:r>
              <a:rPr lang="en-US" sz="2000" i="1" dirty="0"/>
              <a:t>an object of type (or class)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std::</a:t>
            </a:r>
            <a:r>
              <a:rPr lang="en-US" sz="20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istream</a:t>
            </a:r>
            <a:r>
              <a:rPr lang="en-US" sz="2000" i="1" dirty="0"/>
              <a:t>.</a:t>
            </a:r>
          </a:p>
          <a:p>
            <a:r>
              <a:rPr lang="en-US" sz="2000" b="1" i="1" u="sng" dirty="0"/>
              <a:t>Right operand:</a:t>
            </a:r>
            <a:r>
              <a:rPr lang="en-US" sz="2000" b="1" i="1" dirty="0"/>
              <a:t> 	</a:t>
            </a:r>
            <a:r>
              <a:rPr lang="en-US" sz="2000" i="1" dirty="0"/>
              <a:t>an object of type (or class)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</a:t>
            </a:r>
            <a:endParaRPr lang="en-US" sz="2000" i="1" dirty="0"/>
          </a:p>
          <a:p>
            <a:endParaRPr lang="en-US" sz="2000" i="1" dirty="0"/>
          </a:p>
          <a:p>
            <a:endParaRPr lang="en-US" sz="2000" i="1" dirty="0"/>
          </a:p>
          <a:p>
            <a:r>
              <a:rPr lang="en-US" sz="2000" i="1" dirty="0"/>
              <a:t>Based on this, this is what our function would look like.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5530F-317A-F84F-4EB6-6A7DE48727E6}"/>
              </a:ext>
            </a:extLst>
          </p:cNvPr>
          <p:cNvSpPr txBox="1"/>
          <p:nvPr/>
        </p:nvSpPr>
        <p:spPr>
          <a:xfrm>
            <a:off x="7955824" y="2643157"/>
            <a:ext cx="412568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Note that parameter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 </a:t>
            </a:r>
            <a:r>
              <a:rPr lang="en-US" i="1" dirty="0">
                <a:solidFill>
                  <a:schemeClr val="accent1"/>
                </a:solidFill>
              </a:rPr>
              <a:t>must be </a:t>
            </a:r>
            <a:r>
              <a:rPr lang="en-US" b="1" i="1" dirty="0">
                <a:solidFill>
                  <a:schemeClr val="accent1"/>
                </a:solidFill>
              </a:rPr>
              <a:t>non-const </a:t>
            </a:r>
            <a:r>
              <a:rPr lang="en-US" i="1" dirty="0">
                <a:solidFill>
                  <a:schemeClr val="accent1"/>
                </a:solidFill>
              </a:rPr>
              <a:t>so we can modify the class members with the input values.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78111-07D6-463C-F9E2-4EF142E203CD}"/>
              </a:ext>
            </a:extLst>
          </p:cNvPr>
          <p:cNvSpPr txBox="1"/>
          <p:nvPr/>
        </p:nvSpPr>
        <p:spPr>
          <a:xfrm>
            <a:off x="2166256" y="3789680"/>
            <a:ext cx="78594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istream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operator&gt;&gt;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istream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5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7FE4-F5A6-9A04-9A9B-3B065DF510E1}"/>
              </a:ext>
            </a:extLst>
          </p:cNvPr>
          <p:cNvSpPr txBox="1"/>
          <p:nvPr/>
        </p:nvSpPr>
        <p:spPr>
          <a:xfrm>
            <a:off x="110489" y="88612"/>
            <a:ext cx="119710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Another thing to note is that the members are private yet I’m accessing them outside the class.</a:t>
            </a:r>
          </a:p>
          <a:p>
            <a:r>
              <a:rPr lang="en-US" sz="2000" i="1" dirty="0"/>
              <a:t>The reason this works is that I can make this function a 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friend </a:t>
            </a:r>
            <a:r>
              <a:rPr lang="en-US" sz="2000" i="1" dirty="0"/>
              <a:t>of my class.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78111-07D6-463C-F9E2-4EF142E203CD}"/>
              </a:ext>
            </a:extLst>
          </p:cNvPr>
          <p:cNvSpPr txBox="1"/>
          <p:nvPr/>
        </p:nvSpPr>
        <p:spPr>
          <a:xfrm>
            <a:off x="4222024" y="4676507"/>
            <a:ext cx="785948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operator&gt;&gt;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&gt;&gt;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01BA7-9C57-443D-FA7D-CA7FAA0B927F}"/>
              </a:ext>
            </a:extLst>
          </p:cNvPr>
          <p:cNvSpPr txBox="1"/>
          <p:nvPr/>
        </p:nvSpPr>
        <p:spPr>
          <a:xfrm>
            <a:off x="110489" y="843676"/>
            <a:ext cx="850174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double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0.0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x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y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z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friend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operator&gt;&gt;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istream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point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651E383-38A1-B6BA-2354-8A9DB19E2753}"/>
              </a:ext>
            </a:extLst>
          </p:cNvPr>
          <p:cNvSpPr/>
          <p:nvPr/>
        </p:nvSpPr>
        <p:spPr>
          <a:xfrm rot="10800000">
            <a:off x="8525143" y="3842575"/>
            <a:ext cx="433796" cy="2381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176C4-D4E4-FCB7-8605-9A8E79A5B133}"/>
              </a:ext>
            </a:extLst>
          </p:cNvPr>
          <p:cNvSpPr txBox="1"/>
          <p:nvPr/>
        </p:nvSpPr>
        <p:spPr>
          <a:xfrm>
            <a:off x="6912430" y="1674673"/>
            <a:ext cx="5049338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Similarly, you can also make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operator&lt;&lt;</a:t>
            </a:r>
            <a:r>
              <a:rPr lang="en-US" sz="2000" i="1" dirty="0">
                <a:solidFill>
                  <a:schemeClr val="accent1"/>
                </a:solidFill>
              </a:rPr>
              <a:t> a </a:t>
            </a:r>
            <a:r>
              <a:rPr lang="en-US" sz="2000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friend</a:t>
            </a:r>
            <a:r>
              <a:rPr lang="en-US" sz="2000" i="1" dirty="0">
                <a:solidFill>
                  <a:schemeClr val="accent1"/>
                </a:solidFill>
              </a:rPr>
              <a:t> of your class as well and then it could also access the private members.</a:t>
            </a:r>
          </a:p>
        </p:txBody>
      </p:sp>
    </p:spTree>
    <p:extLst>
      <p:ext uri="{BB962C8B-B14F-4D97-AF65-F5344CB8AC3E}">
        <p14:creationId xmlns:p14="http://schemas.microsoft.com/office/powerpoint/2010/main" val="327006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6899</TotalTime>
  <Words>3377</Words>
  <Application>Microsoft Office PowerPoint</Application>
  <PresentationFormat>Widescreen</PresentationFormat>
  <Paragraphs>461</Paragraphs>
  <Slides>31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Cascadia Code</vt:lpstr>
      <vt:lpstr>Cascadia Mono</vt:lpstr>
      <vt:lpstr>Consolas</vt:lpstr>
      <vt:lpstr>Open Sans</vt:lpstr>
      <vt:lpstr>Office Theme</vt:lpstr>
      <vt:lpstr>Object-Oriented Programming</vt:lpstr>
      <vt:lpstr>Operator Overloading</vt:lpstr>
      <vt:lpstr>Idea Behind Operators</vt:lpstr>
      <vt:lpstr>Idea Behind Operators</vt:lpstr>
      <vt:lpstr>PowerPoint Presentation</vt:lpstr>
      <vt:lpstr>PowerPoint Presentation</vt:lpstr>
      <vt:lpstr>PowerPoint Presentation</vt:lpstr>
      <vt:lpstr>PowerPoint Presentation</vt:lpstr>
      <vt:lpstr>Writing Operator Overloads Using Normal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Overloading the I/O Operators</vt:lpstr>
      <vt:lpstr>std::cout (contd.)</vt:lpstr>
      <vt:lpstr>std::cin (contd.)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Mohammad Salman</dc:creator>
  <cp:lastModifiedBy>Mohammad Salman</cp:lastModifiedBy>
  <cp:revision>2</cp:revision>
  <dcterms:created xsi:type="dcterms:W3CDTF">2023-10-02T09:22:38Z</dcterms:created>
  <dcterms:modified xsi:type="dcterms:W3CDTF">2023-10-11T07:53:28Z</dcterms:modified>
</cp:coreProperties>
</file>