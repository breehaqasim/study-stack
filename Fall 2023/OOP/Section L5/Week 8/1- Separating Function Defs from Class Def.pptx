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61" r:id="rId6"/>
    <p:sldId id="264" r:id="rId7"/>
    <p:sldId id="257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393" autoAdjust="0"/>
  </p:normalViewPr>
  <p:slideViewPr>
    <p:cSldViewPr snapToGrid="0">
      <p:cViewPr varScale="1">
        <p:scale>
          <a:sx n="67" d="100"/>
          <a:sy n="67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68FBF6DD-08D8-470A-9794-390BFB24C3DE}"/>
    <pc:docChg chg="undo redo custSel addSld delSld modSld sldOrd modMainMaster">
      <pc:chgData name="Mohammad Salman" userId="cfd6754c-e613-4f6f-bb98-36aef69d8c31" providerId="ADAL" clId="{68FBF6DD-08D8-470A-9794-390BFB24C3DE}" dt="2023-10-09T13:35:39.118" v="4013" actId="20577"/>
      <pc:docMkLst>
        <pc:docMk/>
      </pc:docMkLst>
      <pc:sldChg chg="modSp new mod setBg">
        <pc:chgData name="Mohammad Salman" userId="cfd6754c-e613-4f6f-bb98-36aef69d8c31" providerId="ADAL" clId="{68FBF6DD-08D8-470A-9794-390BFB24C3DE}" dt="2023-09-29T08:29:32.161" v="61"/>
        <pc:sldMkLst>
          <pc:docMk/>
          <pc:sldMk cId="323906874" sldId="256"/>
        </pc:sldMkLst>
        <pc:spChg chg="mod">
          <ac:chgData name="Mohammad Salman" userId="cfd6754c-e613-4f6f-bb98-36aef69d8c31" providerId="ADAL" clId="{68FBF6DD-08D8-470A-9794-390BFB24C3DE}" dt="2023-09-29T08:29:13.081" v="29" actId="20577"/>
          <ac:spMkLst>
            <pc:docMk/>
            <pc:sldMk cId="323906874" sldId="256"/>
            <ac:spMk id="2" creationId="{118E61FC-B8F6-483C-21AF-B21939E66B6C}"/>
          </ac:spMkLst>
        </pc:spChg>
        <pc:spChg chg="mod">
          <ac:chgData name="Mohammad Salman" userId="cfd6754c-e613-4f6f-bb98-36aef69d8c31" providerId="ADAL" clId="{68FBF6DD-08D8-470A-9794-390BFB24C3DE}" dt="2023-09-29T08:29:20.700" v="60" actId="20577"/>
          <ac:spMkLst>
            <pc:docMk/>
            <pc:sldMk cId="323906874" sldId="256"/>
            <ac:spMk id="3" creationId="{82A4141A-AE3D-66C3-F4EC-3EAEEC0A14F9}"/>
          </ac:spMkLst>
        </pc:spChg>
      </pc:sldChg>
      <pc:sldChg chg="modSp new mod ord modAnim">
        <pc:chgData name="Mohammad Salman" userId="cfd6754c-e613-4f6f-bb98-36aef69d8c31" providerId="ADAL" clId="{68FBF6DD-08D8-470A-9794-390BFB24C3DE}" dt="2023-10-09T09:35:51.472" v="3908"/>
        <pc:sldMkLst>
          <pc:docMk/>
          <pc:sldMk cId="2992357094" sldId="257"/>
        </pc:sldMkLst>
        <pc:spChg chg="mod">
          <ac:chgData name="Mohammad Salman" userId="cfd6754c-e613-4f6f-bb98-36aef69d8c31" providerId="ADAL" clId="{68FBF6DD-08D8-470A-9794-390BFB24C3DE}" dt="2023-09-29T09:56:00.848" v="3663" actId="20577"/>
          <ac:spMkLst>
            <pc:docMk/>
            <pc:sldMk cId="2992357094" sldId="257"/>
            <ac:spMk id="2" creationId="{BE4B5726-4080-CB86-A5E6-1C2CF5049D7B}"/>
          </ac:spMkLst>
        </pc:spChg>
        <pc:spChg chg="mod">
          <ac:chgData name="Mohammad Salman" userId="cfd6754c-e613-4f6f-bb98-36aef69d8c31" providerId="ADAL" clId="{68FBF6DD-08D8-470A-9794-390BFB24C3DE}" dt="2023-09-29T09:56:59.012" v="3713" actId="20577"/>
          <ac:spMkLst>
            <pc:docMk/>
            <pc:sldMk cId="2992357094" sldId="257"/>
            <ac:spMk id="3" creationId="{1302A5FA-CC99-6D1C-6485-4CBAC55DC90E}"/>
          </ac:spMkLst>
        </pc:spChg>
      </pc:sldChg>
      <pc:sldChg chg="addSp delSp modSp add mod">
        <pc:chgData name="Mohammad Salman" userId="cfd6754c-e613-4f6f-bb98-36aef69d8c31" providerId="ADAL" clId="{68FBF6DD-08D8-470A-9794-390BFB24C3DE}" dt="2023-09-29T09:27:58.699" v="3035" actId="1076"/>
        <pc:sldMkLst>
          <pc:docMk/>
          <pc:sldMk cId="4138002164" sldId="258"/>
        </pc:sldMkLst>
        <pc:spChg chg="mod">
          <ac:chgData name="Mohammad Salman" userId="cfd6754c-e613-4f6f-bb98-36aef69d8c31" providerId="ADAL" clId="{68FBF6DD-08D8-470A-9794-390BFB24C3DE}" dt="2023-09-29T08:30:02.832" v="142" actId="20577"/>
          <ac:spMkLst>
            <pc:docMk/>
            <pc:sldMk cId="4138002164" sldId="258"/>
            <ac:spMk id="2" creationId="{118E61FC-B8F6-483C-21AF-B21939E66B6C}"/>
          </ac:spMkLst>
        </pc:spChg>
        <pc:spChg chg="mod">
          <ac:chgData name="Mohammad Salman" userId="cfd6754c-e613-4f6f-bb98-36aef69d8c31" providerId="ADAL" clId="{68FBF6DD-08D8-470A-9794-390BFB24C3DE}" dt="2023-09-29T08:30:36.878" v="280" actId="20577"/>
          <ac:spMkLst>
            <pc:docMk/>
            <pc:sldMk cId="4138002164" sldId="258"/>
            <ac:spMk id="3" creationId="{82A4141A-AE3D-66C3-F4EC-3EAEEC0A14F9}"/>
          </ac:spMkLst>
        </pc:spChg>
        <pc:spChg chg="add del">
          <ac:chgData name="Mohammad Salman" userId="cfd6754c-e613-4f6f-bb98-36aef69d8c31" providerId="ADAL" clId="{68FBF6DD-08D8-470A-9794-390BFB24C3DE}" dt="2023-09-29T09:27:41.513" v="3027" actId="22"/>
          <ac:spMkLst>
            <pc:docMk/>
            <pc:sldMk cId="4138002164" sldId="258"/>
            <ac:spMk id="5" creationId="{C351C922-74E4-1B6A-2E42-2985B23F9510}"/>
          </ac:spMkLst>
        </pc:spChg>
        <pc:spChg chg="add mod">
          <ac:chgData name="Mohammad Salman" userId="cfd6754c-e613-4f6f-bb98-36aef69d8c31" providerId="ADAL" clId="{68FBF6DD-08D8-470A-9794-390BFB24C3DE}" dt="2023-09-29T09:27:58.699" v="3035" actId="1076"/>
          <ac:spMkLst>
            <pc:docMk/>
            <pc:sldMk cId="4138002164" sldId="258"/>
            <ac:spMk id="7" creationId="{8F372D7D-766A-F3CD-775A-A8CD461B20ED}"/>
          </ac:spMkLst>
        </pc:spChg>
      </pc:sldChg>
      <pc:sldChg chg="modSp new mod ord modAnim">
        <pc:chgData name="Mohammad Salman" userId="cfd6754c-e613-4f6f-bb98-36aef69d8c31" providerId="ADAL" clId="{68FBF6DD-08D8-470A-9794-390BFB24C3DE}" dt="2023-10-09T09:36:05.574" v="3910"/>
        <pc:sldMkLst>
          <pc:docMk/>
          <pc:sldMk cId="1077006971" sldId="259"/>
        </pc:sldMkLst>
        <pc:spChg chg="mod">
          <ac:chgData name="Mohammad Salman" userId="cfd6754c-e613-4f6f-bb98-36aef69d8c31" providerId="ADAL" clId="{68FBF6DD-08D8-470A-9794-390BFB24C3DE}" dt="2023-09-29T09:57:05.851" v="3714"/>
          <ac:spMkLst>
            <pc:docMk/>
            <pc:sldMk cId="1077006971" sldId="259"/>
            <ac:spMk id="2" creationId="{76EE4D42-C972-55A6-CF1B-D3FC3498429B}"/>
          </ac:spMkLst>
        </pc:spChg>
        <pc:spChg chg="mod">
          <ac:chgData name="Mohammad Salman" userId="cfd6754c-e613-4f6f-bb98-36aef69d8c31" providerId="ADAL" clId="{68FBF6DD-08D8-470A-9794-390BFB24C3DE}" dt="2023-09-29T09:57:42.300" v="3729" actId="20577"/>
          <ac:spMkLst>
            <pc:docMk/>
            <pc:sldMk cId="1077006971" sldId="259"/>
            <ac:spMk id="3" creationId="{4D4A85EB-C7CA-37CA-81EF-9AFE79C0ABB2}"/>
          </ac:spMkLst>
        </pc:spChg>
      </pc:sldChg>
      <pc:sldChg chg="add del">
        <pc:chgData name="Mohammad Salman" userId="cfd6754c-e613-4f6f-bb98-36aef69d8c31" providerId="ADAL" clId="{68FBF6DD-08D8-470A-9794-390BFB24C3DE}" dt="2023-09-29T08:31:01.867" v="283" actId="47"/>
        <pc:sldMkLst>
          <pc:docMk/>
          <pc:sldMk cId="2230856991" sldId="259"/>
        </pc:sldMkLst>
      </pc:sldChg>
      <pc:sldChg chg="addSp delSp modSp new del mod modClrScheme chgLayout">
        <pc:chgData name="Mohammad Salman" userId="cfd6754c-e613-4f6f-bb98-36aef69d8c31" providerId="ADAL" clId="{68FBF6DD-08D8-470A-9794-390BFB24C3DE}" dt="2023-09-29T08:31:08.263" v="286" actId="47"/>
        <pc:sldMkLst>
          <pc:docMk/>
          <pc:sldMk cId="3227127522" sldId="259"/>
        </pc:sldMkLst>
        <pc:spChg chg="del mod ord">
          <ac:chgData name="Mohammad Salman" userId="cfd6754c-e613-4f6f-bb98-36aef69d8c31" providerId="ADAL" clId="{68FBF6DD-08D8-470A-9794-390BFB24C3DE}" dt="2023-09-29T08:31:05.913" v="285" actId="700"/>
          <ac:spMkLst>
            <pc:docMk/>
            <pc:sldMk cId="3227127522" sldId="259"/>
            <ac:spMk id="2" creationId="{E97CB79C-67A5-AC65-FBA3-7183C032C613}"/>
          </ac:spMkLst>
        </pc:spChg>
        <pc:spChg chg="del mod ord">
          <ac:chgData name="Mohammad Salman" userId="cfd6754c-e613-4f6f-bb98-36aef69d8c31" providerId="ADAL" clId="{68FBF6DD-08D8-470A-9794-390BFB24C3DE}" dt="2023-09-29T08:31:05.913" v="285" actId="700"/>
          <ac:spMkLst>
            <pc:docMk/>
            <pc:sldMk cId="3227127522" sldId="259"/>
            <ac:spMk id="3" creationId="{54010D74-DEF5-EE7C-6A02-97B9FE3FBED0}"/>
          </ac:spMkLst>
        </pc:spChg>
        <pc:spChg chg="add mod ord">
          <ac:chgData name="Mohammad Salman" userId="cfd6754c-e613-4f6f-bb98-36aef69d8c31" providerId="ADAL" clId="{68FBF6DD-08D8-470A-9794-390BFB24C3DE}" dt="2023-09-29T08:31:05.913" v="285" actId="700"/>
          <ac:spMkLst>
            <pc:docMk/>
            <pc:sldMk cId="3227127522" sldId="259"/>
            <ac:spMk id="4" creationId="{65860D8B-6F8B-7B79-BA3C-FBB6FFEA27CB}"/>
          </ac:spMkLst>
        </pc:spChg>
        <pc:spChg chg="add mod ord">
          <ac:chgData name="Mohammad Salman" userId="cfd6754c-e613-4f6f-bb98-36aef69d8c31" providerId="ADAL" clId="{68FBF6DD-08D8-470A-9794-390BFB24C3DE}" dt="2023-09-29T08:31:05.913" v="285" actId="700"/>
          <ac:spMkLst>
            <pc:docMk/>
            <pc:sldMk cId="3227127522" sldId="259"/>
            <ac:spMk id="5" creationId="{0CB0A0BA-E09B-CA5B-4593-CCBC4A6881A3}"/>
          </ac:spMkLst>
        </pc:spChg>
      </pc:sldChg>
      <pc:sldChg chg="addSp delSp modSp new mod modAnim">
        <pc:chgData name="Mohammad Salman" userId="cfd6754c-e613-4f6f-bb98-36aef69d8c31" providerId="ADAL" clId="{68FBF6DD-08D8-470A-9794-390BFB24C3DE}" dt="2023-10-03T05:31:05.216" v="3880" actId="113"/>
        <pc:sldMkLst>
          <pc:docMk/>
          <pc:sldMk cId="4036576900" sldId="260"/>
        </pc:sldMkLst>
        <pc:spChg chg="del">
          <ac:chgData name="Mohammad Salman" userId="cfd6754c-e613-4f6f-bb98-36aef69d8c31" providerId="ADAL" clId="{68FBF6DD-08D8-470A-9794-390BFB24C3DE}" dt="2023-09-29T08:34:43.296" v="478" actId="478"/>
          <ac:spMkLst>
            <pc:docMk/>
            <pc:sldMk cId="4036576900" sldId="260"/>
            <ac:spMk id="2" creationId="{1F8B192E-3478-99B1-F1B4-D6C4B2E39621}"/>
          </ac:spMkLst>
        </pc:spChg>
        <pc:spChg chg="del">
          <ac:chgData name="Mohammad Salman" userId="cfd6754c-e613-4f6f-bb98-36aef69d8c31" providerId="ADAL" clId="{68FBF6DD-08D8-470A-9794-390BFB24C3DE}" dt="2023-09-29T08:34:43.296" v="478" actId="478"/>
          <ac:spMkLst>
            <pc:docMk/>
            <pc:sldMk cId="4036576900" sldId="260"/>
            <ac:spMk id="3" creationId="{8D677382-DE89-14C5-F73B-167AA982BDC8}"/>
          </ac:spMkLst>
        </pc:spChg>
        <pc:spChg chg="add del mod">
          <ac:chgData name="Mohammad Salman" userId="cfd6754c-e613-4f6f-bb98-36aef69d8c31" providerId="ADAL" clId="{68FBF6DD-08D8-470A-9794-390BFB24C3DE}" dt="2023-09-29T08:38:16.923" v="586" actId="478"/>
          <ac:spMkLst>
            <pc:docMk/>
            <pc:sldMk cId="4036576900" sldId="260"/>
            <ac:spMk id="4" creationId="{F569626F-B262-0516-4307-B7CE6E20D55D}"/>
          </ac:spMkLst>
        </pc:spChg>
        <pc:spChg chg="add del mod">
          <ac:chgData name="Mohammad Salman" userId="cfd6754c-e613-4f6f-bb98-36aef69d8c31" providerId="ADAL" clId="{68FBF6DD-08D8-470A-9794-390BFB24C3DE}" dt="2023-09-29T08:36:24.845" v="572" actId="478"/>
          <ac:spMkLst>
            <pc:docMk/>
            <pc:sldMk cId="4036576900" sldId="260"/>
            <ac:spMk id="6" creationId="{7E9CF752-899F-6660-51E8-461B47E80725}"/>
          </ac:spMkLst>
        </pc:spChg>
        <pc:spChg chg="add mod">
          <ac:chgData name="Mohammad Salman" userId="cfd6754c-e613-4f6f-bb98-36aef69d8c31" providerId="ADAL" clId="{68FBF6DD-08D8-470A-9794-390BFB24C3DE}" dt="2023-09-29T08:39:56.400" v="602" actId="1076"/>
          <ac:spMkLst>
            <pc:docMk/>
            <pc:sldMk cId="4036576900" sldId="260"/>
            <ac:spMk id="8" creationId="{80FCCE26-122C-D5D3-AAC2-889C8E27336A}"/>
          </ac:spMkLst>
        </pc:spChg>
        <pc:spChg chg="add mod">
          <ac:chgData name="Mohammad Salman" userId="cfd6754c-e613-4f6f-bb98-36aef69d8c31" providerId="ADAL" clId="{68FBF6DD-08D8-470A-9794-390BFB24C3DE}" dt="2023-09-29T09:44:13.256" v="3206"/>
          <ac:spMkLst>
            <pc:docMk/>
            <pc:sldMk cId="4036576900" sldId="260"/>
            <ac:spMk id="10" creationId="{4FB91DB1-9464-3E66-29F5-3FB1CF3F0B44}"/>
          </ac:spMkLst>
        </pc:spChg>
        <pc:spChg chg="add mod">
          <ac:chgData name="Mohammad Salman" userId="cfd6754c-e613-4f6f-bb98-36aef69d8c31" providerId="ADAL" clId="{68FBF6DD-08D8-470A-9794-390BFB24C3DE}" dt="2023-09-29T08:42:37.279" v="733" actId="14100"/>
          <ac:spMkLst>
            <pc:docMk/>
            <pc:sldMk cId="4036576900" sldId="260"/>
            <ac:spMk id="12" creationId="{CB8B3171-667F-D680-05FD-49057DD8D217}"/>
          </ac:spMkLst>
        </pc:spChg>
        <pc:spChg chg="add mod">
          <ac:chgData name="Mohammad Salman" userId="cfd6754c-e613-4f6f-bb98-36aef69d8c31" providerId="ADAL" clId="{68FBF6DD-08D8-470A-9794-390BFB24C3DE}" dt="2023-10-03T05:31:05.216" v="3880" actId="113"/>
          <ac:spMkLst>
            <pc:docMk/>
            <pc:sldMk cId="4036576900" sldId="260"/>
            <ac:spMk id="13" creationId="{C91A8BBA-771C-3EC0-4412-8DAC5BED8B45}"/>
          </ac:spMkLst>
        </pc:spChg>
        <pc:spChg chg="add mod">
          <ac:chgData name="Mohammad Salman" userId="cfd6754c-e613-4f6f-bb98-36aef69d8c31" providerId="ADAL" clId="{68FBF6DD-08D8-470A-9794-390BFB24C3DE}" dt="2023-09-29T08:49:16.327" v="1219" actId="1035"/>
          <ac:spMkLst>
            <pc:docMk/>
            <pc:sldMk cId="4036576900" sldId="260"/>
            <ac:spMk id="14" creationId="{4BE0DED4-D8D5-E267-D391-25EC56D42BAB}"/>
          </ac:spMkLst>
        </pc:spChg>
        <pc:spChg chg="add mod">
          <ac:chgData name="Mohammad Salman" userId="cfd6754c-e613-4f6f-bb98-36aef69d8c31" providerId="ADAL" clId="{68FBF6DD-08D8-470A-9794-390BFB24C3DE}" dt="2023-09-29T09:46:48.096" v="3212" actId="14100"/>
          <ac:spMkLst>
            <pc:docMk/>
            <pc:sldMk cId="4036576900" sldId="260"/>
            <ac:spMk id="15" creationId="{1A65C7BE-339E-2228-0C58-3AAEE1870A0C}"/>
          </ac:spMkLst>
        </pc:spChg>
        <pc:spChg chg="add mod">
          <ac:chgData name="Mohammad Salman" userId="cfd6754c-e613-4f6f-bb98-36aef69d8c31" providerId="ADAL" clId="{68FBF6DD-08D8-470A-9794-390BFB24C3DE}" dt="2023-09-29T09:46:48.096" v="3212" actId="14100"/>
          <ac:spMkLst>
            <pc:docMk/>
            <pc:sldMk cId="4036576900" sldId="260"/>
            <ac:spMk id="19" creationId="{4A491A7B-7AA8-E908-AB85-925C7FC7D2BA}"/>
          </ac:spMkLst>
        </pc:spChg>
        <pc:spChg chg="add mod">
          <ac:chgData name="Mohammad Salman" userId="cfd6754c-e613-4f6f-bb98-36aef69d8c31" providerId="ADAL" clId="{68FBF6DD-08D8-470A-9794-390BFB24C3DE}" dt="2023-09-29T09:46:23.359" v="3211" actId="113"/>
          <ac:spMkLst>
            <pc:docMk/>
            <pc:sldMk cId="4036576900" sldId="260"/>
            <ac:spMk id="20" creationId="{FCFABE26-4858-C727-CE2A-02BF9AA3D481}"/>
          </ac:spMkLst>
        </pc:spChg>
        <pc:spChg chg="add mod">
          <ac:chgData name="Mohammad Salman" userId="cfd6754c-e613-4f6f-bb98-36aef69d8c31" providerId="ADAL" clId="{68FBF6DD-08D8-470A-9794-390BFB24C3DE}" dt="2023-09-29T09:44:28.253" v="3207"/>
          <ac:spMkLst>
            <pc:docMk/>
            <pc:sldMk cId="4036576900" sldId="260"/>
            <ac:spMk id="21" creationId="{A7177876-81B4-A75C-580E-7B6DCD9893B0}"/>
          </ac:spMkLst>
        </pc:spChg>
        <pc:spChg chg="add mod">
          <ac:chgData name="Mohammad Salman" userId="cfd6754c-e613-4f6f-bb98-36aef69d8c31" providerId="ADAL" clId="{68FBF6DD-08D8-470A-9794-390BFB24C3DE}" dt="2023-09-29T09:44:28.253" v="3207"/>
          <ac:spMkLst>
            <pc:docMk/>
            <pc:sldMk cId="4036576900" sldId="260"/>
            <ac:spMk id="22" creationId="{FDB1FB7A-6A25-DB5F-ABDD-265E36E20395}"/>
          </ac:spMkLst>
        </pc:spChg>
        <pc:cxnChg chg="add mod">
          <ac:chgData name="Mohammad Salman" userId="cfd6754c-e613-4f6f-bb98-36aef69d8c31" providerId="ADAL" clId="{68FBF6DD-08D8-470A-9794-390BFB24C3DE}" dt="2023-09-29T08:46:01.021" v="1035" actId="1076"/>
          <ac:cxnSpMkLst>
            <pc:docMk/>
            <pc:sldMk cId="4036576900" sldId="260"/>
            <ac:cxnSpMk id="17" creationId="{8546BAEB-64CE-E613-D63C-A9B67E9C6D0A}"/>
          </ac:cxnSpMkLst>
        </pc:cxnChg>
        <pc:cxnChg chg="add mod">
          <ac:chgData name="Mohammad Salman" userId="cfd6754c-e613-4f6f-bb98-36aef69d8c31" providerId="ADAL" clId="{68FBF6DD-08D8-470A-9794-390BFB24C3DE}" dt="2023-09-29T08:46:16.980" v="1038" actId="1076"/>
          <ac:cxnSpMkLst>
            <pc:docMk/>
            <pc:sldMk cId="4036576900" sldId="260"/>
            <ac:cxnSpMk id="18" creationId="{EC1A0550-A240-BAAF-597B-FE2D8A230EDA}"/>
          </ac:cxnSpMkLst>
        </pc:cxnChg>
      </pc:sldChg>
      <pc:sldChg chg="addSp delSp modSp new mod modAnim">
        <pc:chgData name="Mohammad Salman" userId="cfd6754c-e613-4f6f-bb98-36aef69d8c31" providerId="ADAL" clId="{68FBF6DD-08D8-470A-9794-390BFB24C3DE}" dt="2023-09-29T09:54:35.231" v="3531" actId="20577"/>
        <pc:sldMkLst>
          <pc:docMk/>
          <pc:sldMk cId="2329967689" sldId="261"/>
        </pc:sldMkLst>
        <pc:spChg chg="del">
          <ac:chgData name="Mohammad Salman" userId="cfd6754c-e613-4f6f-bb98-36aef69d8c31" providerId="ADAL" clId="{68FBF6DD-08D8-470A-9794-390BFB24C3DE}" dt="2023-09-29T09:01:49.167" v="1515" actId="478"/>
          <ac:spMkLst>
            <pc:docMk/>
            <pc:sldMk cId="2329967689" sldId="261"/>
            <ac:spMk id="2" creationId="{E14367CC-FAC4-B907-16BE-B72CDFB08D9C}"/>
          </ac:spMkLst>
        </pc:spChg>
        <pc:spChg chg="del">
          <ac:chgData name="Mohammad Salman" userId="cfd6754c-e613-4f6f-bb98-36aef69d8c31" providerId="ADAL" clId="{68FBF6DD-08D8-470A-9794-390BFB24C3DE}" dt="2023-09-29T09:01:49.167" v="1515" actId="478"/>
          <ac:spMkLst>
            <pc:docMk/>
            <pc:sldMk cId="2329967689" sldId="261"/>
            <ac:spMk id="3" creationId="{0FF10518-3973-7C98-8C1F-6ECD0E281407}"/>
          </ac:spMkLst>
        </pc:spChg>
        <pc:spChg chg="add mod">
          <ac:chgData name="Mohammad Salman" userId="cfd6754c-e613-4f6f-bb98-36aef69d8c31" providerId="ADAL" clId="{68FBF6DD-08D8-470A-9794-390BFB24C3DE}" dt="2023-09-29T09:50:19.115" v="3356" actId="1076"/>
          <ac:spMkLst>
            <pc:docMk/>
            <pc:sldMk cId="2329967689" sldId="261"/>
            <ac:spMk id="5" creationId="{07063016-F5F8-1D42-6DCE-0C0B3AC8774B}"/>
          </ac:spMkLst>
        </pc:spChg>
        <pc:spChg chg="add mod">
          <ac:chgData name="Mohammad Salman" userId="cfd6754c-e613-4f6f-bb98-36aef69d8c31" providerId="ADAL" clId="{68FBF6DD-08D8-470A-9794-390BFB24C3DE}" dt="2023-09-29T09:54:35.231" v="3531" actId="20577"/>
          <ac:spMkLst>
            <pc:docMk/>
            <pc:sldMk cId="2329967689" sldId="261"/>
            <ac:spMk id="6" creationId="{9FD6C0AD-054B-293C-3D46-648368AC0487}"/>
          </ac:spMkLst>
        </pc:spChg>
        <pc:spChg chg="add mod">
          <ac:chgData name="Mohammad Salman" userId="cfd6754c-e613-4f6f-bb98-36aef69d8c31" providerId="ADAL" clId="{68FBF6DD-08D8-470A-9794-390BFB24C3DE}" dt="2023-09-29T09:52:05.646" v="3445" actId="113"/>
          <ac:spMkLst>
            <pc:docMk/>
            <pc:sldMk cId="2329967689" sldId="261"/>
            <ac:spMk id="7" creationId="{B9B6A4BB-4E7E-D813-4512-C129AEA7E0DA}"/>
          </ac:spMkLst>
        </pc:spChg>
        <pc:spChg chg="add del mod">
          <ac:chgData name="Mohammad Salman" userId="cfd6754c-e613-4f6f-bb98-36aef69d8c31" providerId="ADAL" clId="{68FBF6DD-08D8-470A-9794-390BFB24C3DE}" dt="2023-09-29T09:54:02.651" v="3457" actId="478"/>
          <ac:spMkLst>
            <pc:docMk/>
            <pc:sldMk cId="2329967689" sldId="261"/>
            <ac:spMk id="8" creationId="{CE7CAB79-2189-CB8F-A9DD-405CC2A333C4}"/>
          </ac:spMkLst>
        </pc:spChg>
      </pc:sldChg>
      <pc:sldChg chg="addSp delSp modSp add mod modAnim">
        <pc:chgData name="Mohammad Salman" userId="cfd6754c-e613-4f6f-bb98-36aef69d8c31" providerId="ADAL" clId="{68FBF6DD-08D8-470A-9794-390BFB24C3DE}" dt="2023-10-09T09:34:20.390" v="3905" actId="20577"/>
        <pc:sldMkLst>
          <pc:docMk/>
          <pc:sldMk cId="804437235" sldId="262"/>
        </pc:sldMkLst>
        <pc:spChg chg="add mod">
          <ac:chgData name="Mohammad Salman" userId="cfd6754c-e613-4f6f-bb98-36aef69d8c31" providerId="ADAL" clId="{68FBF6DD-08D8-470A-9794-390BFB24C3DE}" dt="2023-09-29T08:52:55.363" v="1499" actId="692"/>
          <ac:spMkLst>
            <pc:docMk/>
            <pc:sldMk cId="804437235" sldId="262"/>
            <ac:spMk id="2" creationId="{1F7A6B3B-A021-5939-2837-EEF2E2621BED}"/>
          </ac:spMkLst>
        </pc:spChg>
        <pc:spChg chg="add del mod">
          <ac:chgData name="Mohammad Salman" userId="cfd6754c-e613-4f6f-bb98-36aef69d8c31" providerId="ADAL" clId="{68FBF6DD-08D8-470A-9794-390BFB24C3DE}" dt="2023-09-29T08:52:52.990" v="1498"/>
          <ac:spMkLst>
            <pc:docMk/>
            <pc:sldMk cId="804437235" sldId="262"/>
            <ac:spMk id="3" creationId="{D965A274-A323-1835-252D-AE588D61D224}"/>
          </ac:spMkLst>
        </pc:spChg>
        <pc:spChg chg="add mod">
          <ac:chgData name="Mohammad Salman" userId="cfd6754c-e613-4f6f-bb98-36aef69d8c31" providerId="ADAL" clId="{68FBF6DD-08D8-470A-9794-390BFB24C3DE}" dt="2023-09-29T08:53:04.670" v="1506" actId="1037"/>
          <ac:spMkLst>
            <pc:docMk/>
            <pc:sldMk cId="804437235" sldId="262"/>
            <ac:spMk id="4" creationId="{3B09C4B0-CAA0-ADBA-2B62-3C2B438403D3}"/>
          </ac:spMkLst>
        </pc:spChg>
        <pc:spChg chg="add mod">
          <ac:chgData name="Mohammad Salman" userId="cfd6754c-e613-4f6f-bb98-36aef69d8c31" providerId="ADAL" clId="{68FBF6DD-08D8-470A-9794-390BFB24C3DE}" dt="2023-09-29T09:47:46.015" v="3215"/>
          <ac:spMkLst>
            <pc:docMk/>
            <pc:sldMk cId="804437235" sldId="262"/>
            <ac:spMk id="5" creationId="{8C0BCB58-D71D-D0F9-F6B8-F307A12639DC}"/>
          </ac:spMkLst>
        </pc:spChg>
        <pc:spChg chg="add mod">
          <ac:chgData name="Mohammad Salman" userId="cfd6754c-e613-4f6f-bb98-36aef69d8c31" providerId="ADAL" clId="{68FBF6DD-08D8-470A-9794-390BFB24C3DE}" dt="2023-09-29T09:47:46.015" v="3215"/>
          <ac:spMkLst>
            <pc:docMk/>
            <pc:sldMk cId="804437235" sldId="262"/>
            <ac:spMk id="6" creationId="{FD94BF3A-7B20-2A95-768F-2B6C2EF6D0B6}"/>
          </ac:spMkLst>
        </pc:spChg>
        <pc:spChg chg="mod">
          <ac:chgData name="Mohammad Salman" userId="cfd6754c-e613-4f6f-bb98-36aef69d8c31" providerId="ADAL" clId="{68FBF6DD-08D8-470A-9794-390BFB24C3DE}" dt="2023-09-29T08:52:17.766" v="1488" actId="20577"/>
          <ac:spMkLst>
            <pc:docMk/>
            <pc:sldMk cId="804437235" sldId="262"/>
            <ac:spMk id="10" creationId="{4FB91DB1-9464-3E66-29F5-3FB1CF3F0B44}"/>
          </ac:spMkLst>
        </pc:spChg>
        <pc:spChg chg="mod">
          <ac:chgData name="Mohammad Salman" userId="cfd6754c-e613-4f6f-bb98-36aef69d8c31" providerId="ADAL" clId="{68FBF6DD-08D8-470A-9794-390BFB24C3DE}" dt="2023-10-09T09:34:20.390" v="3905" actId="20577"/>
          <ac:spMkLst>
            <pc:docMk/>
            <pc:sldMk cId="804437235" sldId="262"/>
            <ac:spMk id="13" creationId="{C91A8BBA-771C-3EC0-4412-8DAC5BED8B45}"/>
          </ac:spMkLst>
        </pc:spChg>
        <pc:spChg chg="del">
          <ac:chgData name="Mohammad Salman" userId="cfd6754c-e613-4f6f-bb98-36aef69d8c31" providerId="ADAL" clId="{68FBF6DD-08D8-470A-9794-390BFB24C3DE}" dt="2023-09-29T09:47:45.426" v="3214" actId="478"/>
          <ac:spMkLst>
            <pc:docMk/>
            <pc:sldMk cId="804437235" sldId="262"/>
            <ac:spMk id="15" creationId="{1A65C7BE-339E-2228-0C58-3AAEE1870A0C}"/>
          </ac:spMkLst>
        </pc:spChg>
        <pc:spChg chg="del">
          <ac:chgData name="Mohammad Salman" userId="cfd6754c-e613-4f6f-bb98-36aef69d8c31" providerId="ADAL" clId="{68FBF6DD-08D8-470A-9794-390BFB24C3DE}" dt="2023-09-29T09:47:45.426" v="3214" actId="478"/>
          <ac:spMkLst>
            <pc:docMk/>
            <pc:sldMk cId="804437235" sldId="262"/>
            <ac:spMk id="19" creationId="{4A491A7B-7AA8-E908-AB85-925C7FC7D2BA}"/>
          </ac:spMkLst>
        </pc:spChg>
      </pc:sldChg>
      <pc:sldChg chg="addSp delSp modSp new del mod chgLayout modNotesTx">
        <pc:chgData name="Mohammad Salman" userId="cfd6754c-e613-4f6f-bb98-36aef69d8c31" providerId="ADAL" clId="{68FBF6DD-08D8-470A-9794-390BFB24C3DE}" dt="2023-09-29T09:57:50.315" v="3730" actId="47"/>
        <pc:sldMkLst>
          <pc:docMk/>
          <pc:sldMk cId="2305886732" sldId="263"/>
        </pc:sldMkLst>
        <pc:spChg chg="del">
          <ac:chgData name="Mohammad Salman" userId="cfd6754c-e613-4f6f-bb98-36aef69d8c31" providerId="ADAL" clId="{68FBF6DD-08D8-470A-9794-390BFB24C3DE}" dt="2023-09-29T09:03:59.022" v="1790" actId="478"/>
          <ac:spMkLst>
            <pc:docMk/>
            <pc:sldMk cId="2305886732" sldId="263"/>
            <ac:spMk id="2" creationId="{3A8BE5C6-E73E-3F6F-B202-66AE852729A2}"/>
          </ac:spMkLst>
        </pc:spChg>
        <pc:spChg chg="del">
          <ac:chgData name="Mohammad Salman" userId="cfd6754c-e613-4f6f-bb98-36aef69d8c31" providerId="ADAL" clId="{68FBF6DD-08D8-470A-9794-390BFB24C3DE}" dt="2023-09-29T09:03:59.022" v="1790" actId="478"/>
          <ac:spMkLst>
            <pc:docMk/>
            <pc:sldMk cId="2305886732" sldId="263"/>
            <ac:spMk id="3" creationId="{10AF9640-73B4-BAD1-68C0-B78B73C0C15B}"/>
          </ac:spMkLst>
        </pc:spChg>
        <pc:spChg chg="add mod">
          <ac:chgData name="Mohammad Salman" userId="cfd6754c-e613-4f6f-bb98-36aef69d8c31" providerId="ADAL" clId="{68FBF6DD-08D8-470A-9794-390BFB24C3DE}" dt="2023-09-29T09:18:25.090" v="2738" actId="700"/>
          <ac:spMkLst>
            <pc:docMk/>
            <pc:sldMk cId="2305886732" sldId="263"/>
            <ac:spMk id="4" creationId="{CCF7234C-40AA-84A9-A27C-4C0E470F7FF8}"/>
          </ac:spMkLst>
        </pc:spChg>
        <pc:spChg chg="add mod">
          <ac:chgData name="Mohammad Salman" userId="cfd6754c-e613-4f6f-bb98-36aef69d8c31" providerId="ADAL" clId="{68FBF6DD-08D8-470A-9794-390BFB24C3DE}" dt="2023-09-29T09:57:38.486" v="3723" actId="21"/>
          <ac:spMkLst>
            <pc:docMk/>
            <pc:sldMk cId="2305886732" sldId="263"/>
            <ac:spMk id="5" creationId="{9D82185F-225C-1411-D41B-6E1B8CCC78DE}"/>
          </ac:spMkLst>
        </pc:spChg>
      </pc:sldChg>
      <pc:sldChg chg="addSp delSp modSp add mod">
        <pc:chgData name="Mohammad Salman" userId="cfd6754c-e613-4f6f-bb98-36aef69d8c31" providerId="ADAL" clId="{68FBF6DD-08D8-470A-9794-390BFB24C3DE}" dt="2023-10-03T05:32:18.249" v="3897" actId="14100"/>
        <pc:sldMkLst>
          <pc:docMk/>
          <pc:sldMk cId="761102630" sldId="264"/>
        </pc:sldMkLst>
        <pc:spChg chg="add mod">
          <ac:chgData name="Mohammad Salman" userId="cfd6754c-e613-4f6f-bb98-36aef69d8c31" providerId="ADAL" clId="{68FBF6DD-08D8-470A-9794-390BFB24C3DE}" dt="2023-09-29T09:06:31.869" v="1859" actId="1035"/>
          <ac:spMkLst>
            <pc:docMk/>
            <pc:sldMk cId="761102630" sldId="264"/>
            <ac:spMk id="3" creationId="{2EE52BE2-66DA-1206-5FED-31A4BCE91652}"/>
          </ac:spMkLst>
        </pc:spChg>
        <pc:spChg chg="del">
          <ac:chgData name="Mohammad Salman" userId="cfd6754c-e613-4f6f-bb98-36aef69d8c31" providerId="ADAL" clId="{68FBF6DD-08D8-470A-9794-390BFB24C3DE}" dt="2023-09-29T09:04:28.313" v="1792" actId="478"/>
          <ac:spMkLst>
            <pc:docMk/>
            <pc:sldMk cId="761102630" sldId="264"/>
            <ac:spMk id="5" creationId="{07063016-F5F8-1D42-6DCE-0C0B3AC8774B}"/>
          </ac:spMkLst>
        </pc:spChg>
        <pc:spChg chg="mod">
          <ac:chgData name="Mohammad Salman" userId="cfd6754c-e613-4f6f-bb98-36aef69d8c31" providerId="ADAL" clId="{68FBF6DD-08D8-470A-9794-390BFB24C3DE}" dt="2023-09-29T09:09:18.459" v="2135" actId="113"/>
          <ac:spMkLst>
            <pc:docMk/>
            <pc:sldMk cId="761102630" sldId="264"/>
            <ac:spMk id="6" creationId="{9FD6C0AD-054B-293C-3D46-648368AC0487}"/>
          </ac:spMkLst>
        </pc:spChg>
        <pc:spChg chg="add mod">
          <ac:chgData name="Mohammad Salman" userId="cfd6754c-e613-4f6f-bb98-36aef69d8c31" providerId="ADAL" clId="{68FBF6DD-08D8-470A-9794-390BFB24C3DE}" dt="2023-09-29T09:06:37.133" v="1860" actId="1076"/>
          <ac:spMkLst>
            <pc:docMk/>
            <pc:sldMk cId="761102630" sldId="264"/>
            <ac:spMk id="7" creationId="{FDE5ED5C-A5AC-E077-B230-5701ED8A5E35}"/>
          </ac:spMkLst>
        </pc:spChg>
        <pc:spChg chg="add mod">
          <ac:chgData name="Mohammad Salman" userId="cfd6754c-e613-4f6f-bb98-36aef69d8c31" providerId="ADAL" clId="{68FBF6DD-08D8-470A-9794-390BFB24C3DE}" dt="2023-09-29T09:06:31.869" v="1859" actId="1035"/>
          <ac:spMkLst>
            <pc:docMk/>
            <pc:sldMk cId="761102630" sldId="264"/>
            <ac:spMk id="9" creationId="{552DCA77-BE39-3199-668D-BE95794B631D}"/>
          </ac:spMkLst>
        </pc:spChg>
        <pc:spChg chg="add del mod">
          <ac:chgData name="Mohammad Salman" userId="cfd6754c-e613-4f6f-bb98-36aef69d8c31" providerId="ADAL" clId="{68FBF6DD-08D8-470A-9794-390BFB24C3DE}" dt="2023-09-29T09:54:05.787" v="3458" actId="478"/>
          <ac:spMkLst>
            <pc:docMk/>
            <pc:sldMk cId="761102630" sldId="264"/>
            <ac:spMk id="12" creationId="{4CC7DE6F-BA3E-E863-A18A-C68A7BA09AF3}"/>
          </ac:spMkLst>
        </pc:spChg>
        <pc:spChg chg="add mod">
          <ac:chgData name="Mohammad Salman" userId="cfd6754c-e613-4f6f-bb98-36aef69d8c31" providerId="ADAL" clId="{68FBF6DD-08D8-470A-9794-390BFB24C3DE}" dt="2023-10-03T05:32:18.249" v="3897" actId="14100"/>
          <ac:spMkLst>
            <pc:docMk/>
            <pc:sldMk cId="761102630" sldId="264"/>
            <ac:spMk id="14" creationId="{5225F623-A177-977E-36E1-5775CEF0E961}"/>
          </ac:spMkLst>
        </pc:spChg>
        <pc:cxnChg chg="add mod">
          <ac:chgData name="Mohammad Salman" userId="cfd6754c-e613-4f6f-bb98-36aef69d8c31" providerId="ADAL" clId="{68FBF6DD-08D8-470A-9794-390BFB24C3DE}" dt="2023-09-29T09:07:05.728" v="1862" actId="1076"/>
          <ac:cxnSpMkLst>
            <pc:docMk/>
            <pc:sldMk cId="761102630" sldId="264"/>
            <ac:cxnSpMk id="10" creationId="{C4C8779E-F6DF-DDB1-42DC-0A7C2200DECD}"/>
          </ac:cxnSpMkLst>
        </pc:cxnChg>
        <pc:cxnChg chg="add mod">
          <ac:chgData name="Mohammad Salman" userId="cfd6754c-e613-4f6f-bb98-36aef69d8c31" providerId="ADAL" clId="{68FBF6DD-08D8-470A-9794-390BFB24C3DE}" dt="2023-09-29T09:07:11.260" v="1863" actId="1076"/>
          <ac:cxnSpMkLst>
            <pc:docMk/>
            <pc:sldMk cId="761102630" sldId="264"/>
            <ac:cxnSpMk id="11" creationId="{90562B63-8ED5-18BF-C039-0613F91F1C4D}"/>
          </ac:cxnSpMkLst>
        </pc:cxnChg>
      </pc:sldChg>
      <pc:sldChg chg="modSp add mod setBg">
        <pc:chgData name="Mohammad Salman" userId="cfd6754c-e613-4f6f-bb98-36aef69d8c31" providerId="ADAL" clId="{68FBF6DD-08D8-470A-9794-390BFB24C3DE}" dt="2023-10-09T13:35:39.118" v="4013" actId="20577"/>
        <pc:sldMkLst>
          <pc:docMk/>
          <pc:sldMk cId="3350889433" sldId="265"/>
        </pc:sldMkLst>
        <pc:spChg chg="mod">
          <ac:chgData name="Mohammad Salman" userId="cfd6754c-e613-4f6f-bb98-36aef69d8c31" providerId="ADAL" clId="{68FBF6DD-08D8-470A-9794-390BFB24C3DE}" dt="2023-09-29T09:30:18.892" v="3196" actId="20577"/>
          <ac:spMkLst>
            <pc:docMk/>
            <pc:sldMk cId="3350889433" sldId="265"/>
            <ac:spMk id="4" creationId="{CCF7234C-40AA-84A9-A27C-4C0E470F7FF8}"/>
          </ac:spMkLst>
        </pc:spChg>
        <pc:spChg chg="mod">
          <ac:chgData name="Mohammad Salman" userId="cfd6754c-e613-4f6f-bb98-36aef69d8c31" providerId="ADAL" clId="{68FBF6DD-08D8-470A-9794-390BFB24C3DE}" dt="2023-10-09T13:35:39.118" v="4013" actId="20577"/>
          <ac:spMkLst>
            <pc:docMk/>
            <pc:sldMk cId="3350889433" sldId="265"/>
            <ac:spMk id="5" creationId="{9D82185F-225C-1411-D41B-6E1B8CCC78DE}"/>
          </ac:spMkLst>
        </pc:spChg>
      </pc:sldChg>
      <pc:sldMasterChg chg="modSldLayout">
        <pc:chgData name="Mohammad Salman" userId="cfd6754c-e613-4f6f-bb98-36aef69d8c31" providerId="ADAL" clId="{68FBF6DD-08D8-470A-9794-390BFB24C3DE}" dt="2023-09-29T08:30:49.635" v="281" actId="114"/>
        <pc:sldMasterMkLst>
          <pc:docMk/>
          <pc:sldMasterMk cId="480062615" sldId="2147483648"/>
        </pc:sldMasterMkLst>
        <pc:sldLayoutChg chg="modSp">
          <pc:chgData name="Mohammad Salman" userId="cfd6754c-e613-4f6f-bb98-36aef69d8c31" providerId="ADAL" clId="{68FBF6DD-08D8-470A-9794-390BFB24C3DE}" dt="2023-09-29T08:30:49.635" v="281" actId="114"/>
          <pc:sldLayoutMkLst>
            <pc:docMk/>
            <pc:sldMasterMk cId="480062615" sldId="2147483648"/>
            <pc:sldLayoutMk cId="992319368" sldId="2147483649"/>
          </pc:sldLayoutMkLst>
          <pc:spChg chg="mod">
            <ac:chgData name="Mohammad Salman" userId="cfd6754c-e613-4f6f-bb98-36aef69d8c31" providerId="ADAL" clId="{68FBF6DD-08D8-470A-9794-390BFB24C3DE}" dt="2023-09-29T08:30:49.635" v="281" actId="114"/>
            <ac:spMkLst>
              <pc:docMk/>
              <pc:sldMasterMk cId="480062615" sldId="2147483648"/>
              <pc:sldLayoutMk cId="992319368" sldId="2147483649"/>
              <ac:spMk id="3" creationId="{221F02CC-90F3-C303-5516-8AEB29A2B69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B0134-319C-4E70-9906-1FB081A4E20A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2AA0A-6158-4FC2-9D58-9EFA96A86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0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2AA0A-6158-4FC2-9D58-9EFA96A86F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86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EB43-D490-6AA5-2792-682859B98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F02CC-90F3-C303-5516-8AEB29A2B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828BF-0321-F547-AA2C-9874D78D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FE4F9-EF29-B5F2-A272-5D06F714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E7F83-E7E2-849C-22E0-41F23897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1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C6D4-1B70-00CE-3E68-37959580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F4C31-BCF2-BC6A-5E91-09C475783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316D4-5508-7F8D-95C8-9507973D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326A-326A-280B-7571-80965DCD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E2092-115B-D36C-FD80-B5D62D1F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8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6861-F1BC-087C-DACA-940FE7B1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BF096-0E9A-94C9-1A54-D0830AB01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A904-B203-E540-7CFC-E41C00C5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5D9D8-9BA5-B9E1-57E5-C83DCF49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BAC24-1610-327A-35C3-327C531C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7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0010-9BB6-1CAD-1782-A5D0A193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A537-F614-B822-5088-EAC21385F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A0570-79C5-1F36-164D-57E52057C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BC32-3C30-4709-CE4B-13E5659A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A616A-ED30-D508-F8B9-6588F7FC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CBCE6-F5CF-86F0-04CC-592EBB4F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0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8197-FAF9-2F95-640D-EB9D8BAA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2BF-1A71-2F56-871F-9A7600937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25B20-2069-D13D-40A5-AECED68B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D00C-ABFC-7331-27AA-41836BC50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09E80-1528-17E2-638B-2376BF7ED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8C66F-86F6-C9F3-7449-68F1E70E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BEC33-1B9F-ACCA-2DA6-D0DEF005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E01894-7C50-7B69-65E2-F99FB791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5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C087-8B2A-4283-A8A6-5E017F6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22961-3B2A-6A03-7310-746FFB5F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E1B1C-A876-8122-17AB-204C1C06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C0536-66B1-C4EA-ADF7-0336FC4C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1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E816-D4FB-3A10-104B-06B77E4E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071B1-0301-01DE-07B9-21456046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92908-FF6C-1133-4BAA-BAD5FFB8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0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9092-8828-8329-7C1D-D7016947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95C9C-6A18-DF48-57D9-64593A778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672A6-B7D9-F7ED-AF3F-FB9E9B1F9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1A828-D3DA-1762-3224-1BFEB2D8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3F02C-D1A2-A2DF-CF49-86545629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1EDB9-8719-69E2-3E9B-7F2DF5A6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9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87FE-0E07-3C6B-817C-5AC03E0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34CE76-828B-CAAD-05FD-A9CA3C5D9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77E0B-A745-0698-212A-4CE58A3E7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28928-4AE0-B0AB-66F4-43BD82CF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3D1FE-FE23-992F-1BE2-BA60EC3E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FFEDF-0CBE-FC39-5082-5879F640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0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A6DB-C857-2F8A-8FBD-CBD5276D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5CE7F-8AD0-E12F-9019-3483D3D55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9826-2AC4-A85C-96BD-E370493B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BE537-C161-A0A0-2F5F-BCD9E8B7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1C24-E505-174D-B559-91240A3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2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F8127-5E47-B06F-5B31-684C2B57B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E7494-17ED-C3BE-76EE-012BEE432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65E01-5B41-0284-5135-AEB0BF65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5740D-44FA-DFEF-69C7-78D3FE50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8C14-B6A6-C9FD-E082-3F76AC0E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2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A2DED-0DA0-7B15-3400-5BF93119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F885B-85E0-0055-066C-0C1EEB08E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FACD9-EA16-3A40-6E63-A274E83AF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A4FBB-B00F-47C8-A579-E42D459B8CEB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C392-83D9-2D9B-C3A5-718908CCB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971B7-0E85-FD36-0508-D1217AC9A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BF912-CF37-4C62-8D28-C06A4101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6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classes-and-header-files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61FC-B8F6-483C-21AF-B21939E66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4141A-AE3D-66C3-F4EC-3EAEEC0A1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Mohammad Salman</a:t>
            </a:r>
          </a:p>
          <a:p>
            <a:r>
              <a:rPr lang="en-US" i="1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323906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61FC-B8F6-483C-21AF-B21939E66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Providing Function Definitions Separate from Class Definition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4141A-AE3D-66C3-F4EC-3EAEEC0A1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The class definition will only have function prototypes (or function declarations).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72D7D-766A-F3CD-775A-A8CD461B20ED}"/>
              </a:ext>
            </a:extLst>
          </p:cNvPr>
          <p:cNvSpPr txBox="1"/>
          <p:nvPr/>
        </p:nvSpPr>
        <p:spPr>
          <a:xfrm>
            <a:off x="2728436" y="6134785"/>
            <a:ext cx="6735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https://www.learncpp.com/cpp-tutorial/classes-and-header-files/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0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FCCE26-122C-D5D3-AAC2-889C8E27336A}"/>
              </a:ext>
            </a:extLst>
          </p:cNvPr>
          <p:cNvSpPr txBox="1"/>
          <p:nvPr/>
        </p:nvSpPr>
        <p:spPr>
          <a:xfrm>
            <a:off x="0" y="965299"/>
            <a:ext cx="39138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 // not empty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--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91DB1-9464-3E66-29F5-3FB1CF3F0B44}"/>
              </a:ext>
            </a:extLst>
          </p:cNvPr>
          <p:cNvSpPr txBox="1"/>
          <p:nvPr/>
        </p:nvSpPr>
        <p:spPr>
          <a:xfrm>
            <a:off x="4085511" y="965299"/>
            <a:ext cx="33232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    // empty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    // not empty 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</a:p>
          <a:p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        else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bool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isEmpty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    // empty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false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B3171-667F-D680-05FD-49057DD8D217}"/>
              </a:ext>
            </a:extLst>
          </p:cNvPr>
          <p:cNvSpPr txBox="1"/>
          <p:nvPr/>
        </p:nvSpPr>
        <p:spPr>
          <a:xfrm>
            <a:off x="7580471" y="965299"/>
            <a:ext cx="46115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Regular </a:t>
            </a:r>
            <a:r>
              <a:rPr lang="en-US" sz="12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with one param (not default)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s)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s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[s]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Copy </a:t>
            </a:r>
            <a:r>
              <a:rPr lang="en-US" sz="12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&amp;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~Stack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delete[]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A8BBA-771C-3EC0-4412-8DAC5BED8B45}"/>
              </a:ext>
            </a:extLst>
          </p:cNvPr>
          <p:cNvSpPr txBox="1"/>
          <p:nvPr/>
        </p:nvSpPr>
        <p:spPr>
          <a:xfrm>
            <a:off x="146685" y="128320"/>
            <a:ext cx="11898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this is the same class that you may have written </a:t>
            </a:r>
            <a:r>
              <a:rPr lang="en-US" b="1" dirty="0"/>
              <a:t>in Lab 5</a:t>
            </a:r>
            <a:r>
              <a:rPr lang="en-US" dirty="0"/>
              <a:t>.</a:t>
            </a:r>
          </a:p>
          <a:p>
            <a:r>
              <a:rPr lang="en-US" dirty="0"/>
              <a:t>Observe how long and unwieldy class definitions may become to read and follow.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0DED4-D8D5-E267-D391-25EC56D42BAB}"/>
              </a:ext>
            </a:extLst>
          </p:cNvPr>
          <p:cNvSpPr txBox="1"/>
          <p:nvPr/>
        </p:nvSpPr>
        <p:spPr>
          <a:xfrm>
            <a:off x="3402093" y="5175736"/>
            <a:ext cx="3899534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Are the user-defined </a:t>
            </a:r>
            <a:r>
              <a:rPr lang="en-US" dirty="0" err="1">
                <a:solidFill>
                  <a:srgbClr val="FF0000"/>
                </a:solidFill>
              </a:rPr>
              <a:t>dtor</a:t>
            </a:r>
            <a:r>
              <a:rPr lang="en-US" dirty="0">
                <a:solidFill>
                  <a:srgbClr val="FF0000"/>
                </a:solidFill>
              </a:rPr>
              <a:t> and copy </a:t>
            </a:r>
            <a:r>
              <a:rPr lang="en-US" dirty="0" err="1">
                <a:solidFill>
                  <a:srgbClr val="FF0000"/>
                </a:solidFill>
              </a:rPr>
              <a:t>ctor</a:t>
            </a:r>
            <a:r>
              <a:rPr lang="en-US" dirty="0">
                <a:solidFill>
                  <a:srgbClr val="FF0000"/>
                </a:solidFill>
              </a:rPr>
              <a:t> required for this class?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65C7BE-339E-2228-0C58-3AAEE1870A0C}"/>
              </a:ext>
            </a:extLst>
          </p:cNvPr>
          <p:cNvSpPr/>
          <p:nvPr/>
        </p:nvSpPr>
        <p:spPr>
          <a:xfrm>
            <a:off x="7932420" y="2388870"/>
            <a:ext cx="3360420" cy="21602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46BAEB-64CE-E613-D63C-A9B67E9C6D0A}"/>
              </a:ext>
            </a:extLst>
          </p:cNvPr>
          <p:cNvCxnSpPr/>
          <p:nvPr/>
        </p:nvCxnSpPr>
        <p:spPr>
          <a:xfrm>
            <a:off x="4085511" y="965299"/>
            <a:ext cx="0" cy="4103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1A0550-A240-BAAF-597B-FE2D8A230EDA}"/>
              </a:ext>
            </a:extLst>
          </p:cNvPr>
          <p:cNvCxnSpPr/>
          <p:nvPr/>
        </p:nvCxnSpPr>
        <p:spPr>
          <a:xfrm>
            <a:off x="7419975" y="965299"/>
            <a:ext cx="0" cy="4103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A491A7B-7AA8-E908-AB85-925C7FC7D2BA}"/>
              </a:ext>
            </a:extLst>
          </p:cNvPr>
          <p:cNvSpPr/>
          <p:nvPr/>
        </p:nvSpPr>
        <p:spPr>
          <a:xfrm>
            <a:off x="7932420" y="4602628"/>
            <a:ext cx="3360420" cy="8266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ABE26-4858-C727-CE2A-02BF9AA3D481}"/>
              </a:ext>
            </a:extLst>
          </p:cNvPr>
          <p:cNvSpPr txBox="1"/>
          <p:nvPr/>
        </p:nvSpPr>
        <p:spPr>
          <a:xfrm>
            <a:off x="3402093" y="5862786"/>
            <a:ext cx="3899534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Also, think about what will happen if the user enters </a:t>
            </a:r>
            <a:r>
              <a:rPr lang="en-US" b="1" dirty="0">
                <a:solidFill>
                  <a:srgbClr val="FF0000"/>
                </a:solidFill>
              </a:rPr>
              <a:t>size = 0</a:t>
            </a:r>
            <a:r>
              <a:rPr lang="en-US" dirty="0">
                <a:solidFill>
                  <a:srgbClr val="FF0000"/>
                </a:solidFill>
              </a:rPr>
              <a:t>? How will you cater for this?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177876-81B4-A75C-580E-7B6DCD9893B0}"/>
              </a:ext>
            </a:extLst>
          </p:cNvPr>
          <p:cNvSpPr/>
          <p:nvPr/>
        </p:nvSpPr>
        <p:spPr>
          <a:xfrm>
            <a:off x="5429012" y="958870"/>
            <a:ext cx="583168" cy="27557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B1FB7A-6A25-DB5F-ABDD-265E36E20395}"/>
              </a:ext>
            </a:extLst>
          </p:cNvPr>
          <p:cNvSpPr/>
          <p:nvPr/>
        </p:nvSpPr>
        <p:spPr>
          <a:xfrm>
            <a:off x="5880497" y="2794948"/>
            <a:ext cx="583168" cy="27557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7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FCCE26-122C-D5D3-AAC2-889C8E27336A}"/>
              </a:ext>
            </a:extLst>
          </p:cNvPr>
          <p:cNvSpPr txBox="1"/>
          <p:nvPr/>
        </p:nvSpPr>
        <p:spPr>
          <a:xfrm>
            <a:off x="0" y="965299"/>
            <a:ext cx="39138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 // not empty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--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91DB1-9464-3E66-29F5-3FB1CF3F0B44}"/>
              </a:ext>
            </a:extLst>
          </p:cNvPr>
          <p:cNvSpPr txBox="1"/>
          <p:nvPr/>
        </p:nvSpPr>
        <p:spPr>
          <a:xfrm>
            <a:off x="4085511" y="965299"/>
            <a:ext cx="33232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    // empty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    // not empty 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</a:p>
          <a:p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        else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bool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isEmpty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    // empty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false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B3171-667F-D680-05FD-49057DD8D217}"/>
              </a:ext>
            </a:extLst>
          </p:cNvPr>
          <p:cNvSpPr txBox="1"/>
          <p:nvPr/>
        </p:nvSpPr>
        <p:spPr>
          <a:xfrm>
            <a:off x="7580471" y="965299"/>
            <a:ext cx="46115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   // Regular </a:t>
            </a:r>
            <a:r>
              <a:rPr lang="en-US" sz="12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with one param (not default)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s)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s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2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[s]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2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    // Copy </a:t>
            </a:r>
            <a:r>
              <a:rPr lang="en-US" sz="12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endParaRPr lang="en-US" sz="12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&amp;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: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2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++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2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2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~Stack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2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delete[]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2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A8BBA-771C-3EC0-4412-8DAC5BED8B45}"/>
              </a:ext>
            </a:extLst>
          </p:cNvPr>
          <p:cNvSpPr txBox="1"/>
          <p:nvPr/>
        </p:nvSpPr>
        <p:spPr>
          <a:xfrm>
            <a:off x="146685" y="128320"/>
            <a:ext cx="11898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language provides us a way to simplify this problem, and improve readability and code management.</a:t>
            </a:r>
          </a:p>
          <a:p>
            <a:r>
              <a:rPr lang="en-US" b="1" dirty="0"/>
              <a:t>Just keep the attributes and prototypes of methods within your class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0DED4-D8D5-E267-D391-25EC56D42BAB}"/>
              </a:ext>
            </a:extLst>
          </p:cNvPr>
          <p:cNvSpPr txBox="1"/>
          <p:nvPr/>
        </p:nvSpPr>
        <p:spPr>
          <a:xfrm>
            <a:off x="3402093" y="5175736"/>
            <a:ext cx="3899534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Are the user-defined </a:t>
            </a:r>
            <a:r>
              <a:rPr lang="en-US" dirty="0" err="1">
                <a:solidFill>
                  <a:srgbClr val="FF0000"/>
                </a:solidFill>
              </a:rPr>
              <a:t>dtor</a:t>
            </a:r>
            <a:r>
              <a:rPr lang="en-US" dirty="0">
                <a:solidFill>
                  <a:srgbClr val="FF0000"/>
                </a:solidFill>
              </a:rPr>
              <a:t> and copy </a:t>
            </a:r>
            <a:r>
              <a:rPr lang="en-US" dirty="0" err="1">
                <a:solidFill>
                  <a:srgbClr val="FF0000"/>
                </a:solidFill>
              </a:rPr>
              <a:t>ctor</a:t>
            </a:r>
            <a:r>
              <a:rPr lang="en-US" dirty="0">
                <a:solidFill>
                  <a:srgbClr val="FF0000"/>
                </a:solidFill>
              </a:rPr>
              <a:t> required for this class?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46BAEB-64CE-E613-D63C-A9B67E9C6D0A}"/>
              </a:ext>
            </a:extLst>
          </p:cNvPr>
          <p:cNvCxnSpPr/>
          <p:nvPr/>
        </p:nvCxnSpPr>
        <p:spPr>
          <a:xfrm>
            <a:off x="4085511" y="965299"/>
            <a:ext cx="0" cy="4103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1A0550-A240-BAAF-597B-FE2D8A230EDA}"/>
              </a:ext>
            </a:extLst>
          </p:cNvPr>
          <p:cNvCxnSpPr/>
          <p:nvPr/>
        </p:nvCxnSpPr>
        <p:spPr>
          <a:xfrm>
            <a:off x="7419975" y="965299"/>
            <a:ext cx="0" cy="4103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FABE26-4858-C727-CE2A-02BF9AA3D481}"/>
              </a:ext>
            </a:extLst>
          </p:cNvPr>
          <p:cNvSpPr txBox="1"/>
          <p:nvPr/>
        </p:nvSpPr>
        <p:spPr>
          <a:xfrm>
            <a:off x="3402093" y="5862786"/>
            <a:ext cx="3899534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Also, think about what will happen if the user enters size = 0? How will you cater for this?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A6B3B-A021-5939-2837-EEF2E2621BED}"/>
              </a:ext>
            </a:extLst>
          </p:cNvPr>
          <p:cNvSpPr/>
          <p:nvPr/>
        </p:nvSpPr>
        <p:spPr>
          <a:xfrm>
            <a:off x="5429012" y="958870"/>
            <a:ext cx="583168" cy="27557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9C4B0-CAA0-ADBA-2B62-3C2B438403D3}"/>
              </a:ext>
            </a:extLst>
          </p:cNvPr>
          <p:cNvSpPr/>
          <p:nvPr/>
        </p:nvSpPr>
        <p:spPr>
          <a:xfrm>
            <a:off x="5880497" y="2794948"/>
            <a:ext cx="583168" cy="27557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0BCB58-D71D-D0F9-F6B8-F307A12639DC}"/>
              </a:ext>
            </a:extLst>
          </p:cNvPr>
          <p:cNvSpPr/>
          <p:nvPr/>
        </p:nvSpPr>
        <p:spPr>
          <a:xfrm>
            <a:off x="7932420" y="2388870"/>
            <a:ext cx="3360420" cy="21602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4BF3A-7B20-2A95-768F-2B6C2EF6D0B6}"/>
              </a:ext>
            </a:extLst>
          </p:cNvPr>
          <p:cNvSpPr/>
          <p:nvPr/>
        </p:nvSpPr>
        <p:spPr>
          <a:xfrm>
            <a:off x="7932420" y="4602628"/>
            <a:ext cx="3360420" cy="8266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3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063016-F5F8-1D42-6DCE-0C0B3AC8774B}"/>
              </a:ext>
            </a:extLst>
          </p:cNvPr>
          <p:cNvSpPr txBox="1"/>
          <p:nvPr/>
        </p:nvSpPr>
        <p:spPr>
          <a:xfrm>
            <a:off x="763905" y="1166842"/>
            <a:ext cx="37061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</a:t>
            </a:r>
            <a:r>
              <a:rPr lang="en-US" sz="16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Stack.h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private: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*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public:</a:t>
            </a:r>
            <a:endParaRPr lang="en-US" sz="16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pop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top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bool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isEmpty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s);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6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&amp;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6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6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~Stack</a:t>
            </a:r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6C0AD-054B-293C-3D46-648368AC0487}"/>
              </a:ext>
            </a:extLst>
          </p:cNvPr>
          <p:cNvSpPr txBox="1"/>
          <p:nvPr/>
        </p:nvSpPr>
        <p:spPr>
          <a:xfrm>
            <a:off x="146685" y="128320"/>
            <a:ext cx="11898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just the function prototypes in the class definition, the class has become </a:t>
            </a:r>
            <a:r>
              <a:rPr lang="en-US" b="1" dirty="0"/>
              <a:t>more compact and more readable</a:t>
            </a:r>
            <a:r>
              <a:rPr lang="en-US" dirty="0"/>
              <a:t>. </a:t>
            </a:r>
          </a:p>
          <a:p>
            <a:r>
              <a:rPr lang="en-US" dirty="0"/>
              <a:t>Note that this definition is in a separate header file.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6A4BB-4E7E-D813-4512-C129AEA7E0DA}"/>
              </a:ext>
            </a:extLst>
          </p:cNvPr>
          <p:cNvSpPr txBox="1"/>
          <p:nvPr/>
        </p:nvSpPr>
        <p:spPr>
          <a:xfrm>
            <a:off x="5053965" y="1859338"/>
            <a:ext cx="6684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I can easily see that these are the </a:t>
            </a:r>
            <a:r>
              <a:rPr lang="en-US" b="1" i="1" dirty="0">
                <a:solidFill>
                  <a:schemeClr val="accent1"/>
                </a:solidFill>
              </a:rPr>
              <a:t>public behaviors </a:t>
            </a:r>
            <a:r>
              <a:rPr lang="en-US" i="1" dirty="0">
                <a:solidFill>
                  <a:schemeClr val="accent1"/>
                </a:solidFill>
              </a:rPr>
              <a:t>I have access to </a:t>
            </a:r>
            <a:r>
              <a:rPr lang="en-US" sz="1600" i="1" dirty="0">
                <a:solidFill>
                  <a:schemeClr val="accent1"/>
                </a:solidFill>
              </a:rPr>
              <a:t>(my primary interest as a user of this class – the programmer)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I can see the return type, name, parameters,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</a:t>
            </a:r>
            <a:r>
              <a:rPr lang="en-US" i="1" dirty="0">
                <a:solidFill>
                  <a:schemeClr val="accent1"/>
                </a:solidFill>
              </a:rPr>
              <a:t>-ness of these methods.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I can also see the constructors which tell me how can I create objects of this class. </a:t>
            </a:r>
          </a:p>
          <a:p>
            <a:endParaRPr lang="en-US" i="1" dirty="0">
              <a:solidFill>
                <a:schemeClr val="accent1"/>
              </a:solidFill>
            </a:endParaRPr>
          </a:p>
          <a:p>
            <a:r>
              <a:rPr lang="en-US" i="1" dirty="0">
                <a:solidFill>
                  <a:schemeClr val="accent1"/>
                </a:solidFill>
              </a:rPr>
              <a:t>All of this information is without me seeing the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232996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D6C0AD-054B-293C-3D46-648368AC0487}"/>
              </a:ext>
            </a:extLst>
          </p:cNvPr>
          <p:cNvSpPr txBox="1"/>
          <p:nvPr/>
        </p:nvSpPr>
        <p:spPr>
          <a:xfrm>
            <a:off x="146685" y="128320"/>
            <a:ext cx="11898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how we have </a:t>
            </a:r>
            <a:r>
              <a:rPr lang="en-US" b="1" dirty="0"/>
              <a:t>included the corresponding header file </a:t>
            </a:r>
            <a:r>
              <a:rPr lang="en-US" dirty="0"/>
              <a:t>that contains the class definition.</a:t>
            </a:r>
          </a:p>
          <a:p>
            <a:r>
              <a:rPr lang="en-US" dirty="0"/>
              <a:t>Also note how the names of methods have been updated to indicate that </a:t>
            </a:r>
            <a:r>
              <a:rPr lang="en-US" b="1" dirty="0"/>
              <a:t>they are not </a:t>
            </a:r>
            <a:r>
              <a:rPr lang="en-US" dirty="0"/>
              <a:t>just ordinary functions.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52BE2-66DA-1206-5FED-31A4BCE91652}"/>
              </a:ext>
            </a:extLst>
          </p:cNvPr>
          <p:cNvSpPr txBox="1"/>
          <p:nvPr/>
        </p:nvSpPr>
        <p:spPr>
          <a:xfrm>
            <a:off x="146685" y="1020306"/>
            <a:ext cx="398049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Stack.cpp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sz="1400" b="0" dirty="0">
                <a:solidFill>
                  <a:srgbClr val="2AA198"/>
                </a:solidFill>
                <a:effectLst/>
                <a:latin typeface="Roboto Mono" panose="00000009000000000000" pitchFamily="49" charset="0"/>
              </a:rPr>
              <a:t>".\Stack.h"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void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element;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++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pop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  // not empty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--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val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5ED5C-A5AC-E077-B230-5701ED8A5E35}"/>
              </a:ext>
            </a:extLst>
          </p:cNvPr>
          <p:cNvSpPr txBox="1"/>
          <p:nvPr/>
        </p:nvSpPr>
        <p:spPr>
          <a:xfrm>
            <a:off x="4460081" y="1020306"/>
            <a:ext cx="327183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else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bool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isEmpty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true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B58900"/>
                </a:solidFill>
                <a:effectLst/>
                <a:latin typeface="Roboto Mono" panose="00000009000000000000" pitchFamily="49" charset="0"/>
              </a:rPr>
              <a:t>false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DCA77-BE39-3199-668D-BE95794B631D}"/>
              </a:ext>
            </a:extLst>
          </p:cNvPr>
          <p:cNvSpPr txBox="1"/>
          <p:nvPr/>
        </p:nvSpPr>
        <p:spPr>
          <a:xfrm>
            <a:off x="8064818" y="1020306"/>
            <a:ext cx="398049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s)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: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s },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-</a:t>
            </a:r>
            <a:r>
              <a:rPr lang="en-US" sz="1400" b="0" dirty="0">
                <a:solidFill>
                  <a:srgbClr val="D33682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[s]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r>
              <a:rPr lang="en-US" sz="1400" b="0" i="1" dirty="0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// Copy </a:t>
            </a:r>
            <a:r>
              <a:rPr lang="en-US" sz="1400" b="0" i="1" dirty="0" err="1">
                <a:solidFill>
                  <a:srgbClr val="93A1A1"/>
                </a:solidFill>
                <a:effectLst/>
                <a:latin typeface="Roboto Mono" panose="00000009000000000000" pitchFamily="49" charset="0"/>
              </a:rPr>
              <a:t>ctor</a:t>
            </a:r>
            <a:endParaRPr lang="en-US" sz="1400" b="0" dirty="0">
              <a:solidFill>
                <a:srgbClr val="657B83"/>
              </a:solidFill>
              <a:effectLst/>
              <a:latin typeface="Roboto Mono" panose="00000009000000000000" pitchFamily="49" charset="0"/>
            </a:endParaRPr>
          </a:p>
          <a:p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&amp;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: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m_top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}, 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new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en-US" sz="1400" b="1" dirty="0">
                <a:solidFill>
                  <a:srgbClr val="586E75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{};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m_size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++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st</a:t>
            </a:r>
            <a:r>
              <a:rPr lang="en-US" sz="1400" b="0" dirty="0" err="1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i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];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b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</a:br>
            <a:r>
              <a:rPr lang="en-US" sz="1400" b="0" dirty="0">
                <a:solidFill>
                  <a:srgbClr val="CB4B16"/>
                </a:solidFill>
                <a:effectLst/>
                <a:latin typeface="Roboto Mono" panose="00000009000000000000" pitchFamily="49" charset="0"/>
              </a:rPr>
              <a:t>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::</a:t>
            </a:r>
            <a:r>
              <a:rPr lang="en-US" sz="1400" b="0" dirty="0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~Stack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sz="1400" b="0" dirty="0">
                <a:solidFill>
                  <a:srgbClr val="859900"/>
                </a:solidFill>
                <a:effectLst/>
                <a:latin typeface="Roboto Mono" panose="00000009000000000000" pitchFamily="49" charset="0"/>
              </a:rPr>
              <a:t>delete[]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sz="1400" b="0" dirty="0" err="1">
                <a:solidFill>
                  <a:srgbClr val="268BD2"/>
                </a:solidFill>
                <a:effectLst/>
                <a:latin typeface="Roboto Mono" panose="00000009000000000000" pitchFamily="49" charset="0"/>
              </a:rPr>
              <a:t>m_arr</a:t>
            </a:r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r>
              <a:rPr lang="en-US" sz="1400" b="0" dirty="0">
                <a:solidFill>
                  <a:srgbClr val="657B83"/>
                </a:solidFill>
                <a:effectLst/>
                <a:latin typeface="Roboto Mono" panose="00000009000000000000" pitchFamily="49" charset="0"/>
              </a:rPr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C8779E-F6DF-DDB1-42DC-0A7C2200DECD}"/>
              </a:ext>
            </a:extLst>
          </p:cNvPr>
          <p:cNvCxnSpPr/>
          <p:nvPr/>
        </p:nvCxnSpPr>
        <p:spPr>
          <a:xfrm>
            <a:off x="4256961" y="965299"/>
            <a:ext cx="0" cy="4103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562B63-8ED5-18BF-C039-0613F91F1C4D}"/>
              </a:ext>
            </a:extLst>
          </p:cNvPr>
          <p:cNvCxnSpPr/>
          <p:nvPr/>
        </p:nvCxnSpPr>
        <p:spPr>
          <a:xfrm>
            <a:off x="7831455" y="965299"/>
            <a:ext cx="0" cy="4103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25F623-A177-977E-36E1-5775CEF0E961}"/>
              </a:ext>
            </a:extLst>
          </p:cNvPr>
          <p:cNvSpPr txBox="1"/>
          <p:nvPr/>
        </p:nvSpPr>
        <p:spPr>
          <a:xfrm>
            <a:off x="3920495" y="5259317"/>
            <a:ext cx="3520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Note that these implementations are in a separate, corresponding source file.</a:t>
            </a:r>
          </a:p>
        </p:txBody>
      </p:sp>
    </p:spTree>
    <p:extLst>
      <p:ext uri="{BB962C8B-B14F-4D97-AF65-F5344CB8AC3E}">
        <p14:creationId xmlns:p14="http://schemas.microsoft.com/office/powerpoint/2010/main" val="76110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5726-4080-CB86-A5E6-1C2CF504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Method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2A5FA-CC99-6D1C-6485-4CBAC55D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C++ allows us to separate the “declaration” portion of the class from the “implementation” portion.</a:t>
            </a:r>
          </a:p>
          <a:p>
            <a:pPr lvl="1"/>
            <a:r>
              <a:rPr lang="en-US" dirty="0"/>
              <a:t>Do this by providing definitions of member functions </a:t>
            </a:r>
            <a:r>
              <a:rPr lang="en-US" b="1" dirty="0"/>
              <a:t>outside the class definition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prototypes of the methods will be inside the class.</a:t>
            </a:r>
          </a:p>
          <a:p>
            <a:endParaRPr lang="en-US" dirty="0"/>
          </a:p>
          <a:p>
            <a:r>
              <a:rPr lang="en-US" dirty="0"/>
              <a:t>Definitions of these methods will be "outside" the class.</a:t>
            </a:r>
          </a:p>
          <a:p>
            <a:pPr lvl="1"/>
            <a:r>
              <a:rPr lang="en-US" dirty="0"/>
              <a:t>Note that these methods are </a:t>
            </a:r>
            <a:r>
              <a:rPr lang="en-US" b="1" dirty="0"/>
              <a:t>still members of the class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can </a:t>
            </a:r>
            <a:r>
              <a:rPr lang="en-US" b="1" dirty="0"/>
              <a:t>still access private members </a:t>
            </a:r>
            <a:r>
              <a:rPr lang="en-US" dirty="0"/>
              <a:t>of the class within these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5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4D42-C972-55A6-CF1B-D3FC3498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Method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A85EB-C7CA-37CA-81EF-9AFE79C0A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Note that the names of the methods have been prefixed with “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ClassName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::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This makes it clear to the compiler that these methods are indeed members of the class. </a:t>
            </a:r>
          </a:p>
          <a:p>
            <a:endParaRPr lang="en-US" dirty="0"/>
          </a:p>
          <a:p>
            <a:r>
              <a:rPr lang="en-US" dirty="0"/>
              <a:t>Usually, definitions of one line and trivial functions are left inside the class.</a:t>
            </a:r>
          </a:p>
          <a:p>
            <a:endParaRPr lang="en-US" dirty="0"/>
          </a:p>
          <a:p>
            <a:r>
              <a:rPr lang="en-US" dirty="0"/>
              <a:t>By having the class definition in a different file, I can include it in whatever project I require this particular class.</a:t>
            </a:r>
          </a:p>
          <a:p>
            <a:pPr lvl="1"/>
            <a:r>
              <a:rPr lang="en-US" dirty="0"/>
              <a:t>Reusability!</a:t>
            </a:r>
          </a:p>
        </p:txBody>
      </p:sp>
    </p:spTree>
    <p:extLst>
      <p:ext uri="{BB962C8B-B14F-4D97-AF65-F5344CB8AC3E}">
        <p14:creationId xmlns:p14="http://schemas.microsoft.com/office/powerpoint/2010/main" val="107700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F7234C-40AA-84A9-A27C-4C0E470F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82185F-225C-1411-D41B-6E1B8CCC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any default arguments for your methods, specify them inside the class definition.</a:t>
            </a:r>
          </a:p>
          <a:p>
            <a:pPr lvl="1"/>
            <a:r>
              <a:rPr lang="en-US" dirty="0"/>
              <a:t>Don’t repeat those in the method implementations again.</a:t>
            </a:r>
          </a:p>
          <a:p>
            <a:pPr lvl="1"/>
            <a:endParaRPr lang="en-US" dirty="0"/>
          </a:p>
          <a:p>
            <a:r>
              <a:rPr lang="en-US" dirty="0"/>
              <a:t>By the way, you may put the method implementations within the header file as well if you have a </a:t>
            </a:r>
            <a:r>
              <a:rPr lang="en-US" b="1" dirty="0"/>
              <a:t>very small class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class definition (with just the function prototypes) would be followed by member function definitions outside the class. </a:t>
            </a:r>
          </a:p>
          <a:p>
            <a:pPr lvl="1"/>
            <a:r>
              <a:rPr lang="en-US" dirty="0"/>
              <a:t>All could be in the same file (</a:t>
            </a:r>
            <a:r>
              <a:rPr lang="en-US" dirty="0" err="1"/>
              <a:t>Class.h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3508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1672</Words>
  <Application>Microsoft Office PowerPoint</Application>
  <PresentationFormat>Widescreen</PresentationFormat>
  <Paragraphs>265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Roboto Mono</vt:lpstr>
      <vt:lpstr>Office Theme</vt:lpstr>
      <vt:lpstr>Object-Oriented Programming</vt:lpstr>
      <vt:lpstr>Providing Function Definitions Separate from Class Definition</vt:lpstr>
      <vt:lpstr>PowerPoint Presentation</vt:lpstr>
      <vt:lpstr>PowerPoint Presentation</vt:lpstr>
      <vt:lpstr>PowerPoint Presentation</vt:lpstr>
      <vt:lpstr>PowerPoint Presentation</vt:lpstr>
      <vt:lpstr>Separating Method Implementations</vt:lpstr>
      <vt:lpstr>Separating Method Implementations</vt:lpstr>
      <vt:lpstr>Miscellaneous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Mohammad Salman</dc:creator>
  <cp:lastModifiedBy>Mohammad Salman</cp:lastModifiedBy>
  <cp:revision>1</cp:revision>
  <dcterms:created xsi:type="dcterms:W3CDTF">2023-09-29T08:27:39Z</dcterms:created>
  <dcterms:modified xsi:type="dcterms:W3CDTF">2023-10-09T13:35:43Z</dcterms:modified>
</cp:coreProperties>
</file>