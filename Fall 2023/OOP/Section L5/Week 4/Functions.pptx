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18" r:id="rId2"/>
    <p:sldId id="325" r:id="rId3"/>
    <p:sldId id="320" r:id="rId4"/>
    <p:sldId id="326" r:id="rId5"/>
    <p:sldId id="328" r:id="rId6"/>
    <p:sldId id="327" r:id="rId7"/>
    <p:sldId id="331" r:id="rId8"/>
    <p:sldId id="329" r:id="rId9"/>
    <p:sldId id="330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3" r:id="rId19"/>
    <p:sldId id="304" r:id="rId20"/>
    <p:sldId id="305" r:id="rId21"/>
    <p:sldId id="306" r:id="rId22"/>
    <p:sldId id="308" r:id="rId23"/>
    <p:sldId id="307" r:id="rId24"/>
    <p:sldId id="313" r:id="rId25"/>
    <p:sldId id="309" r:id="rId26"/>
    <p:sldId id="310" r:id="rId27"/>
    <p:sldId id="311" r:id="rId28"/>
    <p:sldId id="314" r:id="rId29"/>
    <p:sldId id="315" r:id="rId30"/>
    <p:sldId id="312" r:id="rId31"/>
    <p:sldId id="316" r:id="rId32"/>
    <p:sldId id="340" r:id="rId33"/>
    <p:sldId id="341" r:id="rId34"/>
    <p:sldId id="31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829" autoAdjust="0"/>
  </p:normalViewPr>
  <p:slideViewPr>
    <p:cSldViewPr snapToGrid="0">
      <p:cViewPr>
        <p:scale>
          <a:sx n="72" d="100"/>
          <a:sy n="72" d="100"/>
        </p:scale>
        <p:origin x="3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38B11B1C-C3D7-415F-9723-685759B3819C}"/>
    <pc:docChg chg="undo redo custSel addSld delSld modSld sldOrd addSection delSection">
      <pc:chgData name="Mohammad Salman" userId="cfd6754c-e613-4f6f-bb98-36aef69d8c31" providerId="ADAL" clId="{38B11B1C-C3D7-415F-9723-685759B3819C}" dt="2023-09-19T07:47:20.331" v="9244" actId="1036"/>
      <pc:docMkLst>
        <pc:docMk/>
      </pc:docMkLst>
      <pc:sldChg chg="new del">
        <pc:chgData name="Mohammad Salman" userId="cfd6754c-e613-4f6f-bb98-36aef69d8c31" providerId="ADAL" clId="{38B11B1C-C3D7-415F-9723-685759B3819C}" dt="2023-09-12T09:00:16.266" v="2" actId="47"/>
        <pc:sldMkLst>
          <pc:docMk/>
          <pc:sldMk cId="1430288421" sldId="256"/>
        </pc:sldMkLst>
      </pc:sldChg>
      <pc:sldChg chg="add setBg">
        <pc:chgData name="Mohammad Salman" userId="cfd6754c-e613-4f6f-bb98-36aef69d8c31" providerId="ADAL" clId="{38B11B1C-C3D7-415F-9723-685759B3819C}" dt="2023-09-12T09:00:24.588" v="3"/>
        <pc:sldMkLst>
          <pc:docMk/>
          <pc:sldMk cId="1783425704" sldId="304"/>
        </pc:sldMkLst>
      </pc:sldChg>
      <pc:sldChg chg="add modAnim">
        <pc:chgData name="Mohammad Salman" userId="cfd6754c-e613-4f6f-bb98-36aef69d8c31" providerId="ADAL" clId="{38B11B1C-C3D7-415F-9723-685759B3819C}" dt="2023-09-13T06:24:08.610" v="2596"/>
        <pc:sldMkLst>
          <pc:docMk/>
          <pc:sldMk cId="4078988329" sldId="305"/>
        </pc:sldMkLst>
      </pc:sldChg>
      <pc:sldChg chg="addSp modSp add mod modAnim">
        <pc:chgData name="Mohammad Salman" userId="cfd6754c-e613-4f6f-bb98-36aef69d8c31" providerId="ADAL" clId="{38B11B1C-C3D7-415F-9723-685759B3819C}" dt="2023-09-19T07:47:20.331" v="9244" actId="1036"/>
        <pc:sldMkLst>
          <pc:docMk/>
          <pc:sldMk cId="3566520416" sldId="306"/>
        </pc:sldMkLst>
        <pc:spChg chg="mod">
          <ac:chgData name="Mohammad Salman" userId="cfd6754c-e613-4f6f-bb98-36aef69d8c31" providerId="ADAL" clId="{38B11B1C-C3D7-415F-9723-685759B3819C}" dt="2023-09-19T07:45:47.127" v="9087" actId="108"/>
          <ac:spMkLst>
            <pc:docMk/>
            <pc:sldMk cId="3566520416" sldId="306"/>
            <ac:spMk id="3" creationId="{99BF4B54-03B0-9303-851A-8BE901D98201}"/>
          </ac:spMkLst>
        </pc:spChg>
        <pc:spChg chg="add mod">
          <ac:chgData name="Mohammad Salman" userId="cfd6754c-e613-4f6f-bb98-36aef69d8c31" providerId="ADAL" clId="{38B11B1C-C3D7-415F-9723-685759B3819C}" dt="2023-09-19T07:47:20.331" v="9244" actId="1036"/>
          <ac:spMkLst>
            <pc:docMk/>
            <pc:sldMk cId="3566520416" sldId="306"/>
            <ac:spMk id="4" creationId="{7630627D-3BCC-6BF2-43AF-9E0F849EC9E6}"/>
          </ac:spMkLst>
        </pc:spChg>
      </pc:sldChg>
      <pc:sldChg chg="addSp delSp modSp new mod">
        <pc:chgData name="Mohammad Salman" userId="cfd6754c-e613-4f6f-bb98-36aef69d8c31" providerId="ADAL" clId="{38B11B1C-C3D7-415F-9723-685759B3819C}" dt="2023-09-12T12:07:53.544" v="905" actId="1076"/>
        <pc:sldMkLst>
          <pc:docMk/>
          <pc:sldMk cId="3365598392" sldId="307"/>
        </pc:sldMkLst>
        <pc:spChg chg="del">
          <ac:chgData name="Mohammad Salman" userId="cfd6754c-e613-4f6f-bb98-36aef69d8c31" providerId="ADAL" clId="{38B11B1C-C3D7-415F-9723-685759B3819C}" dt="2023-09-12T09:04:18.349" v="285" actId="478"/>
          <ac:spMkLst>
            <pc:docMk/>
            <pc:sldMk cId="3365598392" sldId="307"/>
            <ac:spMk id="2" creationId="{C35890FD-01AF-FA25-F03E-A6BFF5A63C26}"/>
          </ac:spMkLst>
        </pc:spChg>
        <pc:spChg chg="del">
          <ac:chgData name="Mohammad Salman" userId="cfd6754c-e613-4f6f-bb98-36aef69d8c31" providerId="ADAL" clId="{38B11B1C-C3D7-415F-9723-685759B3819C}" dt="2023-09-12T09:04:18.349" v="285" actId="478"/>
          <ac:spMkLst>
            <pc:docMk/>
            <pc:sldMk cId="3365598392" sldId="307"/>
            <ac:spMk id="3" creationId="{BFD4B784-B9C9-91BC-A12D-7911F5573AB7}"/>
          </ac:spMkLst>
        </pc:spChg>
        <pc:spChg chg="add mod">
          <ac:chgData name="Mohammad Salman" userId="cfd6754c-e613-4f6f-bb98-36aef69d8c31" providerId="ADAL" clId="{38B11B1C-C3D7-415F-9723-685759B3819C}" dt="2023-09-12T12:07:40.200" v="904" actId="1076"/>
          <ac:spMkLst>
            <pc:docMk/>
            <pc:sldMk cId="3365598392" sldId="307"/>
            <ac:spMk id="6" creationId="{84DE0FDE-B02E-2C05-7C2F-F03D65E32AEF}"/>
          </ac:spMkLst>
        </pc:spChg>
        <pc:spChg chg="add mod">
          <ac:chgData name="Mohammad Salman" userId="cfd6754c-e613-4f6f-bb98-36aef69d8c31" providerId="ADAL" clId="{38B11B1C-C3D7-415F-9723-685759B3819C}" dt="2023-09-12T12:07:37.736" v="903" actId="1076"/>
          <ac:spMkLst>
            <pc:docMk/>
            <pc:sldMk cId="3365598392" sldId="307"/>
            <ac:spMk id="11" creationId="{1B5C5BFC-9BB8-2486-EBB9-32EB9C2FEE83}"/>
          </ac:spMkLst>
        </pc:spChg>
        <pc:picChg chg="add del mod">
          <ac:chgData name="Mohammad Salman" userId="cfd6754c-e613-4f6f-bb98-36aef69d8c31" providerId="ADAL" clId="{38B11B1C-C3D7-415F-9723-685759B3819C}" dt="2023-09-12T09:06:17.805" v="328" actId="478"/>
          <ac:picMkLst>
            <pc:docMk/>
            <pc:sldMk cId="3365598392" sldId="307"/>
            <ac:picMk id="5" creationId="{1A060E95-7B7F-EFE4-3D6F-DA8934D03BF1}"/>
          </ac:picMkLst>
        </pc:picChg>
        <pc:picChg chg="add mod">
          <ac:chgData name="Mohammad Salman" userId="cfd6754c-e613-4f6f-bb98-36aef69d8c31" providerId="ADAL" clId="{38B11B1C-C3D7-415F-9723-685759B3819C}" dt="2023-09-12T12:07:53.544" v="905" actId="1076"/>
          <ac:picMkLst>
            <pc:docMk/>
            <pc:sldMk cId="3365598392" sldId="307"/>
            <ac:picMk id="8" creationId="{D42ED39D-FAD7-C184-4D50-9860B4D5B0B3}"/>
          </ac:picMkLst>
        </pc:picChg>
        <pc:picChg chg="add mod">
          <ac:chgData name="Mohammad Salman" userId="cfd6754c-e613-4f6f-bb98-36aef69d8c31" providerId="ADAL" clId="{38B11B1C-C3D7-415F-9723-685759B3819C}" dt="2023-09-12T09:08:58.372" v="334" actId="1076"/>
          <ac:picMkLst>
            <pc:docMk/>
            <pc:sldMk cId="3365598392" sldId="307"/>
            <ac:picMk id="10" creationId="{411E6CAB-3C8B-D6EC-2FCB-433080521515}"/>
          </ac:picMkLst>
        </pc:picChg>
      </pc:sldChg>
      <pc:sldChg chg="addSp delSp modSp new mod modAnim">
        <pc:chgData name="Mohammad Salman" userId="cfd6754c-e613-4f6f-bb98-36aef69d8c31" providerId="ADAL" clId="{38B11B1C-C3D7-415F-9723-685759B3819C}" dt="2023-09-13T06:24:52.815" v="2600"/>
        <pc:sldMkLst>
          <pc:docMk/>
          <pc:sldMk cId="2606644862" sldId="308"/>
        </pc:sldMkLst>
        <pc:spChg chg="del">
          <ac:chgData name="Mohammad Salman" userId="cfd6754c-e613-4f6f-bb98-36aef69d8c31" providerId="ADAL" clId="{38B11B1C-C3D7-415F-9723-685759B3819C}" dt="2023-09-12T09:17:44.815" v="483" actId="478"/>
          <ac:spMkLst>
            <pc:docMk/>
            <pc:sldMk cId="2606644862" sldId="308"/>
            <ac:spMk id="2" creationId="{D4A41B96-9B56-9E60-E031-A9344031E460}"/>
          </ac:spMkLst>
        </pc:spChg>
        <pc:spChg chg="del">
          <ac:chgData name="Mohammad Salman" userId="cfd6754c-e613-4f6f-bb98-36aef69d8c31" providerId="ADAL" clId="{38B11B1C-C3D7-415F-9723-685759B3819C}" dt="2023-09-12T09:17:44.815" v="483" actId="478"/>
          <ac:spMkLst>
            <pc:docMk/>
            <pc:sldMk cId="2606644862" sldId="308"/>
            <ac:spMk id="3" creationId="{2E922609-D389-1C8E-777A-CE84358503AE}"/>
          </ac:spMkLst>
        </pc:spChg>
        <pc:spChg chg="add mod">
          <ac:chgData name="Mohammad Salman" userId="cfd6754c-e613-4f6f-bb98-36aef69d8c31" providerId="ADAL" clId="{38B11B1C-C3D7-415F-9723-685759B3819C}" dt="2023-09-12T12:07:09.595" v="899" actId="14100"/>
          <ac:spMkLst>
            <pc:docMk/>
            <pc:sldMk cId="2606644862" sldId="308"/>
            <ac:spMk id="6" creationId="{5F484225-B888-E6F5-8F69-4C447D7C48AA}"/>
          </ac:spMkLst>
        </pc:spChg>
        <pc:spChg chg="add mod">
          <ac:chgData name="Mohammad Salman" userId="cfd6754c-e613-4f6f-bb98-36aef69d8c31" providerId="ADAL" clId="{38B11B1C-C3D7-415F-9723-685759B3819C}" dt="2023-09-12T11:52:02.432" v="841" actId="1076"/>
          <ac:spMkLst>
            <pc:docMk/>
            <pc:sldMk cId="2606644862" sldId="308"/>
            <ac:spMk id="7" creationId="{9A0CB161-AAAC-F37B-6FDE-4FDF148755AC}"/>
          </ac:spMkLst>
        </pc:spChg>
        <pc:spChg chg="add mod">
          <ac:chgData name="Mohammad Salman" userId="cfd6754c-e613-4f6f-bb98-36aef69d8c31" providerId="ADAL" clId="{38B11B1C-C3D7-415F-9723-685759B3819C}" dt="2023-09-12T11:51:43.396" v="805" actId="1036"/>
          <ac:spMkLst>
            <pc:docMk/>
            <pc:sldMk cId="2606644862" sldId="308"/>
            <ac:spMk id="22" creationId="{E1ADF14C-7B0B-CCB9-9D5C-D79F8A757E82}"/>
          </ac:spMkLst>
        </pc:spChg>
        <pc:spChg chg="add mod">
          <ac:chgData name="Mohammad Salman" userId="cfd6754c-e613-4f6f-bb98-36aef69d8c31" providerId="ADAL" clId="{38B11B1C-C3D7-415F-9723-685759B3819C}" dt="2023-09-12T12:06:32.466" v="897" actId="1076"/>
          <ac:spMkLst>
            <pc:docMk/>
            <pc:sldMk cId="2606644862" sldId="308"/>
            <ac:spMk id="25" creationId="{98FD7472-7AFB-B526-DD02-CCFAB8C2DE4D}"/>
          </ac:spMkLst>
        </pc:spChg>
        <pc:picChg chg="add mod">
          <ac:chgData name="Mohammad Salman" userId="cfd6754c-e613-4f6f-bb98-36aef69d8c31" providerId="ADAL" clId="{38B11B1C-C3D7-415F-9723-685759B3819C}" dt="2023-09-12T11:51:52.956" v="820" actId="1036"/>
          <ac:picMkLst>
            <pc:docMk/>
            <pc:sldMk cId="2606644862" sldId="308"/>
            <ac:picMk id="5" creationId="{3C17CEC3-1887-57F4-7F05-2A7C943DF5FF}"/>
          </ac:picMkLst>
        </pc:picChg>
        <pc:picChg chg="add mod">
          <ac:chgData name="Mohammad Salman" userId="cfd6754c-e613-4f6f-bb98-36aef69d8c31" providerId="ADAL" clId="{38B11B1C-C3D7-415F-9723-685759B3819C}" dt="2023-09-12T11:51:59.380" v="840" actId="1036"/>
          <ac:picMkLst>
            <pc:docMk/>
            <pc:sldMk cId="2606644862" sldId="308"/>
            <ac:picMk id="12" creationId="{07451FE1-6A77-04C0-C05B-2EA29256D4B0}"/>
          </ac:picMkLst>
        </pc:picChg>
        <pc:cxnChg chg="add del mod">
          <ac:chgData name="Mohammad Salman" userId="cfd6754c-e613-4f6f-bb98-36aef69d8c31" providerId="ADAL" clId="{38B11B1C-C3D7-415F-9723-685759B3819C}" dt="2023-09-12T09:21:55.658" v="615" actId="478"/>
          <ac:cxnSpMkLst>
            <pc:docMk/>
            <pc:sldMk cId="2606644862" sldId="308"/>
            <ac:cxnSpMk id="9" creationId="{AB5AF7C5-F619-E807-D0C2-41E47906A822}"/>
          </ac:cxnSpMkLst>
        </pc:cxnChg>
        <pc:cxnChg chg="add del">
          <ac:chgData name="Mohammad Salman" userId="cfd6754c-e613-4f6f-bb98-36aef69d8c31" providerId="ADAL" clId="{38B11B1C-C3D7-415F-9723-685759B3819C}" dt="2023-09-12T09:22:05.995" v="617" actId="11529"/>
          <ac:cxnSpMkLst>
            <pc:docMk/>
            <pc:sldMk cId="2606644862" sldId="308"/>
            <ac:cxnSpMk id="16" creationId="{1C6740FF-4A01-C09C-39EA-F1A8753CD3E7}"/>
          </ac:cxnSpMkLst>
        </pc:cxnChg>
        <pc:cxnChg chg="add mod">
          <ac:chgData name="Mohammad Salman" userId="cfd6754c-e613-4f6f-bb98-36aef69d8c31" providerId="ADAL" clId="{38B11B1C-C3D7-415F-9723-685759B3819C}" dt="2023-09-12T12:07:09.595" v="899" actId="14100"/>
          <ac:cxnSpMkLst>
            <pc:docMk/>
            <pc:sldMk cId="2606644862" sldId="308"/>
            <ac:cxnSpMk id="18" creationId="{29FC4FD4-DCE5-5BA9-A11C-4946E44686CE}"/>
          </ac:cxnSpMkLst>
        </pc:cxnChg>
      </pc:sldChg>
      <pc:sldChg chg="addSp delSp modSp new mod modAnim">
        <pc:chgData name="Mohammad Salman" userId="cfd6754c-e613-4f6f-bb98-36aef69d8c31" providerId="ADAL" clId="{38B11B1C-C3D7-415F-9723-685759B3819C}" dt="2023-09-13T06:25:31.975" v="2601"/>
        <pc:sldMkLst>
          <pc:docMk/>
          <pc:sldMk cId="4112913465" sldId="309"/>
        </pc:sldMkLst>
        <pc:spChg chg="mod">
          <ac:chgData name="Mohammad Salman" userId="cfd6754c-e613-4f6f-bb98-36aef69d8c31" providerId="ADAL" clId="{38B11B1C-C3D7-415F-9723-685759B3819C}" dt="2023-09-12T12:05:42.827" v="895" actId="20577"/>
          <ac:spMkLst>
            <pc:docMk/>
            <pc:sldMk cId="4112913465" sldId="309"/>
            <ac:spMk id="2" creationId="{7FF2E0F6-42C8-E987-5EBA-9315924BC492}"/>
          </ac:spMkLst>
        </pc:spChg>
        <pc:spChg chg="del mod">
          <ac:chgData name="Mohammad Salman" userId="cfd6754c-e613-4f6f-bb98-36aef69d8c31" providerId="ADAL" clId="{38B11B1C-C3D7-415F-9723-685759B3819C}" dt="2023-09-12T12:17:06.481" v="912" actId="478"/>
          <ac:spMkLst>
            <pc:docMk/>
            <pc:sldMk cId="4112913465" sldId="309"/>
            <ac:spMk id="3" creationId="{EBE462B0-7F4C-FD25-B8D5-76C02F7D7F78}"/>
          </ac:spMkLst>
        </pc:spChg>
        <pc:spChg chg="add del mod">
          <ac:chgData name="Mohammad Salman" userId="cfd6754c-e613-4f6f-bb98-36aef69d8c31" providerId="ADAL" clId="{38B11B1C-C3D7-415F-9723-685759B3819C}" dt="2023-09-12T12:17:08.179" v="913" actId="478"/>
          <ac:spMkLst>
            <pc:docMk/>
            <pc:sldMk cId="4112913465" sldId="309"/>
            <ac:spMk id="5" creationId="{C4E2B857-C317-C049-E40F-9ADD5373331D}"/>
          </ac:spMkLst>
        </pc:spChg>
        <pc:spChg chg="add del mod">
          <ac:chgData name="Mohammad Salman" userId="cfd6754c-e613-4f6f-bb98-36aef69d8c31" providerId="ADAL" clId="{38B11B1C-C3D7-415F-9723-685759B3819C}" dt="2023-09-12T12:21:24.259" v="1416" actId="478"/>
          <ac:spMkLst>
            <pc:docMk/>
            <pc:sldMk cId="4112913465" sldId="309"/>
            <ac:spMk id="8" creationId="{95F4623C-6A2E-2CEE-6536-32B9B2692BD8}"/>
          </ac:spMkLst>
        </pc:spChg>
        <pc:spChg chg="add mod">
          <ac:chgData name="Mohammad Salman" userId="cfd6754c-e613-4f6f-bb98-36aef69d8c31" providerId="ADAL" clId="{38B11B1C-C3D7-415F-9723-685759B3819C}" dt="2023-09-12T12:24:04.459" v="1488" actId="1076"/>
          <ac:spMkLst>
            <pc:docMk/>
            <pc:sldMk cId="4112913465" sldId="309"/>
            <ac:spMk id="11" creationId="{DF5ADBBB-47E9-22C8-B501-D9438EEA22DD}"/>
          </ac:spMkLst>
        </pc:spChg>
        <pc:spChg chg="add mod">
          <ac:chgData name="Mohammad Salman" userId="cfd6754c-e613-4f6f-bb98-36aef69d8c31" providerId="ADAL" clId="{38B11B1C-C3D7-415F-9723-685759B3819C}" dt="2023-09-12T12:26:02.714" v="1531" actId="1076"/>
          <ac:spMkLst>
            <pc:docMk/>
            <pc:sldMk cId="4112913465" sldId="309"/>
            <ac:spMk id="12" creationId="{8D511EC6-23F2-59BF-A331-DAAED7F1F5D0}"/>
          </ac:spMkLst>
        </pc:spChg>
        <pc:picChg chg="add mod">
          <ac:chgData name="Mohammad Salman" userId="cfd6754c-e613-4f6f-bb98-36aef69d8c31" providerId="ADAL" clId="{38B11B1C-C3D7-415F-9723-685759B3819C}" dt="2023-09-12T12:26:02.714" v="1531" actId="1076"/>
          <ac:picMkLst>
            <pc:docMk/>
            <pc:sldMk cId="4112913465" sldId="309"/>
            <ac:picMk id="7" creationId="{3E5A7B48-3E6B-B86F-6B90-C31341249354}"/>
          </ac:picMkLst>
        </pc:picChg>
        <pc:picChg chg="add del mod">
          <ac:chgData name="Mohammad Salman" userId="cfd6754c-e613-4f6f-bb98-36aef69d8c31" providerId="ADAL" clId="{38B11B1C-C3D7-415F-9723-685759B3819C}" dt="2023-09-12T12:29:26.667" v="1546" actId="478"/>
          <ac:picMkLst>
            <pc:docMk/>
            <pc:sldMk cId="4112913465" sldId="309"/>
            <ac:picMk id="10" creationId="{981A47E2-09B1-C555-8393-FB49FBE1EA36}"/>
          </ac:picMkLst>
        </pc:picChg>
        <pc:picChg chg="add mod">
          <ac:chgData name="Mohammad Salman" userId="cfd6754c-e613-4f6f-bb98-36aef69d8c31" providerId="ADAL" clId="{38B11B1C-C3D7-415F-9723-685759B3819C}" dt="2023-09-12T12:29:31.801" v="1549" actId="1076"/>
          <ac:picMkLst>
            <pc:docMk/>
            <pc:sldMk cId="4112913465" sldId="309"/>
            <ac:picMk id="23" creationId="{51D18835-936A-324E-B512-8B4428A26F8B}"/>
          </ac:picMkLst>
        </pc:picChg>
        <pc:cxnChg chg="add mod">
          <ac:chgData name="Mohammad Salman" userId="cfd6754c-e613-4f6f-bb98-36aef69d8c31" providerId="ADAL" clId="{38B11B1C-C3D7-415F-9723-685759B3819C}" dt="2023-09-12T12:26:02.714" v="1531" actId="1076"/>
          <ac:cxnSpMkLst>
            <pc:docMk/>
            <pc:sldMk cId="4112913465" sldId="309"/>
            <ac:cxnSpMk id="13" creationId="{0EF17585-A1AD-DC75-6472-AD98921F9764}"/>
          </ac:cxnSpMkLst>
        </pc:cxnChg>
      </pc:sldChg>
      <pc:sldChg chg="addSp delSp modSp new mod setBg">
        <pc:chgData name="Mohammad Salman" userId="cfd6754c-e613-4f6f-bb98-36aef69d8c31" providerId="ADAL" clId="{38B11B1C-C3D7-415F-9723-685759B3819C}" dt="2023-09-12T14:09:30.084" v="2248" actId="113"/>
        <pc:sldMkLst>
          <pc:docMk/>
          <pc:sldMk cId="2497613356" sldId="310"/>
        </pc:sldMkLst>
        <pc:spChg chg="del mod">
          <ac:chgData name="Mohammad Salman" userId="cfd6754c-e613-4f6f-bb98-36aef69d8c31" providerId="ADAL" clId="{38B11B1C-C3D7-415F-9723-685759B3819C}" dt="2023-09-12T12:26:19.081" v="1534" actId="478"/>
          <ac:spMkLst>
            <pc:docMk/>
            <pc:sldMk cId="2497613356" sldId="310"/>
            <ac:spMk id="2" creationId="{7598DD0E-67AE-4A8A-F85B-6D3593C0B25F}"/>
          </ac:spMkLst>
        </pc:spChg>
        <pc:spChg chg="mod">
          <ac:chgData name="Mohammad Salman" userId="cfd6754c-e613-4f6f-bb98-36aef69d8c31" providerId="ADAL" clId="{38B11B1C-C3D7-415F-9723-685759B3819C}" dt="2023-09-12T14:09:30.084" v="2248" actId="113"/>
          <ac:spMkLst>
            <pc:docMk/>
            <pc:sldMk cId="2497613356" sldId="310"/>
            <ac:spMk id="3" creationId="{A612B5A3-3C69-A3BC-26B7-B45851983085}"/>
          </ac:spMkLst>
        </pc:spChg>
        <pc:spChg chg="add mod">
          <ac:chgData name="Mohammad Salman" userId="cfd6754c-e613-4f6f-bb98-36aef69d8c31" providerId="ADAL" clId="{38B11B1C-C3D7-415F-9723-685759B3819C}" dt="2023-09-12T12:26:43.499" v="1541" actId="1076"/>
          <ac:spMkLst>
            <pc:docMk/>
            <pc:sldMk cId="2497613356" sldId="310"/>
            <ac:spMk id="5" creationId="{AECA1B07-3561-02AA-2A5F-52189B328338}"/>
          </ac:spMkLst>
        </pc:spChg>
        <pc:spChg chg="add del mod">
          <ac:chgData name="Mohammad Salman" userId="cfd6754c-e613-4f6f-bb98-36aef69d8c31" providerId="ADAL" clId="{38B11B1C-C3D7-415F-9723-685759B3819C}" dt="2023-09-12T12:26:21.379" v="1535" actId="478"/>
          <ac:spMkLst>
            <pc:docMk/>
            <pc:sldMk cId="2497613356" sldId="310"/>
            <ac:spMk id="7" creationId="{39B0412A-4F67-5D63-13E3-D71B4728F6ED}"/>
          </ac:spMkLst>
        </pc:spChg>
        <pc:picChg chg="add mod">
          <ac:chgData name="Mohammad Salman" userId="cfd6754c-e613-4f6f-bb98-36aef69d8c31" providerId="ADAL" clId="{38B11B1C-C3D7-415F-9723-685759B3819C}" dt="2023-09-12T12:26:43.499" v="1541" actId="1076"/>
          <ac:picMkLst>
            <pc:docMk/>
            <pc:sldMk cId="2497613356" sldId="310"/>
            <ac:picMk id="4" creationId="{429AC0B4-8C88-3C8E-7DF1-9013745432E4}"/>
          </ac:picMkLst>
        </pc:picChg>
      </pc:sldChg>
      <pc:sldChg chg="addSp delSp modSp new mod setBg">
        <pc:chgData name="Mohammad Salman" userId="cfd6754c-e613-4f6f-bb98-36aef69d8c31" providerId="ADAL" clId="{38B11B1C-C3D7-415F-9723-685759B3819C}" dt="2023-09-12T12:53:21.123" v="1862" actId="20577"/>
        <pc:sldMkLst>
          <pc:docMk/>
          <pc:sldMk cId="3909033037" sldId="311"/>
        </pc:sldMkLst>
        <pc:spChg chg="del">
          <ac:chgData name="Mohammad Salman" userId="cfd6754c-e613-4f6f-bb98-36aef69d8c31" providerId="ADAL" clId="{38B11B1C-C3D7-415F-9723-685759B3819C}" dt="2023-09-12T12:31:36.770" v="1551" actId="478"/>
          <ac:spMkLst>
            <pc:docMk/>
            <pc:sldMk cId="3909033037" sldId="311"/>
            <ac:spMk id="2" creationId="{8EF2EDAA-2B8F-2C55-F2C7-2E8430FE4885}"/>
          </ac:spMkLst>
        </pc:spChg>
        <pc:spChg chg="del">
          <ac:chgData name="Mohammad Salman" userId="cfd6754c-e613-4f6f-bb98-36aef69d8c31" providerId="ADAL" clId="{38B11B1C-C3D7-415F-9723-685759B3819C}" dt="2023-09-12T12:31:36.770" v="1551" actId="478"/>
          <ac:spMkLst>
            <pc:docMk/>
            <pc:sldMk cId="3909033037" sldId="311"/>
            <ac:spMk id="3" creationId="{0CAB6880-83D5-A053-BC61-C4B070FE27C5}"/>
          </ac:spMkLst>
        </pc:spChg>
        <pc:spChg chg="add mod">
          <ac:chgData name="Mohammad Salman" userId="cfd6754c-e613-4f6f-bb98-36aef69d8c31" providerId="ADAL" clId="{38B11B1C-C3D7-415F-9723-685759B3819C}" dt="2023-09-12T12:53:21.123" v="1862" actId="20577"/>
          <ac:spMkLst>
            <pc:docMk/>
            <pc:sldMk cId="3909033037" sldId="311"/>
            <ac:spMk id="6" creationId="{160B5E15-0B99-A4FE-14F8-DDCA81937C59}"/>
          </ac:spMkLst>
        </pc:spChg>
        <pc:spChg chg="add mod">
          <ac:chgData name="Mohammad Salman" userId="cfd6754c-e613-4f6f-bb98-36aef69d8c31" providerId="ADAL" clId="{38B11B1C-C3D7-415F-9723-685759B3819C}" dt="2023-09-12T12:33:13.946" v="1642" actId="1076"/>
          <ac:spMkLst>
            <pc:docMk/>
            <pc:sldMk cId="3909033037" sldId="311"/>
            <ac:spMk id="7" creationId="{73127690-0EC7-1887-3BB0-9B27C72DA5AC}"/>
          </ac:spMkLst>
        </pc:spChg>
        <pc:picChg chg="add mod">
          <ac:chgData name="Mohammad Salman" userId="cfd6754c-e613-4f6f-bb98-36aef69d8c31" providerId="ADAL" clId="{38B11B1C-C3D7-415F-9723-685759B3819C}" dt="2023-09-12T12:33:13.946" v="1642" actId="1076"/>
          <ac:picMkLst>
            <pc:docMk/>
            <pc:sldMk cId="3909033037" sldId="311"/>
            <ac:picMk id="5" creationId="{58616708-293C-ED3D-819E-BBB38155472A}"/>
          </ac:picMkLst>
        </pc:picChg>
        <pc:cxnChg chg="add mod">
          <ac:chgData name="Mohammad Salman" userId="cfd6754c-e613-4f6f-bb98-36aef69d8c31" providerId="ADAL" clId="{38B11B1C-C3D7-415F-9723-685759B3819C}" dt="2023-09-12T12:53:21.123" v="1862" actId="20577"/>
          <ac:cxnSpMkLst>
            <pc:docMk/>
            <pc:sldMk cId="3909033037" sldId="311"/>
            <ac:cxnSpMk id="8" creationId="{B244AE1B-4508-ABB2-C8B9-632234106046}"/>
          </ac:cxnSpMkLst>
        </pc:cxnChg>
      </pc:sldChg>
      <pc:sldChg chg="addSp delSp modSp new mod modAnim modNotesTx">
        <pc:chgData name="Mohammad Salman" userId="cfd6754c-e613-4f6f-bb98-36aef69d8c31" providerId="ADAL" clId="{38B11B1C-C3D7-415F-9723-685759B3819C}" dt="2023-09-13T06:26:36.858" v="2624"/>
        <pc:sldMkLst>
          <pc:docMk/>
          <pc:sldMk cId="2469953644" sldId="312"/>
        </pc:sldMkLst>
        <pc:spChg chg="del mod">
          <ac:chgData name="Mohammad Salman" userId="cfd6754c-e613-4f6f-bb98-36aef69d8c31" providerId="ADAL" clId="{38B11B1C-C3D7-415F-9723-685759B3819C}" dt="2023-09-12T12:46:33.692" v="1726" actId="478"/>
          <ac:spMkLst>
            <pc:docMk/>
            <pc:sldMk cId="2469953644" sldId="312"/>
            <ac:spMk id="2" creationId="{10285A97-8DF9-8543-B219-370DD7D5EC79}"/>
          </ac:spMkLst>
        </pc:spChg>
        <pc:spChg chg="del mod">
          <ac:chgData name="Mohammad Salman" userId="cfd6754c-e613-4f6f-bb98-36aef69d8c31" providerId="ADAL" clId="{38B11B1C-C3D7-415F-9723-685759B3819C}" dt="2023-09-12T12:46:46.080" v="1731" actId="478"/>
          <ac:spMkLst>
            <pc:docMk/>
            <pc:sldMk cId="2469953644" sldId="312"/>
            <ac:spMk id="3" creationId="{F8B1760A-DD85-4C97-F406-4D14445FE322}"/>
          </ac:spMkLst>
        </pc:spChg>
        <pc:spChg chg="add del mod">
          <ac:chgData name="Mohammad Salman" userId="cfd6754c-e613-4f6f-bb98-36aef69d8c31" providerId="ADAL" clId="{38B11B1C-C3D7-415F-9723-685759B3819C}" dt="2023-09-12T12:46:35.752" v="1727" actId="478"/>
          <ac:spMkLst>
            <pc:docMk/>
            <pc:sldMk cId="2469953644" sldId="312"/>
            <ac:spMk id="7" creationId="{285B5ADE-F67F-CE65-ED29-60F0850F6AAA}"/>
          </ac:spMkLst>
        </pc:spChg>
        <pc:spChg chg="add mod">
          <ac:chgData name="Mohammad Salman" userId="cfd6754c-e613-4f6f-bb98-36aef69d8c31" providerId="ADAL" clId="{38B11B1C-C3D7-415F-9723-685759B3819C}" dt="2023-09-12T14:14:00.566" v="2375" actId="692"/>
          <ac:spMkLst>
            <pc:docMk/>
            <pc:sldMk cId="2469953644" sldId="312"/>
            <ac:spMk id="8" creationId="{8E3B185C-9717-67E0-88CD-271926C7D6E8}"/>
          </ac:spMkLst>
        </pc:spChg>
        <pc:spChg chg="add mod">
          <ac:chgData name="Mohammad Salman" userId="cfd6754c-e613-4f6f-bb98-36aef69d8c31" providerId="ADAL" clId="{38B11B1C-C3D7-415F-9723-685759B3819C}" dt="2023-09-12T14:25:48.478" v="2501" actId="122"/>
          <ac:spMkLst>
            <pc:docMk/>
            <pc:sldMk cId="2469953644" sldId="312"/>
            <ac:spMk id="13" creationId="{71B73836-302D-9FD2-2437-B026F59E3E97}"/>
          </ac:spMkLst>
        </pc:spChg>
        <pc:picChg chg="add mod modCrop">
          <ac:chgData name="Mohammad Salman" userId="cfd6754c-e613-4f6f-bb98-36aef69d8c31" providerId="ADAL" clId="{38B11B1C-C3D7-415F-9723-685759B3819C}" dt="2023-09-12T14:13:17.303" v="2320" actId="1038"/>
          <ac:picMkLst>
            <pc:docMk/>
            <pc:sldMk cId="2469953644" sldId="312"/>
            <ac:picMk id="5" creationId="{2EBC6E07-5690-2AA9-4087-A0C840E2FCF4}"/>
          </ac:picMkLst>
        </pc:picChg>
        <pc:picChg chg="add mod">
          <ac:chgData name="Mohammad Salman" userId="cfd6754c-e613-4f6f-bb98-36aef69d8c31" providerId="ADAL" clId="{38B11B1C-C3D7-415F-9723-685759B3819C}" dt="2023-09-12T14:13:17.303" v="2320" actId="1038"/>
          <ac:picMkLst>
            <pc:docMk/>
            <pc:sldMk cId="2469953644" sldId="312"/>
            <ac:picMk id="10" creationId="{1E045FF3-DC79-C09B-56BA-DC5C2B401ED2}"/>
          </ac:picMkLst>
        </pc:picChg>
        <pc:picChg chg="add mod">
          <ac:chgData name="Mohammad Salman" userId="cfd6754c-e613-4f6f-bb98-36aef69d8c31" providerId="ADAL" clId="{38B11B1C-C3D7-415F-9723-685759B3819C}" dt="2023-09-12T14:13:17.303" v="2320" actId="1038"/>
          <ac:picMkLst>
            <pc:docMk/>
            <pc:sldMk cId="2469953644" sldId="312"/>
            <ac:picMk id="12" creationId="{E347E7D2-5CC1-9A84-CF2F-12CC0D88D102}"/>
          </ac:picMkLst>
        </pc:picChg>
      </pc:sldChg>
      <pc:sldChg chg="addSp delSp modSp new mod setBg modClrScheme chgLayout">
        <pc:chgData name="Mohammad Salman" userId="cfd6754c-e613-4f6f-bb98-36aef69d8c31" providerId="ADAL" clId="{38B11B1C-C3D7-415F-9723-685759B3819C}" dt="2023-09-12T12:52:13.772" v="1838"/>
        <pc:sldMkLst>
          <pc:docMk/>
          <pc:sldMk cId="2600569359" sldId="313"/>
        </pc:sldMkLst>
        <pc:spChg chg="del mod ord">
          <ac:chgData name="Mohammad Salman" userId="cfd6754c-e613-4f6f-bb98-36aef69d8c31" providerId="ADAL" clId="{38B11B1C-C3D7-415F-9723-685759B3819C}" dt="2023-09-12T12:52:03.749" v="1819" actId="700"/>
          <ac:spMkLst>
            <pc:docMk/>
            <pc:sldMk cId="2600569359" sldId="313"/>
            <ac:spMk id="2" creationId="{9200E162-028B-223F-8276-BCC14596E3EC}"/>
          </ac:spMkLst>
        </pc:spChg>
        <pc:spChg chg="del mod ord">
          <ac:chgData name="Mohammad Salman" userId="cfd6754c-e613-4f6f-bb98-36aef69d8c31" providerId="ADAL" clId="{38B11B1C-C3D7-415F-9723-685759B3819C}" dt="2023-09-12T12:52:03.749" v="1819" actId="700"/>
          <ac:spMkLst>
            <pc:docMk/>
            <pc:sldMk cId="2600569359" sldId="313"/>
            <ac:spMk id="3" creationId="{790BFF3B-30BD-7966-4976-8E518819DACE}"/>
          </ac:spMkLst>
        </pc:spChg>
        <pc:spChg chg="add mod ord">
          <ac:chgData name="Mohammad Salman" userId="cfd6754c-e613-4f6f-bb98-36aef69d8c31" providerId="ADAL" clId="{38B11B1C-C3D7-415F-9723-685759B3819C}" dt="2023-09-12T12:52:07.597" v="1836" actId="20577"/>
          <ac:spMkLst>
            <pc:docMk/>
            <pc:sldMk cId="2600569359" sldId="313"/>
            <ac:spMk id="4" creationId="{46043978-28E2-193B-B176-9B199F06614C}"/>
          </ac:spMkLst>
        </pc:spChg>
        <pc:spChg chg="add del mod ord">
          <ac:chgData name="Mohammad Salman" userId="cfd6754c-e613-4f6f-bb98-36aef69d8c31" providerId="ADAL" clId="{38B11B1C-C3D7-415F-9723-685759B3819C}" dt="2023-09-12T12:52:10.744" v="1837" actId="478"/>
          <ac:spMkLst>
            <pc:docMk/>
            <pc:sldMk cId="2600569359" sldId="313"/>
            <ac:spMk id="5" creationId="{8F148586-326C-8F84-AC1E-2060CF12AA0C}"/>
          </ac:spMkLst>
        </pc:spChg>
      </pc:sldChg>
      <pc:sldChg chg="addSp modSp new mod">
        <pc:chgData name="Mohammad Salman" userId="cfd6754c-e613-4f6f-bb98-36aef69d8c31" providerId="ADAL" clId="{38B11B1C-C3D7-415F-9723-685759B3819C}" dt="2023-09-13T06:26:03.348" v="2622" actId="113"/>
        <pc:sldMkLst>
          <pc:docMk/>
          <pc:sldMk cId="1544219203" sldId="314"/>
        </pc:sldMkLst>
        <pc:spChg chg="mod">
          <ac:chgData name="Mohammad Salman" userId="cfd6754c-e613-4f6f-bb98-36aef69d8c31" providerId="ADAL" clId="{38B11B1C-C3D7-415F-9723-685759B3819C}" dt="2023-09-13T06:26:03.348" v="2622" actId="113"/>
          <ac:spMkLst>
            <pc:docMk/>
            <pc:sldMk cId="1544219203" sldId="314"/>
            <ac:spMk id="2" creationId="{02BB44B5-EE5F-9F0A-B45A-928F21C6C766}"/>
          </ac:spMkLst>
        </pc:spChg>
        <pc:spChg chg="mod">
          <ac:chgData name="Mohammad Salman" userId="cfd6754c-e613-4f6f-bb98-36aef69d8c31" providerId="ADAL" clId="{38B11B1C-C3D7-415F-9723-685759B3819C}" dt="2023-09-12T12:59:14.415" v="1981" actId="14100"/>
          <ac:spMkLst>
            <pc:docMk/>
            <pc:sldMk cId="1544219203" sldId="314"/>
            <ac:spMk id="3" creationId="{BF8A5634-60EE-35A2-02EE-96ABDDE54033}"/>
          </ac:spMkLst>
        </pc:spChg>
        <pc:spChg chg="add mod">
          <ac:chgData name="Mohammad Salman" userId="cfd6754c-e613-4f6f-bb98-36aef69d8c31" providerId="ADAL" clId="{38B11B1C-C3D7-415F-9723-685759B3819C}" dt="2023-09-12T13:01:21.222" v="2095" actId="1076"/>
          <ac:spMkLst>
            <pc:docMk/>
            <pc:sldMk cId="1544219203" sldId="314"/>
            <ac:spMk id="6" creationId="{7E836428-8875-1944-B7DB-B5B48D8EE5E0}"/>
          </ac:spMkLst>
        </pc:spChg>
        <pc:spChg chg="add mod">
          <ac:chgData name="Mohammad Salman" userId="cfd6754c-e613-4f6f-bb98-36aef69d8c31" providerId="ADAL" clId="{38B11B1C-C3D7-415F-9723-685759B3819C}" dt="2023-09-12T13:00:15.514" v="2036" actId="14100"/>
          <ac:spMkLst>
            <pc:docMk/>
            <pc:sldMk cId="1544219203" sldId="314"/>
            <ac:spMk id="7" creationId="{EC9163ED-6D44-E902-7D07-F5EAF6D85656}"/>
          </ac:spMkLst>
        </pc:spChg>
        <pc:picChg chg="add mod">
          <ac:chgData name="Mohammad Salman" userId="cfd6754c-e613-4f6f-bb98-36aef69d8c31" providerId="ADAL" clId="{38B11B1C-C3D7-415F-9723-685759B3819C}" dt="2023-09-12T12:59:07.681" v="1980" actId="1076"/>
          <ac:picMkLst>
            <pc:docMk/>
            <pc:sldMk cId="1544219203" sldId="314"/>
            <ac:picMk id="5" creationId="{40ACC6B8-7276-CC73-AEDD-0DB5A73A04BB}"/>
          </ac:picMkLst>
        </pc:picChg>
        <pc:cxnChg chg="add mod">
          <ac:chgData name="Mohammad Salman" userId="cfd6754c-e613-4f6f-bb98-36aef69d8c31" providerId="ADAL" clId="{38B11B1C-C3D7-415F-9723-685759B3819C}" dt="2023-09-12T13:01:21.222" v="2095" actId="1076"/>
          <ac:cxnSpMkLst>
            <pc:docMk/>
            <pc:sldMk cId="1544219203" sldId="314"/>
            <ac:cxnSpMk id="8" creationId="{A2CC357D-0274-D1BE-53EC-E8B4AE4E0B5C}"/>
          </ac:cxnSpMkLst>
        </pc:cxnChg>
      </pc:sldChg>
      <pc:sldChg chg="addSp delSp modSp add mod modAnim">
        <pc:chgData name="Mohammad Salman" userId="cfd6754c-e613-4f6f-bb98-36aef69d8c31" providerId="ADAL" clId="{38B11B1C-C3D7-415F-9723-685759B3819C}" dt="2023-09-13T06:26:18.474" v="2623"/>
        <pc:sldMkLst>
          <pc:docMk/>
          <pc:sldMk cId="690951873" sldId="315"/>
        </pc:sldMkLst>
        <pc:spChg chg="del mod">
          <ac:chgData name="Mohammad Salman" userId="cfd6754c-e613-4f6f-bb98-36aef69d8c31" providerId="ADAL" clId="{38B11B1C-C3D7-415F-9723-685759B3819C}" dt="2023-09-12T13:06:31.806" v="2183" actId="478"/>
          <ac:spMkLst>
            <pc:docMk/>
            <pc:sldMk cId="690951873" sldId="315"/>
            <ac:spMk id="2" creationId="{02BB44B5-EE5F-9F0A-B45A-928F21C6C766}"/>
          </ac:spMkLst>
        </pc:spChg>
        <pc:spChg chg="mod">
          <ac:chgData name="Mohammad Salman" userId="cfd6754c-e613-4f6f-bb98-36aef69d8c31" providerId="ADAL" clId="{38B11B1C-C3D7-415F-9723-685759B3819C}" dt="2023-09-12T13:07:20.561" v="2194" actId="207"/>
          <ac:spMkLst>
            <pc:docMk/>
            <pc:sldMk cId="690951873" sldId="315"/>
            <ac:spMk id="3" creationId="{BF8A5634-60EE-35A2-02EE-96ABDDE54033}"/>
          </ac:spMkLst>
        </pc:spChg>
        <pc:spChg chg="del">
          <ac:chgData name="Mohammad Salman" userId="cfd6754c-e613-4f6f-bb98-36aef69d8c31" providerId="ADAL" clId="{38B11B1C-C3D7-415F-9723-685759B3819C}" dt="2023-09-12T13:02:25.117" v="2170" actId="478"/>
          <ac:spMkLst>
            <pc:docMk/>
            <pc:sldMk cId="690951873" sldId="315"/>
            <ac:spMk id="6" creationId="{7E836428-8875-1944-B7DB-B5B48D8EE5E0}"/>
          </ac:spMkLst>
        </pc:spChg>
        <pc:spChg chg="del">
          <ac:chgData name="Mohammad Salman" userId="cfd6754c-e613-4f6f-bb98-36aef69d8c31" providerId="ADAL" clId="{38B11B1C-C3D7-415F-9723-685759B3819C}" dt="2023-09-12T13:02:25.117" v="2170" actId="478"/>
          <ac:spMkLst>
            <pc:docMk/>
            <pc:sldMk cId="690951873" sldId="315"/>
            <ac:spMk id="7" creationId="{EC9163ED-6D44-E902-7D07-F5EAF6D85656}"/>
          </ac:spMkLst>
        </pc:spChg>
        <pc:spChg chg="add del mod">
          <ac:chgData name="Mohammad Salman" userId="cfd6754c-e613-4f6f-bb98-36aef69d8c31" providerId="ADAL" clId="{38B11B1C-C3D7-415F-9723-685759B3819C}" dt="2023-09-12T13:06:33.280" v="2184" actId="478"/>
          <ac:spMkLst>
            <pc:docMk/>
            <pc:sldMk cId="690951873" sldId="315"/>
            <ac:spMk id="15" creationId="{365C1D5C-554D-053A-150D-370550CF4A97}"/>
          </ac:spMkLst>
        </pc:spChg>
        <pc:picChg chg="del mod">
          <ac:chgData name="Mohammad Salman" userId="cfd6754c-e613-4f6f-bb98-36aef69d8c31" providerId="ADAL" clId="{38B11B1C-C3D7-415F-9723-685759B3819C}" dt="2023-09-12T13:05:25.957" v="2175" actId="478"/>
          <ac:picMkLst>
            <pc:docMk/>
            <pc:sldMk cId="690951873" sldId="315"/>
            <ac:picMk id="5" creationId="{40ACC6B8-7276-CC73-AEDD-0DB5A73A04BB}"/>
          </ac:picMkLst>
        </pc:picChg>
        <pc:picChg chg="add del mod">
          <ac:chgData name="Mohammad Salman" userId="cfd6754c-e613-4f6f-bb98-36aef69d8c31" providerId="ADAL" clId="{38B11B1C-C3D7-415F-9723-685759B3819C}" dt="2023-09-12T13:05:25.957" v="2175" actId="478"/>
          <ac:picMkLst>
            <pc:docMk/>
            <pc:sldMk cId="690951873" sldId="315"/>
            <ac:picMk id="9" creationId="{ECC3C4A4-1018-7A44-452E-0C34AAB4C8F1}"/>
          </ac:picMkLst>
        </pc:picChg>
        <pc:picChg chg="add mod">
          <ac:chgData name="Mohammad Salman" userId="cfd6754c-e613-4f6f-bb98-36aef69d8c31" providerId="ADAL" clId="{38B11B1C-C3D7-415F-9723-685759B3819C}" dt="2023-09-12T13:07:24.278" v="2195" actId="1076"/>
          <ac:picMkLst>
            <pc:docMk/>
            <pc:sldMk cId="690951873" sldId="315"/>
            <ac:picMk id="11" creationId="{48E5BBBC-3B91-98A8-6283-36F75A71A169}"/>
          </ac:picMkLst>
        </pc:picChg>
        <pc:picChg chg="add mod">
          <ac:chgData name="Mohammad Salman" userId="cfd6754c-e613-4f6f-bb98-36aef69d8c31" providerId="ADAL" clId="{38B11B1C-C3D7-415F-9723-685759B3819C}" dt="2023-09-12T13:07:28.572" v="2196" actId="1076"/>
          <ac:picMkLst>
            <pc:docMk/>
            <pc:sldMk cId="690951873" sldId="315"/>
            <ac:picMk id="13" creationId="{ADA66B9E-F64D-92AB-BBD7-11A18186661C}"/>
          </ac:picMkLst>
        </pc:picChg>
        <pc:cxnChg chg="del mod">
          <ac:chgData name="Mohammad Salman" userId="cfd6754c-e613-4f6f-bb98-36aef69d8c31" providerId="ADAL" clId="{38B11B1C-C3D7-415F-9723-685759B3819C}" dt="2023-09-12T13:02:25.117" v="2170" actId="478"/>
          <ac:cxnSpMkLst>
            <pc:docMk/>
            <pc:sldMk cId="690951873" sldId="315"/>
            <ac:cxnSpMk id="8" creationId="{A2CC357D-0274-D1BE-53EC-E8B4AE4E0B5C}"/>
          </ac:cxnSpMkLst>
        </pc:cxnChg>
      </pc:sldChg>
      <pc:sldChg chg="addSp modSp new mod ord setBg">
        <pc:chgData name="Mohammad Salman" userId="cfd6754c-e613-4f6f-bb98-36aef69d8c31" providerId="ADAL" clId="{38B11B1C-C3D7-415F-9723-685759B3819C}" dt="2023-09-15T09:55:56.947" v="8132" actId="1076"/>
        <pc:sldMkLst>
          <pc:docMk/>
          <pc:sldMk cId="769257349" sldId="316"/>
        </pc:sldMkLst>
        <pc:spChg chg="mod">
          <ac:chgData name="Mohammad Salman" userId="cfd6754c-e613-4f6f-bb98-36aef69d8c31" providerId="ADAL" clId="{38B11B1C-C3D7-415F-9723-685759B3819C}" dt="2023-09-15T09:54:46.160" v="8093" actId="20577"/>
          <ac:spMkLst>
            <pc:docMk/>
            <pc:sldMk cId="769257349" sldId="316"/>
            <ac:spMk id="2" creationId="{7520370F-89D7-4AD2-785C-398ACA830526}"/>
          </ac:spMkLst>
        </pc:spChg>
        <pc:spChg chg="mod">
          <ac:chgData name="Mohammad Salman" userId="cfd6754c-e613-4f6f-bb98-36aef69d8c31" providerId="ADAL" clId="{38B11B1C-C3D7-415F-9723-685759B3819C}" dt="2023-09-15T09:55:47.683" v="8127" actId="20577"/>
          <ac:spMkLst>
            <pc:docMk/>
            <pc:sldMk cId="769257349" sldId="316"/>
            <ac:spMk id="3" creationId="{B27564D4-27DC-65D6-B791-03415D86A934}"/>
          </ac:spMkLst>
        </pc:spChg>
        <pc:picChg chg="add mod">
          <ac:chgData name="Mohammad Salman" userId="cfd6754c-e613-4f6f-bb98-36aef69d8c31" providerId="ADAL" clId="{38B11B1C-C3D7-415F-9723-685759B3819C}" dt="2023-09-15T09:55:56.947" v="8132" actId="1076"/>
          <ac:picMkLst>
            <pc:docMk/>
            <pc:sldMk cId="769257349" sldId="316"/>
            <ac:picMk id="5" creationId="{F06E7599-4B85-B1E6-2824-4AC00FF2364C}"/>
          </ac:picMkLst>
        </pc:picChg>
      </pc:sldChg>
      <pc:sldChg chg="modSp new mod">
        <pc:chgData name="Mohammad Salman" userId="cfd6754c-e613-4f6f-bb98-36aef69d8c31" providerId="ADAL" clId="{38B11B1C-C3D7-415F-9723-685759B3819C}" dt="2023-09-15T09:54:26.028" v="8073" actId="20577"/>
        <pc:sldMkLst>
          <pc:docMk/>
          <pc:sldMk cId="1746455559" sldId="317"/>
        </pc:sldMkLst>
        <pc:spChg chg="mod">
          <ac:chgData name="Mohammad Salman" userId="cfd6754c-e613-4f6f-bb98-36aef69d8c31" providerId="ADAL" clId="{38B11B1C-C3D7-415F-9723-685759B3819C}" dt="2023-09-15T09:54:20.954" v="8061" actId="20577"/>
          <ac:spMkLst>
            <pc:docMk/>
            <pc:sldMk cId="1746455559" sldId="317"/>
            <ac:spMk id="2" creationId="{2FDB6901-8EB5-079D-6C99-33EB88006073}"/>
          </ac:spMkLst>
        </pc:spChg>
        <pc:spChg chg="mod">
          <ac:chgData name="Mohammad Salman" userId="cfd6754c-e613-4f6f-bb98-36aef69d8c31" providerId="ADAL" clId="{38B11B1C-C3D7-415F-9723-685759B3819C}" dt="2023-09-15T09:54:26.028" v="8073" actId="20577"/>
          <ac:spMkLst>
            <pc:docMk/>
            <pc:sldMk cId="1746455559" sldId="317"/>
            <ac:spMk id="3" creationId="{C2049D76-38B4-5716-4116-CBBA114BC228}"/>
          </ac:spMkLst>
        </pc:spChg>
      </pc:sldChg>
      <pc:sldChg chg="modSp new mod setBg">
        <pc:chgData name="Mohammad Salman" userId="cfd6754c-e613-4f6f-bb98-36aef69d8c31" providerId="ADAL" clId="{38B11B1C-C3D7-415F-9723-685759B3819C}" dt="2023-09-17T13:42:56.992" v="8235"/>
        <pc:sldMkLst>
          <pc:docMk/>
          <pc:sldMk cId="3612350740" sldId="318"/>
        </pc:sldMkLst>
        <pc:spChg chg="mod">
          <ac:chgData name="Mohammad Salman" userId="cfd6754c-e613-4f6f-bb98-36aef69d8c31" providerId="ADAL" clId="{38B11B1C-C3D7-415F-9723-685759B3819C}" dt="2023-09-15T05:05:20.949" v="3859" actId="20577"/>
          <ac:spMkLst>
            <pc:docMk/>
            <pc:sldMk cId="3612350740" sldId="318"/>
            <ac:spMk id="2" creationId="{5E0E649F-DE11-C800-C929-42C22F8D61E6}"/>
          </ac:spMkLst>
        </pc:spChg>
        <pc:spChg chg="mod">
          <ac:chgData name="Mohammad Salman" userId="cfd6754c-e613-4f6f-bb98-36aef69d8c31" providerId="ADAL" clId="{38B11B1C-C3D7-415F-9723-685759B3819C}" dt="2023-09-15T05:05:54.637" v="3934" actId="20577"/>
          <ac:spMkLst>
            <pc:docMk/>
            <pc:sldMk cId="3612350740" sldId="318"/>
            <ac:spMk id="3" creationId="{D916A400-27FB-4A96-141F-3527E55E16D6}"/>
          </ac:spMkLst>
        </pc:spChg>
      </pc:sldChg>
      <pc:sldChg chg="modSp new del mod ord">
        <pc:chgData name="Mohammad Salman" userId="cfd6754c-e613-4f6f-bb98-36aef69d8c31" providerId="ADAL" clId="{38B11B1C-C3D7-415F-9723-685759B3819C}" dt="2023-09-17T13:42:52.531" v="8234" actId="47"/>
        <pc:sldMkLst>
          <pc:docMk/>
          <pc:sldMk cId="3921677389" sldId="319"/>
        </pc:sldMkLst>
        <pc:spChg chg="mod">
          <ac:chgData name="Mohammad Salman" userId="cfd6754c-e613-4f6f-bb98-36aef69d8c31" providerId="ADAL" clId="{38B11B1C-C3D7-415F-9723-685759B3819C}" dt="2023-09-12T14:32:20.469" v="2595" actId="20577"/>
          <ac:spMkLst>
            <pc:docMk/>
            <pc:sldMk cId="3921677389" sldId="319"/>
            <ac:spMk id="3" creationId="{84D13437-CAD4-17D6-DD11-3E3BE46B5639}"/>
          </ac:spMkLst>
        </pc:spChg>
      </pc:sldChg>
      <pc:sldChg chg="addSp delSp modSp new mod">
        <pc:chgData name="Mohammad Salman" userId="cfd6754c-e613-4f6f-bb98-36aef69d8c31" providerId="ADAL" clId="{38B11B1C-C3D7-415F-9723-685759B3819C}" dt="2023-09-15T05:13:45.187" v="4198" actId="692"/>
        <pc:sldMkLst>
          <pc:docMk/>
          <pc:sldMk cId="2336252771" sldId="320"/>
        </pc:sldMkLst>
        <pc:spChg chg="del mod">
          <ac:chgData name="Mohammad Salman" userId="cfd6754c-e613-4f6f-bb98-36aef69d8c31" providerId="ADAL" clId="{38B11B1C-C3D7-415F-9723-685759B3819C}" dt="2023-09-15T05:08:41.867" v="4146" actId="478"/>
          <ac:spMkLst>
            <pc:docMk/>
            <pc:sldMk cId="2336252771" sldId="320"/>
            <ac:spMk id="2" creationId="{3B6A9239-D5EB-A7AF-470C-4B2B71DEF96D}"/>
          </ac:spMkLst>
        </pc:spChg>
        <pc:spChg chg="del mod">
          <ac:chgData name="Mohammad Salman" userId="cfd6754c-e613-4f6f-bb98-36aef69d8c31" providerId="ADAL" clId="{38B11B1C-C3D7-415F-9723-685759B3819C}" dt="2023-09-15T05:08:55.661" v="4151" actId="478"/>
          <ac:spMkLst>
            <pc:docMk/>
            <pc:sldMk cId="2336252771" sldId="320"/>
            <ac:spMk id="3" creationId="{EB617385-7E7C-4798-F02B-047C7F6AFEB6}"/>
          </ac:spMkLst>
        </pc:spChg>
        <pc:spChg chg="add del mod">
          <ac:chgData name="Mohammad Salman" userId="cfd6754c-e613-4f6f-bb98-36aef69d8c31" providerId="ADAL" clId="{38B11B1C-C3D7-415F-9723-685759B3819C}" dt="2023-09-15T05:08:43.027" v="4147" actId="478"/>
          <ac:spMkLst>
            <pc:docMk/>
            <pc:sldMk cId="2336252771" sldId="320"/>
            <ac:spMk id="5" creationId="{D493FE46-38F0-0BE4-79DD-5FDCA1275F6A}"/>
          </ac:spMkLst>
        </pc:spChg>
        <pc:spChg chg="add mod">
          <ac:chgData name="Mohammad Salman" userId="cfd6754c-e613-4f6f-bb98-36aef69d8c31" providerId="ADAL" clId="{38B11B1C-C3D7-415F-9723-685759B3819C}" dt="2023-09-15T05:12:17.427" v="4177" actId="1076"/>
          <ac:spMkLst>
            <pc:docMk/>
            <pc:sldMk cId="2336252771" sldId="320"/>
            <ac:spMk id="6" creationId="{A77EE404-6420-5E86-FC0B-3A350D37EF69}"/>
          </ac:spMkLst>
        </pc:spChg>
        <pc:spChg chg="add mod">
          <ac:chgData name="Mohammad Salman" userId="cfd6754c-e613-4f6f-bb98-36aef69d8c31" providerId="ADAL" clId="{38B11B1C-C3D7-415F-9723-685759B3819C}" dt="2023-09-15T05:13:45.187" v="4198" actId="692"/>
          <ac:spMkLst>
            <pc:docMk/>
            <pc:sldMk cId="2336252771" sldId="320"/>
            <ac:spMk id="11" creationId="{3B047027-7BB9-E3E2-068F-92F6BD3F0518}"/>
          </ac:spMkLst>
        </pc:spChg>
        <pc:picChg chg="add mod">
          <ac:chgData name="Mohammad Salman" userId="cfd6754c-e613-4f6f-bb98-36aef69d8c31" providerId="ADAL" clId="{38B11B1C-C3D7-415F-9723-685759B3819C}" dt="2023-09-15T05:12:15.102" v="4176" actId="1076"/>
          <ac:picMkLst>
            <pc:docMk/>
            <pc:sldMk cId="2336252771" sldId="320"/>
            <ac:picMk id="8" creationId="{DE1DDC89-AF5D-73A4-51AA-8FE09F1FDB69}"/>
          </ac:picMkLst>
        </pc:picChg>
        <pc:picChg chg="add mod">
          <ac:chgData name="Mohammad Salman" userId="cfd6754c-e613-4f6f-bb98-36aef69d8c31" providerId="ADAL" clId="{38B11B1C-C3D7-415F-9723-685759B3819C}" dt="2023-09-15T05:12:49.030" v="4180" actId="1076"/>
          <ac:picMkLst>
            <pc:docMk/>
            <pc:sldMk cId="2336252771" sldId="320"/>
            <ac:picMk id="10" creationId="{7EA8538D-5E3D-90DE-FCCA-D45727550B67}"/>
          </ac:picMkLst>
        </pc:picChg>
      </pc:sldChg>
      <pc:sldChg chg="modSp new del mod">
        <pc:chgData name="Mohammad Salman" userId="cfd6754c-e613-4f6f-bb98-36aef69d8c31" providerId="ADAL" clId="{38B11B1C-C3D7-415F-9723-685759B3819C}" dt="2023-09-15T05:55:18.937" v="5901" actId="47"/>
        <pc:sldMkLst>
          <pc:docMk/>
          <pc:sldMk cId="1145457265" sldId="321"/>
        </pc:sldMkLst>
        <pc:spChg chg="mod">
          <ac:chgData name="Mohammad Salman" userId="cfd6754c-e613-4f6f-bb98-36aef69d8c31" providerId="ADAL" clId="{38B11B1C-C3D7-415F-9723-685759B3819C}" dt="2023-09-13T11:35:10.894" v="3069" actId="113"/>
          <ac:spMkLst>
            <pc:docMk/>
            <pc:sldMk cId="1145457265" sldId="321"/>
            <ac:spMk id="3" creationId="{B23D80AB-A232-3583-CD85-9ECE32477FE4}"/>
          </ac:spMkLst>
        </pc:spChg>
      </pc:sldChg>
      <pc:sldChg chg="modSp new del mod">
        <pc:chgData name="Mohammad Salman" userId="cfd6754c-e613-4f6f-bb98-36aef69d8c31" providerId="ADAL" clId="{38B11B1C-C3D7-415F-9723-685759B3819C}" dt="2023-09-15T05:55:22.764" v="5902" actId="47"/>
        <pc:sldMkLst>
          <pc:docMk/>
          <pc:sldMk cId="3501943971" sldId="322"/>
        </pc:sldMkLst>
        <pc:spChg chg="mod">
          <ac:chgData name="Mohammad Salman" userId="cfd6754c-e613-4f6f-bb98-36aef69d8c31" providerId="ADAL" clId="{38B11B1C-C3D7-415F-9723-685759B3819C}" dt="2023-09-13T11:36:53.697" v="3290" actId="20577"/>
          <ac:spMkLst>
            <pc:docMk/>
            <pc:sldMk cId="3501943971" sldId="322"/>
            <ac:spMk id="3" creationId="{8A27075A-1D1A-DB21-6533-5B96F85A550E}"/>
          </ac:spMkLst>
        </pc:spChg>
      </pc:sldChg>
      <pc:sldChg chg="modSp new del mod">
        <pc:chgData name="Mohammad Salman" userId="cfd6754c-e613-4f6f-bb98-36aef69d8c31" providerId="ADAL" clId="{38B11B1C-C3D7-415F-9723-685759B3819C}" dt="2023-09-15T09:53:58.662" v="8045" actId="47"/>
        <pc:sldMkLst>
          <pc:docMk/>
          <pc:sldMk cId="2363759940" sldId="323"/>
        </pc:sldMkLst>
        <pc:spChg chg="mod">
          <ac:chgData name="Mohammad Salman" userId="cfd6754c-e613-4f6f-bb98-36aef69d8c31" providerId="ADAL" clId="{38B11B1C-C3D7-415F-9723-685759B3819C}" dt="2023-09-13T11:54:26.263" v="3850" actId="114"/>
          <ac:spMkLst>
            <pc:docMk/>
            <pc:sldMk cId="2363759940" sldId="323"/>
            <ac:spMk id="3" creationId="{C10441A2-1549-BB44-348A-7DFEE03D7179}"/>
          </ac:spMkLst>
        </pc:spChg>
      </pc:sldChg>
      <pc:sldChg chg="modSp new del mod ord setBg">
        <pc:chgData name="Mohammad Salman" userId="cfd6754c-e613-4f6f-bb98-36aef69d8c31" providerId="ADAL" clId="{38B11B1C-C3D7-415F-9723-685759B3819C}" dt="2023-09-17T14:09:00.443" v="9048" actId="47"/>
        <pc:sldMkLst>
          <pc:docMk/>
          <pc:sldMk cId="1374764240" sldId="324"/>
        </pc:sldMkLst>
        <pc:spChg chg="mod">
          <ac:chgData name="Mohammad Salman" userId="cfd6754c-e613-4f6f-bb98-36aef69d8c31" providerId="ADAL" clId="{38B11B1C-C3D7-415F-9723-685759B3819C}" dt="2023-09-17T14:07:52.625" v="9047" actId="20577"/>
          <ac:spMkLst>
            <pc:docMk/>
            <pc:sldMk cId="1374764240" sldId="324"/>
            <ac:spMk id="3" creationId="{F63CD957-C56A-5928-87D1-ADFEC329F806}"/>
          </ac:spMkLst>
        </pc:spChg>
      </pc:sldChg>
      <pc:sldChg chg="addSp delSp modSp new mod setBg modClrScheme chgLayout">
        <pc:chgData name="Mohammad Salman" userId="cfd6754c-e613-4f6f-bb98-36aef69d8c31" providerId="ADAL" clId="{38B11B1C-C3D7-415F-9723-685759B3819C}" dt="2023-09-17T13:43:18.480" v="8247" actId="6549"/>
        <pc:sldMkLst>
          <pc:docMk/>
          <pc:sldMk cId="3365419852" sldId="325"/>
        </pc:sldMkLst>
        <pc:spChg chg="del mod ord">
          <ac:chgData name="Mohammad Salman" userId="cfd6754c-e613-4f6f-bb98-36aef69d8c31" providerId="ADAL" clId="{38B11B1C-C3D7-415F-9723-685759B3819C}" dt="2023-09-15T05:06:07.987" v="3936" actId="700"/>
          <ac:spMkLst>
            <pc:docMk/>
            <pc:sldMk cId="3365419852" sldId="325"/>
            <ac:spMk id="2" creationId="{E0664F04-F7FB-D296-9766-5DFCE4219825}"/>
          </ac:spMkLst>
        </pc:spChg>
        <pc:spChg chg="del mod ord">
          <ac:chgData name="Mohammad Salman" userId="cfd6754c-e613-4f6f-bb98-36aef69d8c31" providerId="ADAL" clId="{38B11B1C-C3D7-415F-9723-685759B3819C}" dt="2023-09-15T05:06:07.987" v="3936" actId="700"/>
          <ac:spMkLst>
            <pc:docMk/>
            <pc:sldMk cId="3365419852" sldId="325"/>
            <ac:spMk id="3" creationId="{F6D28CDB-49F0-57E3-D5E4-32CAA6968B72}"/>
          </ac:spMkLst>
        </pc:spChg>
        <pc:spChg chg="add mod ord">
          <ac:chgData name="Mohammad Salman" userId="cfd6754c-e613-4f6f-bb98-36aef69d8c31" providerId="ADAL" clId="{38B11B1C-C3D7-415F-9723-685759B3819C}" dt="2023-09-15T05:06:47.644" v="4032" actId="20577"/>
          <ac:spMkLst>
            <pc:docMk/>
            <pc:sldMk cId="3365419852" sldId="325"/>
            <ac:spMk id="4" creationId="{AC324AE7-CE47-F6A7-A3AF-51D40377645C}"/>
          </ac:spMkLst>
        </pc:spChg>
        <pc:spChg chg="add mod ord">
          <ac:chgData name="Mohammad Salman" userId="cfd6754c-e613-4f6f-bb98-36aef69d8c31" providerId="ADAL" clId="{38B11B1C-C3D7-415F-9723-685759B3819C}" dt="2023-09-17T13:43:18.480" v="8247" actId="6549"/>
          <ac:spMkLst>
            <pc:docMk/>
            <pc:sldMk cId="3365419852" sldId="325"/>
            <ac:spMk id="5" creationId="{32A34EE1-389F-5B3B-CB45-1FA12C62B5FB}"/>
          </ac:spMkLst>
        </pc:spChg>
      </pc:sldChg>
      <pc:sldChg chg="modSp new mod">
        <pc:chgData name="Mohammad Salman" userId="cfd6754c-e613-4f6f-bb98-36aef69d8c31" providerId="ADAL" clId="{38B11B1C-C3D7-415F-9723-685759B3819C}" dt="2023-09-15T05:21:21.011" v="4638" actId="113"/>
        <pc:sldMkLst>
          <pc:docMk/>
          <pc:sldMk cId="1116724766" sldId="326"/>
        </pc:sldMkLst>
        <pc:spChg chg="mod">
          <ac:chgData name="Mohammad Salman" userId="cfd6754c-e613-4f6f-bb98-36aef69d8c31" providerId="ADAL" clId="{38B11B1C-C3D7-415F-9723-685759B3819C}" dt="2023-09-15T05:20:33.790" v="4564" actId="2711"/>
          <ac:spMkLst>
            <pc:docMk/>
            <pc:sldMk cId="1116724766" sldId="326"/>
            <ac:spMk id="2" creationId="{CA27DCC4-4EA8-50E0-57E8-E676C6BA397E}"/>
          </ac:spMkLst>
        </pc:spChg>
        <pc:spChg chg="mod">
          <ac:chgData name="Mohammad Salman" userId="cfd6754c-e613-4f6f-bb98-36aef69d8c31" providerId="ADAL" clId="{38B11B1C-C3D7-415F-9723-685759B3819C}" dt="2023-09-15T05:21:21.011" v="4638" actId="113"/>
          <ac:spMkLst>
            <pc:docMk/>
            <pc:sldMk cId="1116724766" sldId="326"/>
            <ac:spMk id="3" creationId="{9F079F3E-2D4F-A87B-08ED-38E9F533BE9C}"/>
          </ac:spMkLst>
        </pc:spChg>
      </pc:sldChg>
      <pc:sldChg chg="addSp delSp modSp new mod">
        <pc:chgData name="Mohammad Salman" userId="cfd6754c-e613-4f6f-bb98-36aef69d8c31" providerId="ADAL" clId="{38B11B1C-C3D7-415F-9723-685759B3819C}" dt="2023-09-15T05:32:01.488" v="4884" actId="1076"/>
        <pc:sldMkLst>
          <pc:docMk/>
          <pc:sldMk cId="1624712469" sldId="327"/>
        </pc:sldMkLst>
        <pc:spChg chg="del">
          <ac:chgData name="Mohammad Salman" userId="cfd6754c-e613-4f6f-bb98-36aef69d8c31" providerId="ADAL" clId="{38B11B1C-C3D7-415F-9723-685759B3819C}" dt="2023-09-15T05:22:53.459" v="4877" actId="478"/>
          <ac:spMkLst>
            <pc:docMk/>
            <pc:sldMk cId="1624712469" sldId="327"/>
            <ac:spMk id="2" creationId="{7931902E-44BD-B56C-3D3F-F0D0B07728FE}"/>
          </ac:spMkLst>
        </pc:spChg>
        <pc:spChg chg="del">
          <ac:chgData name="Mohammad Salman" userId="cfd6754c-e613-4f6f-bb98-36aef69d8c31" providerId="ADAL" clId="{38B11B1C-C3D7-415F-9723-685759B3819C}" dt="2023-09-15T05:22:53.459" v="4877" actId="478"/>
          <ac:spMkLst>
            <pc:docMk/>
            <pc:sldMk cId="1624712469" sldId="327"/>
            <ac:spMk id="3" creationId="{D26710D2-E35B-2B12-4E2D-27180AEE3F4D}"/>
          </ac:spMkLst>
        </pc:spChg>
        <pc:picChg chg="add mod">
          <ac:chgData name="Mohammad Salman" userId="cfd6754c-e613-4f6f-bb98-36aef69d8c31" providerId="ADAL" clId="{38B11B1C-C3D7-415F-9723-685759B3819C}" dt="2023-09-15T05:31:29.395" v="4880" actId="1076"/>
          <ac:picMkLst>
            <pc:docMk/>
            <pc:sldMk cId="1624712469" sldId="327"/>
            <ac:picMk id="5" creationId="{2F1DC8CC-0405-DCAE-1D35-75F2B921466C}"/>
          </ac:picMkLst>
        </pc:picChg>
        <pc:picChg chg="add mod">
          <ac:chgData name="Mohammad Salman" userId="cfd6754c-e613-4f6f-bb98-36aef69d8c31" providerId="ADAL" clId="{38B11B1C-C3D7-415F-9723-685759B3819C}" dt="2023-09-15T05:32:01.488" v="4884" actId="1076"/>
          <ac:picMkLst>
            <pc:docMk/>
            <pc:sldMk cId="1624712469" sldId="327"/>
            <ac:picMk id="7" creationId="{A8986A2C-0CAF-107D-3421-98242AACB293}"/>
          </ac:picMkLst>
        </pc:picChg>
      </pc:sldChg>
      <pc:sldChg chg="modSp add mod">
        <pc:chgData name="Mohammad Salman" userId="cfd6754c-e613-4f6f-bb98-36aef69d8c31" providerId="ADAL" clId="{38B11B1C-C3D7-415F-9723-685759B3819C}" dt="2023-09-15T05:22:48.420" v="4876" actId="20577"/>
        <pc:sldMkLst>
          <pc:docMk/>
          <pc:sldMk cId="4228931502" sldId="328"/>
        </pc:sldMkLst>
        <pc:spChg chg="mod">
          <ac:chgData name="Mohammad Salman" userId="cfd6754c-e613-4f6f-bb98-36aef69d8c31" providerId="ADAL" clId="{38B11B1C-C3D7-415F-9723-685759B3819C}" dt="2023-09-15T05:22:48.420" v="4876" actId="20577"/>
          <ac:spMkLst>
            <pc:docMk/>
            <pc:sldMk cId="4228931502" sldId="328"/>
            <ac:spMk id="3" creationId="{9F079F3E-2D4F-A87B-08ED-38E9F533BE9C}"/>
          </ac:spMkLst>
        </pc:spChg>
      </pc:sldChg>
      <pc:sldChg chg="modSp new mod">
        <pc:chgData name="Mohammad Salman" userId="cfd6754c-e613-4f6f-bb98-36aef69d8c31" providerId="ADAL" clId="{38B11B1C-C3D7-415F-9723-685759B3819C}" dt="2023-09-17T13:43:59.645" v="8256" actId="20577"/>
        <pc:sldMkLst>
          <pc:docMk/>
          <pc:sldMk cId="437446913" sldId="329"/>
        </pc:sldMkLst>
        <pc:spChg chg="mod">
          <ac:chgData name="Mohammad Salman" userId="cfd6754c-e613-4f6f-bb98-36aef69d8c31" providerId="ADAL" clId="{38B11B1C-C3D7-415F-9723-685759B3819C}" dt="2023-09-17T13:43:59.645" v="8256" actId="20577"/>
          <ac:spMkLst>
            <pc:docMk/>
            <pc:sldMk cId="437446913" sldId="329"/>
            <ac:spMk id="2" creationId="{34A18F9F-0A63-915B-A1B6-1D45305657DB}"/>
          </ac:spMkLst>
        </pc:spChg>
        <pc:spChg chg="mod">
          <ac:chgData name="Mohammad Salman" userId="cfd6754c-e613-4f6f-bb98-36aef69d8c31" providerId="ADAL" clId="{38B11B1C-C3D7-415F-9723-685759B3819C}" dt="2023-09-15T05:49:59.548" v="5780" actId="15"/>
          <ac:spMkLst>
            <pc:docMk/>
            <pc:sldMk cId="437446913" sldId="329"/>
            <ac:spMk id="3" creationId="{EEB6DF4B-9856-7AA2-8AF2-CB7B059F79AD}"/>
          </ac:spMkLst>
        </pc:spChg>
      </pc:sldChg>
      <pc:sldChg chg="modSp add mod modAnim">
        <pc:chgData name="Mohammad Salman" userId="cfd6754c-e613-4f6f-bb98-36aef69d8c31" providerId="ADAL" clId="{38B11B1C-C3D7-415F-9723-685759B3819C}" dt="2023-09-17T13:44:09.600" v="8257"/>
        <pc:sldMkLst>
          <pc:docMk/>
          <pc:sldMk cId="1488865143" sldId="330"/>
        </pc:sldMkLst>
        <pc:spChg chg="mod">
          <ac:chgData name="Mohammad Salman" userId="cfd6754c-e613-4f6f-bb98-36aef69d8c31" providerId="ADAL" clId="{38B11B1C-C3D7-415F-9723-685759B3819C}" dt="2023-09-17T13:44:09.600" v="8257"/>
          <ac:spMkLst>
            <pc:docMk/>
            <pc:sldMk cId="1488865143" sldId="330"/>
            <ac:spMk id="2" creationId="{34A18F9F-0A63-915B-A1B6-1D45305657DB}"/>
          </ac:spMkLst>
        </pc:spChg>
        <pc:spChg chg="mod">
          <ac:chgData name="Mohammad Salman" userId="cfd6754c-e613-4f6f-bb98-36aef69d8c31" providerId="ADAL" clId="{38B11B1C-C3D7-415F-9723-685759B3819C}" dt="2023-09-15T05:53:33.112" v="5899" actId="122"/>
          <ac:spMkLst>
            <pc:docMk/>
            <pc:sldMk cId="1488865143" sldId="330"/>
            <ac:spMk id="3" creationId="{EEB6DF4B-9856-7AA2-8AF2-CB7B059F79AD}"/>
          </ac:spMkLst>
        </pc:spChg>
      </pc:sldChg>
      <pc:sldChg chg="addSp delSp modSp new mod ord">
        <pc:chgData name="Mohammad Salman" userId="cfd6754c-e613-4f6f-bb98-36aef69d8c31" providerId="ADAL" clId="{38B11B1C-C3D7-415F-9723-685759B3819C}" dt="2023-09-15T05:47:06.429" v="5758" actId="113"/>
        <pc:sldMkLst>
          <pc:docMk/>
          <pc:sldMk cId="2383477575" sldId="331"/>
        </pc:sldMkLst>
        <pc:spChg chg="del">
          <ac:chgData name="Mohammad Salman" userId="cfd6754c-e613-4f6f-bb98-36aef69d8c31" providerId="ADAL" clId="{38B11B1C-C3D7-415F-9723-685759B3819C}" dt="2023-09-15T05:39:27.631" v="5355" actId="478"/>
          <ac:spMkLst>
            <pc:docMk/>
            <pc:sldMk cId="2383477575" sldId="331"/>
            <ac:spMk id="2" creationId="{AFEC5F66-BBCD-2590-6BE4-7C5953B30CCF}"/>
          </ac:spMkLst>
        </pc:spChg>
        <pc:spChg chg="del">
          <ac:chgData name="Mohammad Salman" userId="cfd6754c-e613-4f6f-bb98-36aef69d8c31" providerId="ADAL" clId="{38B11B1C-C3D7-415F-9723-685759B3819C}" dt="2023-09-15T05:39:27.631" v="5355" actId="478"/>
          <ac:spMkLst>
            <pc:docMk/>
            <pc:sldMk cId="2383477575" sldId="331"/>
            <ac:spMk id="3" creationId="{1BDAB869-938B-C215-97C8-B7524C7D60E4}"/>
          </ac:spMkLst>
        </pc:spChg>
        <pc:spChg chg="add mod">
          <ac:chgData name="Mohammad Salman" userId="cfd6754c-e613-4f6f-bb98-36aef69d8c31" providerId="ADAL" clId="{38B11B1C-C3D7-415F-9723-685759B3819C}" dt="2023-09-15T05:47:06.429" v="5758" actId="113"/>
          <ac:spMkLst>
            <pc:docMk/>
            <pc:sldMk cId="2383477575" sldId="331"/>
            <ac:spMk id="8" creationId="{C3E680F8-79D6-2C85-9B15-3A6770613225}"/>
          </ac:spMkLst>
        </pc:spChg>
        <pc:picChg chg="add mod">
          <ac:chgData name="Mohammad Salman" userId="cfd6754c-e613-4f6f-bb98-36aef69d8c31" providerId="ADAL" clId="{38B11B1C-C3D7-415F-9723-685759B3819C}" dt="2023-09-15T05:45:52.575" v="5716" actId="1076"/>
          <ac:picMkLst>
            <pc:docMk/>
            <pc:sldMk cId="2383477575" sldId="331"/>
            <ac:picMk id="5" creationId="{6FE95855-F400-52B1-647D-83FCCD5A41F9}"/>
          </ac:picMkLst>
        </pc:picChg>
        <pc:picChg chg="add mod">
          <ac:chgData name="Mohammad Salman" userId="cfd6754c-e613-4f6f-bb98-36aef69d8c31" providerId="ADAL" clId="{38B11B1C-C3D7-415F-9723-685759B3819C}" dt="2023-09-15T05:45:57.698" v="5717" actId="1076"/>
          <ac:picMkLst>
            <pc:docMk/>
            <pc:sldMk cId="2383477575" sldId="331"/>
            <ac:picMk id="7" creationId="{3345D77D-FC57-DFA1-ACA3-BC78DA8BE355}"/>
          </ac:picMkLst>
        </pc:picChg>
      </pc:sldChg>
      <pc:sldChg chg="addSp delSp modSp add mod setBg modAnim">
        <pc:chgData name="Mohammad Salman" userId="cfd6754c-e613-4f6f-bb98-36aef69d8c31" providerId="ADAL" clId="{38B11B1C-C3D7-415F-9723-685759B3819C}" dt="2023-09-17T13:45:32.257" v="8394" actId="20577"/>
        <pc:sldMkLst>
          <pc:docMk/>
          <pc:sldMk cId="796547864" sldId="332"/>
        </pc:sldMkLst>
        <pc:spChg chg="del">
          <ac:chgData name="Mohammad Salman" userId="cfd6754c-e613-4f6f-bb98-36aef69d8c31" providerId="ADAL" clId="{38B11B1C-C3D7-415F-9723-685759B3819C}" dt="2023-09-15T05:58:00.756" v="5948" actId="478"/>
          <ac:spMkLst>
            <pc:docMk/>
            <pc:sldMk cId="796547864" sldId="332"/>
            <ac:spMk id="2" creationId="{34A18F9F-0A63-915B-A1B6-1D45305657DB}"/>
          </ac:spMkLst>
        </pc:spChg>
        <pc:spChg chg="del mod">
          <ac:chgData name="Mohammad Salman" userId="cfd6754c-e613-4f6f-bb98-36aef69d8c31" providerId="ADAL" clId="{38B11B1C-C3D7-415F-9723-685759B3819C}" dt="2023-09-15T05:58:00.756" v="5948" actId="478"/>
          <ac:spMkLst>
            <pc:docMk/>
            <pc:sldMk cId="796547864" sldId="332"/>
            <ac:spMk id="3" creationId="{EEB6DF4B-9856-7AA2-8AF2-CB7B059F79AD}"/>
          </ac:spMkLst>
        </pc:spChg>
        <pc:spChg chg="add del mod">
          <ac:chgData name="Mohammad Salman" userId="cfd6754c-e613-4f6f-bb98-36aef69d8c31" providerId="ADAL" clId="{38B11B1C-C3D7-415F-9723-685759B3819C}" dt="2023-09-15T05:58:02.908" v="5949" actId="478"/>
          <ac:spMkLst>
            <pc:docMk/>
            <pc:sldMk cId="796547864" sldId="332"/>
            <ac:spMk id="5" creationId="{E91A6669-5CDE-2AF3-D115-4388E60AF0A8}"/>
          </ac:spMkLst>
        </pc:spChg>
        <pc:spChg chg="add del mod">
          <ac:chgData name="Mohammad Salman" userId="cfd6754c-e613-4f6f-bb98-36aef69d8c31" providerId="ADAL" clId="{38B11B1C-C3D7-415F-9723-685759B3819C}" dt="2023-09-15T05:58:02.908" v="5949" actId="478"/>
          <ac:spMkLst>
            <pc:docMk/>
            <pc:sldMk cId="796547864" sldId="332"/>
            <ac:spMk id="7" creationId="{AB4CCE65-2E79-8003-D7EC-5BF8268FA005}"/>
          </ac:spMkLst>
        </pc:spChg>
        <pc:spChg chg="add mod">
          <ac:chgData name="Mohammad Salman" userId="cfd6754c-e613-4f6f-bb98-36aef69d8c31" providerId="ADAL" clId="{38B11B1C-C3D7-415F-9723-685759B3819C}" dt="2023-09-17T13:45:32.257" v="8394" actId="20577"/>
          <ac:spMkLst>
            <pc:docMk/>
            <pc:sldMk cId="796547864" sldId="332"/>
            <ac:spMk id="8" creationId="{AFDBBB79-5470-EFE7-541E-8591334225B3}"/>
          </ac:spMkLst>
        </pc:spChg>
        <pc:spChg chg="add mod">
          <ac:chgData name="Mohammad Salman" userId="cfd6754c-e613-4f6f-bb98-36aef69d8c31" providerId="ADAL" clId="{38B11B1C-C3D7-415F-9723-685759B3819C}" dt="2023-09-17T13:45:07.397" v="8374" actId="1035"/>
          <ac:spMkLst>
            <pc:docMk/>
            <pc:sldMk cId="796547864" sldId="332"/>
            <ac:spMk id="13" creationId="{F23F9F88-440D-3AB3-069C-6833F3E71D68}"/>
          </ac:spMkLst>
        </pc:spChg>
        <pc:picChg chg="add mod">
          <ac:chgData name="Mohammad Salman" userId="cfd6754c-e613-4f6f-bb98-36aef69d8c31" providerId="ADAL" clId="{38B11B1C-C3D7-415F-9723-685759B3819C}" dt="2023-09-15T06:03:50.916" v="6065" actId="14100"/>
          <ac:picMkLst>
            <pc:docMk/>
            <pc:sldMk cId="796547864" sldId="332"/>
            <ac:picMk id="10" creationId="{C2A1102A-8C16-D411-413F-42176D6B5882}"/>
          </ac:picMkLst>
        </pc:picChg>
        <pc:picChg chg="add mod">
          <ac:chgData name="Mohammad Salman" userId="cfd6754c-e613-4f6f-bb98-36aef69d8c31" providerId="ADAL" clId="{38B11B1C-C3D7-415F-9723-685759B3819C}" dt="2023-09-15T06:03:59.533" v="6067" actId="1076"/>
          <ac:picMkLst>
            <pc:docMk/>
            <pc:sldMk cId="796547864" sldId="332"/>
            <ac:picMk id="12" creationId="{6D6D3322-0635-1540-B2A2-20BDA6E0217E}"/>
          </ac:picMkLst>
        </pc:picChg>
      </pc:sldChg>
      <pc:sldChg chg="modSp new mod">
        <pc:chgData name="Mohammad Salman" userId="cfd6754c-e613-4f6f-bb98-36aef69d8c31" providerId="ADAL" clId="{38B11B1C-C3D7-415F-9723-685759B3819C}" dt="2023-09-17T13:45:53.077" v="8396" actId="207"/>
        <pc:sldMkLst>
          <pc:docMk/>
          <pc:sldMk cId="3671843312" sldId="333"/>
        </pc:sldMkLst>
        <pc:spChg chg="mod">
          <ac:chgData name="Mohammad Salman" userId="cfd6754c-e613-4f6f-bb98-36aef69d8c31" providerId="ADAL" clId="{38B11B1C-C3D7-415F-9723-685759B3819C}" dt="2023-09-15T06:11:22.915" v="6110" actId="20577"/>
          <ac:spMkLst>
            <pc:docMk/>
            <pc:sldMk cId="3671843312" sldId="333"/>
            <ac:spMk id="2" creationId="{2B51D6B7-F56C-65DC-7823-63C095B998C5}"/>
          </ac:spMkLst>
        </pc:spChg>
        <pc:spChg chg="mod">
          <ac:chgData name="Mohammad Salman" userId="cfd6754c-e613-4f6f-bb98-36aef69d8c31" providerId="ADAL" clId="{38B11B1C-C3D7-415F-9723-685759B3819C}" dt="2023-09-17T13:45:53.077" v="8396" actId="207"/>
          <ac:spMkLst>
            <pc:docMk/>
            <pc:sldMk cId="3671843312" sldId="333"/>
            <ac:spMk id="3" creationId="{C92D651C-2818-C8F7-6C08-22BB770B326F}"/>
          </ac:spMkLst>
        </pc:spChg>
      </pc:sldChg>
      <pc:sldChg chg="modSp add mod">
        <pc:chgData name="Mohammad Salman" userId="cfd6754c-e613-4f6f-bb98-36aef69d8c31" providerId="ADAL" clId="{38B11B1C-C3D7-415F-9723-685759B3819C}" dt="2023-09-17T13:46:22.902" v="8427" actId="114"/>
        <pc:sldMkLst>
          <pc:docMk/>
          <pc:sldMk cId="2956522664" sldId="334"/>
        </pc:sldMkLst>
        <pc:spChg chg="mod">
          <ac:chgData name="Mohammad Salman" userId="cfd6754c-e613-4f6f-bb98-36aef69d8c31" providerId="ADAL" clId="{38B11B1C-C3D7-415F-9723-685759B3819C}" dt="2023-09-17T13:46:22.902" v="8427" actId="114"/>
          <ac:spMkLst>
            <pc:docMk/>
            <pc:sldMk cId="2956522664" sldId="334"/>
            <ac:spMk id="3" creationId="{C92D651C-2818-C8F7-6C08-22BB770B326F}"/>
          </ac:spMkLst>
        </pc:spChg>
      </pc:sldChg>
      <pc:sldChg chg="addSp modSp add mod">
        <pc:chgData name="Mohammad Salman" userId="cfd6754c-e613-4f6f-bb98-36aef69d8c31" providerId="ADAL" clId="{38B11B1C-C3D7-415F-9723-685759B3819C}" dt="2023-09-15T06:18:40.480" v="7013" actId="1036"/>
        <pc:sldMkLst>
          <pc:docMk/>
          <pc:sldMk cId="2830426575" sldId="335"/>
        </pc:sldMkLst>
        <pc:spChg chg="mod">
          <ac:chgData name="Mohammad Salman" userId="cfd6754c-e613-4f6f-bb98-36aef69d8c31" providerId="ADAL" clId="{38B11B1C-C3D7-415F-9723-685759B3819C}" dt="2023-09-15T06:18:27.079" v="6978" actId="20577"/>
          <ac:spMkLst>
            <pc:docMk/>
            <pc:sldMk cId="2830426575" sldId="335"/>
            <ac:spMk id="3" creationId="{C92D651C-2818-C8F7-6C08-22BB770B326F}"/>
          </ac:spMkLst>
        </pc:spChg>
        <pc:spChg chg="add mod">
          <ac:chgData name="Mohammad Salman" userId="cfd6754c-e613-4f6f-bb98-36aef69d8c31" providerId="ADAL" clId="{38B11B1C-C3D7-415F-9723-685759B3819C}" dt="2023-09-15T06:18:40.480" v="7013" actId="1036"/>
          <ac:spMkLst>
            <pc:docMk/>
            <pc:sldMk cId="2830426575" sldId="335"/>
            <ac:spMk id="4" creationId="{C3565250-43AA-3DF2-9CAF-DD27446F6917}"/>
          </ac:spMkLst>
        </pc:spChg>
        <pc:spChg chg="add mod">
          <ac:chgData name="Mohammad Salman" userId="cfd6754c-e613-4f6f-bb98-36aef69d8c31" providerId="ADAL" clId="{38B11B1C-C3D7-415F-9723-685759B3819C}" dt="2023-09-15T06:18:40.480" v="7013" actId="1036"/>
          <ac:spMkLst>
            <pc:docMk/>
            <pc:sldMk cId="2830426575" sldId="335"/>
            <ac:spMk id="5" creationId="{F7B85760-E0D0-BBB2-A870-C01F40CC4775}"/>
          </ac:spMkLst>
        </pc:spChg>
        <pc:spChg chg="add mod">
          <ac:chgData name="Mohammad Salman" userId="cfd6754c-e613-4f6f-bb98-36aef69d8c31" providerId="ADAL" clId="{38B11B1C-C3D7-415F-9723-685759B3819C}" dt="2023-09-15T06:18:40.480" v="7013" actId="1036"/>
          <ac:spMkLst>
            <pc:docMk/>
            <pc:sldMk cId="2830426575" sldId="335"/>
            <ac:spMk id="6" creationId="{F1B6ADD7-5DEE-1988-DEE1-6C9A80FB1506}"/>
          </ac:spMkLst>
        </pc:spChg>
        <pc:spChg chg="add mod">
          <ac:chgData name="Mohammad Salman" userId="cfd6754c-e613-4f6f-bb98-36aef69d8c31" providerId="ADAL" clId="{38B11B1C-C3D7-415F-9723-685759B3819C}" dt="2023-09-15T06:18:40.480" v="7013" actId="1036"/>
          <ac:spMkLst>
            <pc:docMk/>
            <pc:sldMk cId="2830426575" sldId="335"/>
            <ac:spMk id="7" creationId="{2556B592-3985-CD79-19E9-E53FD66ADC7A}"/>
          </ac:spMkLst>
        </pc:spChg>
      </pc:sldChg>
      <pc:sldChg chg="addSp delSp modSp add mod setBg">
        <pc:chgData name="Mohammad Salman" userId="cfd6754c-e613-4f6f-bb98-36aef69d8c31" providerId="ADAL" clId="{38B11B1C-C3D7-415F-9723-685759B3819C}" dt="2023-09-17T13:47:01.221" v="8452" actId="6549"/>
        <pc:sldMkLst>
          <pc:docMk/>
          <pc:sldMk cId="508864187" sldId="336"/>
        </pc:sldMkLst>
        <pc:spChg chg="mod">
          <ac:chgData name="Mohammad Salman" userId="cfd6754c-e613-4f6f-bb98-36aef69d8c31" providerId="ADAL" clId="{38B11B1C-C3D7-415F-9723-685759B3819C}" dt="2023-09-15T06:19:51.393" v="7128" actId="6549"/>
          <ac:spMkLst>
            <pc:docMk/>
            <pc:sldMk cId="508864187" sldId="336"/>
            <ac:spMk id="3" creationId="{C92D651C-2818-C8F7-6C08-22BB770B326F}"/>
          </ac:spMkLst>
        </pc:spChg>
        <pc:spChg chg="del">
          <ac:chgData name="Mohammad Salman" userId="cfd6754c-e613-4f6f-bb98-36aef69d8c31" providerId="ADAL" clId="{38B11B1C-C3D7-415F-9723-685759B3819C}" dt="2023-09-15T06:19:20.241" v="7015" actId="478"/>
          <ac:spMkLst>
            <pc:docMk/>
            <pc:sldMk cId="508864187" sldId="336"/>
            <ac:spMk id="4" creationId="{C3565250-43AA-3DF2-9CAF-DD27446F6917}"/>
          </ac:spMkLst>
        </pc:spChg>
        <pc:spChg chg="del">
          <ac:chgData name="Mohammad Salman" userId="cfd6754c-e613-4f6f-bb98-36aef69d8c31" providerId="ADAL" clId="{38B11B1C-C3D7-415F-9723-685759B3819C}" dt="2023-09-15T06:19:20.241" v="7015" actId="478"/>
          <ac:spMkLst>
            <pc:docMk/>
            <pc:sldMk cId="508864187" sldId="336"/>
            <ac:spMk id="5" creationId="{F7B85760-E0D0-BBB2-A870-C01F40CC4775}"/>
          </ac:spMkLst>
        </pc:spChg>
        <pc:spChg chg="del">
          <ac:chgData name="Mohammad Salman" userId="cfd6754c-e613-4f6f-bb98-36aef69d8c31" providerId="ADAL" clId="{38B11B1C-C3D7-415F-9723-685759B3819C}" dt="2023-09-15T06:19:20.241" v="7015" actId="478"/>
          <ac:spMkLst>
            <pc:docMk/>
            <pc:sldMk cId="508864187" sldId="336"/>
            <ac:spMk id="6" creationId="{F1B6ADD7-5DEE-1988-DEE1-6C9A80FB1506}"/>
          </ac:spMkLst>
        </pc:spChg>
        <pc:spChg chg="del">
          <ac:chgData name="Mohammad Salman" userId="cfd6754c-e613-4f6f-bb98-36aef69d8c31" providerId="ADAL" clId="{38B11B1C-C3D7-415F-9723-685759B3819C}" dt="2023-09-15T06:19:20.241" v="7015" actId="478"/>
          <ac:spMkLst>
            <pc:docMk/>
            <pc:sldMk cId="508864187" sldId="336"/>
            <ac:spMk id="7" creationId="{2556B592-3985-CD79-19E9-E53FD66ADC7A}"/>
          </ac:spMkLst>
        </pc:spChg>
        <pc:spChg chg="add mod">
          <ac:chgData name="Mohammad Salman" userId="cfd6754c-e613-4f6f-bb98-36aef69d8c31" providerId="ADAL" clId="{38B11B1C-C3D7-415F-9723-685759B3819C}" dt="2023-09-15T06:20:26.663" v="7131" actId="14100"/>
          <ac:spMkLst>
            <pc:docMk/>
            <pc:sldMk cId="508864187" sldId="336"/>
            <ac:spMk id="8" creationId="{C4C9D8A8-6677-5926-7433-D02D73BAEB54}"/>
          </ac:spMkLst>
        </pc:spChg>
        <pc:spChg chg="add mod">
          <ac:chgData name="Mohammad Salman" userId="cfd6754c-e613-4f6f-bb98-36aef69d8c31" providerId="ADAL" clId="{38B11B1C-C3D7-415F-9723-685759B3819C}" dt="2023-09-17T13:47:01.221" v="8452" actId="6549"/>
          <ac:spMkLst>
            <pc:docMk/>
            <pc:sldMk cId="508864187" sldId="336"/>
            <ac:spMk id="9" creationId="{8091D878-A048-B170-A7CE-EB1DE813D2BD}"/>
          </ac:spMkLst>
        </pc:spChg>
        <pc:spChg chg="add mod">
          <ac:chgData name="Mohammad Salman" userId="cfd6754c-e613-4f6f-bb98-36aef69d8c31" providerId="ADAL" clId="{38B11B1C-C3D7-415F-9723-685759B3819C}" dt="2023-09-15T06:26:57.918" v="7262" actId="207"/>
          <ac:spMkLst>
            <pc:docMk/>
            <pc:sldMk cId="508864187" sldId="336"/>
            <ac:spMk id="10" creationId="{C5007064-7031-24B2-47FB-A1EC3BA5A9BC}"/>
          </ac:spMkLst>
        </pc:spChg>
      </pc:sldChg>
      <pc:sldChg chg="modSp new mod">
        <pc:chgData name="Mohammad Salman" userId="cfd6754c-e613-4f6f-bb98-36aef69d8c31" providerId="ADAL" clId="{38B11B1C-C3D7-415F-9723-685759B3819C}" dt="2023-09-17T13:48:30.732" v="8638"/>
        <pc:sldMkLst>
          <pc:docMk/>
          <pc:sldMk cId="1385615249" sldId="337"/>
        </pc:sldMkLst>
        <pc:spChg chg="mod">
          <ac:chgData name="Mohammad Salman" userId="cfd6754c-e613-4f6f-bb98-36aef69d8c31" providerId="ADAL" clId="{38B11B1C-C3D7-415F-9723-685759B3819C}" dt="2023-09-15T06:55:35.601" v="7286" actId="20577"/>
          <ac:spMkLst>
            <pc:docMk/>
            <pc:sldMk cId="1385615249" sldId="337"/>
            <ac:spMk id="2" creationId="{25ABF9DD-3CBC-2249-9E6A-1D006ABA068B}"/>
          </ac:spMkLst>
        </pc:spChg>
        <pc:spChg chg="mod">
          <ac:chgData name="Mohammad Salman" userId="cfd6754c-e613-4f6f-bb98-36aef69d8c31" providerId="ADAL" clId="{38B11B1C-C3D7-415F-9723-685759B3819C}" dt="2023-09-17T13:48:30.732" v="8638"/>
          <ac:spMkLst>
            <pc:docMk/>
            <pc:sldMk cId="1385615249" sldId="337"/>
            <ac:spMk id="3" creationId="{EF06E711-ADDA-07BD-5C28-2B24EBE1D003}"/>
          </ac:spMkLst>
        </pc:spChg>
      </pc:sldChg>
      <pc:sldChg chg="modSp add mod setBg">
        <pc:chgData name="Mohammad Salman" userId="cfd6754c-e613-4f6f-bb98-36aef69d8c31" providerId="ADAL" clId="{38B11B1C-C3D7-415F-9723-685759B3819C}" dt="2023-09-17T13:49:01.387" v="8660" actId="20577"/>
        <pc:sldMkLst>
          <pc:docMk/>
          <pc:sldMk cId="1202256554" sldId="338"/>
        </pc:sldMkLst>
        <pc:spChg chg="mod">
          <ac:chgData name="Mohammad Salman" userId="cfd6754c-e613-4f6f-bb98-36aef69d8c31" providerId="ADAL" clId="{38B11B1C-C3D7-415F-9723-685759B3819C}" dt="2023-09-17T13:49:01.387" v="8660" actId="20577"/>
          <ac:spMkLst>
            <pc:docMk/>
            <pc:sldMk cId="1202256554" sldId="338"/>
            <ac:spMk id="2" creationId="{25ABF9DD-3CBC-2249-9E6A-1D006ABA068B}"/>
          </ac:spMkLst>
        </pc:spChg>
        <pc:spChg chg="mod">
          <ac:chgData name="Mohammad Salman" userId="cfd6754c-e613-4f6f-bb98-36aef69d8c31" providerId="ADAL" clId="{38B11B1C-C3D7-415F-9723-685759B3819C}" dt="2023-09-15T09:48:52.063" v="7816" actId="2711"/>
          <ac:spMkLst>
            <pc:docMk/>
            <pc:sldMk cId="1202256554" sldId="338"/>
            <ac:spMk id="3" creationId="{EF06E711-ADDA-07BD-5C28-2B24EBE1D003}"/>
          </ac:spMkLst>
        </pc:spChg>
      </pc:sldChg>
      <pc:sldChg chg="modSp add mod setBg">
        <pc:chgData name="Mohammad Salman" userId="cfd6754c-e613-4f6f-bb98-36aef69d8c31" providerId="ADAL" clId="{38B11B1C-C3D7-415F-9723-685759B3819C}" dt="2023-09-15T09:53:32.242" v="8042"/>
        <pc:sldMkLst>
          <pc:docMk/>
          <pc:sldMk cId="2268088243" sldId="339"/>
        </pc:sldMkLst>
        <pc:spChg chg="mod">
          <ac:chgData name="Mohammad Salman" userId="cfd6754c-e613-4f6f-bb98-36aef69d8c31" providerId="ADAL" clId="{38B11B1C-C3D7-415F-9723-685759B3819C}" dt="2023-09-15T09:52:02.933" v="8041" actId="207"/>
          <ac:spMkLst>
            <pc:docMk/>
            <pc:sldMk cId="2268088243" sldId="339"/>
            <ac:spMk id="3" creationId="{EF06E711-ADDA-07BD-5C28-2B24EBE1D003}"/>
          </ac:spMkLst>
        </pc:spChg>
      </pc:sldChg>
      <pc:sldChg chg="addSp delSp modSp new mod">
        <pc:chgData name="Mohammad Salman" userId="cfd6754c-e613-4f6f-bb98-36aef69d8c31" providerId="ADAL" clId="{38B11B1C-C3D7-415F-9723-685759B3819C}" dt="2023-09-18T08:55:09.987" v="9051" actId="114"/>
        <pc:sldMkLst>
          <pc:docMk/>
          <pc:sldMk cId="2544383566" sldId="340"/>
        </pc:sldMkLst>
        <pc:spChg chg="del">
          <ac:chgData name="Mohammad Salman" userId="cfd6754c-e613-4f6f-bb98-36aef69d8c31" providerId="ADAL" clId="{38B11B1C-C3D7-415F-9723-685759B3819C}" dt="2023-09-15T09:57:20.758" v="8139" actId="478"/>
          <ac:spMkLst>
            <pc:docMk/>
            <pc:sldMk cId="2544383566" sldId="340"/>
            <ac:spMk id="2" creationId="{C82B326B-D893-0EC5-6AC3-9F2418788382}"/>
          </ac:spMkLst>
        </pc:spChg>
        <pc:spChg chg="del">
          <ac:chgData name="Mohammad Salman" userId="cfd6754c-e613-4f6f-bb98-36aef69d8c31" providerId="ADAL" clId="{38B11B1C-C3D7-415F-9723-685759B3819C}" dt="2023-09-15T09:57:20.758" v="8139" actId="478"/>
          <ac:spMkLst>
            <pc:docMk/>
            <pc:sldMk cId="2544383566" sldId="340"/>
            <ac:spMk id="3" creationId="{C3EF5AFB-7329-2EEC-63AC-B54886B004B0}"/>
          </ac:spMkLst>
        </pc:spChg>
        <pc:spChg chg="add mod">
          <ac:chgData name="Mohammad Salman" userId="cfd6754c-e613-4f6f-bb98-36aef69d8c31" providerId="ADAL" clId="{38B11B1C-C3D7-415F-9723-685759B3819C}" dt="2023-09-18T08:55:09.987" v="9051" actId="114"/>
          <ac:spMkLst>
            <pc:docMk/>
            <pc:sldMk cId="2544383566" sldId="340"/>
            <ac:spMk id="6" creationId="{74C51471-5646-F6F7-F3F8-03A2150B6D04}"/>
          </ac:spMkLst>
        </pc:spChg>
        <pc:spChg chg="add mod">
          <ac:chgData name="Mohammad Salman" userId="cfd6754c-e613-4f6f-bb98-36aef69d8c31" providerId="ADAL" clId="{38B11B1C-C3D7-415F-9723-685759B3819C}" dt="2023-09-15T09:58:33.104" v="8226" actId="692"/>
          <ac:spMkLst>
            <pc:docMk/>
            <pc:sldMk cId="2544383566" sldId="340"/>
            <ac:spMk id="7" creationId="{990E3ECF-92BE-AD0A-6DF3-A73AC25E68D8}"/>
          </ac:spMkLst>
        </pc:spChg>
        <pc:spChg chg="add mod">
          <ac:chgData name="Mohammad Salman" userId="cfd6754c-e613-4f6f-bb98-36aef69d8c31" providerId="ADAL" clId="{38B11B1C-C3D7-415F-9723-685759B3819C}" dt="2023-09-15T09:58:46.736" v="8229" actId="14100"/>
          <ac:spMkLst>
            <pc:docMk/>
            <pc:sldMk cId="2544383566" sldId="340"/>
            <ac:spMk id="8" creationId="{A2A37CB2-45F9-0521-D31F-5D2921960A9B}"/>
          </ac:spMkLst>
        </pc:spChg>
        <pc:picChg chg="add mod">
          <ac:chgData name="Mohammad Salman" userId="cfd6754c-e613-4f6f-bb98-36aef69d8c31" providerId="ADAL" clId="{38B11B1C-C3D7-415F-9723-685759B3819C}" dt="2023-09-15T09:57:50.386" v="8145" actId="1076"/>
          <ac:picMkLst>
            <pc:docMk/>
            <pc:sldMk cId="2544383566" sldId="340"/>
            <ac:picMk id="5" creationId="{8B829163-A0B6-5CFC-41FC-5B503E9F9393}"/>
          </ac:picMkLst>
        </pc:picChg>
        <pc:cxnChg chg="add">
          <ac:chgData name="Mohammad Salman" userId="cfd6754c-e613-4f6f-bb98-36aef69d8c31" providerId="ADAL" clId="{38B11B1C-C3D7-415F-9723-685759B3819C}" dt="2023-09-17T14:04:57.962" v="8964" actId="11529"/>
          <ac:cxnSpMkLst>
            <pc:docMk/>
            <pc:sldMk cId="2544383566" sldId="340"/>
            <ac:cxnSpMk id="10" creationId="{915BA553-10DF-E304-0C7F-B26A4A2AF159}"/>
          </ac:cxnSpMkLst>
        </pc:cxnChg>
        <pc:cxnChg chg="add mod">
          <ac:chgData name="Mohammad Salman" userId="cfd6754c-e613-4f6f-bb98-36aef69d8c31" providerId="ADAL" clId="{38B11B1C-C3D7-415F-9723-685759B3819C}" dt="2023-09-17T14:05:05.077" v="8967" actId="14100"/>
          <ac:cxnSpMkLst>
            <pc:docMk/>
            <pc:sldMk cId="2544383566" sldId="340"/>
            <ac:cxnSpMk id="11" creationId="{47866E11-8208-CAD4-32B7-12DD9CB00E93}"/>
          </ac:cxnSpMkLst>
        </pc:cxnChg>
      </pc:sldChg>
      <pc:sldChg chg="addSp delSp modSp new mod">
        <pc:chgData name="Mohammad Salman" userId="cfd6754c-e613-4f6f-bb98-36aef69d8c31" providerId="ADAL" clId="{38B11B1C-C3D7-415F-9723-685759B3819C}" dt="2023-09-15T09:57:02.798" v="8138" actId="1076"/>
        <pc:sldMkLst>
          <pc:docMk/>
          <pc:sldMk cId="4103173482" sldId="341"/>
        </pc:sldMkLst>
        <pc:spChg chg="del">
          <ac:chgData name="Mohammad Salman" userId="cfd6754c-e613-4f6f-bb98-36aef69d8c31" providerId="ADAL" clId="{38B11B1C-C3D7-415F-9723-685759B3819C}" dt="2023-09-15T09:56:58.382" v="8135" actId="478"/>
          <ac:spMkLst>
            <pc:docMk/>
            <pc:sldMk cId="4103173482" sldId="341"/>
            <ac:spMk id="2" creationId="{7DADF468-9703-04EA-EA1C-2BA00391E63B}"/>
          </ac:spMkLst>
        </pc:spChg>
        <pc:spChg chg="del">
          <ac:chgData name="Mohammad Salman" userId="cfd6754c-e613-4f6f-bb98-36aef69d8c31" providerId="ADAL" clId="{38B11B1C-C3D7-415F-9723-685759B3819C}" dt="2023-09-15T09:56:58.382" v="8135" actId="478"/>
          <ac:spMkLst>
            <pc:docMk/>
            <pc:sldMk cId="4103173482" sldId="341"/>
            <ac:spMk id="3" creationId="{BAFE8778-A717-6D86-27B9-12B63E28A538}"/>
          </ac:spMkLst>
        </pc:spChg>
        <pc:picChg chg="add mod">
          <ac:chgData name="Mohammad Salman" userId="cfd6754c-e613-4f6f-bb98-36aef69d8c31" providerId="ADAL" clId="{38B11B1C-C3D7-415F-9723-685759B3819C}" dt="2023-09-15T09:57:02.798" v="8138" actId="1076"/>
          <ac:picMkLst>
            <pc:docMk/>
            <pc:sldMk cId="4103173482" sldId="341"/>
            <ac:picMk id="5" creationId="{E6A90565-6EFE-D6CB-88A2-18A4821B3894}"/>
          </ac:picMkLst>
        </pc:picChg>
      </pc:sldChg>
      <pc:sldChg chg="new del setBg">
        <pc:chgData name="Mohammad Salman" userId="cfd6754c-e613-4f6f-bb98-36aef69d8c31" providerId="ADAL" clId="{38B11B1C-C3D7-415F-9723-685759B3819C}" dt="2023-09-17T14:09:01.549" v="9049" actId="47"/>
        <pc:sldMkLst>
          <pc:docMk/>
          <pc:sldMk cId="1094211432" sldId="342"/>
        </pc:sldMkLst>
      </pc:sldChg>
      <pc:sldChg chg="modSp add mod setBg">
        <pc:chgData name="Mohammad Salman" userId="cfd6754c-e613-4f6f-bb98-36aef69d8c31" providerId="ADAL" clId="{38B11B1C-C3D7-415F-9723-685759B3819C}" dt="2023-09-17T14:05:45.616" v="8968"/>
        <pc:sldMkLst>
          <pc:docMk/>
          <pc:sldMk cId="3141847120" sldId="343"/>
        </pc:sldMkLst>
        <pc:spChg chg="mod">
          <ac:chgData name="Mohammad Salman" userId="cfd6754c-e613-4f6f-bb98-36aef69d8c31" providerId="ADAL" clId="{38B11B1C-C3D7-415F-9723-685759B3819C}" dt="2023-09-17T13:50:22.897" v="8963" actId="20577"/>
          <ac:spMkLst>
            <pc:docMk/>
            <pc:sldMk cId="3141847120" sldId="343"/>
            <ac:spMk id="3" creationId="{EF06E711-ADDA-07BD-5C28-2B24EBE1D003}"/>
          </ac:spMkLst>
        </pc:spChg>
      </pc:sldChg>
      <pc:sldChg chg="addSp delSp modSp new del mod modAnim">
        <pc:chgData name="Mohammad Salman" userId="cfd6754c-e613-4f6f-bb98-36aef69d8c31" providerId="ADAL" clId="{38B11B1C-C3D7-415F-9723-685759B3819C}" dt="2023-09-17T14:07:38.829" v="8984" actId="47"/>
        <pc:sldMkLst>
          <pc:docMk/>
          <pc:sldMk cId="3831749207" sldId="344"/>
        </pc:sldMkLst>
        <pc:spChg chg="del">
          <ac:chgData name="Mohammad Salman" userId="cfd6754c-e613-4f6f-bb98-36aef69d8c31" providerId="ADAL" clId="{38B11B1C-C3D7-415F-9723-685759B3819C}" dt="2023-09-17T14:06:21.227" v="8970" actId="478"/>
          <ac:spMkLst>
            <pc:docMk/>
            <pc:sldMk cId="3831749207" sldId="344"/>
            <ac:spMk id="2" creationId="{FB26860C-1FB9-F06D-B83A-5C38DAF115A4}"/>
          </ac:spMkLst>
        </pc:spChg>
        <pc:spChg chg="del">
          <ac:chgData name="Mohammad Salman" userId="cfd6754c-e613-4f6f-bb98-36aef69d8c31" providerId="ADAL" clId="{38B11B1C-C3D7-415F-9723-685759B3819C}" dt="2023-09-17T14:06:21.227" v="8970" actId="478"/>
          <ac:spMkLst>
            <pc:docMk/>
            <pc:sldMk cId="3831749207" sldId="344"/>
            <ac:spMk id="3" creationId="{E0DAFC95-2D02-B05C-9DC5-174ADFC9E2A5}"/>
          </ac:spMkLst>
        </pc:spChg>
        <pc:spChg chg="add mod">
          <ac:chgData name="Mohammad Salman" userId="cfd6754c-e613-4f6f-bb98-36aef69d8c31" providerId="ADAL" clId="{38B11B1C-C3D7-415F-9723-685759B3819C}" dt="2023-09-17T14:07:04.172" v="8983" actId="1037"/>
          <ac:spMkLst>
            <pc:docMk/>
            <pc:sldMk cId="3831749207" sldId="344"/>
            <ac:spMk id="6" creationId="{8FEB7387-4FC0-5249-76A6-5D918BB005BE}"/>
          </ac:spMkLst>
        </pc:spChg>
        <pc:picChg chg="add mod">
          <ac:chgData name="Mohammad Salman" userId="cfd6754c-e613-4f6f-bb98-36aef69d8c31" providerId="ADAL" clId="{38B11B1C-C3D7-415F-9723-685759B3819C}" dt="2023-09-17T14:06:27.561" v="8973" actId="1076"/>
          <ac:picMkLst>
            <pc:docMk/>
            <pc:sldMk cId="3831749207" sldId="344"/>
            <ac:picMk id="5" creationId="{83F0C134-E5BC-03C8-9171-D0319F8F33A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C312F-D422-446D-BA9A-B803C53EDD4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3275D-E5B7-4660-BCBF-FB919649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1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arguments and function overloading.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B3275D-E5B7-4660-BCBF-FB919649ACF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79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8282-5E55-8738-32D0-5417DA423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0FC12-940C-ED2E-0683-BA1DAC3D4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566DD-8C29-5A66-E68D-D39AD4891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530DE-0383-B96C-4810-FEC3E1B20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15148-A1DB-AE70-FB05-37A17476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2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DEA3-84BF-4C11-556D-E6F8CCD9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D5188-06DC-D81D-09D6-106DBB9D6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5CF28-7C25-9825-4206-BB875D9EA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41C03-2235-26AA-6206-B0F9F7BDC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73A4-6F3D-F32E-61A2-0FE3C242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70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3379-C2B1-E006-3B9D-561D523D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E5B3E-B637-9ECB-4D99-952075385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20467-AB37-B2D4-9F36-1FAED0C6F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09F32-49D7-4690-9947-1CFE63965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0D1F6-1045-35B5-AF34-C780B8DD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59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A05C-74E3-5FC3-BC15-069EC1F8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D80BD-A9B8-AB38-986A-02BD834DE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E3F75-5345-682A-6134-E89C758A8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31793-19B5-0DE6-D410-AE853AFC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06F9D-DAD0-5D54-79D9-33ECE932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7FE6C-EDE0-12CB-9040-46678AF3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4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D8C4F-CBC2-8A80-CEB1-8929ABBD4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351DB-1DEF-9E94-808A-41F64D473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19C08-4789-B52A-2D62-03C56F9D8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3A45B-D186-0F12-2E51-718A199CF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71864-FFAE-91E3-7A51-D5C27338A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D1324-CE7C-D2D7-6452-F1E22A03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ECAC82-FBB0-50E4-A10F-666A9887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1CA22-A2BF-7799-90C6-AC9B9477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0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92ED4-A656-DE17-282B-2FE424FF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B408E3-EC0F-9058-EF83-7D89E0F4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3BBC2-86F2-8B47-B2EC-3911E4E0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0A3B3-68AC-EF33-ACC2-40862E53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CD402-8A21-ABB9-8CAA-F2F8A555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59CC91-C6A8-F3CD-3F99-A94494AF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55D76-6B0D-2DB8-B4EC-4C82BBD6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8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57B3-A0CE-1DA5-A55E-57689EB2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9797D-30C8-1ADE-F399-979E8E55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823BF-3FEB-08F5-545F-F0A8E8D41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EA9EE-0419-DC06-1968-24E94C06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78516-9341-FD33-D59D-2E0701A42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5E8AB-F9CE-8DE6-3FF9-B83E014A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4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5BF4-F0C4-1764-AB75-06C814D37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970400-C69F-303F-48E6-DD4AC6F1C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C463C-49E0-1E30-D490-67335B6E9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8D83A-5DB1-086C-EE7B-23F53EF6E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51302-0DA0-F29E-3C8C-0006BEC85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AE0D2-1743-E9A7-49E7-D04B1C4D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78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4DD3-0D1B-BE90-CF42-7EC8428B4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BFF00-BC79-719E-402C-A4082556F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82C0-532B-38C2-255F-DF071562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AA100-00FB-41E9-9DD9-33A034F7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82A68-4774-00D4-AF77-204C4184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2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62CC0C-4FE9-2628-1BAF-7F2613DDA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8B4F4-6DFA-64B7-9ADC-97BC1C05A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80712-C522-0DC4-1537-F9F4EDF9A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A9094-C04B-EAEE-1C27-79499C7B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B82ED-9C7B-5B04-3797-60602FCE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97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AB0D1-E764-BA00-376A-6CB02C21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8F263-F8AD-FBA2-AEAC-7E0B1ECF7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840D4-2121-A514-2F8E-C655D1CE9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63139-0BD4-44E9-91D6-FFB34F8AEFA3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A7AF9-B04A-7E94-AD59-2E7275ABE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4CEA8-E3A5-BFBE-A626-59C23BB25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12273-6AA6-4EA9-B0F5-FEEB0D953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9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649F-DE11-C800-C929-42C22F8D61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6A400-27FB-4A96-141F-3527E55E16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Mohammad Salman</a:t>
            </a:r>
          </a:p>
          <a:p>
            <a:r>
              <a:rPr lang="en-US" i="1" dirty="0"/>
              <a:t>Dean’s Fellow</a:t>
            </a:r>
          </a:p>
        </p:txBody>
      </p:sp>
    </p:spTree>
    <p:extLst>
      <p:ext uri="{BB962C8B-B14F-4D97-AF65-F5344CB8AC3E}">
        <p14:creationId xmlns:p14="http://schemas.microsoft.com/office/powerpoint/2010/main" val="361235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324AE7-CE47-F6A7-A3AF-51D403776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 Declarations and Definitions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A34EE1-389F-5B3B-CB45-1FA12C62B5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Functions can be declared?</a:t>
            </a:r>
          </a:p>
        </p:txBody>
      </p:sp>
    </p:spTree>
    <p:extLst>
      <p:ext uri="{BB962C8B-B14F-4D97-AF65-F5344CB8AC3E}">
        <p14:creationId xmlns:p14="http://schemas.microsoft.com/office/powerpoint/2010/main" val="3365419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7EE404-6420-5E86-FC0B-3A350D37EF69}"/>
              </a:ext>
            </a:extLst>
          </p:cNvPr>
          <p:cNvSpPr txBox="1"/>
          <p:nvPr/>
        </p:nvSpPr>
        <p:spPr>
          <a:xfrm>
            <a:off x="637953" y="643180"/>
            <a:ext cx="286015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Function definitions should come before defining </a:t>
            </a:r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Otherwise, compiler complains.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1DDC89-AF5D-73A4-51AA-8FE09F1FD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236" y="165685"/>
            <a:ext cx="7921899" cy="3263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A8538D-5E3D-90DE-FCCA-D45727550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86" y="3672307"/>
            <a:ext cx="10037827" cy="28454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B047027-7BB9-E3E2-068F-92F6BD3F0518}"/>
              </a:ext>
            </a:extLst>
          </p:cNvPr>
          <p:cNvSpPr/>
          <p:nvPr/>
        </p:nvSpPr>
        <p:spPr>
          <a:xfrm>
            <a:off x="903767" y="4412512"/>
            <a:ext cx="7517219" cy="1010093"/>
          </a:xfrm>
          <a:prstGeom prst="rect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52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DCC4-4EA8-50E0-57E8-E676C6BA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Definitions before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79F3E-2D4F-A87B-08ED-38E9F533B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Compilers, for the most part, scan your code </a:t>
            </a:r>
            <a:r>
              <a:rPr lang="en-US" b="1" dirty="0"/>
              <a:t>from top to bottom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So the function definition hasn’t been seen before the function is called. </a:t>
            </a:r>
          </a:p>
          <a:p>
            <a:pPr lvl="1"/>
            <a:r>
              <a:rPr lang="en-US" dirty="0"/>
              <a:t>Call is in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Definition is after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Therefore, an error is raised.</a:t>
            </a:r>
          </a:p>
          <a:p>
            <a:endParaRPr lang="en-US" dirty="0"/>
          </a:p>
          <a:p>
            <a:r>
              <a:rPr lang="en-US" dirty="0"/>
              <a:t>That is why we have been keeping the definitions before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672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DCC4-4EA8-50E0-57E8-E676C6BA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Definitions before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79F3E-2D4F-A87B-08ED-38E9F533B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However, in larger programs, performing this rearrangement can be difficult. </a:t>
            </a:r>
          </a:p>
          <a:p>
            <a:endParaRPr lang="en-US" dirty="0"/>
          </a:p>
          <a:p>
            <a:r>
              <a:rPr lang="en-US" dirty="0"/>
              <a:t>Sometimes it may be impossible to rearrange your functions in a way that definitions come before calls to them.</a:t>
            </a:r>
          </a:p>
          <a:p>
            <a:pPr lvl="1"/>
            <a:r>
              <a:rPr lang="en-US" dirty="0"/>
              <a:t>Example on next slide.</a:t>
            </a:r>
          </a:p>
        </p:txBody>
      </p:sp>
    </p:spTree>
    <p:extLst>
      <p:ext uri="{BB962C8B-B14F-4D97-AF65-F5344CB8AC3E}">
        <p14:creationId xmlns:p14="http://schemas.microsoft.com/office/powerpoint/2010/main" val="422893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1DC8CC-0405-DCAE-1D35-75F2B9214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90" y="671672"/>
            <a:ext cx="2729621" cy="5216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986A2C-0CAF-107D-3421-98242AACB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34" y="1755110"/>
            <a:ext cx="8222394" cy="153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1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E95855-F400-52B1-647D-83FCCD5A4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7" y="290057"/>
            <a:ext cx="7485834" cy="4831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45D77D-FC57-DFA1-ACA3-BC78DA8BE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502" y="3276507"/>
            <a:ext cx="4443061" cy="11934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E680F8-79D6-2C85-9B15-3A6770613225}"/>
              </a:ext>
            </a:extLst>
          </p:cNvPr>
          <p:cNvSpPr txBox="1"/>
          <p:nvPr/>
        </p:nvSpPr>
        <p:spPr>
          <a:xfrm>
            <a:off x="8307829" y="1066234"/>
            <a:ext cx="297711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Make use of </a:t>
            </a:r>
            <a:r>
              <a:rPr lang="en-US" sz="2400" b="1" dirty="0"/>
              <a:t>function declarations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8347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8F9F-0A63-915B-A1B6-1D453056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Declaration (or Function Prototype)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6DF4B-9856-7AA2-8AF2-CB7B059F7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function declaration </a:t>
            </a:r>
            <a:r>
              <a:rPr lang="en-US" dirty="0"/>
              <a:t>tells the compiler that a function exists.</a:t>
            </a:r>
          </a:p>
          <a:p>
            <a:pPr lvl="1"/>
            <a:r>
              <a:rPr lang="en-US" dirty="0"/>
              <a:t>And we will provide the definition somewhere else.</a:t>
            </a:r>
          </a:p>
          <a:p>
            <a:pPr lvl="1"/>
            <a:r>
              <a:rPr lang="en-US" i="1" dirty="0">
                <a:solidFill>
                  <a:schemeClr val="accent1"/>
                </a:solidFill>
              </a:rPr>
              <a:t>And you must! Otherwise </a:t>
            </a:r>
            <a:r>
              <a:rPr lang="en-US" b="1" i="1" dirty="0">
                <a:solidFill>
                  <a:schemeClr val="accent1"/>
                </a:solidFill>
              </a:rPr>
              <a:t>errors</a:t>
            </a:r>
            <a:r>
              <a:rPr lang="en-US" i="1" dirty="0">
                <a:solidFill>
                  <a:schemeClr val="accent1"/>
                </a:solidFill>
              </a:rPr>
              <a:t>.</a:t>
            </a:r>
          </a:p>
          <a:p>
            <a:endParaRPr lang="en-US" dirty="0"/>
          </a:p>
          <a:p>
            <a:r>
              <a:rPr lang="en-US" dirty="0"/>
              <a:t>This puts the compiler at ease.</a:t>
            </a:r>
          </a:p>
          <a:p>
            <a:endParaRPr lang="en-US" dirty="0"/>
          </a:p>
          <a:p>
            <a:r>
              <a:rPr lang="en-US" dirty="0"/>
              <a:t>So now, you could have a function definition that is present, </a:t>
            </a:r>
          </a:p>
          <a:p>
            <a:pPr lvl="1"/>
            <a:r>
              <a:rPr lang="en-US" dirty="0"/>
              <a:t>after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dirty="0"/>
              <a:t>, or, </a:t>
            </a:r>
          </a:p>
          <a:p>
            <a:pPr lvl="1"/>
            <a:r>
              <a:rPr lang="en-US" dirty="0"/>
              <a:t>even in some separate file.</a:t>
            </a:r>
          </a:p>
        </p:txBody>
      </p:sp>
    </p:spTree>
    <p:extLst>
      <p:ext uri="{BB962C8B-B14F-4D97-AF65-F5344CB8AC3E}">
        <p14:creationId xmlns:p14="http://schemas.microsoft.com/office/powerpoint/2010/main" val="437446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8F9F-0A63-915B-A1B6-1D453056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Declaration (or Function Prototype)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6DF4B-9856-7AA2-8AF2-CB7B059F7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function declaration consists of the following.</a:t>
            </a:r>
          </a:p>
          <a:p>
            <a:pPr lvl="1"/>
            <a:r>
              <a:rPr lang="en-US" dirty="0"/>
              <a:t>Function’s return type</a:t>
            </a:r>
            <a:endParaRPr lang="en-US" b="1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lvl="1"/>
            <a:r>
              <a:rPr lang="en-US" dirty="0"/>
              <a:t>Function’s name, and</a:t>
            </a:r>
            <a:endParaRPr lang="en-US" b="1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lvl="1"/>
            <a:r>
              <a:rPr lang="en-US" dirty="0"/>
              <a:t>Function’s parameter types</a:t>
            </a:r>
            <a:endParaRPr lang="en-US" b="1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lvl="1"/>
            <a:r>
              <a:rPr lang="en-US" dirty="0"/>
              <a:t>A semicolon at the very end.</a:t>
            </a:r>
            <a:endParaRPr lang="en-US" b="1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lvl="1"/>
            <a:endParaRPr lang="en-US" b="1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add(int x, int y);</a:t>
            </a:r>
          </a:p>
          <a:p>
            <a:pPr lvl="1"/>
            <a:endParaRPr lang="en-US" dirty="0"/>
          </a:p>
          <a:p>
            <a:r>
              <a:rPr lang="en-US" dirty="0"/>
              <a:t>The function body </a:t>
            </a:r>
            <a:r>
              <a:rPr lang="en-US" b="1" dirty="0"/>
              <a:t>is not </a:t>
            </a:r>
            <a:r>
              <a:rPr lang="en-US" dirty="0"/>
              <a:t>included in the declaration.</a:t>
            </a:r>
          </a:p>
          <a:p>
            <a:endParaRPr lang="en-US" dirty="0"/>
          </a:p>
          <a:p>
            <a:r>
              <a:rPr lang="en-US" dirty="0"/>
              <a:t>This idea is referred to as </a:t>
            </a:r>
            <a:r>
              <a:rPr lang="en-US" b="1" dirty="0"/>
              <a:t>forward declaration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compiler is made aware of the existence of a function before defining it.</a:t>
            </a:r>
          </a:p>
        </p:txBody>
      </p:sp>
    </p:spTree>
    <p:extLst>
      <p:ext uri="{BB962C8B-B14F-4D97-AF65-F5344CB8AC3E}">
        <p14:creationId xmlns:p14="http://schemas.microsoft.com/office/powerpoint/2010/main" val="148886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DBBB79-5470-EFE7-541E-8591334225B3}"/>
              </a:ext>
            </a:extLst>
          </p:cNvPr>
          <p:cNvSpPr txBox="1"/>
          <p:nvPr/>
        </p:nvSpPr>
        <p:spPr>
          <a:xfrm>
            <a:off x="6621699" y="1506274"/>
            <a:ext cx="4533271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This is the error that you get if you forget to provide the function definition.</a:t>
            </a:r>
          </a:p>
          <a:p>
            <a:r>
              <a:rPr lang="en-US" sz="2400" dirty="0"/>
              <a:t>You’ve failed to fulfil the promise you made to the compiler.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A1102A-8C16-D411-413F-42176D6B5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14" y="310490"/>
            <a:ext cx="5515593" cy="35918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6D3322-0635-1540-B2A2-20BDA6E02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029" y="3994102"/>
            <a:ext cx="10117941" cy="156966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23F9F88-440D-3AB3-069C-6833F3E71D68}"/>
              </a:ext>
            </a:extLst>
          </p:cNvPr>
          <p:cNvSpPr/>
          <p:nvPr/>
        </p:nvSpPr>
        <p:spPr>
          <a:xfrm>
            <a:off x="905411" y="4720856"/>
            <a:ext cx="10381178" cy="754911"/>
          </a:xfrm>
          <a:prstGeom prst="rect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47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D6B7-F56C-65DC-7823-63C095B99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D651C-2818-C8F7-6C08-22BB770B3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already seen in your </a:t>
            </a:r>
            <a:r>
              <a:rPr lang="en-US" dirty="0" err="1"/>
              <a:t>homeworks</a:t>
            </a:r>
            <a:r>
              <a:rPr lang="en-US" dirty="0"/>
              <a:t> how big programs are organized into multiple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.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cpp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dirty="0"/>
              <a:t>files (and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.h</a:t>
            </a:r>
            <a:r>
              <a:rPr lang="en-US" dirty="0"/>
              <a:t> or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.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hpp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dirty="0"/>
              <a:t>files).</a:t>
            </a:r>
          </a:p>
          <a:p>
            <a:endParaRPr lang="en-US" dirty="0"/>
          </a:p>
          <a:p>
            <a:r>
              <a:rPr lang="en-US" dirty="0"/>
              <a:t>Splitting your source code into multiple files allows for better organization and software management.</a:t>
            </a:r>
          </a:p>
          <a:p>
            <a:endParaRPr lang="en-US" dirty="0"/>
          </a:p>
          <a:p>
            <a:r>
              <a:rPr lang="en-US" i="1" dirty="0">
                <a:solidFill>
                  <a:schemeClr val="accent1"/>
                </a:solidFill>
              </a:rPr>
              <a:t>What we just saw enables this.</a:t>
            </a:r>
          </a:p>
        </p:txBody>
      </p:sp>
    </p:spTree>
    <p:extLst>
      <p:ext uri="{BB962C8B-B14F-4D97-AF65-F5344CB8AC3E}">
        <p14:creationId xmlns:p14="http://schemas.microsoft.com/office/powerpoint/2010/main" val="3671843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D6B7-F56C-65DC-7823-63C095B99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D651C-2818-C8F7-6C08-22BB770B3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you will have something like this.</a:t>
            </a:r>
          </a:p>
          <a:p>
            <a:endParaRPr lang="en-US" dirty="0"/>
          </a:p>
          <a:p>
            <a:r>
              <a:rPr lang="en-US" i="1" dirty="0"/>
              <a:t>Going to the code editor.</a:t>
            </a:r>
          </a:p>
        </p:txBody>
      </p:sp>
    </p:spTree>
    <p:extLst>
      <p:ext uri="{BB962C8B-B14F-4D97-AF65-F5344CB8AC3E}">
        <p14:creationId xmlns:p14="http://schemas.microsoft.com/office/powerpoint/2010/main" val="2956522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D6B7-F56C-65DC-7823-63C095B99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D651C-2818-C8F7-6C08-22BB770B3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compile multiple source files using your terminal, we can do the following.</a:t>
            </a:r>
          </a:p>
          <a:p>
            <a:pPr lvl="1"/>
            <a:r>
              <a:rPr lang="en-US" dirty="0"/>
              <a:t>You can add all other flags/options as well.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g++ main.cpp add.cpp -o main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565250-43AA-3DF2-9CAF-DD27446F6917}"/>
              </a:ext>
            </a:extLst>
          </p:cNvPr>
          <p:cNvSpPr/>
          <p:nvPr/>
        </p:nvSpPr>
        <p:spPr>
          <a:xfrm>
            <a:off x="5348177" y="3585844"/>
            <a:ext cx="1637414" cy="536944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85760-E0D0-BBB2-A870-C01F40CC4775}"/>
              </a:ext>
            </a:extLst>
          </p:cNvPr>
          <p:cNvSpPr txBox="1"/>
          <p:nvPr/>
        </p:nvSpPr>
        <p:spPr>
          <a:xfrm>
            <a:off x="7471499" y="2884820"/>
            <a:ext cx="2850943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This ends up being the name of your executable. 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If you don’t use this, you will get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a.exe</a:t>
            </a:r>
            <a:r>
              <a:rPr lang="en-US" sz="24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B6ADD7-5DEE-1988-DEE1-6C9A80FB1506}"/>
              </a:ext>
            </a:extLst>
          </p:cNvPr>
          <p:cNvSpPr/>
          <p:nvPr/>
        </p:nvSpPr>
        <p:spPr>
          <a:xfrm>
            <a:off x="1672857" y="3585844"/>
            <a:ext cx="3568994" cy="536944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6B592-3985-CD79-19E9-E53FD66ADC7A}"/>
              </a:ext>
            </a:extLst>
          </p:cNvPr>
          <p:cNvSpPr txBox="1"/>
          <p:nvPr/>
        </p:nvSpPr>
        <p:spPr>
          <a:xfrm>
            <a:off x="1720703" y="4590590"/>
            <a:ext cx="3473301" cy="15696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These are all your </a:t>
            </a:r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.</a:t>
            </a:r>
            <a:r>
              <a:rPr lang="en-US" sz="2400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cpp</a:t>
            </a:r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2400" dirty="0">
                <a:solidFill>
                  <a:srgbClr val="00B050"/>
                </a:solidFill>
              </a:rPr>
              <a:t>files with all your source code that you need to compile.</a:t>
            </a:r>
          </a:p>
        </p:txBody>
      </p:sp>
    </p:spTree>
    <p:extLst>
      <p:ext uri="{BB962C8B-B14F-4D97-AF65-F5344CB8AC3E}">
        <p14:creationId xmlns:p14="http://schemas.microsoft.com/office/powerpoint/2010/main" val="2830426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D6B7-F56C-65DC-7823-63C095B99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D651C-2818-C8F7-6C08-22BB770B3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to compile all of your source files, then knowing about this shortcut could be helpful.</a:t>
            </a:r>
          </a:p>
          <a:p>
            <a:pPr marL="0" indent="0">
              <a:buNone/>
            </a:pPr>
            <a:endParaRPr lang="en-US" b="1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g++ *.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cpp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 -o main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C9D8A8-6677-5926-7433-D02D73BAEB54}"/>
              </a:ext>
            </a:extLst>
          </p:cNvPr>
          <p:cNvSpPr/>
          <p:nvPr/>
        </p:nvSpPr>
        <p:spPr>
          <a:xfrm>
            <a:off x="1704755" y="3160528"/>
            <a:ext cx="1251096" cy="536944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1D878-A048-B170-A7CE-EB1DE813D2BD}"/>
              </a:ext>
            </a:extLst>
          </p:cNvPr>
          <p:cNvSpPr txBox="1"/>
          <p:nvPr/>
        </p:nvSpPr>
        <p:spPr>
          <a:xfrm>
            <a:off x="1752601" y="4165274"/>
            <a:ext cx="3473301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The asterisk indicates that you want to compile all files that end in </a:t>
            </a:r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.</a:t>
            </a:r>
            <a:r>
              <a:rPr lang="en-US" sz="2400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cpp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007064-7031-24B2-47FB-A1EC3BA5A9BC}"/>
              </a:ext>
            </a:extLst>
          </p:cNvPr>
          <p:cNvSpPr txBox="1"/>
          <p:nvPr/>
        </p:nvSpPr>
        <p:spPr>
          <a:xfrm>
            <a:off x="7746978" y="3903664"/>
            <a:ext cx="2692421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Code editor…</a:t>
            </a:r>
          </a:p>
        </p:txBody>
      </p:sp>
    </p:spTree>
    <p:extLst>
      <p:ext uri="{BB962C8B-B14F-4D97-AF65-F5344CB8AC3E}">
        <p14:creationId xmlns:p14="http://schemas.microsoft.com/office/powerpoint/2010/main" val="508864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F9DD-3CBC-2249-9E6A-1D006ABA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Preprocessor Directives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E711-ADDA-07BD-5C28-2B24EBE1D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There are many.</a:t>
            </a:r>
          </a:p>
          <a:p>
            <a:pPr lvl="1"/>
            <a:r>
              <a:rPr lang="en-US" dirty="0"/>
              <a:t>An example is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#include</a:t>
            </a:r>
          </a:p>
          <a:p>
            <a:pPr lvl="1"/>
            <a:r>
              <a:rPr lang="en-US" dirty="0"/>
              <a:t>Copies the contents from the specified file and pastes it into the file where you have used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#include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#include &lt;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header_file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&gt; </a:t>
            </a:r>
            <a:r>
              <a:rPr lang="en-US" dirty="0"/>
              <a:t>or, </a:t>
            </a:r>
          </a:p>
          <a:p>
            <a:pPr marL="0" indent="0">
              <a:buNone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#include ”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header_file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”</a:t>
            </a:r>
          </a:p>
          <a:p>
            <a:endParaRPr lang="en-US" dirty="0"/>
          </a:p>
          <a:p>
            <a:r>
              <a:rPr lang="en-US" dirty="0"/>
              <a:t>Use angle brackets when the file is built-in, or from a third-party.</a:t>
            </a:r>
          </a:p>
          <a:p>
            <a:r>
              <a:rPr lang="en-US" dirty="0"/>
              <a:t>Use double quotes when you have created your own header file.</a:t>
            </a:r>
          </a:p>
        </p:txBody>
      </p:sp>
    </p:spTree>
    <p:extLst>
      <p:ext uri="{BB962C8B-B14F-4D97-AF65-F5344CB8AC3E}">
        <p14:creationId xmlns:p14="http://schemas.microsoft.com/office/powerpoint/2010/main" val="1385615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F9DD-3CBC-2249-9E6A-1D006ABA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Guards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E711-ADDA-07BD-5C28-2B24EBE1D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Ensure that the contents of a given header file are not copied </a:t>
            </a:r>
            <a:r>
              <a:rPr lang="en-US" b="1" dirty="0"/>
              <a:t>more than once </a:t>
            </a:r>
            <a:r>
              <a:rPr lang="en-US" dirty="0"/>
              <a:t>into </a:t>
            </a:r>
            <a:r>
              <a:rPr lang="en-US" b="1" dirty="0"/>
              <a:t>any single file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is to prevent duplicity of code, and this has many other benefits.</a:t>
            </a:r>
          </a:p>
          <a:p>
            <a:endParaRPr lang="en-US" dirty="0"/>
          </a:p>
          <a:p>
            <a:r>
              <a:rPr lang="en-US" dirty="0"/>
              <a:t>Have these guards in your header files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(.h)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#pragma once</a:t>
            </a:r>
          </a:p>
        </p:txBody>
      </p:sp>
    </p:spTree>
    <p:extLst>
      <p:ext uri="{BB962C8B-B14F-4D97-AF65-F5344CB8AC3E}">
        <p14:creationId xmlns:p14="http://schemas.microsoft.com/office/powerpoint/2010/main" val="1202256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F9DD-3CBC-2249-9E6A-1D006ABA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Guards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E711-ADDA-07BD-5C28-2B24EBE1D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also use the following in your header file.</a:t>
            </a:r>
          </a:p>
          <a:p>
            <a:pPr marL="0" indent="0">
              <a:buNone/>
            </a:pP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#ifndef MULTIFILE_ADD_H	</a:t>
            </a:r>
            <a:r>
              <a:rPr lang="en-US" sz="2000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some unique name</a:t>
            </a:r>
            <a:endParaRPr lang="en-US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#define MULTIFILE_ADD_H</a:t>
            </a:r>
          </a:p>
          <a:p>
            <a:pPr marL="0" indent="0">
              <a:buNone/>
            </a:pP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Contents of your header file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 add(</a:t>
            </a:r>
            <a:r>
              <a:rPr lang="en-US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 x, </a:t>
            </a:r>
            <a:r>
              <a:rPr lang="en-US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 y);</a:t>
            </a:r>
          </a:p>
          <a:p>
            <a:pPr marL="0" indent="0">
              <a:buNone/>
            </a:pP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2268088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F9DD-3CBC-2249-9E6A-1D006ABA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Guards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E711-ADDA-07BD-5C28-2B24EBE1D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will understand its importance, specifically, when you start working on your projects.</a:t>
            </a:r>
          </a:p>
        </p:txBody>
      </p:sp>
    </p:spTree>
    <p:extLst>
      <p:ext uri="{BB962C8B-B14F-4D97-AF65-F5344CB8AC3E}">
        <p14:creationId xmlns:p14="http://schemas.microsoft.com/office/powerpoint/2010/main" val="3141847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9AE370-4C2D-BDFF-ECB8-5A966E6B9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 Overloading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0ABD113-23C6-9268-11A2-7F9CD4C4AD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Functions can have the same name…</a:t>
            </a:r>
          </a:p>
        </p:txBody>
      </p:sp>
    </p:spTree>
    <p:extLst>
      <p:ext uri="{BB962C8B-B14F-4D97-AF65-F5344CB8AC3E}">
        <p14:creationId xmlns:p14="http://schemas.microsoft.com/office/powerpoint/2010/main" val="1783425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EB6DC90-D5E5-0494-7F92-1F1DB15E9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90" y="556047"/>
            <a:ext cx="5433531" cy="25932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BB9F84-C91D-917B-4529-96E564A7E0B6}"/>
              </a:ext>
            </a:extLst>
          </p:cNvPr>
          <p:cNvSpPr txBox="1"/>
          <p:nvPr/>
        </p:nvSpPr>
        <p:spPr>
          <a:xfrm>
            <a:off x="347803" y="3429000"/>
            <a:ext cx="5555504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You may need </a:t>
            </a:r>
            <a:r>
              <a:rPr lang="en-US" sz="2400" b="1" i="1" dirty="0">
                <a:solidFill>
                  <a:schemeClr val="accent1"/>
                </a:solidFill>
              </a:rPr>
              <a:t>more functions</a:t>
            </a:r>
            <a:r>
              <a:rPr lang="en-US" sz="2400" i="1" dirty="0">
                <a:solidFill>
                  <a:schemeClr val="accent1"/>
                </a:solidFill>
              </a:rPr>
              <a:t> that do a very similar task.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The problem is that you will have to come up with a </a:t>
            </a:r>
            <a:r>
              <a:rPr lang="en-US" sz="2400" b="1" i="1" dirty="0">
                <a:solidFill>
                  <a:schemeClr val="accent1"/>
                </a:solidFill>
              </a:rPr>
              <a:t>consistent naming scheme</a:t>
            </a:r>
            <a:r>
              <a:rPr lang="en-US" sz="2400" i="1" dirty="0">
                <a:solidFill>
                  <a:schemeClr val="accent1"/>
                </a:solidFill>
              </a:rPr>
              <a:t>, which can be a pain.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48CEE-714F-79EC-7584-81BC2597F1F4}"/>
              </a:ext>
            </a:extLst>
          </p:cNvPr>
          <p:cNvSpPr txBox="1"/>
          <p:nvPr/>
        </p:nvSpPr>
        <p:spPr>
          <a:xfrm>
            <a:off x="6558422" y="3429000"/>
            <a:ext cx="5555504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1"/>
                </a:solidFill>
              </a:rPr>
              <a:t>Function overloading</a:t>
            </a:r>
            <a:r>
              <a:rPr lang="en-US" sz="2400" i="1" dirty="0">
                <a:solidFill>
                  <a:schemeClr val="accent1"/>
                </a:solidFill>
              </a:rPr>
              <a:t> allows you to use the </a:t>
            </a:r>
            <a:r>
              <a:rPr lang="en-US" sz="2400" b="1" i="1" dirty="0">
                <a:solidFill>
                  <a:schemeClr val="accent1"/>
                </a:solidFill>
              </a:rPr>
              <a:t>same function name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There must be some </a:t>
            </a:r>
            <a:r>
              <a:rPr lang="en-US" sz="2400" b="1" i="1" dirty="0">
                <a:solidFill>
                  <a:schemeClr val="accent1"/>
                </a:solidFill>
              </a:rPr>
              <a:t>uniqueness</a:t>
            </a:r>
            <a:r>
              <a:rPr lang="en-US" sz="2400" i="1" dirty="0">
                <a:solidFill>
                  <a:schemeClr val="accent1"/>
                </a:solidFill>
              </a:rPr>
              <a:t>, so that the compiler could differentiate between the functions with same names.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DD0A818-CC28-AC58-B49C-6D16FDAD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066" y="556047"/>
            <a:ext cx="4720216" cy="2593276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D607EF04-7A81-C101-AE36-D184C1F41714}"/>
              </a:ext>
            </a:extLst>
          </p:cNvPr>
          <p:cNvSpPr/>
          <p:nvPr/>
        </p:nvSpPr>
        <p:spPr>
          <a:xfrm>
            <a:off x="6063156" y="1529955"/>
            <a:ext cx="692075" cy="6454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8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5ECD-571F-046F-9966-8B37C131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F4B54-03B0-9303-851A-8BE901D98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How to ensure uniqueness</a:t>
            </a:r>
            <a:r>
              <a:rPr lang="en-US" dirty="0"/>
              <a:t> so that the compiler could differentiate?</a:t>
            </a:r>
          </a:p>
          <a:p>
            <a:pPr lvl="1"/>
            <a:endParaRPr lang="en-US" dirty="0"/>
          </a:p>
          <a:p>
            <a:r>
              <a:rPr lang="en-US" b="1" u="sng" dirty="0"/>
              <a:t>Function’s Type Signature</a:t>
            </a:r>
            <a:r>
              <a:rPr lang="en-US" b="1" dirty="0"/>
              <a:t> (or </a:t>
            </a:r>
            <a:r>
              <a:rPr lang="en-US" b="1" u="sng" dirty="0"/>
              <a:t>Signature</a:t>
            </a:r>
            <a:r>
              <a:rPr lang="en-US" b="1" dirty="0"/>
              <a:t>)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Name of the function.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Number of parameters.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Data types of parameters.</a:t>
            </a:r>
          </a:p>
          <a:p>
            <a:pPr lvl="1"/>
            <a:r>
              <a:rPr lang="en-US" i="1" dirty="0">
                <a:solidFill>
                  <a:schemeClr val="accent1"/>
                </a:solidFill>
              </a:rPr>
              <a:t>One more thing (don’t worry for now).</a:t>
            </a:r>
          </a:p>
          <a:p>
            <a:endParaRPr lang="en-US" i="1" dirty="0"/>
          </a:p>
          <a:p>
            <a:r>
              <a:rPr lang="en-US" b="1" i="1" dirty="0">
                <a:solidFill>
                  <a:srgbClr val="FF0000"/>
                </a:solidFill>
              </a:rPr>
              <a:t>Return type </a:t>
            </a:r>
            <a:r>
              <a:rPr lang="en-US" dirty="0"/>
              <a:t>of a function </a:t>
            </a:r>
            <a:r>
              <a:rPr lang="en-US" b="1" u="sng" dirty="0">
                <a:solidFill>
                  <a:srgbClr val="FF0000"/>
                </a:solidFill>
              </a:rPr>
              <a:t>is not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part of the function signature.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0627D-3BCC-6BF2-43AF-9E0F849EC9E6}"/>
              </a:ext>
            </a:extLst>
          </p:cNvPr>
          <p:cNvSpPr txBox="1"/>
          <p:nvPr/>
        </p:nvSpPr>
        <p:spPr>
          <a:xfrm>
            <a:off x="8555663" y="63798"/>
            <a:ext cx="3572539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u="sng" dirty="0">
                <a:solidFill>
                  <a:schemeClr val="accent1"/>
                </a:solidFill>
              </a:rPr>
              <a:t>Note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For function overloading, the name becomes the same. So the compiler uses other parts to distinguish b/w overloads.</a:t>
            </a:r>
          </a:p>
        </p:txBody>
      </p:sp>
    </p:spTree>
    <p:extLst>
      <p:ext uri="{BB962C8B-B14F-4D97-AF65-F5344CB8AC3E}">
        <p14:creationId xmlns:p14="http://schemas.microsoft.com/office/powerpoint/2010/main" val="356652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17CEC3-1887-57F4-7F05-2A7C943DF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808539"/>
            <a:ext cx="3093206" cy="56875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84225-B888-E6F5-8F69-4C447D7C48AA}"/>
              </a:ext>
            </a:extLst>
          </p:cNvPr>
          <p:cNvSpPr txBox="1"/>
          <p:nvPr/>
        </p:nvSpPr>
        <p:spPr>
          <a:xfrm>
            <a:off x="3933179" y="3614244"/>
            <a:ext cx="3743528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It isn’t clear which function should the compiler call.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0CB161-AAAC-F37B-6FDE-4FDF148755AC}"/>
              </a:ext>
            </a:extLst>
          </p:cNvPr>
          <p:cNvSpPr/>
          <p:nvPr/>
        </p:nvSpPr>
        <p:spPr>
          <a:xfrm>
            <a:off x="1541721" y="5124896"/>
            <a:ext cx="1329070" cy="49973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451FE1-6A77-04C0-C05B-2EA29256D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179" y="1021199"/>
            <a:ext cx="7891720" cy="2306810"/>
          </a:xfrm>
          <a:prstGeom prst="rect">
            <a:avLst/>
          </a:prstGeom>
        </p:spPr>
      </p:pic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29FC4FD4-DCE5-5BA9-A11C-4946E44686CE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2870791" y="4029743"/>
            <a:ext cx="1062388" cy="1345018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1ADF14C-7B0B-CCB9-9D5C-D79F8A757E82}"/>
              </a:ext>
            </a:extLst>
          </p:cNvPr>
          <p:cNvSpPr txBox="1"/>
          <p:nvPr/>
        </p:nvSpPr>
        <p:spPr>
          <a:xfrm>
            <a:off x="7976622" y="3614244"/>
            <a:ext cx="3660671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In this case, you might just want to have different function names.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</a:t>
            </a:r>
            <a:r>
              <a:rPr lang="en-US" sz="24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fooInt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double </a:t>
            </a:r>
            <a:r>
              <a:rPr lang="en-US" sz="24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fooDouble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FD7472-7AFB-B526-DD02-CCFAB8C2DE4D}"/>
              </a:ext>
            </a:extLst>
          </p:cNvPr>
          <p:cNvSpPr txBox="1"/>
          <p:nvPr/>
        </p:nvSpPr>
        <p:spPr>
          <a:xfrm>
            <a:off x="2815200" y="83383"/>
            <a:ext cx="5896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>
                <a:solidFill>
                  <a:srgbClr val="FF0000"/>
                </a:solidFill>
              </a:rPr>
              <a:t>Return type </a:t>
            </a:r>
            <a:r>
              <a:rPr lang="en-US" sz="2400" dirty="0"/>
              <a:t>of a function </a:t>
            </a:r>
            <a:r>
              <a:rPr lang="en-US" sz="2400" b="1" u="sng" dirty="0">
                <a:solidFill>
                  <a:srgbClr val="FF0000"/>
                </a:solidFill>
              </a:rPr>
              <a:t>is not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part of the function signature.</a:t>
            </a:r>
          </a:p>
        </p:txBody>
      </p:sp>
    </p:spTree>
    <p:extLst>
      <p:ext uri="{BB962C8B-B14F-4D97-AF65-F5344CB8AC3E}">
        <p14:creationId xmlns:p14="http://schemas.microsoft.com/office/powerpoint/2010/main" val="260664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DE0FDE-B02E-2C05-7C2F-F03D65E32AEF}"/>
              </a:ext>
            </a:extLst>
          </p:cNvPr>
          <p:cNvSpPr txBox="1"/>
          <p:nvPr/>
        </p:nvSpPr>
        <p:spPr>
          <a:xfrm>
            <a:off x="727474" y="3555581"/>
            <a:ext cx="4942773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Varying the </a:t>
            </a:r>
            <a:r>
              <a:rPr lang="en-US" sz="2400" b="1" i="1" dirty="0">
                <a:solidFill>
                  <a:schemeClr val="accent1"/>
                </a:solidFill>
              </a:rPr>
              <a:t>number of parameters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2ED39D-FAD7-C184-4D50-9860B4D5B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54" y="780300"/>
            <a:ext cx="4325211" cy="25221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1E6CAB-3C8B-D6EC-2FCB-433080521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187" y="448671"/>
            <a:ext cx="4325211" cy="28537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5C5BFC-9BB8-2486-EBB9-32EB9C2FEE83}"/>
              </a:ext>
            </a:extLst>
          </p:cNvPr>
          <p:cNvSpPr txBox="1"/>
          <p:nvPr/>
        </p:nvSpPr>
        <p:spPr>
          <a:xfrm>
            <a:off x="6268405" y="3555581"/>
            <a:ext cx="4942773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Varying the </a:t>
            </a:r>
            <a:r>
              <a:rPr lang="en-US" sz="2400" b="1" i="1" dirty="0">
                <a:solidFill>
                  <a:schemeClr val="accent1"/>
                </a:solidFill>
              </a:rPr>
              <a:t>list of parameter types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598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043978-28E2-193B-B176-9B199F0661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Default Arguments</a:t>
            </a:r>
          </a:p>
        </p:txBody>
      </p:sp>
    </p:spTree>
    <p:extLst>
      <p:ext uri="{BB962C8B-B14F-4D97-AF65-F5344CB8AC3E}">
        <p14:creationId xmlns:p14="http://schemas.microsoft.com/office/powerpoint/2010/main" val="2600569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E0F6-42C8-E987-5EBA-9315924BC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Arguments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5A7B48-3E6B-B86F-6B90-C31341249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0667"/>
            <a:ext cx="7862572" cy="14515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5ADBBB-47E9-22C8-B501-D9438EEA22DD}"/>
              </a:ext>
            </a:extLst>
          </p:cNvPr>
          <p:cNvSpPr txBox="1"/>
          <p:nvPr/>
        </p:nvSpPr>
        <p:spPr>
          <a:xfrm>
            <a:off x="7382913" y="609182"/>
            <a:ext cx="338786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A default value of 10 has been set for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511EC6-23F2-59BF-A331-DAAED7F1F5D0}"/>
              </a:ext>
            </a:extLst>
          </p:cNvPr>
          <p:cNvSpPr/>
          <p:nvPr/>
        </p:nvSpPr>
        <p:spPr>
          <a:xfrm>
            <a:off x="3615070" y="1908314"/>
            <a:ext cx="1233376" cy="49973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EF17585-A1AD-DC75-6472-AD98921F9764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 flipV="1">
            <a:off x="4848446" y="1024681"/>
            <a:ext cx="2534467" cy="1133498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51D18835-936A-324E-B512-8B4428A26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90120"/>
            <a:ext cx="5352591" cy="258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91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B5A3-3C69-A3BC-26B7-B45851983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97" y="2129364"/>
            <a:ext cx="10985205" cy="4351338"/>
          </a:xfrm>
        </p:spPr>
        <p:txBody>
          <a:bodyPr>
            <a:normAutofit/>
          </a:bodyPr>
          <a:lstStyle/>
          <a:p>
            <a:r>
              <a:rPr lang="en-US" dirty="0"/>
              <a:t>In order to call this function, two arguments could be provided.</a:t>
            </a:r>
          </a:p>
          <a:p>
            <a:endParaRPr lang="en-US" dirty="0"/>
          </a:p>
          <a:p>
            <a:r>
              <a:rPr lang="en-US" dirty="0"/>
              <a:t>However, I may choose to </a:t>
            </a:r>
            <a:r>
              <a:rPr lang="en-US" b="1" dirty="0"/>
              <a:t>not </a:t>
            </a:r>
            <a:r>
              <a:rPr lang="en-US" dirty="0"/>
              <a:t>pass a value for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dirty="0"/>
              <a:t>, since a default value has been specified.</a:t>
            </a:r>
          </a:p>
          <a:p>
            <a:pPr lvl="1"/>
            <a:r>
              <a:rPr lang="en-US" dirty="0"/>
              <a:t>So I can pass one value for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x </a:t>
            </a:r>
            <a:r>
              <a:rPr lang="en-US" dirty="0"/>
              <a:t>only.</a:t>
            </a:r>
          </a:p>
          <a:p>
            <a:endParaRPr lang="en-US" dirty="0"/>
          </a:p>
          <a:p>
            <a:r>
              <a:rPr lang="en-US" dirty="0"/>
              <a:t>If I don’t pass a value for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dirty="0"/>
              <a:t>, it will have a </a:t>
            </a:r>
            <a:r>
              <a:rPr lang="en-US" b="1" dirty="0"/>
              <a:t>value of 10 (value of default argument)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AC0B4-8C88-3C8E-7DF1-90137454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84" y="267748"/>
            <a:ext cx="7862572" cy="14515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CA1B07-3561-02AA-2A5F-52189B328338}"/>
              </a:ext>
            </a:extLst>
          </p:cNvPr>
          <p:cNvSpPr/>
          <p:nvPr/>
        </p:nvSpPr>
        <p:spPr>
          <a:xfrm>
            <a:off x="4752754" y="155395"/>
            <a:ext cx="1233376" cy="49973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13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616708-293C-ED3D-819E-BBB381554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836" y="1476286"/>
            <a:ext cx="5533312" cy="1689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0B5E15-0B99-A4FE-14F8-DDCA81937C59}"/>
              </a:ext>
            </a:extLst>
          </p:cNvPr>
          <p:cNvSpPr txBox="1"/>
          <p:nvPr/>
        </p:nvSpPr>
        <p:spPr>
          <a:xfrm>
            <a:off x="7449454" y="1826932"/>
            <a:ext cx="4290987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NOTE ON SYNTAX</a:t>
            </a:r>
          </a:p>
          <a:p>
            <a:r>
              <a:rPr lang="en-US" sz="2400" i="1" dirty="0">
                <a:solidFill>
                  <a:schemeClr val="accent1"/>
                </a:solidFill>
              </a:rPr>
              <a:t>Braces will not work for default arguments.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Have to use 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y =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127690-0EC7-1887-3BB0-9B27C72DA5AC}"/>
              </a:ext>
            </a:extLst>
          </p:cNvPr>
          <p:cNvSpPr/>
          <p:nvPr/>
        </p:nvSpPr>
        <p:spPr>
          <a:xfrm>
            <a:off x="4061636" y="1352678"/>
            <a:ext cx="1371601" cy="49973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B244AE1B-4508-ABB2-C8B9-632234106046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5433237" y="1602543"/>
            <a:ext cx="2016217" cy="1378551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033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B44B5-EE5F-9F0A-B45A-928F21C6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</a:t>
            </a:r>
            <a:r>
              <a:rPr lang="en-US" b="1" dirty="0"/>
              <a:t>(Important)</a:t>
            </a:r>
            <a:r>
              <a:rPr lang="en-US" dirty="0"/>
              <a:t> Syntactical 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A5634-60EE-35A2-02EE-96ABDDE54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040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a parameter is given a default argument…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… all subsequent parameters (to the right) </a:t>
            </a:r>
            <a:r>
              <a:rPr lang="en-US" b="1" dirty="0"/>
              <a:t>must</a:t>
            </a:r>
            <a:r>
              <a:rPr lang="en-US" dirty="0"/>
              <a:t> also be given default arguments.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CC6B8-7276-CC73-AEDD-0DB5A73A0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14798"/>
            <a:ext cx="8866508" cy="1509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836428-8875-1944-B7DB-B5B48D8EE5E0}"/>
              </a:ext>
            </a:extLst>
          </p:cNvPr>
          <p:cNvSpPr txBox="1"/>
          <p:nvPr/>
        </p:nvSpPr>
        <p:spPr>
          <a:xfrm>
            <a:off x="8091377" y="2361321"/>
            <a:ext cx="3763925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400" i="1" dirty="0">
                <a:solidFill>
                  <a:schemeClr val="accent1"/>
                </a:solidFill>
              </a:rPr>
              <a:t> must also have a default argument.</a:t>
            </a:r>
            <a:endParaRPr lang="en-US" sz="24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400" b="1" dirty="0">
                <a:solidFill>
                  <a:schemeClr val="accent1"/>
                </a:solidFill>
                <a:ea typeface="Roboto Mono" panose="00000009000000000000" pitchFamily="49" charset="0"/>
              </a:rPr>
              <a:t>OR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400" i="1" dirty="0">
                <a:solidFill>
                  <a:schemeClr val="accent1"/>
                </a:solidFill>
                <a:ea typeface="Roboto Mono" panose="00000009000000000000" pitchFamily="49" charset="0"/>
              </a:rPr>
              <a:t> should be on the left of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4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  <a:endParaRPr lang="en-US" sz="2400" i="1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163ED-6D44-E902-7D07-F5EAF6D85656}"/>
              </a:ext>
            </a:extLst>
          </p:cNvPr>
          <p:cNvSpPr/>
          <p:nvPr/>
        </p:nvSpPr>
        <p:spPr>
          <a:xfrm>
            <a:off x="3487480" y="4001294"/>
            <a:ext cx="3040912" cy="49973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A2CC357D-0274-D1BE-53EC-E8B4AE4E0B5C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6528392" y="3146151"/>
            <a:ext cx="1562985" cy="1105008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219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A5634-60EE-35A2-02EE-96ABDDE54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46" y="143887"/>
            <a:ext cx="9011508" cy="54722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What will the following function call be interpreted as?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E5BBBC-3B91-98A8-6283-36F75A71A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14" y="691116"/>
            <a:ext cx="6242143" cy="33751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A66B9E-F64D-92AB-BBD7-11A181866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46" y="4110484"/>
            <a:ext cx="10448175" cy="105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5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BC6E07-5690-2AA9-4087-A0C840E2FC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750"/>
          <a:stretch/>
        </p:blipFill>
        <p:spPr>
          <a:xfrm>
            <a:off x="3824177" y="938673"/>
            <a:ext cx="4350488" cy="29565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3B185C-9717-67E0-88CD-271926C7D6E8}"/>
              </a:ext>
            </a:extLst>
          </p:cNvPr>
          <p:cNvSpPr txBox="1"/>
          <p:nvPr/>
        </p:nvSpPr>
        <p:spPr>
          <a:xfrm>
            <a:off x="2081392" y="204841"/>
            <a:ext cx="8029216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</a:rPr>
              <a:t>What will be the output of the following program?</a:t>
            </a:r>
            <a:endParaRPr lang="en-US" sz="2800" b="1" dirty="0">
              <a:solidFill>
                <a:srgbClr val="FF000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045FF3-DC79-C09B-56BA-DC5C2B401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949" y="938673"/>
            <a:ext cx="2479158" cy="15150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47E7D2-5CC1-9A84-CF2F-12CC0D88D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438" y="4003660"/>
            <a:ext cx="7850812" cy="24290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B73836-302D-9FD2-2437-B026F59E3E97}"/>
              </a:ext>
            </a:extLst>
          </p:cNvPr>
          <p:cNvSpPr txBox="1"/>
          <p:nvPr/>
        </p:nvSpPr>
        <p:spPr>
          <a:xfrm>
            <a:off x="203791" y="1724426"/>
            <a:ext cx="3049771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ea typeface="Roboto Mono" panose="00000009000000000000" pitchFamily="49" charset="0"/>
              </a:rPr>
              <a:t>Default arguments with function overloading</a:t>
            </a:r>
            <a:endParaRPr lang="en-US" sz="2800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95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370F-89D7-4AD2-785C-398ACA83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564D4-27DC-65D6-B791-03415D86A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will not work.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E7599-4B85-B1E6-2824-4AC00FF23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759" y="2389518"/>
            <a:ext cx="7982481" cy="236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57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829163-A0B6-5CFC-41FC-5B503E9F9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65" y="291210"/>
            <a:ext cx="4498515" cy="6275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C51471-5646-F6F7-F3F8-03A2150B6D04}"/>
              </a:ext>
            </a:extLst>
          </p:cNvPr>
          <p:cNvSpPr txBox="1"/>
          <p:nvPr/>
        </p:nvSpPr>
        <p:spPr>
          <a:xfrm>
            <a:off x="7327604" y="1990240"/>
            <a:ext cx="3049771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Roboto Mono" panose="00000009000000000000" pitchFamily="49" charset="0"/>
              </a:rPr>
              <a:t>Put the default argument in either prototype or the definition.</a:t>
            </a:r>
            <a:endParaRPr lang="en-US" sz="2800" i="1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0E3ECF-92BE-AD0A-6DF3-A73AC25E68D8}"/>
              </a:ext>
            </a:extLst>
          </p:cNvPr>
          <p:cNvSpPr/>
          <p:nvPr/>
        </p:nvSpPr>
        <p:spPr>
          <a:xfrm>
            <a:off x="3285460" y="1414130"/>
            <a:ext cx="1052624" cy="41467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A37CB2-45F9-0521-D31F-5D2921960A9B}"/>
              </a:ext>
            </a:extLst>
          </p:cNvPr>
          <p:cNvSpPr/>
          <p:nvPr/>
        </p:nvSpPr>
        <p:spPr>
          <a:xfrm>
            <a:off x="3285460" y="3706925"/>
            <a:ext cx="797442" cy="41467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5BA553-10DF-E304-0C7F-B26A4A2AF159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4338084" y="1626781"/>
            <a:ext cx="2989520" cy="1271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866E11-8208-CAD4-32B7-12DD9CB00E93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flipH="1">
            <a:off x="4082902" y="2898181"/>
            <a:ext cx="3244702" cy="1016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383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A90565-6EFE-D6CB-88A2-18A4821B3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59" y="2685181"/>
            <a:ext cx="11554282" cy="14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734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B6901-8EB5-079D-6C99-33EB88006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49D76-38B4-5716-4116-CBBA114BC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file.</a:t>
            </a:r>
          </a:p>
        </p:txBody>
      </p:sp>
    </p:spTree>
    <p:extLst>
      <p:ext uri="{BB962C8B-B14F-4D97-AF65-F5344CB8AC3E}">
        <p14:creationId xmlns:p14="http://schemas.microsoft.com/office/powerpoint/2010/main" val="1746455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4751</TotalTime>
  <Words>1112</Words>
  <Application>Microsoft Office PowerPoint</Application>
  <PresentationFormat>Widescreen</PresentationFormat>
  <Paragraphs>161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Roboto Mono</vt:lpstr>
      <vt:lpstr>Office Theme</vt:lpstr>
      <vt:lpstr>Functions</vt:lpstr>
      <vt:lpstr>Function Declarations and Definitions</vt:lpstr>
      <vt:lpstr>PowerPoint Presentation</vt:lpstr>
      <vt:lpstr>Function Definitions before main()</vt:lpstr>
      <vt:lpstr>Function Definitions before main()</vt:lpstr>
      <vt:lpstr>PowerPoint Presentation</vt:lpstr>
      <vt:lpstr>PowerPoint Presentation</vt:lpstr>
      <vt:lpstr>Function Declaration (or Function Prototype)</vt:lpstr>
      <vt:lpstr>Function Declaration (or Function Prototype)</vt:lpstr>
      <vt:lpstr>PowerPoint Presentation</vt:lpstr>
      <vt:lpstr>Organization of Source Code</vt:lpstr>
      <vt:lpstr>Organization of Source Code</vt:lpstr>
      <vt:lpstr>Organization of Source Code</vt:lpstr>
      <vt:lpstr>Organization of Source Code</vt:lpstr>
      <vt:lpstr>Preprocessor Directives</vt:lpstr>
      <vt:lpstr>Header Guards</vt:lpstr>
      <vt:lpstr>Header Guards</vt:lpstr>
      <vt:lpstr>Header Guards</vt:lpstr>
      <vt:lpstr>Function Overloading</vt:lpstr>
      <vt:lpstr>PowerPoint Presentation</vt:lpstr>
      <vt:lpstr>Function Overloading</vt:lpstr>
      <vt:lpstr>PowerPoint Presentation</vt:lpstr>
      <vt:lpstr>PowerPoint Presentation</vt:lpstr>
      <vt:lpstr>Default Arguments</vt:lpstr>
      <vt:lpstr>Default Arguments</vt:lpstr>
      <vt:lpstr>PowerPoint Presentation</vt:lpstr>
      <vt:lpstr>PowerPoint Presentation</vt:lpstr>
      <vt:lpstr>Another (Important) Syntactical Limitation</vt:lpstr>
      <vt:lpstr>PowerPoint Presentation</vt:lpstr>
      <vt:lpstr>PowerPoint Presentation</vt:lpstr>
      <vt:lpstr>Default Arguments</vt:lpstr>
      <vt:lpstr>PowerPoint Presentation</vt:lpstr>
      <vt:lpstr>PowerPoint Presentation</vt:lpstr>
      <vt:lpstr>Static Variables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Salman</dc:creator>
  <cp:lastModifiedBy>Mohammad Salman</cp:lastModifiedBy>
  <cp:revision>1</cp:revision>
  <dcterms:created xsi:type="dcterms:W3CDTF">2023-09-12T09:00:04Z</dcterms:created>
  <dcterms:modified xsi:type="dcterms:W3CDTF">2023-09-19T07:47:21Z</dcterms:modified>
</cp:coreProperties>
</file>