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7"/>
  </p:notesMasterIdLst>
  <p:sldIdLst>
    <p:sldId id="303" r:id="rId2"/>
    <p:sldId id="256" r:id="rId3"/>
    <p:sldId id="258" r:id="rId4"/>
    <p:sldId id="257" r:id="rId5"/>
    <p:sldId id="260" r:id="rId6"/>
    <p:sldId id="264" r:id="rId7"/>
    <p:sldId id="265" r:id="rId8"/>
    <p:sldId id="298" r:id="rId9"/>
    <p:sldId id="263" r:id="rId10"/>
    <p:sldId id="270" r:id="rId11"/>
    <p:sldId id="269" r:id="rId12"/>
    <p:sldId id="274" r:id="rId13"/>
    <p:sldId id="271" r:id="rId14"/>
    <p:sldId id="299" r:id="rId15"/>
    <p:sldId id="272" r:id="rId16"/>
    <p:sldId id="300" r:id="rId17"/>
    <p:sldId id="273" r:id="rId18"/>
    <p:sldId id="301" r:id="rId19"/>
    <p:sldId id="275" r:id="rId20"/>
    <p:sldId id="276" r:id="rId21"/>
    <p:sldId id="302" r:id="rId22"/>
    <p:sldId id="278" r:id="rId23"/>
    <p:sldId id="279" r:id="rId24"/>
    <p:sldId id="280" r:id="rId25"/>
    <p:sldId id="281" r:id="rId26"/>
    <p:sldId id="282" r:id="rId27"/>
    <p:sldId id="283" r:id="rId28"/>
    <p:sldId id="277" r:id="rId29"/>
    <p:sldId id="284" r:id="rId30"/>
    <p:sldId id="285" r:id="rId31"/>
    <p:sldId id="286" r:id="rId32"/>
    <p:sldId id="287" r:id="rId33"/>
    <p:sldId id="289" r:id="rId34"/>
    <p:sldId id="261" r:id="rId35"/>
    <p:sldId id="266" r:id="rId36"/>
    <p:sldId id="267" r:id="rId37"/>
    <p:sldId id="268" r:id="rId38"/>
    <p:sldId id="290" r:id="rId39"/>
    <p:sldId id="291" r:id="rId40"/>
    <p:sldId id="292" r:id="rId41"/>
    <p:sldId id="294" r:id="rId42"/>
    <p:sldId id="293" r:id="rId43"/>
    <p:sldId id="295" r:id="rId44"/>
    <p:sldId id="296" r:id="rId45"/>
    <p:sldId id="262"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83439" autoAdjust="0"/>
  </p:normalViewPr>
  <p:slideViewPr>
    <p:cSldViewPr snapToGrid="0">
      <p:cViewPr varScale="1">
        <p:scale>
          <a:sx n="71" d="100"/>
          <a:sy n="71" d="100"/>
        </p:scale>
        <p:origin x="1109" y="53"/>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65" d="100"/>
          <a:sy n="65" d="100"/>
        </p:scale>
        <p:origin x="3154" y="3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mad Salman" userId="cfd6754c-e613-4f6f-bb98-36aef69d8c31" providerId="ADAL" clId="{5827431D-65CA-4FB4-A1DC-701FF48A29F0}"/>
    <pc:docChg chg="undo redo custSel addSld delSld modSld sldOrd addSection delSection">
      <pc:chgData name="Mohammad Salman" userId="cfd6754c-e613-4f6f-bb98-36aef69d8c31" providerId="ADAL" clId="{5827431D-65CA-4FB4-A1DC-701FF48A29F0}" dt="2023-09-11T12:46:59.616" v="13011" actId="47"/>
      <pc:docMkLst>
        <pc:docMk/>
      </pc:docMkLst>
      <pc:sldChg chg="modSp new mod setBg">
        <pc:chgData name="Mohammad Salman" userId="cfd6754c-e613-4f6f-bb98-36aef69d8c31" providerId="ADAL" clId="{5827431D-65CA-4FB4-A1DC-701FF48A29F0}" dt="2023-09-11T06:57:06.401" v="11681"/>
        <pc:sldMkLst>
          <pc:docMk/>
          <pc:sldMk cId="7711879" sldId="256"/>
        </pc:sldMkLst>
        <pc:spChg chg="mod">
          <ac:chgData name="Mohammad Salman" userId="cfd6754c-e613-4f6f-bb98-36aef69d8c31" providerId="ADAL" clId="{5827431D-65CA-4FB4-A1DC-701FF48A29F0}" dt="2023-09-09T08:12:41.407" v="53" actId="2711"/>
          <ac:spMkLst>
            <pc:docMk/>
            <pc:sldMk cId="7711879" sldId="256"/>
            <ac:spMk id="2" creationId="{46238619-5EB0-3583-498C-DCF46E7D0A0C}"/>
          </ac:spMkLst>
        </pc:spChg>
        <pc:spChg chg="mod">
          <ac:chgData name="Mohammad Salman" userId="cfd6754c-e613-4f6f-bb98-36aef69d8c31" providerId="ADAL" clId="{5827431D-65CA-4FB4-A1DC-701FF48A29F0}" dt="2023-09-10T15:44:09.092" v="11437" actId="20577"/>
          <ac:spMkLst>
            <pc:docMk/>
            <pc:sldMk cId="7711879" sldId="256"/>
            <ac:spMk id="3" creationId="{8D84D93A-75EA-3C7B-0A31-25257FEF3600}"/>
          </ac:spMkLst>
        </pc:spChg>
      </pc:sldChg>
      <pc:sldChg chg="addSp delSp modSp new mod">
        <pc:chgData name="Mohammad Salman" userId="cfd6754c-e613-4f6f-bb98-36aef69d8c31" providerId="ADAL" clId="{5827431D-65CA-4FB4-A1DC-701FF48A29F0}" dt="2023-09-10T09:20:37.532" v="1444" actId="20577"/>
        <pc:sldMkLst>
          <pc:docMk/>
          <pc:sldMk cId="2904699112" sldId="257"/>
        </pc:sldMkLst>
        <pc:spChg chg="mod">
          <ac:chgData name="Mohammad Salman" userId="cfd6754c-e613-4f6f-bb98-36aef69d8c31" providerId="ADAL" clId="{5827431D-65CA-4FB4-A1DC-701FF48A29F0}" dt="2023-09-09T08:19:36.574" v="167" actId="20577"/>
          <ac:spMkLst>
            <pc:docMk/>
            <pc:sldMk cId="2904699112" sldId="257"/>
            <ac:spMk id="2" creationId="{0879F2DF-02D2-1E27-A07D-1F7424B8FA71}"/>
          </ac:spMkLst>
        </pc:spChg>
        <pc:spChg chg="mod">
          <ac:chgData name="Mohammad Salman" userId="cfd6754c-e613-4f6f-bb98-36aef69d8c31" providerId="ADAL" clId="{5827431D-65CA-4FB4-A1DC-701FF48A29F0}" dt="2023-09-10T09:20:37.532" v="1444" actId="20577"/>
          <ac:spMkLst>
            <pc:docMk/>
            <pc:sldMk cId="2904699112" sldId="257"/>
            <ac:spMk id="3" creationId="{C2F6B616-DC3E-0209-DD98-1E8E6A1A0846}"/>
          </ac:spMkLst>
        </pc:spChg>
        <pc:spChg chg="add del mod">
          <ac:chgData name="Mohammad Salman" userId="cfd6754c-e613-4f6f-bb98-36aef69d8c31" providerId="ADAL" clId="{5827431D-65CA-4FB4-A1DC-701FF48A29F0}" dt="2023-09-09T08:23:09.771" v="469" actId="11529"/>
          <ac:spMkLst>
            <pc:docMk/>
            <pc:sldMk cId="2904699112" sldId="257"/>
            <ac:spMk id="4" creationId="{E42835AC-0A59-A896-96B2-EB48FDCFF19D}"/>
          </ac:spMkLst>
        </pc:spChg>
        <pc:spChg chg="add del mod">
          <ac:chgData name="Mohammad Salman" userId="cfd6754c-e613-4f6f-bb98-36aef69d8c31" providerId="ADAL" clId="{5827431D-65CA-4FB4-A1DC-701FF48A29F0}" dt="2023-09-09T08:23:08.893" v="466" actId="767"/>
          <ac:spMkLst>
            <pc:docMk/>
            <pc:sldMk cId="2904699112" sldId="257"/>
            <ac:spMk id="5" creationId="{1F2BAB1F-0A24-B492-7676-F8EB6AA7F3A5}"/>
          </ac:spMkLst>
        </pc:spChg>
      </pc:sldChg>
      <pc:sldChg chg="addSp modSp add mod ord setBg modNotesTx">
        <pc:chgData name="Mohammad Salman" userId="cfd6754c-e613-4f6f-bb98-36aef69d8c31" providerId="ADAL" clId="{5827431D-65CA-4FB4-A1DC-701FF48A29F0}" dt="2023-09-11T06:43:35.546" v="11634" actId="114"/>
        <pc:sldMkLst>
          <pc:docMk/>
          <pc:sldMk cId="3037176170" sldId="258"/>
        </pc:sldMkLst>
        <pc:spChg chg="mod">
          <ac:chgData name="Mohammad Salman" userId="cfd6754c-e613-4f6f-bb98-36aef69d8c31" providerId="ADAL" clId="{5827431D-65CA-4FB4-A1DC-701FF48A29F0}" dt="2023-09-09T08:14:15.900" v="60" actId="404"/>
          <ac:spMkLst>
            <pc:docMk/>
            <pc:sldMk cId="3037176170" sldId="258"/>
            <ac:spMk id="4" creationId="{A5CAF068-DA62-0C8F-1157-62EAF831B206}"/>
          </ac:spMkLst>
        </pc:spChg>
        <pc:spChg chg="mod">
          <ac:chgData name="Mohammad Salman" userId="cfd6754c-e613-4f6f-bb98-36aef69d8c31" providerId="ADAL" clId="{5827431D-65CA-4FB4-A1DC-701FF48A29F0}" dt="2023-09-09T08:14:15.900" v="60" actId="404"/>
          <ac:spMkLst>
            <pc:docMk/>
            <pc:sldMk cId="3037176170" sldId="258"/>
            <ac:spMk id="5" creationId="{01132DDD-6B9C-3977-988A-5DC73FE53C03}"/>
          </ac:spMkLst>
        </pc:spChg>
        <pc:spChg chg="mod">
          <ac:chgData name="Mohammad Salman" userId="cfd6754c-e613-4f6f-bb98-36aef69d8c31" providerId="ADAL" clId="{5827431D-65CA-4FB4-A1DC-701FF48A29F0}" dt="2023-09-09T08:14:15.900" v="60" actId="404"/>
          <ac:spMkLst>
            <pc:docMk/>
            <pc:sldMk cId="3037176170" sldId="258"/>
            <ac:spMk id="6" creationId="{C717952B-3B59-64E7-C219-C439B1CE9A05}"/>
          </ac:spMkLst>
        </pc:spChg>
        <pc:spChg chg="mod">
          <ac:chgData name="Mohammad Salman" userId="cfd6754c-e613-4f6f-bb98-36aef69d8c31" providerId="ADAL" clId="{5827431D-65CA-4FB4-A1DC-701FF48A29F0}" dt="2023-09-09T08:14:15.900" v="60" actId="404"/>
          <ac:spMkLst>
            <pc:docMk/>
            <pc:sldMk cId="3037176170" sldId="258"/>
            <ac:spMk id="7" creationId="{DDE973A4-B224-2131-0B3E-9C862B4226B8}"/>
          </ac:spMkLst>
        </pc:spChg>
        <pc:spChg chg="add mod">
          <ac:chgData name="Mohammad Salman" userId="cfd6754c-e613-4f6f-bb98-36aef69d8c31" providerId="ADAL" clId="{5827431D-65CA-4FB4-A1DC-701FF48A29F0}" dt="2023-09-09T08:16:29.149" v="82" actId="207"/>
          <ac:spMkLst>
            <pc:docMk/>
            <pc:sldMk cId="3037176170" sldId="258"/>
            <ac:spMk id="8" creationId="{C55A1FA1-1D5D-ECEB-0D81-3486B29B9B5F}"/>
          </ac:spMkLst>
        </pc:spChg>
        <pc:spChg chg="mod">
          <ac:chgData name="Mohammad Salman" userId="cfd6754c-e613-4f6f-bb98-36aef69d8c31" providerId="ADAL" clId="{5827431D-65CA-4FB4-A1DC-701FF48A29F0}" dt="2023-09-09T08:14:15.900" v="60" actId="404"/>
          <ac:spMkLst>
            <pc:docMk/>
            <pc:sldMk cId="3037176170" sldId="258"/>
            <ac:spMk id="21" creationId="{74493F56-5EE5-8600-C1DC-8A4DAC6AE2E5}"/>
          </ac:spMkLst>
        </pc:spChg>
        <pc:spChg chg="mod">
          <ac:chgData name="Mohammad Salman" userId="cfd6754c-e613-4f6f-bb98-36aef69d8c31" providerId="ADAL" clId="{5827431D-65CA-4FB4-A1DC-701FF48A29F0}" dt="2023-09-09T08:14:15.900" v="60" actId="404"/>
          <ac:spMkLst>
            <pc:docMk/>
            <pc:sldMk cId="3037176170" sldId="258"/>
            <ac:spMk id="22" creationId="{050DD839-0B4B-3720-1BF4-17DD11CE938B}"/>
          </ac:spMkLst>
        </pc:spChg>
        <pc:spChg chg="mod">
          <ac:chgData name="Mohammad Salman" userId="cfd6754c-e613-4f6f-bb98-36aef69d8c31" providerId="ADAL" clId="{5827431D-65CA-4FB4-A1DC-701FF48A29F0}" dt="2023-09-09T08:14:15.900" v="60" actId="404"/>
          <ac:spMkLst>
            <pc:docMk/>
            <pc:sldMk cId="3037176170" sldId="258"/>
            <ac:spMk id="23" creationId="{25046785-E325-B749-3A0E-E62DD8978105}"/>
          </ac:spMkLst>
        </pc:spChg>
        <pc:spChg chg="mod">
          <ac:chgData name="Mohammad Salman" userId="cfd6754c-e613-4f6f-bb98-36aef69d8c31" providerId="ADAL" clId="{5827431D-65CA-4FB4-A1DC-701FF48A29F0}" dt="2023-09-09T08:14:15.900" v="60" actId="404"/>
          <ac:spMkLst>
            <pc:docMk/>
            <pc:sldMk cId="3037176170" sldId="258"/>
            <ac:spMk id="24" creationId="{376FD4EE-A2B7-065D-7554-2FE2767C0602}"/>
          </ac:spMkLst>
        </pc:spChg>
        <pc:spChg chg="mod">
          <ac:chgData name="Mohammad Salman" userId="cfd6754c-e613-4f6f-bb98-36aef69d8c31" providerId="ADAL" clId="{5827431D-65CA-4FB4-A1DC-701FF48A29F0}" dt="2023-09-09T08:14:15.900" v="60" actId="404"/>
          <ac:spMkLst>
            <pc:docMk/>
            <pc:sldMk cId="3037176170" sldId="258"/>
            <ac:spMk id="25" creationId="{639FFD3F-C40F-4F26-013A-2B67FC52E7D9}"/>
          </ac:spMkLst>
        </pc:spChg>
        <pc:spChg chg="mod">
          <ac:chgData name="Mohammad Salman" userId="cfd6754c-e613-4f6f-bb98-36aef69d8c31" providerId="ADAL" clId="{5827431D-65CA-4FB4-A1DC-701FF48A29F0}" dt="2023-09-09T08:14:15.900" v="60" actId="404"/>
          <ac:spMkLst>
            <pc:docMk/>
            <pc:sldMk cId="3037176170" sldId="258"/>
            <ac:spMk id="26" creationId="{E2B6BF21-7266-D767-23EB-2BEFBB63E437}"/>
          </ac:spMkLst>
        </pc:spChg>
        <pc:spChg chg="mod">
          <ac:chgData name="Mohammad Salman" userId="cfd6754c-e613-4f6f-bb98-36aef69d8c31" providerId="ADAL" clId="{5827431D-65CA-4FB4-A1DC-701FF48A29F0}" dt="2023-09-09T08:14:15.900" v="60" actId="404"/>
          <ac:spMkLst>
            <pc:docMk/>
            <pc:sldMk cId="3037176170" sldId="258"/>
            <ac:spMk id="36" creationId="{9818228C-3007-CCB6-2A67-47E15EE7044C}"/>
          </ac:spMkLst>
        </pc:spChg>
        <pc:spChg chg="mod">
          <ac:chgData name="Mohammad Salman" userId="cfd6754c-e613-4f6f-bb98-36aef69d8c31" providerId="ADAL" clId="{5827431D-65CA-4FB4-A1DC-701FF48A29F0}" dt="2023-09-09T08:14:15.900" v="60" actId="404"/>
          <ac:spMkLst>
            <pc:docMk/>
            <pc:sldMk cId="3037176170" sldId="258"/>
            <ac:spMk id="39" creationId="{C8CF2B2F-7A6B-6CB6-57B2-A47C7343E31C}"/>
          </ac:spMkLst>
        </pc:spChg>
        <pc:cxnChg chg="mod">
          <ac:chgData name="Mohammad Salman" userId="cfd6754c-e613-4f6f-bb98-36aef69d8c31" providerId="ADAL" clId="{5827431D-65CA-4FB4-A1DC-701FF48A29F0}" dt="2023-09-09T08:14:15.900" v="60" actId="404"/>
          <ac:cxnSpMkLst>
            <pc:docMk/>
            <pc:sldMk cId="3037176170" sldId="258"/>
            <ac:cxnSpMk id="9" creationId="{75E4B3EC-7CC2-3A30-DC9F-3E9CE47C48E7}"/>
          </ac:cxnSpMkLst>
        </pc:cxnChg>
        <pc:cxnChg chg="mod">
          <ac:chgData name="Mohammad Salman" userId="cfd6754c-e613-4f6f-bb98-36aef69d8c31" providerId="ADAL" clId="{5827431D-65CA-4FB4-A1DC-701FF48A29F0}" dt="2023-09-09T08:14:15.900" v="60" actId="404"/>
          <ac:cxnSpMkLst>
            <pc:docMk/>
            <pc:sldMk cId="3037176170" sldId="258"/>
            <ac:cxnSpMk id="10" creationId="{86F08F26-BCC8-A892-652D-D892AF56134C}"/>
          </ac:cxnSpMkLst>
        </pc:cxnChg>
        <pc:cxnChg chg="mod">
          <ac:chgData name="Mohammad Salman" userId="cfd6754c-e613-4f6f-bb98-36aef69d8c31" providerId="ADAL" clId="{5827431D-65CA-4FB4-A1DC-701FF48A29F0}" dt="2023-09-09T08:14:15.900" v="60" actId="404"/>
          <ac:cxnSpMkLst>
            <pc:docMk/>
            <pc:sldMk cId="3037176170" sldId="258"/>
            <ac:cxnSpMk id="18" creationId="{E88617E9-A865-4D6F-5601-F0D5C9E28D12}"/>
          </ac:cxnSpMkLst>
        </pc:cxnChg>
        <pc:cxnChg chg="mod">
          <ac:chgData name="Mohammad Salman" userId="cfd6754c-e613-4f6f-bb98-36aef69d8c31" providerId="ADAL" clId="{5827431D-65CA-4FB4-A1DC-701FF48A29F0}" dt="2023-09-09T08:14:23.753" v="61" actId="14100"/>
          <ac:cxnSpMkLst>
            <pc:docMk/>
            <pc:sldMk cId="3037176170" sldId="258"/>
            <ac:cxnSpMk id="40" creationId="{12E8968F-EDFA-661D-22BB-254C6CFA6D6C}"/>
          </ac:cxnSpMkLst>
        </pc:cxnChg>
      </pc:sldChg>
      <pc:sldChg chg="addSp modSp add del mod ord">
        <pc:chgData name="Mohammad Salman" userId="cfd6754c-e613-4f6f-bb98-36aef69d8c31" providerId="ADAL" clId="{5827431D-65CA-4FB4-A1DC-701FF48A29F0}" dt="2023-09-11T12:46:50.965" v="13010" actId="47"/>
        <pc:sldMkLst>
          <pc:docMk/>
          <pc:sldMk cId="3286472042" sldId="259"/>
        </pc:sldMkLst>
        <pc:spChg chg="add mod">
          <ac:chgData name="Mohammad Salman" userId="cfd6754c-e613-4f6f-bb98-36aef69d8c31" providerId="ADAL" clId="{5827431D-65CA-4FB4-A1DC-701FF48A29F0}" dt="2023-09-09T08:16:48.870" v="85" actId="14100"/>
          <ac:spMkLst>
            <pc:docMk/>
            <pc:sldMk cId="3286472042" sldId="259"/>
            <ac:spMk id="2" creationId="{3A4CCB58-0050-E69F-37B2-27E312E658FE}"/>
          </ac:spMkLst>
        </pc:spChg>
      </pc:sldChg>
      <pc:sldChg chg="addSp delSp modSp new mod modClrScheme chgLayout modNotesTx">
        <pc:chgData name="Mohammad Salman" userId="cfd6754c-e613-4f6f-bb98-36aef69d8c31" providerId="ADAL" clId="{5827431D-65CA-4FB4-A1DC-701FF48A29F0}" dt="2023-09-10T09:22:33.731" v="1587" actId="20577"/>
        <pc:sldMkLst>
          <pc:docMk/>
          <pc:sldMk cId="2839135086" sldId="260"/>
        </pc:sldMkLst>
        <pc:spChg chg="mod ord">
          <ac:chgData name="Mohammad Salman" userId="cfd6754c-e613-4f6f-bb98-36aef69d8c31" providerId="ADAL" clId="{5827431D-65CA-4FB4-A1DC-701FF48A29F0}" dt="2023-09-10T09:14:47.273" v="1040" actId="700"/>
          <ac:spMkLst>
            <pc:docMk/>
            <pc:sldMk cId="2839135086" sldId="260"/>
            <ac:spMk id="2" creationId="{AF9B0AA8-FF30-A07F-6CA5-6CACDC12C578}"/>
          </ac:spMkLst>
        </pc:spChg>
        <pc:spChg chg="mod ord">
          <ac:chgData name="Mohammad Salman" userId="cfd6754c-e613-4f6f-bb98-36aef69d8c31" providerId="ADAL" clId="{5827431D-65CA-4FB4-A1DC-701FF48A29F0}" dt="2023-09-10T09:22:33.731" v="1587" actId="20577"/>
          <ac:spMkLst>
            <pc:docMk/>
            <pc:sldMk cId="2839135086" sldId="260"/>
            <ac:spMk id="3" creationId="{F606B19F-81AE-BF16-9809-91CD62FE02FE}"/>
          </ac:spMkLst>
        </pc:spChg>
        <pc:spChg chg="add del mod ord">
          <ac:chgData name="Mohammad Salman" userId="cfd6754c-e613-4f6f-bb98-36aef69d8c31" providerId="ADAL" clId="{5827431D-65CA-4FB4-A1DC-701FF48A29F0}" dt="2023-09-10T09:14:50.303" v="1041" actId="478"/>
          <ac:spMkLst>
            <pc:docMk/>
            <pc:sldMk cId="2839135086" sldId="260"/>
            <ac:spMk id="6" creationId="{1D18532D-F43F-364F-29D5-851050B95917}"/>
          </ac:spMkLst>
        </pc:spChg>
        <pc:picChg chg="add del mod">
          <ac:chgData name="Mohammad Salman" userId="cfd6754c-e613-4f6f-bb98-36aef69d8c31" providerId="ADAL" clId="{5827431D-65CA-4FB4-A1DC-701FF48A29F0}" dt="2023-09-10T09:16:29.075" v="1044" actId="478"/>
          <ac:picMkLst>
            <pc:docMk/>
            <pc:sldMk cId="2839135086" sldId="260"/>
            <ac:picMk id="5" creationId="{9B3356A7-C89B-030D-4129-95B330DAF493}"/>
          </ac:picMkLst>
        </pc:picChg>
        <pc:picChg chg="add mod">
          <ac:chgData name="Mohammad Salman" userId="cfd6754c-e613-4f6f-bb98-36aef69d8c31" providerId="ADAL" clId="{5827431D-65CA-4FB4-A1DC-701FF48A29F0}" dt="2023-09-10T09:16:39.051" v="1047" actId="14100"/>
          <ac:picMkLst>
            <pc:docMk/>
            <pc:sldMk cId="2839135086" sldId="260"/>
            <ac:picMk id="8" creationId="{E4F61B22-6471-350D-4AB9-133538E64E73}"/>
          </ac:picMkLst>
        </pc:picChg>
      </pc:sldChg>
      <pc:sldChg chg="modSp new mod">
        <pc:chgData name="Mohammad Salman" userId="cfd6754c-e613-4f6f-bb98-36aef69d8c31" providerId="ADAL" clId="{5827431D-65CA-4FB4-A1DC-701FF48A29F0}" dt="2023-09-10T09:36:30.161" v="2789" actId="20577"/>
        <pc:sldMkLst>
          <pc:docMk/>
          <pc:sldMk cId="175957474" sldId="261"/>
        </pc:sldMkLst>
        <pc:spChg chg="mod">
          <ac:chgData name="Mohammad Salman" userId="cfd6754c-e613-4f6f-bb98-36aef69d8c31" providerId="ADAL" clId="{5827431D-65CA-4FB4-A1DC-701FF48A29F0}" dt="2023-09-09T09:25:30.607" v="657" actId="20577"/>
          <ac:spMkLst>
            <pc:docMk/>
            <pc:sldMk cId="175957474" sldId="261"/>
            <ac:spMk id="2" creationId="{0F454023-249F-CF2C-37C0-0E047C06873E}"/>
          </ac:spMkLst>
        </pc:spChg>
        <pc:spChg chg="mod">
          <ac:chgData name="Mohammad Salman" userId="cfd6754c-e613-4f6f-bb98-36aef69d8c31" providerId="ADAL" clId="{5827431D-65CA-4FB4-A1DC-701FF48A29F0}" dt="2023-09-10T09:36:30.161" v="2789" actId="20577"/>
          <ac:spMkLst>
            <pc:docMk/>
            <pc:sldMk cId="175957474" sldId="261"/>
            <ac:spMk id="3" creationId="{C3237515-FACC-13D3-1688-EEE44441181F}"/>
          </ac:spMkLst>
        </pc:spChg>
      </pc:sldChg>
      <pc:sldChg chg="modSp new mod ord setBg modNotesTx">
        <pc:chgData name="Mohammad Salman" userId="cfd6754c-e613-4f6f-bb98-36aef69d8c31" providerId="ADAL" clId="{5827431D-65CA-4FB4-A1DC-701FF48A29F0}" dt="2023-09-11T09:08:03.239" v="12684" actId="20577"/>
        <pc:sldMkLst>
          <pc:docMk/>
          <pc:sldMk cId="245030915" sldId="262"/>
        </pc:sldMkLst>
        <pc:spChg chg="mod">
          <ac:chgData name="Mohammad Salman" userId="cfd6754c-e613-4f6f-bb98-36aef69d8c31" providerId="ADAL" clId="{5827431D-65CA-4FB4-A1DC-701FF48A29F0}" dt="2023-09-09T09:27:23.284" v="690" actId="20577"/>
          <ac:spMkLst>
            <pc:docMk/>
            <pc:sldMk cId="245030915" sldId="262"/>
            <ac:spMk id="2" creationId="{C198A849-C2D8-4F51-A702-4C9AEC15B8B6}"/>
          </ac:spMkLst>
        </pc:spChg>
        <pc:spChg chg="mod">
          <ac:chgData name="Mohammad Salman" userId="cfd6754c-e613-4f6f-bb98-36aef69d8c31" providerId="ADAL" clId="{5827431D-65CA-4FB4-A1DC-701FF48A29F0}" dt="2023-09-11T09:08:03.239" v="12684" actId="20577"/>
          <ac:spMkLst>
            <pc:docMk/>
            <pc:sldMk cId="245030915" sldId="262"/>
            <ac:spMk id="3" creationId="{F8980A1A-7597-CE92-E1ED-CD36478ED8EA}"/>
          </ac:spMkLst>
        </pc:spChg>
      </pc:sldChg>
      <pc:sldChg chg="delSp modSp new mod modClrScheme modAnim chgLayout">
        <pc:chgData name="Mohammad Salman" userId="cfd6754c-e613-4f6f-bb98-36aef69d8c31" providerId="ADAL" clId="{5827431D-65CA-4FB4-A1DC-701FF48A29F0}" dt="2023-09-11T06:58:46.981" v="11738"/>
        <pc:sldMkLst>
          <pc:docMk/>
          <pc:sldMk cId="1942600051" sldId="263"/>
        </pc:sldMkLst>
        <pc:spChg chg="mod ord">
          <ac:chgData name="Mohammad Salman" userId="cfd6754c-e613-4f6f-bb98-36aef69d8c31" providerId="ADAL" clId="{5827431D-65CA-4FB4-A1DC-701FF48A29F0}" dt="2023-09-10T10:08:58.508" v="4397" actId="700"/>
          <ac:spMkLst>
            <pc:docMk/>
            <pc:sldMk cId="1942600051" sldId="263"/>
            <ac:spMk id="2" creationId="{33AE1CDA-FD53-A6B1-600F-BEDA303D1F93}"/>
          </ac:spMkLst>
        </pc:spChg>
        <pc:spChg chg="mod ord">
          <ac:chgData name="Mohammad Salman" userId="cfd6754c-e613-4f6f-bb98-36aef69d8c31" providerId="ADAL" clId="{5827431D-65CA-4FB4-A1DC-701FF48A29F0}" dt="2023-09-11T06:58:37.364" v="11737" actId="114"/>
          <ac:spMkLst>
            <pc:docMk/>
            <pc:sldMk cId="1942600051" sldId="263"/>
            <ac:spMk id="3" creationId="{F78889F9-CE36-865C-34E1-F957AA513C39}"/>
          </ac:spMkLst>
        </pc:spChg>
        <pc:spChg chg="del mod">
          <ac:chgData name="Mohammad Salman" userId="cfd6754c-e613-4f6f-bb98-36aef69d8c31" providerId="ADAL" clId="{5827431D-65CA-4FB4-A1DC-701FF48A29F0}" dt="2023-09-10T10:08:58.508" v="4397" actId="700"/>
          <ac:spMkLst>
            <pc:docMk/>
            <pc:sldMk cId="1942600051" sldId="263"/>
            <ac:spMk id="4" creationId="{AC758025-F095-5881-74B8-9BA293D85247}"/>
          </ac:spMkLst>
        </pc:spChg>
      </pc:sldChg>
      <pc:sldChg chg="addSp delSp modSp add mod modNotesTx">
        <pc:chgData name="Mohammad Salman" userId="cfd6754c-e613-4f6f-bb98-36aef69d8c31" providerId="ADAL" clId="{5827431D-65CA-4FB4-A1DC-701FF48A29F0}" dt="2023-09-11T06:53:01.530" v="11635" actId="20577"/>
        <pc:sldMkLst>
          <pc:docMk/>
          <pc:sldMk cId="2908704157" sldId="264"/>
        </pc:sldMkLst>
        <pc:spChg chg="mod">
          <ac:chgData name="Mohammad Salman" userId="cfd6754c-e613-4f6f-bb98-36aef69d8c31" providerId="ADAL" clId="{5827431D-65CA-4FB4-A1DC-701FF48A29F0}" dt="2023-09-10T09:27:37.241" v="1794" actId="14100"/>
          <ac:spMkLst>
            <pc:docMk/>
            <pc:sldMk cId="2908704157" sldId="264"/>
            <ac:spMk id="3" creationId="{F606B19F-81AE-BF16-9809-91CD62FE02FE}"/>
          </ac:spMkLst>
        </pc:spChg>
        <pc:picChg chg="add del mod">
          <ac:chgData name="Mohammad Salman" userId="cfd6754c-e613-4f6f-bb98-36aef69d8c31" providerId="ADAL" clId="{5827431D-65CA-4FB4-A1DC-701FF48A29F0}" dt="2023-09-10T09:26:24.972" v="1724" actId="478"/>
          <ac:picMkLst>
            <pc:docMk/>
            <pc:sldMk cId="2908704157" sldId="264"/>
            <ac:picMk id="5" creationId="{B63AD0E2-2635-CD02-DEA5-2AB0438AF552}"/>
          </ac:picMkLst>
        </pc:picChg>
        <pc:picChg chg="add mod">
          <ac:chgData name="Mohammad Salman" userId="cfd6754c-e613-4f6f-bb98-36aef69d8c31" providerId="ADAL" clId="{5827431D-65CA-4FB4-A1DC-701FF48A29F0}" dt="2023-09-10T09:27:32.494" v="1793" actId="1076"/>
          <ac:picMkLst>
            <pc:docMk/>
            <pc:sldMk cId="2908704157" sldId="264"/>
            <ac:picMk id="7" creationId="{72CAC967-5782-29F4-7A8F-F732DCA79210}"/>
          </ac:picMkLst>
        </pc:picChg>
        <pc:picChg chg="del">
          <ac:chgData name="Mohammad Salman" userId="cfd6754c-e613-4f6f-bb98-36aef69d8c31" providerId="ADAL" clId="{5827431D-65CA-4FB4-A1DC-701FF48A29F0}" dt="2023-09-10T09:24:24.442" v="1719" actId="478"/>
          <ac:picMkLst>
            <pc:docMk/>
            <pc:sldMk cId="2908704157" sldId="264"/>
            <ac:picMk id="8" creationId="{E4F61B22-6471-350D-4AB9-133538E64E73}"/>
          </ac:picMkLst>
        </pc:picChg>
      </pc:sldChg>
      <pc:sldChg chg="addSp delSp modSp new mod modClrScheme modAnim chgLayout">
        <pc:chgData name="Mohammad Salman" userId="cfd6754c-e613-4f6f-bb98-36aef69d8c31" providerId="ADAL" clId="{5827431D-65CA-4FB4-A1DC-701FF48A29F0}" dt="2023-09-11T09:33:17.957" v="12940"/>
        <pc:sldMkLst>
          <pc:docMk/>
          <pc:sldMk cId="2719326843" sldId="265"/>
        </pc:sldMkLst>
        <pc:spChg chg="del mod ord">
          <ac:chgData name="Mohammad Salman" userId="cfd6754c-e613-4f6f-bb98-36aef69d8c31" providerId="ADAL" clId="{5827431D-65CA-4FB4-A1DC-701FF48A29F0}" dt="2023-09-10T09:31:07.763" v="2065" actId="700"/>
          <ac:spMkLst>
            <pc:docMk/>
            <pc:sldMk cId="2719326843" sldId="265"/>
            <ac:spMk id="2" creationId="{C5913CAC-492B-A5BA-1890-2A928CF6F837}"/>
          </ac:spMkLst>
        </pc:spChg>
        <pc:spChg chg="del mod ord">
          <ac:chgData name="Mohammad Salman" userId="cfd6754c-e613-4f6f-bb98-36aef69d8c31" providerId="ADAL" clId="{5827431D-65CA-4FB4-A1DC-701FF48A29F0}" dt="2023-09-10T09:31:07.763" v="2065" actId="700"/>
          <ac:spMkLst>
            <pc:docMk/>
            <pc:sldMk cId="2719326843" sldId="265"/>
            <ac:spMk id="3" creationId="{326E8D54-4680-9CFF-989F-4FDD63128DAE}"/>
          </ac:spMkLst>
        </pc:spChg>
        <pc:spChg chg="del">
          <ac:chgData name="Mohammad Salman" userId="cfd6754c-e613-4f6f-bb98-36aef69d8c31" providerId="ADAL" clId="{5827431D-65CA-4FB4-A1DC-701FF48A29F0}" dt="2023-09-10T09:31:07.763" v="2065" actId="700"/>
          <ac:spMkLst>
            <pc:docMk/>
            <pc:sldMk cId="2719326843" sldId="265"/>
            <ac:spMk id="4" creationId="{060B0779-9656-FFB6-1206-4EEBFDEB0868}"/>
          </ac:spMkLst>
        </pc:spChg>
        <pc:spChg chg="add del mod ord">
          <ac:chgData name="Mohammad Salman" userId="cfd6754c-e613-4f6f-bb98-36aef69d8c31" providerId="ADAL" clId="{5827431D-65CA-4FB4-A1DC-701FF48A29F0}" dt="2023-09-10T09:31:10.582" v="2066" actId="700"/>
          <ac:spMkLst>
            <pc:docMk/>
            <pc:sldMk cId="2719326843" sldId="265"/>
            <ac:spMk id="5" creationId="{74347D55-ADA5-96C3-364D-4C66DBB89F88}"/>
          </ac:spMkLst>
        </pc:spChg>
        <pc:spChg chg="add del mod ord">
          <ac:chgData name="Mohammad Salman" userId="cfd6754c-e613-4f6f-bb98-36aef69d8c31" providerId="ADAL" clId="{5827431D-65CA-4FB4-A1DC-701FF48A29F0}" dt="2023-09-10T09:31:10.582" v="2066" actId="700"/>
          <ac:spMkLst>
            <pc:docMk/>
            <pc:sldMk cId="2719326843" sldId="265"/>
            <ac:spMk id="6" creationId="{828263FA-713A-EC8A-2693-718AD8FF829E}"/>
          </ac:spMkLst>
        </pc:spChg>
        <pc:spChg chg="add mod ord">
          <ac:chgData name="Mohammad Salman" userId="cfd6754c-e613-4f6f-bb98-36aef69d8c31" providerId="ADAL" clId="{5827431D-65CA-4FB4-A1DC-701FF48A29F0}" dt="2023-09-11T06:53:45.442" v="11651" actId="20577"/>
          <ac:spMkLst>
            <pc:docMk/>
            <pc:sldMk cId="2719326843" sldId="265"/>
            <ac:spMk id="7" creationId="{2232A563-B3EB-64CF-8B49-7356ABCDEC8C}"/>
          </ac:spMkLst>
        </pc:spChg>
        <pc:spChg chg="add mod ord">
          <ac:chgData name="Mohammad Salman" userId="cfd6754c-e613-4f6f-bb98-36aef69d8c31" providerId="ADAL" clId="{5827431D-65CA-4FB4-A1DC-701FF48A29F0}" dt="2023-09-10T14:27:13.462" v="9016" actId="113"/>
          <ac:spMkLst>
            <pc:docMk/>
            <pc:sldMk cId="2719326843" sldId="265"/>
            <ac:spMk id="8" creationId="{6EDD034F-FB7B-3A2D-C16A-D9BDF5C5985C}"/>
          </ac:spMkLst>
        </pc:spChg>
      </pc:sldChg>
      <pc:sldChg chg="addSp delSp modSp add mod setBg modAnim">
        <pc:chgData name="Mohammad Salman" userId="cfd6754c-e613-4f6f-bb98-36aef69d8c31" providerId="ADAL" clId="{5827431D-65CA-4FB4-A1DC-701FF48A29F0}" dt="2023-09-11T08:28:21.248" v="12456"/>
        <pc:sldMkLst>
          <pc:docMk/>
          <pc:sldMk cId="1062098105" sldId="266"/>
        </pc:sldMkLst>
        <pc:spChg chg="mod">
          <ac:chgData name="Mohammad Salman" userId="cfd6754c-e613-4f6f-bb98-36aef69d8c31" providerId="ADAL" clId="{5827431D-65CA-4FB4-A1DC-701FF48A29F0}" dt="2023-09-11T08:23:03.485" v="12290" actId="20577"/>
          <ac:spMkLst>
            <pc:docMk/>
            <pc:sldMk cId="1062098105" sldId="266"/>
            <ac:spMk id="2" creationId="{0F454023-249F-CF2C-37C0-0E047C06873E}"/>
          </ac:spMkLst>
        </pc:spChg>
        <pc:spChg chg="del">
          <ac:chgData name="Mohammad Salman" userId="cfd6754c-e613-4f6f-bb98-36aef69d8c31" providerId="ADAL" clId="{5827431D-65CA-4FB4-A1DC-701FF48A29F0}" dt="2023-09-10T09:36:38.153" v="2791" actId="478"/>
          <ac:spMkLst>
            <pc:docMk/>
            <pc:sldMk cId="1062098105" sldId="266"/>
            <ac:spMk id="3" creationId="{C3237515-FACC-13D3-1688-EEE44441181F}"/>
          </ac:spMkLst>
        </pc:spChg>
        <pc:spChg chg="add mod">
          <ac:chgData name="Mohammad Salman" userId="cfd6754c-e613-4f6f-bb98-36aef69d8c31" providerId="ADAL" clId="{5827431D-65CA-4FB4-A1DC-701FF48A29F0}" dt="2023-09-11T08:28:03.150" v="12454" actId="27636"/>
          <ac:spMkLst>
            <pc:docMk/>
            <pc:sldMk cId="1062098105" sldId="266"/>
            <ac:spMk id="5" creationId="{D1BA5857-D267-F4E3-23DC-8B29C0A477DB}"/>
          </ac:spMkLst>
        </pc:spChg>
        <pc:picChg chg="add mod">
          <ac:chgData name="Mohammad Salman" userId="cfd6754c-e613-4f6f-bb98-36aef69d8c31" providerId="ADAL" clId="{5827431D-65CA-4FB4-A1DC-701FF48A29F0}" dt="2023-09-11T08:25:03.071" v="12299" actId="1076"/>
          <ac:picMkLst>
            <pc:docMk/>
            <pc:sldMk cId="1062098105" sldId="266"/>
            <ac:picMk id="7" creationId="{4C0ADF3E-290F-5A9E-0ED1-ADCCC73CDD52}"/>
          </ac:picMkLst>
        </pc:picChg>
        <pc:picChg chg="add mod">
          <ac:chgData name="Mohammad Salman" userId="cfd6754c-e613-4f6f-bb98-36aef69d8c31" providerId="ADAL" clId="{5827431D-65CA-4FB4-A1DC-701FF48A29F0}" dt="2023-09-11T08:25:00.164" v="12298" actId="1076"/>
          <ac:picMkLst>
            <pc:docMk/>
            <pc:sldMk cId="1062098105" sldId="266"/>
            <ac:picMk id="9" creationId="{823A7CB3-D51B-FEB6-AE6A-07326BC33568}"/>
          </ac:picMkLst>
        </pc:picChg>
      </pc:sldChg>
      <pc:sldChg chg="modSp new mod modAnim">
        <pc:chgData name="Mohammad Salman" userId="cfd6754c-e613-4f6f-bb98-36aef69d8c31" providerId="ADAL" clId="{5827431D-65CA-4FB4-A1DC-701FF48A29F0}" dt="2023-09-11T08:30:55.361" v="12470" actId="20577"/>
        <pc:sldMkLst>
          <pc:docMk/>
          <pc:sldMk cId="4289727627" sldId="267"/>
        </pc:sldMkLst>
        <pc:spChg chg="mod">
          <ac:chgData name="Mohammad Salman" userId="cfd6754c-e613-4f6f-bb98-36aef69d8c31" providerId="ADAL" clId="{5827431D-65CA-4FB4-A1DC-701FF48A29F0}" dt="2023-09-11T08:30:55.361" v="12470" actId="20577"/>
          <ac:spMkLst>
            <pc:docMk/>
            <pc:sldMk cId="4289727627" sldId="267"/>
            <ac:spMk id="2" creationId="{279D0B85-6E9A-B214-D1C5-138418E90055}"/>
          </ac:spMkLst>
        </pc:spChg>
        <pc:spChg chg="mod">
          <ac:chgData name="Mohammad Salman" userId="cfd6754c-e613-4f6f-bb98-36aef69d8c31" providerId="ADAL" clId="{5827431D-65CA-4FB4-A1DC-701FF48A29F0}" dt="2023-09-10T09:53:28.356" v="3620" actId="21"/>
          <ac:spMkLst>
            <pc:docMk/>
            <pc:sldMk cId="4289727627" sldId="267"/>
            <ac:spMk id="3" creationId="{AF0E9EA2-7CCE-3E3F-6B5B-B8B2CA22A089}"/>
          </ac:spMkLst>
        </pc:spChg>
      </pc:sldChg>
      <pc:sldChg chg="addSp delSp modSp add mod setBg modAnim">
        <pc:chgData name="Mohammad Salman" userId="cfd6754c-e613-4f6f-bb98-36aef69d8c31" providerId="ADAL" clId="{5827431D-65CA-4FB4-A1DC-701FF48A29F0}" dt="2023-09-11T08:54:23.431" v="12646"/>
        <pc:sldMkLst>
          <pc:docMk/>
          <pc:sldMk cId="3878562842" sldId="268"/>
        </pc:sldMkLst>
        <pc:spChg chg="mod">
          <ac:chgData name="Mohammad Salman" userId="cfd6754c-e613-4f6f-bb98-36aef69d8c31" providerId="ADAL" clId="{5827431D-65CA-4FB4-A1DC-701FF48A29F0}" dt="2023-09-11T08:30:59.426" v="12476" actId="20577"/>
          <ac:spMkLst>
            <pc:docMk/>
            <pc:sldMk cId="3878562842" sldId="268"/>
            <ac:spMk id="2" creationId="{279D0B85-6E9A-B214-D1C5-138418E90055}"/>
          </ac:spMkLst>
        </pc:spChg>
        <pc:spChg chg="mod">
          <ac:chgData name="Mohammad Salman" userId="cfd6754c-e613-4f6f-bb98-36aef69d8c31" providerId="ADAL" clId="{5827431D-65CA-4FB4-A1DC-701FF48A29F0}" dt="2023-09-10T10:06:32.489" v="4341" actId="20577"/>
          <ac:spMkLst>
            <pc:docMk/>
            <pc:sldMk cId="3878562842" sldId="268"/>
            <ac:spMk id="3" creationId="{AF0E9EA2-7CCE-3E3F-6B5B-B8B2CA22A089}"/>
          </ac:spMkLst>
        </pc:spChg>
        <pc:spChg chg="add del mod">
          <ac:chgData name="Mohammad Salman" userId="cfd6754c-e613-4f6f-bb98-36aef69d8c31" providerId="ADAL" clId="{5827431D-65CA-4FB4-A1DC-701FF48A29F0}" dt="2023-09-10T09:59:23.805" v="4023" actId="478"/>
          <ac:spMkLst>
            <pc:docMk/>
            <pc:sldMk cId="3878562842" sldId="268"/>
            <ac:spMk id="4" creationId="{F3474321-5685-DD89-6B8B-DAB955F51481}"/>
          </ac:spMkLst>
        </pc:spChg>
        <pc:spChg chg="add del mod">
          <ac:chgData name="Mohammad Salman" userId="cfd6754c-e613-4f6f-bb98-36aef69d8c31" providerId="ADAL" clId="{5827431D-65CA-4FB4-A1DC-701FF48A29F0}" dt="2023-09-10T10:02:56.024" v="4217" actId="767"/>
          <ac:spMkLst>
            <pc:docMk/>
            <pc:sldMk cId="3878562842" sldId="268"/>
            <ac:spMk id="5" creationId="{93E32A25-EA13-97B4-D994-A9EC17A229D0}"/>
          </ac:spMkLst>
        </pc:spChg>
        <pc:spChg chg="add mod">
          <ac:chgData name="Mohammad Salman" userId="cfd6754c-e613-4f6f-bb98-36aef69d8c31" providerId="ADAL" clId="{5827431D-65CA-4FB4-A1DC-701FF48A29F0}" dt="2023-09-10T10:03:37.985" v="4240" actId="692"/>
          <ac:spMkLst>
            <pc:docMk/>
            <pc:sldMk cId="3878562842" sldId="268"/>
            <ac:spMk id="6" creationId="{0A4383F9-22CB-2789-FE4D-8B982D6B743B}"/>
          </ac:spMkLst>
        </pc:spChg>
      </pc:sldChg>
      <pc:sldChg chg="addSp delSp modSp add mod modAnim">
        <pc:chgData name="Mohammad Salman" userId="cfd6754c-e613-4f6f-bb98-36aef69d8c31" providerId="ADAL" clId="{5827431D-65CA-4FB4-A1DC-701FF48A29F0}" dt="2023-09-11T06:59:08.676" v="11739"/>
        <pc:sldMkLst>
          <pc:docMk/>
          <pc:sldMk cId="2597954576" sldId="269"/>
        </pc:sldMkLst>
        <pc:spChg chg="add del mod">
          <ac:chgData name="Mohammad Salman" userId="cfd6754c-e613-4f6f-bb98-36aef69d8c31" providerId="ADAL" clId="{5827431D-65CA-4FB4-A1DC-701FF48A29F0}" dt="2023-09-10T10:23:00.800" v="4961" actId="21"/>
          <ac:spMkLst>
            <pc:docMk/>
            <pc:sldMk cId="2597954576" sldId="269"/>
            <ac:spMk id="3" creationId="{F78889F9-CE36-865C-34E1-F957AA513C39}"/>
          </ac:spMkLst>
        </pc:spChg>
      </pc:sldChg>
      <pc:sldChg chg="addSp delSp modSp add mod ord addAnim delAnim modAnim">
        <pc:chgData name="Mohammad Salman" userId="cfd6754c-e613-4f6f-bb98-36aef69d8c31" providerId="ADAL" clId="{5827431D-65CA-4FB4-A1DC-701FF48A29F0}" dt="2023-09-11T07:09:28.287" v="11838" actId="207"/>
        <pc:sldMkLst>
          <pc:docMk/>
          <pc:sldMk cId="4266443485" sldId="270"/>
        </pc:sldMkLst>
        <pc:spChg chg="mod">
          <ac:chgData name="Mohammad Salman" userId="cfd6754c-e613-4f6f-bb98-36aef69d8c31" providerId="ADAL" clId="{5827431D-65CA-4FB4-A1DC-701FF48A29F0}" dt="2023-09-11T07:07:50.484" v="11836" actId="403"/>
          <ac:spMkLst>
            <pc:docMk/>
            <pc:sldMk cId="4266443485" sldId="270"/>
            <ac:spMk id="3" creationId="{F78889F9-CE36-865C-34E1-F957AA513C39}"/>
          </ac:spMkLst>
        </pc:spChg>
        <pc:spChg chg="add mod">
          <ac:chgData name="Mohammad Salman" userId="cfd6754c-e613-4f6f-bb98-36aef69d8c31" providerId="ADAL" clId="{5827431D-65CA-4FB4-A1DC-701FF48A29F0}" dt="2023-09-11T07:01:36.928" v="11745" actId="1076"/>
          <ac:spMkLst>
            <pc:docMk/>
            <pc:sldMk cId="4266443485" sldId="270"/>
            <ac:spMk id="4" creationId="{DA0EA251-5077-3896-77A6-735EDD8EE0D9}"/>
          </ac:spMkLst>
        </pc:spChg>
        <pc:spChg chg="add mod">
          <ac:chgData name="Mohammad Salman" userId="cfd6754c-e613-4f6f-bb98-36aef69d8c31" providerId="ADAL" clId="{5827431D-65CA-4FB4-A1DC-701FF48A29F0}" dt="2023-09-11T07:01:36.928" v="11745" actId="1076"/>
          <ac:spMkLst>
            <pc:docMk/>
            <pc:sldMk cId="4266443485" sldId="270"/>
            <ac:spMk id="5" creationId="{36DF48C6-21DF-5BE0-FE01-98317591AAB2}"/>
          </ac:spMkLst>
        </pc:spChg>
        <pc:spChg chg="add mod">
          <ac:chgData name="Mohammad Salman" userId="cfd6754c-e613-4f6f-bb98-36aef69d8c31" providerId="ADAL" clId="{5827431D-65CA-4FB4-A1DC-701FF48A29F0}" dt="2023-09-11T07:01:36.928" v="11745" actId="1076"/>
          <ac:spMkLst>
            <pc:docMk/>
            <pc:sldMk cId="4266443485" sldId="270"/>
            <ac:spMk id="6" creationId="{F3DB0D8B-66EA-EE92-9F6B-13D23D427805}"/>
          </ac:spMkLst>
        </pc:spChg>
        <pc:spChg chg="add mod">
          <ac:chgData name="Mohammad Salman" userId="cfd6754c-e613-4f6f-bb98-36aef69d8c31" providerId="ADAL" clId="{5827431D-65CA-4FB4-A1DC-701FF48A29F0}" dt="2023-09-10T10:22:59.619" v="4956" actId="1035"/>
          <ac:spMkLst>
            <pc:docMk/>
            <pc:sldMk cId="4266443485" sldId="270"/>
            <ac:spMk id="7" creationId="{297E00B1-03B8-55B0-1134-A75304F8576C}"/>
          </ac:spMkLst>
        </pc:spChg>
        <pc:spChg chg="add mod">
          <ac:chgData name="Mohammad Salman" userId="cfd6754c-e613-4f6f-bb98-36aef69d8c31" providerId="ADAL" clId="{5827431D-65CA-4FB4-A1DC-701FF48A29F0}" dt="2023-09-10T10:22:59.619" v="4956" actId="1035"/>
          <ac:spMkLst>
            <pc:docMk/>
            <pc:sldMk cId="4266443485" sldId="270"/>
            <ac:spMk id="8" creationId="{E57B19A1-53BF-DF1E-7CC0-EB9765D4027B}"/>
          </ac:spMkLst>
        </pc:spChg>
        <pc:spChg chg="add del mod">
          <ac:chgData name="Mohammad Salman" userId="cfd6754c-e613-4f6f-bb98-36aef69d8c31" providerId="ADAL" clId="{5827431D-65CA-4FB4-A1DC-701FF48A29F0}" dt="2023-09-10T10:22:59.619" v="4956" actId="1035"/>
          <ac:spMkLst>
            <pc:docMk/>
            <pc:sldMk cId="4266443485" sldId="270"/>
            <ac:spMk id="9" creationId="{DFC41AE7-D2E2-DA46-7201-C498FA913352}"/>
          </ac:spMkLst>
        </pc:spChg>
        <pc:spChg chg="add del mod">
          <ac:chgData name="Mohammad Salman" userId="cfd6754c-e613-4f6f-bb98-36aef69d8c31" providerId="ADAL" clId="{5827431D-65CA-4FB4-A1DC-701FF48A29F0}" dt="2023-09-10T10:15:36.132" v="4752" actId="478"/>
          <ac:spMkLst>
            <pc:docMk/>
            <pc:sldMk cId="4266443485" sldId="270"/>
            <ac:spMk id="11" creationId="{ADC36CB3-E8E9-100D-535F-14914E3EEDA1}"/>
          </ac:spMkLst>
        </pc:spChg>
        <pc:spChg chg="add del mod">
          <ac:chgData name="Mohammad Salman" userId="cfd6754c-e613-4f6f-bb98-36aef69d8c31" providerId="ADAL" clId="{5827431D-65CA-4FB4-A1DC-701FF48A29F0}" dt="2023-09-10T10:15:41.127" v="4756" actId="478"/>
          <ac:spMkLst>
            <pc:docMk/>
            <pc:sldMk cId="4266443485" sldId="270"/>
            <ac:spMk id="12" creationId="{52220528-E75A-B5B3-D340-54A9D6AB0B26}"/>
          </ac:spMkLst>
        </pc:spChg>
        <pc:spChg chg="add del mod">
          <ac:chgData name="Mohammad Salman" userId="cfd6754c-e613-4f6f-bb98-36aef69d8c31" providerId="ADAL" clId="{5827431D-65CA-4FB4-A1DC-701FF48A29F0}" dt="2023-09-10T10:15:40.068" v="4755" actId="478"/>
          <ac:spMkLst>
            <pc:docMk/>
            <pc:sldMk cId="4266443485" sldId="270"/>
            <ac:spMk id="13" creationId="{C461DB7D-6C0A-A98B-3512-F68536423D22}"/>
          </ac:spMkLst>
        </pc:spChg>
        <pc:spChg chg="add del mod">
          <ac:chgData name="Mohammad Salman" userId="cfd6754c-e613-4f6f-bb98-36aef69d8c31" providerId="ADAL" clId="{5827431D-65CA-4FB4-A1DC-701FF48A29F0}" dt="2023-09-10T10:18:33.746" v="4817" actId="478"/>
          <ac:spMkLst>
            <pc:docMk/>
            <pc:sldMk cId="4266443485" sldId="270"/>
            <ac:spMk id="15" creationId="{7E6C1794-3D68-9BA2-0F5E-1AEDEB904EDD}"/>
          </ac:spMkLst>
        </pc:spChg>
        <pc:spChg chg="add del mod">
          <ac:chgData name="Mohammad Salman" userId="cfd6754c-e613-4f6f-bb98-36aef69d8c31" providerId="ADAL" clId="{5827431D-65CA-4FB4-A1DC-701FF48A29F0}" dt="2023-09-10T10:18:33.746" v="4817" actId="478"/>
          <ac:spMkLst>
            <pc:docMk/>
            <pc:sldMk cId="4266443485" sldId="270"/>
            <ac:spMk id="16" creationId="{5E1991B5-8E6F-1083-C536-8A7EF91F3558}"/>
          </ac:spMkLst>
        </pc:spChg>
        <pc:spChg chg="add mod">
          <ac:chgData name="Mohammad Salman" userId="cfd6754c-e613-4f6f-bb98-36aef69d8c31" providerId="ADAL" clId="{5827431D-65CA-4FB4-A1DC-701FF48A29F0}" dt="2023-09-11T07:03:08.064" v="11752" actId="1076"/>
          <ac:spMkLst>
            <pc:docMk/>
            <pc:sldMk cId="4266443485" sldId="270"/>
            <ac:spMk id="21" creationId="{80A9592A-1D2C-379F-1ECC-0D885E208CEB}"/>
          </ac:spMkLst>
        </pc:spChg>
        <pc:spChg chg="add mod">
          <ac:chgData name="Mohammad Salman" userId="cfd6754c-e613-4f6f-bb98-36aef69d8c31" providerId="ADAL" clId="{5827431D-65CA-4FB4-A1DC-701FF48A29F0}" dt="2023-09-11T07:09:15.992" v="11837" actId="1076"/>
          <ac:spMkLst>
            <pc:docMk/>
            <pc:sldMk cId="4266443485" sldId="270"/>
            <ac:spMk id="22" creationId="{6B7538AE-451A-E96C-18E0-FA83BB46567E}"/>
          </ac:spMkLst>
        </pc:spChg>
        <pc:spChg chg="add mod">
          <ac:chgData name="Mohammad Salman" userId="cfd6754c-e613-4f6f-bb98-36aef69d8c31" providerId="ADAL" clId="{5827431D-65CA-4FB4-A1DC-701FF48A29F0}" dt="2023-09-11T07:09:28.287" v="11838" actId="207"/>
          <ac:spMkLst>
            <pc:docMk/>
            <pc:sldMk cId="4266443485" sldId="270"/>
            <ac:spMk id="26" creationId="{90167155-0DD4-08CB-B000-27C2BF7D057B}"/>
          </ac:spMkLst>
        </pc:spChg>
        <pc:cxnChg chg="add mod">
          <ac:chgData name="Mohammad Salman" userId="cfd6754c-e613-4f6f-bb98-36aef69d8c31" providerId="ADAL" clId="{5827431D-65CA-4FB4-A1DC-701FF48A29F0}" dt="2023-09-11T07:05:27.342" v="11756" actId="692"/>
          <ac:cxnSpMkLst>
            <pc:docMk/>
            <pc:sldMk cId="4266443485" sldId="270"/>
            <ac:cxnSpMk id="10" creationId="{E16045F3-666E-07C4-2DF5-87A492A8E9AA}"/>
          </ac:cxnSpMkLst>
        </pc:cxnChg>
      </pc:sldChg>
      <pc:sldChg chg="modSp add mod ord modAnim modNotesTx">
        <pc:chgData name="Mohammad Salman" userId="cfd6754c-e613-4f6f-bb98-36aef69d8c31" providerId="ADAL" clId="{5827431D-65CA-4FB4-A1DC-701FF48A29F0}" dt="2023-09-11T07:11:15.759" v="11841" actId="114"/>
        <pc:sldMkLst>
          <pc:docMk/>
          <pc:sldMk cId="103942331" sldId="271"/>
        </pc:sldMkLst>
        <pc:spChg chg="mod">
          <ac:chgData name="Mohammad Salman" userId="cfd6754c-e613-4f6f-bb98-36aef69d8c31" providerId="ADAL" clId="{5827431D-65CA-4FB4-A1DC-701FF48A29F0}" dt="2023-09-11T07:11:15.759" v="11841" actId="114"/>
          <ac:spMkLst>
            <pc:docMk/>
            <pc:sldMk cId="103942331" sldId="271"/>
            <ac:spMk id="3" creationId="{F78889F9-CE36-865C-34E1-F957AA513C39}"/>
          </ac:spMkLst>
        </pc:spChg>
      </pc:sldChg>
      <pc:sldChg chg="addSp delSp modSp add mod modAnim">
        <pc:chgData name="Mohammad Salman" userId="cfd6754c-e613-4f6f-bb98-36aef69d8c31" providerId="ADAL" clId="{5827431D-65CA-4FB4-A1DC-701FF48A29F0}" dt="2023-09-11T07:17:02.041" v="11898" actId="478"/>
        <pc:sldMkLst>
          <pc:docMk/>
          <pc:sldMk cId="3956735091" sldId="272"/>
        </pc:sldMkLst>
        <pc:spChg chg="mod">
          <ac:chgData name="Mohammad Salman" userId="cfd6754c-e613-4f6f-bb98-36aef69d8c31" providerId="ADAL" clId="{5827431D-65CA-4FB4-A1DC-701FF48A29F0}" dt="2023-09-10T13:14:39.345" v="6646" actId="14100"/>
          <ac:spMkLst>
            <pc:docMk/>
            <pc:sldMk cId="3956735091" sldId="272"/>
            <ac:spMk id="3" creationId="{F78889F9-CE36-865C-34E1-F957AA513C39}"/>
          </ac:spMkLst>
        </pc:spChg>
        <pc:spChg chg="add mod">
          <ac:chgData name="Mohammad Salman" userId="cfd6754c-e613-4f6f-bb98-36aef69d8c31" providerId="ADAL" clId="{5827431D-65CA-4FB4-A1DC-701FF48A29F0}" dt="2023-09-10T10:29:35.162" v="5386" actId="20577"/>
          <ac:spMkLst>
            <pc:docMk/>
            <pc:sldMk cId="3956735091" sldId="272"/>
            <ac:spMk id="4" creationId="{2D3EE18E-0458-05A8-5DE2-ADC6C7E2DC18}"/>
          </ac:spMkLst>
        </pc:spChg>
        <pc:spChg chg="add mod">
          <ac:chgData name="Mohammad Salman" userId="cfd6754c-e613-4f6f-bb98-36aef69d8c31" providerId="ADAL" clId="{5827431D-65CA-4FB4-A1DC-701FF48A29F0}" dt="2023-09-10T10:29:39.957" v="5389" actId="20577"/>
          <ac:spMkLst>
            <pc:docMk/>
            <pc:sldMk cId="3956735091" sldId="272"/>
            <ac:spMk id="5" creationId="{D6D3AF8C-F700-1663-AC94-45333867B222}"/>
          </ac:spMkLst>
        </pc:spChg>
        <pc:spChg chg="add mod">
          <ac:chgData name="Mohammad Salman" userId="cfd6754c-e613-4f6f-bb98-36aef69d8c31" providerId="ADAL" clId="{5827431D-65CA-4FB4-A1DC-701FF48A29F0}" dt="2023-09-10T10:28:42.643" v="5268" actId="1035"/>
          <ac:spMkLst>
            <pc:docMk/>
            <pc:sldMk cId="3956735091" sldId="272"/>
            <ac:spMk id="6" creationId="{ED429D09-C25A-37D9-CF46-6C805D8EF4BA}"/>
          </ac:spMkLst>
        </pc:spChg>
        <pc:spChg chg="add mod">
          <ac:chgData name="Mohammad Salman" userId="cfd6754c-e613-4f6f-bb98-36aef69d8c31" providerId="ADAL" clId="{5827431D-65CA-4FB4-A1DC-701FF48A29F0}" dt="2023-09-11T07:16:33.108" v="11894" actId="1076"/>
          <ac:spMkLst>
            <pc:docMk/>
            <pc:sldMk cId="3956735091" sldId="272"/>
            <ac:spMk id="7" creationId="{89E4AA0B-FCE0-BB1C-38FA-1B24F683651A}"/>
          </ac:spMkLst>
        </pc:spChg>
        <pc:spChg chg="add mod">
          <ac:chgData name="Mohammad Salman" userId="cfd6754c-e613-4f6f-bb98-36aef69d8c31" providerId="ADAL" clId="{5827431D-65CA-4FB4-A1DC-701FF48A29F0}" dt="2023-09-11T07:16:33.108" v="11894" actId="1076"/>
          <ac:spMkLst>
            <pc:docMk/>
            <pc:sldMk cId="3956735091" sldId="272"/>
            <ac:spMk id="8" creationId="{C4286C43-2EB1-7A10-7EF1-7CB1B0049C27}"/>
          </ac:spMkLst>
        </pc:spChg>
        <pc:spChg chg="add mod">
          <ac:chgData name="Mohammad Salman" userId="cfd6754c-e613-4f6f-bb98-36aef69d8c31" providerId="ADAL" clId="{5827431D-65CA-4FB4-A1DC-701FF48A29F0}" dt="2023-09-11T07:16:33.108" v="11894" actId="1076"/>
          <ac:spMkLst>
            <pc:docMk/>
            <pc:sldMk cId="3956735091" sldId="272"/>
            <ac:spMk id="9" creationId="{1D132366-4214-8C31-177A-15ACBB779256}"/>
          </ac:spMkLst>
        </pc:spChg>
        <pc:spChg chg="add mod">
          <ac:chgData name="Mohammad Salman" userId="cfd6754c-e613-4f6f-bb98-36aef69d8c31" providerId="ADAL" clId="{5827431D-65CA-4FB4-A1DC-701FF48A29F0}" dt="2023-09-11T07:15:03.393" v="11885" actId="1076"/>
          <ac:spMkLst>
            <pc:docMk/>
            <pc:sldMk cId="3956735091" sldId="272"/>
            <ac:spMk id="11" creationId="{06481305-F7BA-BE3B-9E55-678FBD39BA4B}"/>
          </ac:spMkLst>
        </pc:spChg>
        <pc:spChg chg="add mod">
          <ac:chgData name="Mohammad Salman" userId="cfd6754c-e613-4f6f-bb98-36aef69d8c31" providerId="ADAL" clId="{5827431D-65CA-4FB4-A1DC-701FF48A29F0}" dt="2023-09-11T07:14:52.746" v="11882" actId="1076"/>
          <ac:spMkLst>
            <pc:docMk/>
            <pc:sldMk cId="3956735091" sldId="272"/>
            <ac:spMk id="12" creationId="{B68AA68B-B813-BB7E-FE46-06CB1FF2417D}"/>
          </ac:spMkLst>
        </pc:spChg>
        <pc:spChg chg="add del mod">
          <ac:chgData name="Mohammad Salman" userId="cfd6754c-e613-4f6f-bb98-36aef69d8c31" providerId="ADAL" clId="{5827431D-65CA-4FB4-A1DC-701FF48A29F0}" dt="2023-09-11T07:17:02.041" v="11898" actId="478"/>
          <ac:spMkLst>
            <pc:docMk/>
            <pc:sldMk cId="3956735091" sldId="272"/>
            <ac:spMk id="13" creationId="{5ECC23F8-83B5-E6E5-CB5F-5250F4F0A043}"/>
          </ac:spMkLst>
        </pc:spChg>
        <pc:spChg chg="add del mod">
          <ac:chgData name="Mohammad Salman" userId="cfd6754c-e613-4f6f-bb98-36aef69d8c31" providerId="ADAL" clId="{5827431D-65CA-4FB4-A1DC-701FF48A29F0}" dt="2023-09-10T10:31:30.282" v="5437"/>
          <ac:spMkLst>
            <pc:docMk/>
            <pc:sldMk cId="3956735091" sldId="272"/>
            <ac:spMk id="14" creationId="{9CA5C0CE-80F9-0559-C169-B44AE87DE50E}"/>
          </ac:spMkLst>
        </pc:spChg>
        <pc:spChg chg="add mod">
          <ac:chgData name="Mohammad Salman" userId="cfd6754c-e613-4f6f-bb98-36aef69d8c31" providerId="ADAL" clId="{5827431D-65CA-4FB4-A1DC-701FF48A29F0}" dt="2023-09-10T13:14:22.698" v="6644" actId="20577"/>
          <ac:spMkLst>
            <pc:docMk/>
            <pc:sldMk cId="3956735091" sldId="272"/>
            <ac:spMk id="15" creationId="{56E2FCE7-AACC-40C8-85A5-BC2B422EF2D7}"/>
          </ac:spMkLst>
        </pc:spChg>
        <pc:cxnChg chg="add mod">
          <ac:chgData name="Mohammad Salman" userId="cfd6754c-e613-4f6f-bb98-36aef69d8c31" providerId="ADAL" clId="{5827431D-65CA-4FB4-A1DC-701FF48A29F0}" dt="2023-09-11T07:16:33.108" v="11894" actId="1076"/>
          <ac:cxnSpMkLst>
            <pc:docMk/>
            <pc:sldMk cId="3956735091" sldId="272"/>
            <ac:cxnSpMk id="10" creationId="{CCA662BD-96C6-F836-C389-545D50610267}"/>
          </ac:cxnSpMkLst>
        </pc:cxnChg>
      </pc:sldChg>
      <pc:sldChg chg="delSp modSp add mod">
        <pc:chgData name="Mohammad Salman" userId="cfd6754c-e613-4f6f-bb98-36aef69d8c31" providerId="ADAL" clId="{5827431D-65CA-4FB4-A1DC-701FF48A29F0}" dt="2023-09-10T10:35:25.456" v="5627" actId="20577"/>
        <pc:sldMkLst>
          <pc:docMk/>
          <pc:sldMk cId="2346365989" sldId="273"/>
        </pc:sldMkLst>
        <pc:spChg chg="mod">
          <ac:chgData name="Mohammad Salman" userId="cfd6754c-e613-4f6f-bb98-36aef69d8c31" providerId="ADAL" clId="{5827431D-65CA-4FB4-A1DC-701FF48A29F0}" dt="2023-09-10T10:35:25.456" v="5627" actId="20577"/>
          <ac:spMkLst>
            <pc:docMk/>
            <pc:sldMk cId="2346365989" sldId="273"/>
            <ac:spMk id="3" creationId="{F78889F9-CE36-865C-34E1-F957AA513C39}"/>
          </ac:spMkLst>
        </pc:spChg>
        <pc:spChg chg="del">
          <ac:chgData name="Mohammad Salman" userId="cfd6754c-e613-4f6f-bb98-36aef69d8c31" providerId="ADAL" clId="{5827431D-65CA-4FB4-A1DC-701FF48A29F0}" dt="2023-09-10T10:32:32.947" v="5468" actId="478"/>
          <ac:spMkLst>
            <pc:docMk/>
            <pc:sldMk cId="2346365989" sldId="273"/>
            <ac:spMk id="4" creationId="{2D3EE18E-0458-05A8-5DE2-ADC6C7E2DC18}"/>
          </ac:spMkLst>
        </pc:spChg>
        <pc:spChg chg="del">
          <ac:chgData name="Mohammad Salman" userId="cfd6754c-e613-4f6f-bb98-36aef69d8c31" providerId="ADAL" clId="{5827431D-65CA-4FB4-A1DC-701FF48A29F0}" dt="2023-09-10T10:32:32.947" v="5468" actId="478"/>
          <ac:spMkLst>
            <pc:docMk/>
            <pc:sldMk cId="2346365989" sldId="273"/>
            <ac:spMk id="5" creationId="{D6D3AF8C-F700-1663-AC94-45333867B222}"/>
          </ac:spMkLst>
        </pc:spChg>
        <pc:spChg chg="del">
          <ac:chgData name="Mohammad Salman" userId="cfd6754c-e613-4f6f-bb98-36aef69d8c31" providerId="ADAL" clId="{5827431D-65CA-4FB4-A1DC-701FF48A29F0}" dt="2023-09-10T10:32:32.947" v="5468" actId="478"/>
          <ac:spMkLst>
            <pc:docMk/>
            <pc:sldMk cId="2346365989" sldId="273"/>
            <ac:spMk id="6" creationId="{ED429D09-C25A-37D9-CF46-6C805D8EF4BA}"/>
          </ac:spMkLst>
        </pc:spChg>
        <pc:spChg chg="del">
          <ac:chgData name="Mohammad Salman" userId="cfd6754c-e613-4f6f-bb98-36aef69d8c31" providerId="ADAL" clId="{5827431D-65CA-4FB4-A1DC-701FF48A29F0}" dt="2023-09-10T10:32:32.947" v="5468" actId="478"/>
          <ac:spMkLst>
            <pc:docMk/>
            <pc:sldMk cId="2346365989" sldId="273"/>
            <ac:spMk id="7" creationId="{89E4AA0B-FCE0-BB1C-38FA-1B24F683651A}"/>
          </ac:spMkLst>
        </pc:spChg>
        <pc:spChg chg="del">
          <ac:chgData name="Mohammad Salman" userId="cfd6754c-e613-4f6f-bb98-36aef69d8c31" providerId="ADAL" clId="{5827431D-65CA-4FB4-A1DC-701FF48A29F0}" dt="2023-09-10T10:32:32.947" v="5468" actId="478"/>
          <ac:spMkLst>
            <pc:docMk/>
            <pc:sldMk cId="2346365989" sldId="273"/>
            <ac:spMk id="8" creationId="{C4286C43-2EB1-7A10-7EF1-7CB1B0049C27}"/>
          </ac:spMkLst>
        </pc:spChg>
        <pc:spChg chg="del">
          <ac:chgData name="Mohammad Salman" userId="cfd6754c-e613-4f6f-bb98-36aef69d8c31" providerId="ADAL" clId="{5827431D-65CA-4FB4-A1DC-701FF48A29F0}" dt="2023-09-10T10:32:32.947" v="5468" actId="478"/>
          <ac:spMkLst>
            <pc:docMk/>
            <pc:sldMk cId="2346365989" sldId="273"/>
            <ac:spMk id="9" creationId="{1D132366-4214-8C31-177A-15ACBB779256}"/>
          </ac:spMkLst>
        </pc:spChg>
        <pc:spChg chg="del">
          <ac:chgData name="Mohammad Salman" userId="cfd6754c-e613-4f6f-bb98-36aef69d8c31" providerId="ADAL" clId="{5827431D-65CA-4FB4-A1DC-701FF48A29F0}" dt="2023-09-10T10:32:32.947" v="5468" actId="478"/>
          <ac:spMkLst>
            <pc:docMk/>
            <pc:sldMk cId="2346365989" sldId="273"/>
            <ac:spMk id="11" creationId="{06481305-F7BA-BE3B-9E55-678FBD39BA4B}"/>
          </ac:spMkLst>
        </pc:spChg>
        <pc:spChg chg="del">
          <ac:chgData name="Mohammad Salman" userId="cfd6754c-e613-4f6f-bb98-36aef69d8c31" providerId="ADAL" clId="{5827431D-65CA-4FB4-A1DC-701FF48A29F0}" dt="2023-09-10T10:32:32.947" v="5468" actId="478"/>
          <ac:spMkLst>
            <pc:docMk/>
            <pc:sldMk cId="2346365989" sldId="273"/>
            <ac:spMk id="12" creationId="{B68AA68B-B813-BB7E-FE46-06CB1FF2417D}"/>
          </ac:spMkLst>
        </pc:spChg>
        <pc:spChg chg="del">
          <ac:chgData name="Mohammad Salman" userId="cfd6754c-e613-4f6f-bb98-36aef69d8c31" providerId="ADAL" clId="{5827431D-65CA-4FB4-A1DC-701FF48A29F0}" dt="2023-09-10T10:32:32.947" v="5468" actId="478"/>
          <ac:spMkLst>
            <pc:docMk/>
            <pc:sldMk cId="2346365989" sldId="273"/>
            <ac:spMk id="13" creationId="{5ECC23F8-83B5-E6E5-CB5F-5250F4F0A043}"/>
          </ac:spMkLst>
        </pc:spChg>
        <pc:cxnChg chg="del mod">
          <ac:chgData name="Mohammad Salman" userId="cfd6754c-e613-4f6f-bb98-36aef69d8c31" providerId="ADAL" clId="{5827431D-65CA-4FB4-A1DC-701FF48A29F0}" dt="2023-09-10T10:32:32.947" v="5468" actId="478"/>
          <ac:cxnSpMkLst>
            <pc:docMk/>
            <pc:sldMk cId="2346365989" sldId="273"/>
            <ac:cxnSpMk id="10" creationId="{CCA662BD-96C6-F836-C389-545D50610267}"/>
          </ac:cxnSpMkLst>
        </pc:cxnChg>
      </pc:sldChg>
      <pc:sldChg chg="modSp add del mod">
        <pc:chgData name="Mohammad Salman" userId="cfd6754c-e613-4f6f-bb98-36aef69d8c31" providerId="ADAL" clId="{5827431D-65CA-4FB4-A1DC-701FF48A29F0}" dt="2023-09-10T10:36:53.649" v="5635" actId="47"/>
        <pc:sldMkLst>
          <pc:docMk/>
          <pc:sldMk cId="466593053" sldId="274"/>
        </pc:sldMkLst>
        <pc:spChg chg="mod">
          <ac:chgData name="Mohammad Salman" userId="cfd6754c-e613-4f6f-bb98-36aef69d8c31" providerId="ADAL" clId="{5827431D-65CA-4FB4-A1DC-701FF48A29F0}" dt="2023-09-10T10:36:30.386" v="5634" actId="20577"/>
          <ac:spMkLst>
            <pc:docMk/>
            <pc:sldMk cId="466593053" sldId="274"/>
            <ac:spMk id="3" creationId="{F78889F9-CE36-865C-34E1-F957AA513C39}"/>
          </ac:spMkLst>
        </pc:spChg>
      </pc:sldChg>
      <pc:sldChg chg="addSp modSp add mod ord setBg">
        <pc:chgData name="Mohammad Salman" userId="cfd6754c-e613-4f6f-bb98-36aef69d8c31" providerId="ADAL" clId="{5827431D-65CA-4FB4-A1DC-701FF48A29F0}" dt="2023-09-11T07:10:26.490" v="11839" actId="20577"/>
        <pc:sldMkLst>
          <pc:docMk/>
          <pc:sldMk cId="3564832155" sldId="274"/>
        </pc:sldMkLst>
        <pc:spChg chg="mod">
          <ac:chgData name="Mohammad Salman" userId="cfd6754c-e613-4f6f-bb98-36aef69d8c31" providerId="ADAL" clId="{5827431D-65CA-4FB4-A1DC-701FF48A29F0}" dt="2023-09-11T07:10:26.490" v="11839" actId="20577"/>
          <ac:spMkLst>
            <pc:docMk/>
            <pc:sldMk cId="3564832155" sldId="274"/>
            <ac:spMk id="3" creationId="{F78889F9-CE36-865C-34E1-F957AA513C39}"/>
          </ac:spMkLst>
        </pc:spChg>
        <pc:spChg chg="add mod">
          <ac:chgData name="Mohammad Salman" userId="cfd6754c-e613-4f6f-bb98-36aef69d8c31" providerId="ADAL" clId="{5827431D-65CA-4FB4-A1DC-701FF48A29F0}" dt="2023-09-10T13:05:46.757" v="6424" actId="207"/>
          <ac:spMkLst>
            <pc:docMk/>
            <pc:sldMk cId="3564832155" sldId="274"/>
            <ac:spMk id="4" creationId="{4075F8D9-056D-5147-B0DB-BD1405D48A23}"/>
          </ac:spMkLst>
        </pc:spChg>
      </pc:sldChg>
      <pc:sldChg chg="new del">
        <pc:chgData name="Mohammad Salman" userId="cfd6754c-e613-4f6f-bb98-36aef69d8c31" providerId="ADAL" clId="{5827431D-65CA-4FB4-A1DC-701FF48A29F0}" dt="2023-09-10T10:36:19.943" v="5629" actId="47"/>
        <pc:sldMkLst>
          <pc:docMk/>
          <pc:sldMk cId="4259158815" sldId="274"/>
        </pc:sldMkLst>
      </pc:sldChg>
      <pc:sldChg chg="delSp modSp add mod modAnim">
        <pc:chgData name="Mohammad Salman" userId="cfd6754c-e613-4f6f-bb98-36aef69d8c31" providerId="ADAL" clId="{5827431D-65CA-4FB4-A1DC-701FF48A29F0}" dt="2023-09-11T07:22:22.272" v="12035" actId="20577"/>
        <pc:sldMkLst>
          <pc:docMk/>
          <pc:sldMk cId="286647727" sldId="275"/>
        </pc:sldMkLst>
        <pc:spChg chg="mod">
          <ac:chgData name="Mohammad Salman" userId="cfd6754c-e613-4f6f-bb98-36aef69d8c31" providerId="ADAL" clId="{5827431D-65CA-4FB4-A1DC-701FF48A29F0}" dt="2023-09-10T10:39:56.920" v="5818" actId="207"/>
          <ac:spMkLst>
            <pc:docMk/>
            <pc:sldMk cId="286647727" sldId="275"/>
            <ac:spMk id="2" creationId="{33AE1CDA-FD53-A6B1-600F-BEDA303D1F93}"/>
          </ac:spMkLst>
        </pc:spChg>
        <pc:spChg chg="mod">
          <ac:chgData name="Mohammad Salman" userId="cfd6754c-e613-4f6f-bb98-36aef69d8c31" providerId="ADAL" clId="{5827431D-65CA-4FB4-A1DC-701FF48A29F0}" dt="2023-09-11T07:22:22.272" v="12035" actId="20577"/>
          <ac:spMkLst>
            <pc:docMk/>
            <pc:sldMk cId="286647727" sldId="275"/>
            <ac:spMk id="3" creationId="{F78889F9-CE36-865C-34E1-F957AA513C39}"/>
          </ac:spMkLst>
        </pc:spChg>
        <pc:spChg chg="del">
          <ac:chgData name="Mohammad Salman" userId="cfd6754c-e613-4f6f-bb98-36aef69d8c31" providerId="ADAL" clId="{5827431D-65CA-4FB4-A1DC-701FF48A29F0}" dt="2023-09-10T10:39:11.372" v="5775" actId="478"/>
          <ac:spMkLst>
            <pc:docMk/>
            <pc:sldMk cId="286647727" sldId="275"/>
            <ac:spMk id="4" creationId="{4075F8D9-056D-5147-B0DB-BD1405D48A23}"/>
          </ac:spMkLst>
        </pc:spChg>
      </pc:sldChg>
      <pc:sldChg chg="new del">
        <pc:chgData name="Mohammad Salman" userId="cfd6754c-e613-4f6f-bb98-36aef69d8c31" providerId="ADAL" clId="{5827431D-65CA-4FB4-A1DC-701FF48A29F0}" dt="2023-09-10T12:51:20.592" v="5839" actId="680"/>
        <pc:sldMkLst>
          <pc:docMk/>
          <pc:sldMk cId="927314692" sldId="276"/>
        </pc:sldMkLst>
      </pc:sldChg>
      <pc:sldChg chg="modSp add mod modAnim">
        <pc:chgData name="Mohammad Salman" userId="cfd6754c-e613-4f6f-bb98-36aef69d8c31" providerId="ADAL" clId="{5827431D-65CA-4FB4-A1DC-701FF48A29F0}" dt="2023-09-11T07:24:04.056" v="12082" actId="113"/>
        <pc:sldMkLst>
          <pc:docMk/>
          <pc:sldMk cId="930009502" sldId="276"/>
        </pc:sldMkLst>
        <pc:spChg chg="mod">
          <ac:chgData name="Mohammad Salman" userId="cfd6754c-e613-4f6f-bb98-36aef69d8c31" providerId="ADAL" clId="{5827431D-65CA-4FB4-A1DC-701FF48A29F0}" dt="2023-09-11T07:24:04.056" v="12082" actId="113"/>
          <ac:spMkLst>
            <pc:docMk/>
            <pc:sldMk cId="930009502" sldId="276"/>
            <ac:spMk id="3" creationId="{F78889F9-CE36-865C-34E1-F957AA513C39}"/>
          </ac:spMkLst>
        </pc:spChg>
      </pc:sldChg>
      <pc:sldChg chg="addSp delSp modSp new mod setBg">
        <pc:chgData name="Mohammad Salman" userId="cfd6754c-e613-4f6f-bb98-36aef69d8c31" providerId="ADAL" clId="{5827431D-65CA-4FB4-A1DC-701FF48A29F0}" dt="2023-09-10T13:18:33.431" v="6754" actId="207"/>
        <pc:sldMkLst>
          <pc:docMk/>
          <pc:sldMk cId="4097698449" sldId="277"/>
        </pc:sldMkLst>
        <pc:spChg chg="mod">
          <ac:chgData name="Mohammad Salman" userId="cfd6754c-e613-4f6f-bb98-36aef69d8c31" providerId="ADAL" clId="{5827431D-65CA-4FB4-A1DC-701FF48A29F0}" dt="2023-09-10T13:15:56.930" v="6684" actId="2711"/>
          <ac:spMkLst>
            <pc:docMk/>
            <pc:sldMk cId="4097698449" sldId="277"/>
            <ac:spMk id="2" creationId="{CD1A33A3-C994-0B40-6F9A-26E5FB12606A}"/>
          </ac:spMkLst>
        </pc:spChg>
        <pc:spChg chg="del">
          <ac:chgData name="Mohammad Salman" userId="cfd6754c-e613-4f6f-bb98-36aef69d8c31" providerId="ADAL" clId="{5827431D-65CA-4FB4-A1DC-701FF48A29F0}" dt="2023-09-10T13:16:39.827" v="6685" actId="478"/>
          <ac:spMkLst>
            <pc:docMk/>
            <pc:sldMk cId="4097698449" sldId="277"/>
            <ac:spMk id="3" creationId="{68C2B3CC-2929-DFAD-13D7-D665CB6423D1}"/>
          </ac:spMkLst>
        </pc:spChg>
        <pc:spChg chg="add mod">
          <ac:chgData name="Mohammad Salman" userId="cfd6754c-e613-4f6f-bb98-36aef69d8c31" providerId="ADAL" clId="{5827431D-65CA-4FB4-A1DC-701FF48A29F0}" dt="2023-09-10T13:18:33.431" v="6754" actId="207"/>
          <ac:spMkLst>
            <pc:docMk/>
            <pc:sldMk cId="4097698449" sldId="277"/>
            <ac:spMk id="6" creationId="{E00CC8CC-BCF2-D34F-0CF5-709CF4290F6D}"/>
          </ac:spMkLst>
        </pc:spChg>
        <pc:picChg chg="add mod">
          <ac:chgData name="Mohammad Salman" userId="cfd6754c-e613-4f6f-bb98-36aef69d8c31" providerId="ADAL" clId="{5827431D-65CA-4FB4-A1DC-701FF48A29F0}" dt="2023-09-10T13:17:08.495" v="6690" actId="1076"/>
          <ac:picMkLst>
            <pc:docMk/>
            <pc:sldMk cId="4097698449" sldId="277"/>
            <ac:picMk id="5" creationId="{EC79DD03-03DB-7DB9-C2E7-89385AC74060}"/>
          </ac:picMkLst>
        </pc:picChg>
      </pc:sldChg>
      <pc:sldChg chg="modSp new mod">
        <pc:chgData name="Mohammad Salman" userId="cfd6754c-e613-4f6f-bb98-36aef69d8c31" providerId="ADAL" clId="{5827431D-65CA-4FB4-A1DC-701FF48A29F0}" dt="2023-09-11T07:26:53.025" v="12134"/>
        <pc:sldMkLst>
          <pc:docMk/>
          <pc:sldMk cId="799367258" sldId="278"/>
        </pc:sldMkLst>
        <pc:spChg chg="mod">
          <ac:chgData name="Mohammad Salman" userId="cfd6754c-e613-4f6f-bb98-36aef69d8c31" providerId="ADAL" clId="{5827431D-65CA-4FB4-A1DC-701FF48A29F0}" dt="2023-09-10T13:17:41.336" v="6693"/>
          <ac:spMkLst>
            <pc:docMk/>
            <pc:sldMk cId="799367258" sldId="278"/>
            <ac:spMk id="2" creationId="{448B1CEA-1D3C-CFD5-740F-73D9711F113C}"/>
          </ac:spMkLst>
        </pc:spChg>
        <pc:spChg chg="mod">
          <ac:chgData name="Mohammad Salman" userId="cfd6754c-e613-4f6f-bb98-36aef69d8c31" providerId="ADAL" clId="{5827431D-65CA-4FB4-A1DC-701FF48A29F0}" dt="2023-09-11T07:26:53.025" v="12134"/>
          <ac:spMkLst>
            <pc:docMk/>
            <pc:sldMk cId="799367258" sldId="278"/>
            <ac:spMk id="3" creationId="{74EF7C04-A6AC-02A9-DC75-649D7319E658}"/>
          </ac:spMkLst>
        </pc:spChg>
      </pc:sldChg>
      <pc:sldChg chg="addSp delSp modSp add mod modAnim">
        <pc:chgData name="Mohammad Salman" userId="cfd6754c-e613-4f6f-bb98-36aef69d8c31" providerId="ADAL" clId="{5827431D-65CA-4FB4-A1DC-701FF48A29F0}" dt="2023-09-11T07:27:55.201" v="12139"/>
        <pc:sldMkLst>
          <pc:docMk/>
          <pc:sldMk cId="4285914367" sldId="279"/>
        </pc:sldMkLst>
        <pc:spChg chg="del mod">
          <ac:chgData name="Mohammad Salman" userId="cfd6754c-e613-4f6f-bb98-36aef69d8c31" providerId="ADAL" clId="{5827431D-65CA-4FB4-A1DC-701FF48A29F0}" dt="2023-09-10T13:20:17.548" v="6975" actId="478"/>
          <ac:spMkLst>
            <pc:docMk/>
            <pc:sldMk cId="4285914367" sldId="279"/>
            <ac:spMk id="2" creationId="{448B1CEA-1D3C-CFD5-740F-73D9711F113C}"/>
          </ac:spMkLst>
        </pc:spChg>
        <pc:spChg chg="del mod">
          <ac:chgData name="Mohammad Salman" userId="cfd6754c-e613-4f6f-bb98-36aef69d8c31" providerId="ADAL" clId="{5827431D-65CA-4FB4-A1DC-701FF48A29F0}" dt="2023-09-10T13:20:01.880" v="6972" actId="478"/>
          <ac:spMkLst>
            <pc:docMk/>
            <pc:sldMk cId="4285914367" sldId="279"/>
            <ac:spMk id="3" creationId="{74EF7C04-A6AC-02A9-DC75-649D7319E658}"/>
          </ac:spMkLst>
        </pc:spChg>
        <pc:spChg chg="add mod">
          <ac:chgData name="Mohammad Salman" userId="cfd6754c-e613-4f6f-bb98-36aef69d8c31" providerId="ADAL" clId="{5827431D-65CA-4FB4-A1DC-701FF48A29F0}" dt="2023-09-10T13:22:24.669" v="7079" actId="404"/>
          <ac:spMkLst>
            <pc:docMk/>
            <pc:sldMk cId="4285914367" sldId="279"/>
            <ac:spMk id="4" creationId="{BB7B4F3F-B0D9-04F8-1813-494C0113D1D9}"/>
          </ac:spMkLst>
        </pc:spChg>
        <pc:spChg chg="add mod">
          <ac:chgData name="Mohammad Salman" userId="cfd6754c-e613-4f6f-bb98-36aef69d8c31" providerId="ADAL" clId="{5827431D-65CA-4FB4-A1DC-701FF48A29F0}" dt="2023-09-10T13:22:24.669" v="7079" actId="404"/>
          <ac:spMkLst>
            <pc:docMk/>
            <pc:sldMk cId="4285914367" sldId="279"/>
            <ac:spMk id="5" creationId="{9876E76D-4F84-D5C1-BB32-00A81AA6D064}"/>
          </ac:spMkLst>
        </pc:spChg>
        <pc:spChg chg="add mod">
          <ac:chgData name="Mohammad Salman" userId="cfd6754c-e613-4f6f-bb98-36aef69d8c31" providerId="ADAL" clId="{5827431D-65CA-4FB4-A1DC-701FF48A29F0}" dt="2023-09-10T13:22:24.669" v="7079" actId="404"/>
          <ac:spMkLst>
            <pc:docMk/>
            <pc:sldMk cId="4285914367" sldId="279"/>
            <ac:spMk id="6" creationId="{142E2364-8714-6932-3F3F-6A0661F1A1CC}"/>
          </ac:spMkLst>
        </pc:spChg>
        <pc:spChg chg="add mod">
          <ac:chgData name="Mohammad Salman" userId="cfd6754c-e613-4f6f-bb98-36aef69d8c31" providerId="ADAL" clId="{5827431D-65CA-4FB4-A1DC-701FF48A29F0}" dt="2023-09-10T13:22:24.669" v="7079" actId="404"/>
          <ac:spMkLst>
            <pc:docMk/>
            <pc:sldMk cId="4285914367" sldId="279"/>
            <ac:spMk id="7" creationId="{5FE1C68C-C130-260C-0D44-A509E08CE9D2}"/>
          </ac:spMkLst>
        </pc:spChg>
        <pc:spChg chg="add mod">
          <ac:chgData name="Mohammad Salman" userId="cfd6754c-e613-4f6f-bb98-36aef69d8c31" providerId="ADAL" clId="{5827431D-65CA-4FB4-A1DC-701FF48A29F0}" dt="2023-09-10T13:22:24.669" v="7079" actId="404"/>
          <ac:spMkLst>
            <pc:docMk/>
            <pc:sldMk cId="4285914367" sldId="279"/>
            <ac:spMk id="8" creationId="{02232ECD-1376-F47E-ED20-B68CC6663360}"/>
          </ac:spMkLst>
        </pc:spChg>
        <pc:spChg chg="add mod">
          <ac:chgData name="Mohammad Salman" userId="cfd6754c-e613-4f6f-bb98-36aef69d8c31" providerId="ADAL" clId="{5827431D-65CA-4FB4-A1DC-701FF48A29F0}" dt="2023-09-10T13:22:24.669" v="7079" actId="404"/>
          <ac:spMkLst>
            <pc:docMk/>
            <pc:sldMk cId="4285914367" sldId="279"/>
            <ac:spMk id="9" creationId="{614EFDCE-8D5B-E5A0-D252-140A44A4C81E}"/>
          </ac:spMkLst>
        </pc:spChg>
        <pc:spChg chg="add del mod">
          <ac:chgData name="Mohammad Salman" userId="cfd6754c-e613-4f6f-bb98-36aef69d8c31" providerId="ADAL" clId="{5827431D-65CA-4FB4-A1DC-701FF48A29F0}" dt="2023-09-10T13:20:31.775" v="6978" actId="478"/>
          <ac:spMkLst>
            <pc:docMk/>
            <pc:sldMk cId="4285914367" sldId="279"/>
            <ac:spMk id="11" creationId="{4C7E9E3B-AC13-9990-D052-6903F99B9C8C}"/>
          </ac:spMkLst>
        </pc:spChg>
        <pc:spChg chg="add del mod">
          <ac:chgData name="Mohammad Salman" userId="cfd6754c-e613-4f6f-bb98-36aef69d8c31" providerId="ADAL" clId="{5827431D-65CA-4FB4-A1DC-701FF48A29F0}" dt="2023-09-10T13:20:19.603" v="6976" actId="478"/>
          <ac:spMkLst>
            <pc:docMk/>
            <pc:sldMk cId="4285914367" sldId="279"/>
            <ac:spMk id="13" creationId="{E1736AC6-E48A-E37D-5EC5-43314D6FFE34}"/>
          </ac:spMkLst>
        </pc:spChg>
        <pc:spChg chg="add mod">
          <ac:chgData name="Mohammad Salman" userId="cfd6754c-e613-4f6f-bb98-36aef69d8c31" providerId="ADAL" clId="{5827431D-65CA-4FB4-A1DC-701FF48A29F0}" dt="2023-09-10T13:25:09.804" v="7118" actId="21"/>
          <ac:spMkLst>
            <pc:docMk/>
            <pc:sldMk cId="4285914367" sldId="279"/>
            <ac:spMk id="15" creationId="{1FFB7590-F4FA-F72F-5166-491D86D58219}"/>
          </ac:spMkLst>
        </pc:spChg>
        <pc:spChg chg="add mod">
          <ac:chgData name="Mohammad Salman" userId="cfd6754c-e613-4f6f-bb98-36aef69d8c31" providerId="ADAL" clId="{5827431D-65CA-4FB4-A1DC-701FF48A29F0}" dt="2023-09-10T13:24:19.628" v="7096" actId="692"/>
          <ac:spMkLst>
            <pc:docMk/>
            <pc:sldMk cId="4285914367" sldId="279"/>
            <ac:spMk id="17" creationId="{A3F8FAAE-4A1D-2C53-D9FF-370C5909423A}"/>
          </ac:spMkLst>
        </pc:spChg>
        <pc:spChg chg="add mod">
          <ac:chgData name="Mohammad Salman" userId="cfd6754c-e613-4f6f-bb98-36aef69d8c31" providerId="ADAL" clId="{5827431D-65CA-4FB4-A1DC-701FF48A29F0}" dt="2023-09-10T13:23:48.650" v="7092" actId="207"/>
          <ac:spMkLst>
            <pc:docMk/>
            <pc:sldMk cId="4285914367" sldId="279"/>
            <ac:spMk id="18" creationId="{EC39065A-6A6E-BFB9-54A0-989B31B472BF}"/>
          </ac:spMkLst>
        </pc:spChg>
        <pc:spChg chg="add mod">
          <ac:chgData name="Mohammad Salman" userId="cfd6754c-e613-4f6f-bb98-36aef69d8c31" providerId="ADAL" clId="{5827431D-65CA-4FB4-A1DC-701FF48A29F0}" dt="2023-09-10T13:23:48.650" v="7092" actId="207"/>
          <ac:spMkLst>
            <pc:docMk/>
            <pc:sldMk cId="4285914367" sldId="279"/>
            <ac:spMk id="19" creationId="{63C5E45F-7EA5-BEB8-4165-5B5081FF586B}"/>
          </ac:spMkLst>
        </pc:spChg>
        <pc:spChg chg="add del mod">
          <ac:chgData name="Mohammad Salman" userId="cfd6754c-e613-4f6f-bb98-36aef69d8c31" providerId="ADAL" clId="{5827431D-65CA-4FB4-A1DC-701FF48A29F0}" dt="2023-09-10T13:26:04.876" v="7136" actId="21"/>
          <ac:spMkLst>
            <pc:docMk/>
            <pc:sldMk cId="4285914367" sldId="279"/>
            <ac:spMk id="22" creationId="{F2405613-43E0-F7A1-F215-DB95E1EBCA82}"/>
          </ac:spMkLst>
        </pc:spChg>
        <pc:cxnChg chg="add mod">
          <ac:chgData name="Mohammad Salman" userId="cfd6754c-e613-4f6f-bb98-36aef69d8c31" providerId="ADAL" clId="{5827431D-65CA-4FB4-A1DC-701FF48A29F0}" dt="2023-09-10T13:23:29.275" v="7091" actId="692"/>
          <ac:cxnSpMkLst>
            <pc:docMk/>
            <pc:sldMk cId="4285914367" sldId="279"/>
            <ac:cxnSpMk id="10" creationId="{175E374C-51A9-3100-6135-45B33F042CEA}"/>
          </ac:cxnSpMkLst>
        </pc:cxnChg>
        <pc:cxnChg chg="add mod">
          <ac:chgData name="Mohammad Salman" userId="cfd6754c-e613-4f6f-bb98-36aef69d8c31" providerId="ADAL" clId="{5827431D-65CA-4FB4-A1DC-701FF48A29F0}" dt="2023-09-10T13:24:25.463" v="7097" actId="692"/>
          <ac:cxnSpMkLst>
            <pc:docMk/>
            <pc:sldMk cId="4285914367" sldId="279"/>
            <ac:cxnSpMk id="20" creationId="{FC678DAD-57E7-0BF0-84AE-43B9949F6670}"/>
          </ac:cxnSpMkLst>
        </pc:cxnChg>
      </pc:sldChg>
      <pc:sldChg chg="addSp delSp modSp add mod modAnim">
        <pc:chgData name="Mohammad Salman" userId="cfd6754c-e613-4f6f-bb98-36aef69d8c31" providerId="ADAL" clId="{5827431D-65CA-4FB4-A1DC-701FF48A29F0}" dt="2023-09-11T07:28:56.328" v="12140"/>
        <pc:sldMkLst>
          <pc:docMk/>
          <pc:sldMk cId="3998046044" sldId="280"/>
        </pc:sldMkLst>
        <pc:spChg chg="add del mod">
          <ac:chgData name="Mohammad Salman" userId="cfd6754c-e613-4f6f-bb98-36aef69d8c31" providerId="ADAL" clId="{5827431D-65CA-4FB4-A1DC-701FF48A29F0}" dt="2023-09-10T13:26:57.471" v="7152" actId="478"/>
          <ac:spMkLst>
            <pc:docMk/>
            <pc:sldMk cId="3998046044" sldId="280"/>
            <ac:spMk id="2" creationId="{EBDC6D65-6D4B-CB20-E273-9E1DF265A3AE}"/>
          </ac:spMkLst>
        </pc:spChg>
        <pc:spChg chg="mod">
          <ac:chgData name="Mohammad Salman" userId="cfd6754c-e613-4f6f-bb98-36aef69d8c31" providerId="ADAL" clId="{5827431D-65CA-4FB4-A1DC-701FF48A29F0}" dt="2023-09-10T13:25:28.835" v="7126" actId="20577"/>
          <ac:spMkLst>
            <pc:docMk/>
            <pc:sldMk cId="3998046044" sldId="280"/>
            <ac:spMk id="4" creationId="{BB7B4F3F-B0D9-04F8-1813-494C0113D1D9}"/>
          </ac:spMkLst>
        </pc:spChg>
        <pc:spChg chg="mod">
          <ac:chgData name="Mohammad Salman" userId="cfd6754c-e613-4f6f-bb98-36aef69d8c31" providerId="ADAL" clId="{5827431D-65CA-4FB4-A1DC-701FF48A29F0}" dt="2023-09-10T13:25:26.061" v="7123" actId="20577"/>
          <ac:spMkLst>
            <pc:docMk/>
            <pc:sldMk cId="3998046044" sldId="280"/>
            <ac:spMk id="5" creationId="{9876E76D-4F84-D5C1-BB32-00A81AA6D064}"/>
          </ac:spMkLst>
        </pc:spChg>
        <pc:spChg chg="add del mod">
          <ac:chgData name="Mohammad Salman" userId="cfd6754c-e613-4f6f-bb98-36aef69d8c31" providerId="ADAL" clId="{5827431D-65CA-4FB4-A1DC-701FF48A29F0}" dt="2023-09-10T13:31:10.567" v="7182" actId="478"/>
          <ac:spMkLst>
            <pc:docMk/>
            <pc:sldMk cId="3998046044" sldId="280"/>
            <ac:spMk id="12" creationId="{4A36DCF7-E3F1-D64A-0C3C-3128D9A98D98}"/>
          </ac:spMkLst>
        </pc:spChg>
        <pc:spChg chg="mod">
          <ac:chgData name="Mohammad Salman" userId="cfd6754c-e613-4f6f-bb98-36aef69d8c31" providerId="ADAL" clId="{5827431D-65CA-4FB4-A1DC-701FF48A29F0}" dt="2023-09-10T14:34:15.246" v="9088" actId="20577"/>
          <ac:spMkLst>
            <pc:docMk/>
            <pc:sldMk cId="3998046044" sldId="280"/>
            <ac:spMk id="15" creationId="{1FFB7590-F4FA-F72F-5166-491D86D58219}"/>
          </ac:spMkLst>
        </pc:spChg>
        <pc:cxnChg chg="mod">
          <ac:chgData name="Mohammad Salman" userId="cfd6754c-e613-4f6f-bb98-36aef69d8c31" providerId="ADAL" clId="{5827431D-65CA-4FB4-A1DC-701FF48A29F0}" dt="2023-09-10T13:25:34.910" v="7127" actId="692"/>
          <ac:cxnSpMkLst>
            <pc:docMk/>
            <pc:sldMk cId="3998046044" sldId="280"/>
            <ac:cxnSpMk id="10" creationId="{175E374C-51A9-3100-6135-45B33F042CEA}"/>
          </ac:cxnSpMkLst>
        </pc:cxnChg>
        <pc:cxnChg chg="add del mod">
          <ac:chgData name="Mohammad Salman" userId="cfd6754c-e613-4f6f-bb98-36aef69d8c31" providerId="ADAL" clId="{5827431D-65CA-4FB4-A1DC-701FF48A29F0}" dt="2023-09-10T13:26:55.820" v="7151" actId="478"/>
          <ac:cxnSpMkLst>
            <pc:docMk/>
            <pc:sldMk cId="3998046044" sldId="280"/>
            <ac:cxnSpMk id="11" creationId="{CDD70EFC-211A-E25F-E232-046BBF8B3CE1}"/>
          </ac:cxnSpMkLst>
        </pc:cxnChg>
      </pc:sldChg>
      <pc:sldChg chg="modSp add mod">
        <pc:chgData name="Mohammad Salman" userId="cfd6754c-e613-4f6f-bb98-36aef69d8c31" providerId="ADAL" clId="{5827431D-65CA-4FB4-A1DC-701FF48A29F0}" dt="2023-09-10T14:34:24.536" v="9089"/>
        <pc:sldMkLst>
          <pc:docMk/>
          <pc:sldMk cId="389667985" sldId="281"/>
        </pc:sldMkLst>
        <pc:spChg chg="mod">
          <ac:chgData name="Mohammad Salman" userId="cfd6754c-e613-4f6f-bb98-36aef69d8c31" providerId="ADAL" clId="{5827431D-65CA-4FB4-A1DC-701FF48A29F0}" dt="2023-09-10T14:34:24.536" v="9089"/>
          <ac:spMkLst>
            <pc:docMk/>
            <pc:sldMk cId="389667985" sldId="281"/>
            <ac:spMk id="15" creationId="{1FFB7590-F4FA-F72F-5166-491D86D58219}"/>
          </ac:spMkLst>
        </pc:spChg>
        <pc:cxnChg chg="mod">
          <ac:chgData name="Mohammad Salman" userId="cfd6754c-e613-4f6f-bb98-36aef69d8c31" providerId="ADAL" clId="{5827431D-65CA-4FB4-A1DC-701FF48A29F0}" dt="2023-09-10T13:32:45.144" v="7294" actId="692"/>
          <ac:cxnSpMkLst>
            <pc:docMk/>
            <pc:sldMk cId="389667985" sldId="281"/>
            <ac:cxnSpMk id="20" creationId="{FC678DAD-57E7-0BF0-84AE-43B9949F6670}"/>
          </ac:cxnSpMkLst>
        </pc:cxnChg>
      </pc:sldChg>
      <pc:sldChg chg="delSp modSp add mod">
        <pc:chgData name="Mohammad Salman" userId="cfd6754c-e613-4f6f-bb98-36aef69d8c31" providerId="ADAL" clId="{5827431D-65CA-4FB4-A1DC-701FF48A29F0}" dt="2023-09-10T14:34:28.514" v="9090"/>
        <pc:sldMkLst>
          <pc:docMk/>
          <pc:sldMk cId="1332284046" sldId="282"/>
        </pc:sldMkLst>
        <pc:spChg chg="mod">
          <ac:chgData name="Mohammad Salman" userId="cfd6754c-e613-4f6f-bb98-36aef69d8c31" providerId="ADAL" clId="{5827431D-65CA-4FB4-A1DC-701FF48A29F0}" dt="2023-09-10T13:35:00.952" v="7393" actId="20577"/>
          <ac:spMkLst>
            <pc:docMk/>
            <pc:sldMk cId="1332284046" sldId="282"/>
            <ac:spMk id="7" creationId="{5FE1C68C-C130-260C-0D44-A509E08CE9D2}"/>
          </ac:spMkLst>
        </pc:spChg>
        <pc:spChg chg="mod">
          <ac:chgData name="Mohammad Salman" userId="cfd6754c-e613-4f6f-bb98-36aef69d8c31" providerId="ADAL" clId="{5827431D-65CA-4FB4-A1DC-701FF48A29F0}" dt="2023-09-10T14:34:28.514" v="9090"/>
          <ac:spMkLst>
            <pc:docMk/>
            <pc:sldMk cId="1332284046" sldId="282"/>
            <ac:spMk id="15" creationId="{1FFB7590-F4FA-F72F-5166-491D86D58219}"/>
          </ac:spMkLst>
        </pc:spChg>
        <pc:spChg chg="mod">
          <ac:chgData name="Mohammad Salman" userId="cfd6754c-e613-4f6f-bb98-36aef69d8c31" providerId="ADAL" clId="{5827431D-65CA-4FB4-A1DC-701FF48A29F0}" dt="2023-09-10T13:35:02.409" v="7394" actId="20577"/>
          <ac:spMkLst>
            <pc:docMk/>
            <pc:sldMk cId="1332284046" sldId="282"/>
            <ac:spMk id="17" creationId="{A3F8FAAE-4A1D-2C53-D9FF-370C5909423A}"/>
          </ac:spMkLst>
        </pc:spChg>
        <pc:cxnChg chg="del mod">
          <ac:chgData name="Mohammad Salman" userId="cfd6754c-e613-4f6f-bb98-36aef69d8c31" providerId="ADAL" clId="{5827431D-65CA-4FB4-A1DC-701FF48A29F0}" dt="2023-09-10T13:34:58.360" v="7391" actId="478"/>
          <ac:cxnSpMkLst>
            <pc:docMk/>
            <pc:sldMk cId="1332284046" sldId="282"/>
            <ac:cxnSpMk id="10" creationId="{175E374C-51A9-3100-6135-45B33F042CEA}"/>
          </ac:cxnSpMkLst>
        </pc:cxnChg>
        <pc:cxnChg chg="del mod">
          <ac:chgData name="Mohammad Salman" userId="cfd6754c-e613-4f6f-bb98-36aef69d8c31" providerId="ADAL" clId="{5827431D-65CA-4FB4-A1DC-701FF48A29F0}" dt="2023-09-10T13:34:59.032" v="7392" actId="478"/>
          <ac:cxnSpMkLst>
            <pc:docMk/>
            <pc:sldMk cId="1332284046" sldId="282"/>
            <ac:cxnSpMk id="20" creationId="{FC678DAD-57E7-0BF0-84AE-43B9949F6670}"/>
          </ac:cxnSpMkLst>
        </pc:cxnChg>
      </pc:sldChg>
      <pc:sldChg chg="modSp new mod">
        <pc:chgData name="Mohammad Salman" userId="cfd6754c-e613-4f6f-bb98-36aef69d8c31" providerId="ADAL" clId="{5827431D-65CA-4FB4-A1DC-701FF48A29F0}" dt="2023-09-11T07:31:45.573" v="12181" actId="6549"/>
        <pc:sldMkLst>
          <pc:docMk/>
          <pc:sldMk cId="2851195968" sldId="283"/>
        </pc:sldMkLst>
        <pc:spChg chg="mod">
          <ac:chgData name="Mohammad Salman" userId="cfd6754c-e613-4f6f-bb98-36aef69d8c31" providerId="ADAL" clId="{5827431D-65CA-4FB4-A1DC-701FF48A29F0}" dt="2023-09-11T07:31:45.573" v="12181" actId="6549"/>
          <ac:spMkLst>
            <pc:docMk/>
            <pc:sldMk cId="2851195968" sldId="283"/>
            <ac:spMk id="2" creationId="{DF95E074-88C6-36A7-9BD4-9299B4D35633}"/>
          </ac:spMkLst>
        </pc:spChg>
        <pc:spChg chg="mod">
          <ac:chgData name="Mohammad Salman" userId="cfd6754c-e613-4f6f-bb98-36aef69d8c31" providerId="ADAL" clId="{5827431D-65CA-4FB4-A1DC-701FF48A29F0}" dt="2023-09-10T13:36:34.050" v="7546" actId="113"/>
          <ac:spMkLst>
            <pc:docMk/>
            <pc:sldMk cId="2851195968" sldId="283"/>
            <ac:spMk id="3" creationId="{2D6018CC-F897-95B6-1541-DA40A6238640}"/>
          </ac:spMkLst>
        </pc:spChg>
      </pc:sldChg>
      <pc:sldChg chg="addSp delSp modSp new mod setBg modClrScheme chgLayout">
        <pc:chgData name="Mohammad Salman" userId="cfd6754c-e613-4f6f-bb98-36aef69d8c31" providerId="ADAL" clId="{5827431D-65CA-4FB4-A1DC-701FF48A29F0}" dt="2023-09-11T08:11:27.008" v="12227" actId="403"/>
        <pc:sldMkLst>
          <pc:docMk/>
          <pc:sldMk cId="3982277481" sldId="284"/>
        </pc:sldMkLst>
        <pc:spChg chg="del mod ord">
          <ac:chgData name="Mohammad Salman" userId="cfd6754c-e613-4f6f-bb98-36aef69d8c31" providerId="ADAL" clId="{5827431D-65CA-4FB4-A1DC-701FF48A29F0}" dt="2023-09-10T13:37:34.749" v="7549" actId="700"/>
          <ac:spMkLst>
            <pc:docMk/>
            <pc:sldMk cId="3982277481" sldId="284"/>
            <ac:spMk id="2" creationId="{505D7C8B-ADA6-F665-1FD9-9A5C7CD566B6}"/>
          </ac:spMkLst>
        </pc:spChg>
        <pc:spChg chg="del mod ord">
          <ac:chgData name="Mohammad Salman" userId="cfd6754c-e613-4f6f-bb98-36aef69d8c31" providerId="ADAL" clId="{5827431D-65CA-4FB4-A1DC-701FF48A29F0}" dt="2023-09-10T13:37:34.749" v="7549" actId="700"/>
          <ac:spMkLst>
            <pc:docMk/>
            <pc:sldMk cId="3982277481" sldId="284"/>
            <ac:spMk id="3" creationId="{17D9AA1D-6A7F-F469-A761-598F6B72C407}"/>
          </ac:spMkLst>
        </pc:spChg>
        <pc:spChg chg="add mod ord">
          <ac:chgData name="Mohammad Salman" userId="cfd6754c-e613-4f6f-bb98-36aef69d8c31" providerId="ADAL" clId="{5827431D-65CA-4FB4-A1DC-701FF48A29F0}" dt="2023-09-11T08:11:16.451" v="12193" actId="700"/>
          <ac:spMkLst>
            <pc:docMk/>
            <pc:sldMk cId="3982277481" sldId="284"/>
            <ac:spMk id="4" creationId="{EA5CD68B-565A-782F-914B-29A2F2310199}"/>
          </ac:spMkLst>
        </pc:spChg>
        <pc:spChg chg="add del mod ord">
          <ac:chgData name="Mohammad Salman" userId="cfd6754c-e613-4f6f-bb98-36aef69d8c31" providerId="ADAL" clId="{5827431D-65CA-4FB4-A1DC-701FF48A29F0}" dt="2023-09-10T13:37:56.972" v="7585" actId="478"/>
          <ac:spMkLst>
            <pc:docMk/>
            <pc:sldMk cId="3982277481" sldId="284"/>
            <ac:spMk id="5" creationId="{E5159B12-D528-74C7-D1B2-16784A56CD73}"/>
          </ac:spMkLst>
        </pc:spChg>
        <pc:spChg chg="add mod ord">
          <ac:chgData name="Mohammad Salman" userId="cfd6754c-e613-4f6f-bb98-36aef69d8c31" providerId="ADAL" clId="{5827431D-65CA-4FB4-A1DC-701FF48A29F0}" dt="2023-09-11T08:11:27.008" v="12227" actId="403"/>
          <ac:spMkLst>
            <pc:docMk/>
            <pc:sldMk cId="3982277481" sldId="284"/>
            <ac:spMk id="6" creationId="{6B075509-765D-F886-0821-4070D65B302E}"/>
          </ac:spMkLst>
        </pc:spChg>
      </pc:sldChg>
      <pc:sldChg chg="addSp delSp modSp new mod modAnim modNotesTx">
        <pc:chgData name="Mohammad Salman" userId="cfd6754c-e613-4f6f-bb98-36aef69d8c31" providerId="ADAL" clId="{5827431D-65CA-4FB4-A1DC-701FF48A29F0}" dt="2023-09-11T08:15:28.715" v="12260" actId="1035"/>
        <pc:sldMkLst>
          <pc:docMk/>
          <pc:sldMk cId="2829802332" sldId="285"/>
        </pc:sldMkLst>
        <pc:spChg chg="mod">
          <ac:chgData name="Mohammad Salman" userId="cfd6754c-e613-4f6f-bb98-36aef69d8c31" providerId="ADAL" clId="{5827431D-65CA-4FB4-A1DC-701FF48A29F0}" dt="2023-09-10T13:38:19.195" v="7619" actId="20577"/>
          <ac:spMkLst>
            <pc:docMk/>
            <pc:sldMk cId="2829802332" sldId="285"/>
            <ac:spMk id="2" creationId="{2A8AF469-085A-2238-2E03-3F5EEEEC9985}"/>
          </ac:spMkLst>
        </pc:spChg>
        <pc:spChg chg="mod">
          <ac:chgData name="Mohammad Salman" userId="cfd6754c-e613-4f6f-bb98-36aef69d8c31" providerId="ADAL" clId="{5827431D-65CA-4FB4-A1DC-701FF48A29F0}" dt="2023-09-10T13:43:23.693" v="7871" actId="14100"/>
          <ac:spMkLst>
            <pc:docMk/>
            <pc:sldMk cId="2829802332" sldId="285"/>
            <ac:spMk id="3" creationId="{41D39D71-9891-4B91-4166-F32C2FCE0386}"/>
          </ac:spMkLst>
        </pc:spChg>
        <pc:spChg chg="add mod">
          <ac:chgData name="Mohammad Salman" userId="cfd6754c-e613-4f6f-bb98-36aef69d8c31" providerId="ADAL" clId="{5827431D-65CA-4FB4-A1DC-701FF48A29F0}" dt="2023-09-11T08:13:46.028" v="12238" actId="404"/>
          <ac:spMkLst>
            <pc:docMk/>
            <pc:sldMk cId="2829802332" sldId="285"/>
            <ac:spMk id="5" creationId="{A753F252-CDFB-F23F-2AC3-47643D55FA32}"/>
          </ac:spMkLst>
        </pc:spChg>
        <pc:spChg chg="add mod">
          <ac:chgData name="Mohammad Salman" userId="cfd6754c-e613-4f6f-bb98-36aef69d8c31" providerId="ADAL" clId="{5827431D-65CA-4FB4-A1DC-701FF48A29F0}" dt="2023-09-10T13:45:53.770" v="7925" actId="20577"/>
          <ac:spMkLst>
            <pc:docMk/>
            <pc:sldMk cId="2829802332" sldId="285"/>
            <ac:spMk id="7" creationId="{7DD414D3-7B40-C165-5454-2077E380CA33}"/>
          </ac:spMkLst>
        </pc:spChg>
        <pc:spChg chg="add mod">
          <ac:chgData name="Mohammad Salman" userId="cfd6754c-e613-4f6f-bb98-36aef69d8c31" providerId="ADAL" clId="{5827431D-65CA-4FB4-A1DC-701FF48A29F0}" dt="2023-09-11T08:15:28.715" v="12260" actId="1035"/>
          <ac:spMkLst>
            <pc:docMk/>
            <pc:sldMk cId="2829802332" sldId="285"/>
            <ac:spMk id="8" creationId="{590DBCD0-2466-29C1-3BED-3928E71B05D0}"/>
          </ac:spMkLst>
        </pc:spChg>
        <pc:spChg chg="add mod">
          <ac:chgData name="Mohammad Salman" userId="cfd6754c-e613-4f6f-bb98-36aef69d8c31" providerId="ADAL" clId="{5827431D-65CA-4FB4-A1DC-701FF48A29F0}" dt="2023-09-11T08:15:20.791" v="12245" actId="1036"/>
          <ac:spMkLst>
            <pc:docMk/>
            <pc:sldMk cId="2829802332" sldId="285"/>
            <ac:spMk id="9" creationId="{09D274B8-9479-A627-6EDE-DA3D52A3A40C}"/>
          </ac:spMkLst>
        </pc:spChg>
        <pc:spChg chg="add mod">
          <ac:chgData name="Mohammad Salman" userId="cfd6754c-e613-4f6f-bb98-36aef69d8c31" providerId="ADAL" clId="{5827431D-65CA-4FB4-A1DC-701FF48A29F0}" dt="2023-09-10T13:47:17.258" v="7932" actId="1076"/>
          <ac:spMkLst>
            <pc:docMk/>
            <pc:sldMk cId="2829802332" sldId="285"/>
            <ac:spMk id="10" creationId="{E46E39EF-F7BA-E342-ACB7-BFC54D8C8F10}"/>
          </ac:spMkLst>
        </pc:spChg>
        <pc:spChg chg="add del mod">
          <ac:chgData name="Mohammad Salman" userId="cfd6754c-e613-4f6f-bb98-36aef69d8c31" providerId="ADAL" clId="{5827431D-65CA-4FB4-A1DC-701FF48A29F0}" dt="2023-09-10T13:48:26.928" v="7977" actId="478"/>
          <ac:spMkLst>
            <pc:docMk/>
            <pc:sldMk cId="2829802332" sldId="285"/>
            <ac:spMk id="13" creationId="{47518C10-6589-5704-5D2D-44E775580DE1}"/>
          </ac:spMkLst>
        </pc:spChg>
        <pc:spChg chg="add del mod">
          <ac:chgData name="Mohammad Salman" userId="cfd6754c-e613-4f6f-bb98-36aef69d8c31" providerId="ADAL" clId="{5827431D-65CA-4FB4-A1DC-701FF48A29F0}" dt="2023-09-11T08:10:23.128" v="12187" actId="478"/>
          <ac:spMkLst>
            <pc:docMk/>
            <pc:sldMk cId="2829802332" sldId="285"/>
            <ac:spMk id="14" creationId="{7AE651E2-21DE-7E77-0C67-7FF1BE9FEED0}"/>
          </ac:spMkLst>
        </pc:spChg>
        <pc:spChg chg="add del mod">
          <ac:chgData name="Mohammad Salman" userId="cfd6754c-e613-4f6f-bb98-36aef69d8c31" providerId="ADAL" clId="{5827431D-65CA-4FB4-A1DC-701FF48A29F0}" dt="2023-09-11T08:10:23.128" v="12187" actId="478"/>
          <ac:spMkLst>
            <pc:docMk/>
            <pc:sldMk cId="2829802332" sldId="285"/>
            <ac:spMk id="15" creationId="{465CEB0E-BF41-20F3-E30F-C7D9C718272C}"/>
          </ac:spMkLst>
        </pc:spChg>
        <pc:spChg chg="add del mod">
          <ac:chgData name="Mohammad Salman" userId="cfd6754c-e613-4f6f-bb98-36aef69d8c31" providerId="ADAL" clId="{5827431D-65CA-4FB4-A1DC-701FF48A29F0}" dt="2023-09-11T08:10:23.128" v="12187" actId="478"/>
          <ac:spMkLst>
            <pc:docMk/>
            <pc:sldMk cId="2829802332" sldId="285"/>
            <ac:spMk id="16" creationId="{7FBC9A6C-FF0D-028D-B56D-388BC88D517A}"/>
          </ac:spMkLst>
        </pc:spChg>
        <pc:spChg chg="add mod">
          <ac:chgData name="Mohammad Salman" userId="cfd6754c-e613-4f6f-bb98-36aef69d8c31" providerId="ADAL" clId="{5827431D-65CA-4FB4-A1DC-701FF48A29F0}" dt="2023-09-11T08:10:39.860" v="12189" actId="571"/>
          <ac:spMkLst>
            <pc:docMk/>
            <pc:sldMk cId="2829802332" sldId="285"/>
            <ac:spMk id="17" creationId="{860FFA98-018F-004C-3697-674EB9910F53}"/>
          </ac:spMkLst>
        </pc:spChg>
        <pc:spChg chg="add mod">
          <ac:chgData name="Mohammad Salman" userId="cfd6754c-e613-4f6f-bb98-36aef69d8c31" providerId="ADAL" clId="{5827431D-65CA-4FB4-A1DC-701FF48A29F0}" dt="2023-09-11T08:10:39.860" v="12189" actId="571"/>
          <ac:spMkLst>
            <pc:docMk/>
            <pc:sldMk cId="2829802332" sldId="285"/>
            <ac:spMk id="18" creationId="{E1452D43-A95E-8C21-0AA8-092F7C0DEB89}"/>
          </ac:spMkLst>
        </pc:spChg>
        <pc:spChg chg="add mod">
          <ac:chgData name="Mohammad Salman" userId="cfd6754c-e613-4f6f-bb98-36aef69d8c31" providerId="ADAL" clId="{5827431D-65CA-4FB4-A1DC-701FF48A29F0}" dt="2023-09-11T08:10:39.860" v="12189" actId="571"/>
          <ac:spMkLst>
            <pc:docMk/>
            <pc:sldMk cId="2829802332" sldId="285"/>
            <ac:spMk id="19" creationId="{54B51CB8-2725-887D-1268-86012F9C2D1A}"/>
          </ac:spMkLst>
        </pc:spChg>
        <pc:cxnChg chg="add mod">
          <ac:chgData name="Mohammad Salman" userId="cfd6754c-e613-4f6f-bb98-36aef69d8c31" providerId="ADAL" clId="{5827431D-65CA-4FB4-A1DC-701FF48A29F0}" dt="2023-09-10T14:39:24.230" v="9098" actId="1038"/>
          <ac:cxnSpMkLst>
            <pc:docMk/>
            <pc:sldMk cId="2829802332" sldId="285"/>
            <ac:cxnSpMk id="12" creationId="{57ED62E1-608B-6B98-3972-00989F181DD2}"/>
          </ac:cxnSpMkLst>
        </pc:cxnChg>
      </pc:sldChg>
      <pc:sldChg chg="delSp modSp add mod modAnim">
        <pc:chgData name="Mohammad Salman" userId="cfd6754c-e613-4f6f-bb98-36aef69d8c31" providerId="ADAL" clId="{5827431D-65CA-4FB4-A1DC-701FF48A29F0}" dt="2023-09-11T08:16:21.517" v="12262"/>
        <pc:sldMkLst>
          <pc:docMk/>
          <pc:sldMk cId="2943053058" sldId="286"/>
        </pc:sldMkLst>
        <pc:spChg chg="mod">
          <ac:chgData name="Mohammad Salman" userId="cfd6754c-e613-4f6f-bb98-36aef69d8c31" providerId="ADAL" clId="{5827431D-65CA-4FB4-A1DC-701FF48A29F0}" dt="2023-09-10T14:44:57.752" v="9192" actId="113"/>
          <ac:spMkLst>
            <pc:docMk/>
            <pc:sldMk cId="2943053058" sldId="286"/>
            <ac:spMk id="3" creationId="{41D39D71-9891-4B91-4166-F32C2FCE0386}"/>
          </ac:spMkLst>
        </pc:spChg>
        <pc:spChg chg="del">
          <ac:chgData name="Mohammad Salman" userId="cfd6754c-e613-4f6f-bb98-36aef69d8c31" providerId="ADAL" clId="{5827431D-65CA-4FB4-A1DC-701FF48A29F0}" dt="2023-09-10T14:09:21.782" v="8002" actId="478"/>
          <ac:spMkLst>
            <pc:docMk/>
            <pc:sldMk cId="2943053058" sldId="286"/>
            <ac:spMk id="5" creationId="{A753F252-CDFB-F23F-2AC3-47643D55FA32}"/>
          </ac:spMkLst>
        </pc:spChg>
        <pc:spChg chg="del">
          <ac:chgData name="Mohammad Salman" userId="cfd6754c-e613-4f6f-bb98-36aef69d8c31" providerId="ADAL" clId="{5827431D-65CA-4FB4-A1DC-701FF48A29F0}" dt="2023-09-10T14:09:21.782" v="8002" actId="478"/>
          <ac:spMkLst>
            <pc:docMk/>
            <pc:sldMk cId="2943053058" sldId="286"/>
            <ac:spMk id="7" creationId="{7DD414D3-7B40-C165-5454-2077E380CA33}"/>
          </ac:spMkLst>
        </pc:spChg>
        <pc:spChg chg="del">
          <ac:chgData name="Mohammad Salman" userId="cfd6754c-e613-4f6f-bb98-36aef69d8c31" providerId="ADAL" clId="{5827431D-65CA-4FB4-A1DC-701FF48A29F0}" dt="2023-09-10T14:09:21.782" v="8002" actId="478"/>
          <ac:spMkLst>
            <pc:docMk/>
            <pc:sldMk cId="2943053058" sldId="286"/>
            <ac:spMk id="8" creationId="{590DBCD0-2466-29C1-3BED-3928E71B05D0}"/>
          </ac:spMkLst>
        </pc:spChg>
        <pc:spChg chg="del">
          <ac:chgData name="Mohammad Salman" userId="cfd6754c-e613-4f6f-bb98-36aef69d8c31" providerId="ADAL" clId="{5827431D-65CA-4FB4-A1DC-701FF48A29F0}" dt="2023-09-10T14:09:21.782" v="8002" actId="478"/>
          <ac:spMkLst>
            <pc:docMk/>
            <pc:sldMk cId="2943053058" sldId="286"/>
            <ac:spMk id="9" creationId="{09D274B8-9479-A627-6EDE-DA3D52A3A40C}"/>
          </ac:spMkLst>
        </pc:spChg>
        <pc:cxnChg chg="del">
          <ac:chgData name="Mohammad Salman" userId="cfd6754c-e613-4f6f-bb98-36aef69d8c31" providerId="ADAL" clId="{5827431D-65CA-4FB4-A1DC-701FF48A29F0}" dt="2023-09-10T14:09:21.782" v="8002" actId="478"/>
          <ac:cxnSpMkLst>
            <pc:docMk/>
            <pc:sldMk cId="2943053058" sldId="286"/>
            <ac:cxnSpMk id="12" creationId="{57ED62E1-608B-6B98-3972-00989F181DD2}"/>
          </ac:cxnSpMkLst>
        </pc:cxnChg>
      </pc:sldChg>
      <pc:sldChg chg="modSp add mod modAnim">
        <pc:chgData name="Mohammad Salman" userId="cfd6754c-e613-4f6f-bb98-36aef69d8c31" providerId="ADAL" clId="{5827431D-65CA-4FB4-A1DC-701FF48A29F0}" dt="2023-09-11T08:19:35.787" v="12264" actId="114"/>
        <pc:sldMkLst>
          <pc:docMk/>
          <pc:sldMk cId="1776098836" sldId="287"/>
        </pc:sldMkLst>
        <pc:spChg chg="mod">
          <ac:chgData name="Mohammad Salman" userId="cfd6754c-e613-4f6f-bb98-36aef69d8c31" providerId="ADAL" clId="{5827431D-65CA-4FB4-A1DC-701FF48A29F0}" dt="2023-09-11T08:19:35.787" v="12264" actId="114"/>
          <ac:spMkLst>
            <pc:docMk/>
            <pc:sldMk cId="1776098836" sldId="287"/>
            <ac:spMk id="3" creationId="{41D39D71-9891-4B91-4166-F32C2FCE0386}"/>
          </ac:spMkLst>
        </pc:spChg>
      </pc:sldChg>
      <pc:sldChg chg="modSp new del mod setBg">
        <pc:chgData name="Mohammad Salman" userId="cfd6754c-e613-4f6f-bb98-36aef69d8c31" providerId="ADAL" clId="{5827431D-65CA-4FB4-A1DC-701FF48A29F0}" dt="2023-09-11T12:46:59.616" v="13011" actId="47"/>
        <pc:sldMkLst>
          <pc:docMk/>
          <pc:sldMk cId="4144457" sldId="288"/>
        </pc:sldMkLst>
        <pc:spChg chg="mod">
          <ac:chgData name="Mohammad Salman" userId="cfd6754c-e613-4f6f-bb98-36aef69d8c31" providerId="ADAL" clId="{5827431D-65CA-4FB4-A1DC-701FF48A29F0}" dt="2023-09-10T15:45:19.213" v="11558" actId="20577"/>
          <ac:spMkLst>
            <pc:docMk/>
            <pc:sldMk cId="4144457" sldId="288"/>
            <ac:spMk id="3" creationId="{6D7F8FE4-3F48-37AC-BB29-8358135553EB}"/>
          </ac:spMkLst>
        </pc:spChg>
      </pc:sldChg>
      <pc:sldChg chg="addSp delSp modSp new mod setBg modClrScheme chgLayout">
        <pc:chgData name="Mohammad Salman" userId="cfd6754c-e613-4f6f-bb98-36aef69d8c31" providerId="ADAL" clId="{5827431D-65CA-4FB4-A1DC-701FF48A29F0}" dt="2023-09-11T08:21:00.454" v="12265"/>
        <pc:sldMkLst>
          <pc:docMk/>
          <pc:sldMk cId="3250494864" sldId="289"/>
        </pc:sldMkLst>
        <pc:spChg chg="del mod ord">
          <ac:chgData name="Mohammad Salman" userId="cfd6754c-e613-4f6f-bb98-36aef69d8c31" providerId="ADAL" clId="{5827431D-65CA-4FB4-A1DC-701FF48A29F0}" dt="2023-09-10T14:47:32.429" v="9194" actId="700"/>
          <ac:spMkLst>
            <pc:docMk/>
            <pc:sldMk cId="3250494864" sldId="289"/>
            <ac:spMk id="2" creationId="{6817EF66-0A33-A044-B43C-05EAEED527B3}"/>
          </ac:spMkLst>
        </pc:spChg>
        <pc:spChg chg="del mod ord">
          <ac:chgData name="Mohammad Salman" userId="cfd6754c-e613-4f6f-bb98-36aef69d8c31" providerId="ADAL" clId="{5827431D-65CA-4FB4-A1DC-701FF48A29F0}" dt="2023-09-10T14:47:32.429" v="9194" actId="700"/>
          <ac:spMkLst>
            <pc:docMk/>
            <pc:sldMk cId="3250494864" sldId="289"/>
            <ac:spMk id="3" creationId="{C54D9ABE-8EC1-F434-7921-4B725F13538A}"/>
          </ac:spMkLst>
        </pc:spChg>
        <pc:spChg chg="add mod ord">
          <ac:chgData name="Mohammad Salman" userId="cfd6754c-e613-4f6f-bb98-36aef69d8c31" providerId="ADAL" clId="{5827431D-65CA-4FB4-A1DC-701FF48A29F0}" dt="2023-09-10T14:47:38.172" v="9209" actId="20577"/>
          <ac:spMkLst>
            <pc:docMk/>
            <pc:sldMk cId="3250494864" sldId="289"/>
            <ac:spMk id="4" creationId="{828D708A-6AF6-9D5B-D8C5-67E2C5AC337B}"/>
          </ac:spMkLst>
        </pc:spChg>
        <pc:spChg chg="add del mod ord">
          <ac:chgData name="Mohammad Salman" userId="cfd6754c-e613-4f6f-bb98-36aef69d8c31" providerId="ADAL" clId="{5827431D-65CA-4FB4-A1DC-701FF48A29F0}" dt="2023-09-10T14:47:35.098" v="9195" actId="478"/>
          <ac:spMkLst>
            <pc:docMk/>
            <pc:sldMk cId="3250494864" sldId="289"/>
            <ac:spMk id="5" creationId="{8D9A594B-3633-9FF7-5DF3-5D3CCF0422C9}"/>
          </ac:spMkLst>
        </pc:spChg>
      </pc:sldChg>
      <pc:sldChg chg="addSp delSp modSp new mod setBg modClrScheme chgLayout">
        <pc:chgData name="Mohammad Salman" userId="cfd6754c-e613-4f6f-bb98-36aef69d8c31" providerId="ADAL" clId="{5827431D-65CA-4FB4-A1DC-701FF48A29F0}" dt="2023-09-11T08:29:47.962" v="12464"/>
        <pc:sldMkLst>
          <pc:docMk/>
          <pc:sldMk cId="659093679" sldId="290"/>
        </pc:sldMkLst>
        <pc:spChg chg="del mod ord">
          <ac:chgData name="Mohammad Salman" userId="cfd6754c-e613-4f6f-bb98-36aef69d8c31" providerId="ADAL" clId="{5827431D-65CA-4FB4-A1DC-701FF48A29F0}" dt="2023-09-10T14:52:03.597" v="9211" actId="700"/>
          <ac:spMkLst>
            <pc:docMk/>
            <pc:sldMk cId="659093679" sldId="290"/>
            <ac:spMk id="2" creationId="{FA40A236-15D4-96F6-E1E6-7EBC6BA82EB0}"/>
          </ac:spMkLst>
        </pc:spChg>
        <pc:spChg chg="del mod ord">
          <ac:chgData name="Mohammad Salman" userId="cfd6754c-e613-4f6f-bb98-36aef69d8c31" providerId="ADAL" clId="{5827431D-65CA-4FB4-A1DC-701FF48A29F0}" dt="2023-09-10T14:52:03.597" v="9211" actId="700"/>
          <ac:spMkLst>
            <pc:docMk/>
            <pc:sldMk cId="659093679" sldId="290"/>
            <ac:spMk id="3" creationId="{5543EA38-A834-5A06-A432-EC589E0DC5CB}"/>
          </ac:spMkLst>
        </pc:spChg>
        <pc:spChg chg="add mod ord">
          <ac:chgData name="Mohammad Salman" userId="cfd6754c-e613-4f6f-bb98-36aef69d8c31" providerId="ADAL" clId="{5827431D-65CA-4FB4-A1DC-701FF48A29F0}" dt="2023-09-10T14:52:06.381" v="9223" actId="20577"/>
          <ac:spMkLst>
            <pc:docMk/>
            <pc:sldMk cId="659093679" sldId="290"/>
            <ac:spMk id="4" creationId="{919A53AC-18DD-FA7B-C4A9-909903632E91}"/>
          </ac:spMkLst>
        </pc:spChg>
        <pc:spChg chg="add del mod ord">
          <ac:chgData name="Mohammad Salman" userId="cfd6754c-e613-4f6f-bb98-36aef69d8c31" providerId="ADAL" clId="{5827431D-65CA-4FB4-A1DC-701FF48A29F0}" dt="2023-09-10T14:52:08.388" v="9224" actId="478"/>
          <ac:spMkLst>
            <pc:docMk/>
            <pc:sldMk cId="659093679" sldId="290"/>
            <ac:spMk id="5" creationId="{A134C408-1A55-7CC4-9413-E9932D3E5CA3}"/>
          </ac:spMkLst>
        </pc:spChg>
      </pc:sldChg>
      <pc:sldChg chg="modSp new mod modAnim">
        <pc:chgData name="Mohammad Salman" userId="cfd6754c-e613-4f6f-bb98-36aef69d8c31" providerId="ADAL" clId="{5827431D-65CA-4FB4-A1DC-701FF48A29F0}" dt="2023-09-11T08:31:27.294" v="12477"/>
        <pc:sldMkLst>
          <pc:docMk/>
          <pc:sldMk cId="36866089" sldId="291"/>
        </pc:sldMkLst>
        <pc:spChg chg="mod">
          <ac:chgData name="Mohammad Salman" userId="cfd6754c-e613-4f6f-bb98-36aef69d8c31" providerId="ADAL" clId="{5827431D-65CA-4FB4-A1DC-701FF48A29F0}" dt="2023-09-10T14:52:15.876" v="9245" actId="20577"/>
          <ac:spMkLst>
            <pc:docMk/>
            <pc:sldMk cId="36866089" sldId="291"/>
            <ac:spMk id="2" creationId="{0AE88314-4650-825F-FA4C-2146AFE93DA7}"/>
          </ac:spMkLst>
        </pc:spChg>
        <pc:spChg chg="mod">
          <ac:chgData name="Mohammad Salman" userId="cfd6754c-e613-4f6f-bb98-36aef69d8c31" providerId="ADAL" clId="{5827431D-65CA-4FB4-A1DC-701FF48A29F0}" dt="2023-09-10T14:57:58.459" v="9806" actId="20577"/>
          <ac:spMkLst>
            <pc:docMk/>
            <pc:sldMk cId="36866089" sldId="291"/>
            <ac:spMk id="3" creationId="{D1E6DEDB-9C7C-CAD7-26DD-35F8644A1B2A}"/>
          </ac:spMkLst>
        </pc:spChg>
      </pc:sldChg>
      <pc:sldChg chg="new del">
        <pc:chgData name="Mohammad Salman" userId="cfd6754c-e613-4f6f-bb98-36aef69d8c31" providerId="ADAL" clId="{5827431D-65CA-4FB4-A1DC-701FF48A29F0}" dt="2023-09-10T14:58:10.827" v="9808" actId="680"/>
        <pc:sldMkLst>
          <pc:docMk/>
          <pc:sldMk cId="2644779919" sldId="292"/>
        </pc:sldMkLst>
      </pc:sldChg>
      <pc:sldChg chg="addSp delSp modSp add mod delAnim modAnim modNotesTx">
        <pc:chgData name="Mohammad Salman" userId="cfd6754c-e613-4f6f-bb98-36aef69d8c31" providerId="ADAL" clId="{5827431D-65CA-4FB4-A1DC-701FF48A29F0}" dt="2023-09-11T09:04:44.101" v="12650"/>
        <pc:sldMkLst>
          <pc:docMk/>
          <pc:sldMk cId="4241412079" sldId="292"/>
        </pc:sldMkLst>
        <pc:spChg chg="del">
          <ac:chgData name="Mohammad Salman" userId="cfd6754c-e613-4f6f-bb98-36aef69d8c31" providerId="ADAL" clId="{5827431D-65CA-4FB4-A1DC-701FF48A29F0}" dt="2023-09-10T15:01:36.540" v="9819" actId="478"/>
          <ac:spMkLst>
            <pc:docMk/>
            <pc:sldMk cId="4241412079" sldId="292"/>
            <ac:spMk id="2" creationId="{0AE88314-4650-825F-FA4C-2146AFE93DA7}"/>
          </ac:spMkLst>
        </pc:spChg>
        <pc:spChg chg="del mod">
          <ac:chgData name="Mohammad Salman" userId="cfd6754c-e613-4f6f-bb98-36aef69d8c31" providerId="ADAL" clId="{5827431D-65CA-4FB4-A1DC-701FF48A29F0}" dt="2023-09-10T15:01:33.172" v="9818" actId="478"/>
          <ac:spMkLst>
            <pc:docMk/>
            <pc:sldMk cId="4241412079" sldId="292"/>
            <ac:spMk id="3" creationId="{D1E6DEDB-9C7C-CAD7-26DD-35F8644A1B2A}"/>
          </ac:spMkLst>
        </pc:spChg>
        <pc:spChg chg="add del mod">
          <ac:chgData name="Mohammad Salman" userId="cfd6754c-e613-4f6f-bb98-36aef69d8c31" providerId="ADAL" clId="{5827431D-65CA-4FB4-A1DC-701FF48A29F0}" dt="2023-09-10T15:01:38.999" v="9820" actId="478"/>
          <ac:spMkLst>
            <pc:docMk/>
            <pc:sldMk cId="4241412079" sldId="292"/>
            <ac:spMk id="5" creationId="{057CC87F-65B9-EE98-B125-C75D63F27349}"/>
          </ac:spMkLst>
        </pc:spChg>
        <pc:spChg chg="add mod">
          <ac:chgData name="Mohammad Salman" userId="cfd6754c-e613-4f6f-bb98-36aef69d8c31" providerId="ADAL" clId="{5827431D-65CA-4FB4-A1DC-701FF48A29F0}" dt="2023-09-10T15:02:11.862" v="9826" actId="1076"/>
          <ac:spMkLst>
            <pc:docMk/>
            <pc:sldMk cId="4241412079" sldId="292"/>
            <ac:spMk id="7" creationId="{03D28FBB-CE52-C1F0-AA2C-5BE30F4777E6}"/>
          </ac:spMkLst>
        </pc:spChg>
        <pc:spChg chg="add mod">
          <ac:chgData name="Mohammad Salman" userId="cfd6754c-e613-4f6f-bb98-36aef69d8c31" providerId="ADAL" clId="{5827431D-65CA-4FB4-A1DC-701FF48A29F0}" dt="2023-09-10T15:14:01.364" v="10549" actId="20577"/>
          <ac:spMkLst>
            <pc:docMk/>
            <pc:sldMk cId="4241412079" sldId="292"/>
            <ac:spMk id="9" creationId="{0CDF4E67-B808-27AD-4D86-643A0FD9DB42}"/>
          </ac:spMkLst>
        </pc:spChg>
        <pc:spChg chg="add del mod">
          <ac:chgData name="Mohammad Salman" userId="cfd6754c-e613-4f6f-bb98-36aef69d8c31" providerId="ADAL" clId="{5827431D-65CA-4FB4-A1DC-701FF48A29F0}" dt="2023-09-10T15:19:36.310" v="10572" actId="692"/>
          <ac:spMkLst>
            <pc:docMk/>
            <pc:sldMk cId="4241412079" sldId="292"/>
            <ac:spMk id="10" creationId="{F47FE4CD-7336-C93E-928D-5ACE8809114B}"/>
          </ac:spMkLst>
        </pc:spChg>
        <pc:spChg chg="add del mod">
          <ac:chgData name="Mohammad Salman" userId="cfd6754c-e613-4f6f-bb98-36aef69d8c31" providerId="ADAL" clId="{5827431D-65CA-4FB4-A1DC-701FF48A29F0}" dt="2023-09-10T15:04:39.536" v="9916"/>
          <ac:spMkLst>
            <pc:docMk/>
            <pc:sldMk cId="4241412079" sldId="292"/>
            <ac:spMk id="11" creationId="{CD691E1B-639C-0BEA-E4D8-D7A722FCFB19}"/>
          </ac:spMkLst>
        </pc:spChg>
        <pc:spChg chg="add mod">
          <ac:chgData name="Mohammad Salman" userId="cfd6754c-e613-4f6f-bb98-36aef69d8c31" providerId="ADAL" clId="{5827431D-65CA-4FB4-A1DC-701FF48A29F0}" dt="2023-09-10T15:29:00.604" v="11096" actId="1076"/>
          <ac:spMkLst>
            <pc:docMk/>
            <pc:sldMk cId="4241412079" sldId="292"/>
            <ac:spMk id="12" creationId="{1CA6B139-3B65-918F-158A-3AE9F1779E94}"/>
          </ac:spMkLst>
        </pc:spChg>
        <pc:spChg chg="add del mod">
          <ac:chgData name="Mohammad Salman" userId="cfd6754c-e613-4f6f-bb98-36aef69d8c31" providerId="ADAL" clId="{5827431D-65CA-4FB4-A1DC-701FF48A29F0}" dt="2023-09-10T15:10:44.356" v="10508" actId="478"/>
          <ac:spMkLst>
            <pc:docMk/>
            <pc:sldMk cId="4241412079" sldId="292"/>
            <ac:spMk id="13" creationId="{26DD8A6F-09FE-41A9-5D72-9D71E2C60D5F}"/>
          </ac:spMkLst>
        </pc:spChg>
        <pc:spChg chg="add del mod">
          <ac:chgData name="Mohammad Salman" userId="cfd6754c-e613-4f6f-bb98-36aef69d8c31" providerId="ADAL" clId="{5827431D-65CA-4FB4-A1DC-701FF48A29F0}" dt="2023-09-10T15:27:41.008" v="11081" actId="21"/>
          <ac:spMkLst>
            <pc:docMk/>
            <pc:sldMk cId="4241412079" sldId="292"/>
            <ac:spMk id="14" creationId="{D00C250C-3B53-2EAF-8514-928CD83CFB50}"/>
          </ac:spMkLst>
        </pc:spChg>
        <pc:spChg chg="add mod">
          <ac:chgData name="Mohammad Salman" userId="cfd6754c-e613-4f6f-bb98-36aef69d8c31" providerId="ADAL" clId="{5827431D-65CA-4FB4-A1DC-701FF48A29F0}" dt="2023-09-11T09:04:28.628" v="12647" actId="692"/>
          <ac:spMkLst>
            <pc:docMk/>
            <pc:sldMk cId="4241412079" sldId="292"/>
            <ac:spMk id="20" creationId="{CA9C906E-9B23-145C-0CB4-5BA28D8F517A}"/>
          </ac:spMkLst>
        </pc:spChg>
        <pc:cxnChg chg="add mod">
          <ac:chgData name="Mohammad Salman" userId="cfd6754c-e613-4f6f-bb98-36aef69d8c31" providerId="ADAL" clId="{5827431D-65CA-4FB4-A1DC-701FF48A29F0}" dt="2023-09-10T15:19:47.779" v="10575" actId="692"/>
          <ac:cxnSpMkLst>
            <pc:docMk/>
            <pc:sldMk cId="4241412079" sldId="292"/>
            <ac:cxnSpMk id="16" creationId="{DA172DC4-74EB-AD2C-95DF-73455F37AD73}"/>
          </ac:cxnSpMkLst>
        </pc:cxnChg>
      </pc:sldChg>
      <pc:sldChg chg="modSp add mod modAnim">
        <pc:chgData name="Mohammad Salman" userId="cfd6754c-e613-4f6f-bb98-36aef69d8c31" providerId="ADAL" clId="{5827431D-65CA-4FB4-A1DC-701FF48A29F0}" dt="2023-09-11T12:40:00.210" v="13008" actId="2711"/>
        <pc:sldMkLst>
          <pc:docMk/>
          <pc:sldMk cId="3116482632" sldId="293"/>
        </pc:sldMkLst>
        <pc:spChg chg="mod">
          <ac:chgData name="Mohammad Salman" userId="cfd6754c-e613-4f6f-bb98-36aef69d8c31" providerId="ADAL" clId="{5827431D-65CA-4FB4-A1DC-701FF48A29F0}" dt="2023-09-11T12:40:00.210" v="13008" actId="2711"/>
          <ac:spMkLst>
            <pc:docMk/>
            <pc:sldMk cId="3116482632" sldId="293"/>
            <ac:spMk id="3" creationId="{D1E6DEDB-9C7C-CAD7-26DD-35F8644A1B2A}"/>
          </ac:spMkLst>
        </pc:spChg>
      </pc:sldChg>
      <pc:sldChg chg="addSp delSp modSp add mod delAnim modAnim">
        <pc:chgData name="Mohammad Salman" userId="cfd6754c-e613-4f6f-bb98-36aef69d8c31" providerId="ADAL" clId="{5827431D-65CA-4FB4-A1DC-701FF48A29F0}" dt="2023-09-11T08:40:49.122" v="12500" actId="20577"/>
        <pc:sldMkLst>
          <pc:docMk/>
          <pc:sldMk cId="688264060" sldId="294"/>
        </pc:sldMkLst>
        <pc:spChg chg="add mod">
          <ac:chgData name="Mohammad Salman" userId="cfd6754c-e613-4f6f-bb98-36aef69d8c31" providerId="ADAL" clId="{5827431D-65CA-4FB4-A1DC-701FF48A29F0}" dt="2023-09-11T08:40:49.122" v="12500" actId="20577"/>
          <ac:spMkLst>
            <pc:docMk/>
            <pc:sldMk cId="688264060" sldId="294"/>
            <ac:spMk id="2" creationId="{1B8297BE-DFDA-A663-19E7-6B519C2A3948}"/>
          </ac:spMkLst>
        </pc:spChg>
        <pc:spChg chg="del">
          <ac:chgData name="Mohammad Salman" userId="cfd6754c-e613-4f6f-bb98-36aef69d8c31" providerId="ADAL" clId="{5827431D-65CA-4FB4-A1DC-701FF48A29F0}" dt="2023-09-10T15:27:46.065" v="11083" actId="478"/>
          <ac:spMkLst>
            <pc:docMk/>
            <pc:sldMk cId="688264060" sldId="294"/>
            <ac:spMk id="12" creationId="{1CA6B139-3B65-918F-158A-3AE9F1779E94}"/>
          </ac:spMkLst>
        </pc:spChg>
      </pc:sldChg>
      <pc:sldChg chg="addSp delSp modSp add mod setBg modNotesTx">
        <pc:chgData name="Mohammad Salman" userId="cfd6754c-e613-4f6f-bb98-36aef69d8c31" providerId="ADAL" clId="{5827431D-65CA-4FB4-A1DC-701FF48A29F0}" dt="2023-09-10T15:37:05.929" v="11331" actId="1076"/>
        <pc:sldMkLst>
          <pc:docMk/>
          <pc:sldMk cId="4079558296" sldId="295"/>
        </pc:sldMkLst>
        <pc:spChg chg="mod">
          <ac:chgData name="Mohammad Salman" userId="cfd6754c-e613-4f6f-bb98-36aef69d8c31" providerId="ADAL" clId="{5827431D-65CA-4FB4-A1DC-701FF48A29F0}" dt="2023-09-10T15:33:52.115" v="11182" actId="1076"/>
          <ac:spMkLst>
            <pc:docMk/>
            <pc:sldMk cId="4079558296" sldId="295"/>
            <ac:spMk id="2" creationId="{0AE88314-4650-825F-FA4C-2146AFE93DA7}"/>
          </ac:spMkLst>
        </pc:spChg>
        <pc:spChg chg="del">
          <ac:chgData name="Mohammad Salman" userId="cfd6754c-e613-4f6f-bb98-36aef69d8c31" providerId="ADAL" clId="{5827431D-65CA-4FB4-A1DC-701FF48A29F0}" dt="2023-09-10T15:30:15.094" v="11141" actId="478"/>
          <ac:spMkLst>
            <pc:docMk/>
            <pc:sldMk cId="4079558296" sldId="295"/>
            <ac:spMk id="3" creationId="{D1E6DEDB-9C7C-CAD7-26DD-35F8644A1B2A}"/>
          </ac:spMkLst>
        </pc:spChg>
        <pc:spChg chg="add del mod">
          <ac:chgData name="Mohammad Salman" userId="cfd6754c-e613-4f6f-bb98-36aef69d8c31" providerId="ADAL" clId="{5827431D-65CA-4FB4-A1DC-701FF48A29F0}" dt="2023-09-10T15:30:15.916" v="11142" actId="478"/>
          <ac:spMkLst>
            <pc:docMk/>
            <pc:sldMk cId="4079558296" sldId="295"/>
            <ac:spMk id="5" creationId="{0B7FE95E-2AC8-9C01-F71C-ED2CCDC78984}"/>
          </ac:spMkLst>
        </pc:spChg>
        <pc:spChg chg="add del mod">
          <ac:chgData name="Mohammad Salman" userId="cfd6754c-e613-4f6f-bb98-36aef69d8c31" providerId="ADAL" clId="{5827431D-65CA-4FB4-A1DC-701FF48A29F0}" dt="2023-09-10T15:34:38.109" v="11203" actId="478"/>
          <ac:spMkLst>
            <pc:docMk/>
            <pc:sldMk cId="4079558296" sldId="295"/>
            <ac:spMk id="10" creationId="{D9A9C5A7-D86E-E9F2-3754-6BD9235B2558}"/>
          </ac:spMkLst>
        </pc:spChg>
        <pc:spChg chg="add mod">
          <ac:chgData name="Mohammad Salman" userId="cfd6754c-e613-4f6f-bb98-36aef69d8c31" providerId="ADAL" clId="{5827431D-65CA-4FB4-A1DC-701FF48A29F0}" dt="2023-09-10T15:37:05.929" v="11331" actId="1076"/>
          <ac:spMkLst>
            <pc:docMk/>
            <pc:sldMk cId="4079558296" sldId="295"/>
            <ac:spMk id="11" creationId="{04F7B187-09F1-7135-7BC5-98DCE8119571}"/>
          </ac:spMkLst>
        </pc:spChg>
        <pc:spChg chg="add del">
          <ac:chgData name="Mohammad Salman" userId="cfd6754c-e613-4f6f-bb98-36aef69d8c31" providerId="ADAL" clId="{5827431D-65CA-4FB4-A1DC-701FF48A29F0}" dt="2023-09-10T15:35:50.986" v="11259" actId="22"/>
          <ac:spMkLst>
            <pc:docMk/>
            <pc:sldMk cId="4079558296" sldId="295"/>
            <ac:spMk id="13" creationId="{BCACC0C6-0AFC-6BB6-4C7A-EE05D3F688FC}"/>
          </ac:spMkLst>
        </pc:spChg>
        <pc:spChg chg="add del">
          <ac:chgData name="Mohammad Salman" userId="cfd6754c-e613-4f6f-bb98-36aef69d8c31" providerId="ADAL" clId="{5827431D-65CA-4FB4-A1DC-701FF48A29F0}" dt="2023-09-10T15:35:58.129" v="11262" actId="478"/>
          <ac:spMkLst>
            <pc:docMk/>
            <pc:sldMk cId="4079558296" sldId="295"/>
            <ac:spMk id="15" creationId="{958F763D-1DC7-F8B9-EAB3-DB7F9C955F49}"/>
          </ac:spMkLst>
        </pc:spChg>
        <pc:picChg chg="add mod">
          <ac:chgData name="Mohammad Salman" userId="cfd6754c-e613-4f6f-bb98-36aef69d8c31" providerId="ADAL" clId="{5827431D-65CA-4FB4-A1DC-701FF48A29F0}" dt="2023-09-10T15:34:05.812" v="11186" actId="1076"/>
          <ac:picMkLst>
            <pc:docMk/>
            <pc:sldMk cId="4079558296" sldId="295"/>
            <ac:picMk id="7" creationId="{BE360565-CDBA-6D6D-4823-1A190DA6F319}"/>
          </ac:picMkLst>
        </pc:picChg>
        <pc:picChg chg="add mod">
          <ac:chgData name="Mohammad Salman" userId="cfd6754c-e613-4f6f-bb98-36aef69d8c31" providerId="ADAL" clId="{5827431D-65CA-4FB4-A1DC-701FF48A29F0}" dt="2023-09-10T15:34:01.736" v="11185" actId="1076"/>
          <ac:picMkLst>
            <pc:docMk/>
            <pc:sldMk cId="4079558296" sldId="295"/>
            <ac:picMk id="9" creationId="{552A1157-892C-6BBE-8553-123681A81C68}"/>
          </ac:picMkLst>
        </pc:picChg>
      </pc:sldChg>
      <pc:sldChg chg="modSp new mod setBg">
        <pc:chgData name="Mohammad Salman" userId="cfd6754c-e613-4f6f-bb98-36aef69d8c31" providerId="ADAL" clId="{5827431D-65CA-4FB4-A1DC-701FF48A29F0}" dt="2023-09-10T15:41:53.325" v="11421"/>
        <pc:sldMkLst>
          <pc:docMk/>
          <pc:sldMk cId="382552058" sldId="296"/>
        </pc:sldMkLst>
        <pc:spChg chg="mod">
          <ac:chgData name="Mohammad Salman" userId="cfd6754c-e613-4f6f-bb98-36aef69d8c31" providerId="ADAL" clId="{5827431D-65CA-4FB4-A1DC-701FF48A29F0}" dt="2023-09-10T15:41:47.804" v="11420" actId="5793"/>
          <ac:spMkLst>
            <pc:docMk/>
            <pc:sldMk cId="382552058" sldId="296"/>
            <ac:spMk id="2" creationId="{88D07318-BE2C-2DE9-0BDF-F883490F46C7}"/>
          </ac:spMkLst>
        </pc:spChg>
        <pc:spChg chg="mod">
          <ac:chgData name="Mohammad Salman" userId="cfd6754c-e613-4f6f-bb98-36aef69d8c31" providerId="ADAL" clId="{5827431D-65CA-4FB4-A1DC-701FF48A29F0}" dt="2023-09-10T15:40:07.164" v="11375" actId="20577"/>
          <ac:spMkLst>
            <pc:docMk/>
            <pc:sldMk cId="382552058" sldId="296"/>
            <ac:spMk id="3" creationId="{0BCF1370-A60D-EFC1-C812-67FCA63EB7F2}"/>
          </ac:spMkLst>
        </pc:spChg>
      </pc:sldChg>
      <pc:sldChg chg="new del setBg">
        <pc:chgData name="Mohammad Salman" userId="cfd6754c-e613-4f6f-bb98-36aef69d8c31" providerId="ADAL" clId="{5827431D-65CA-4FB4-A1DC-701FF48A29F0}" dt="2023-09-11T12:46:49.396" v="13009" actId="47"/>
        <pc:sldMkLst>
          <pc:docMk/>
          <pc:sldMk cId="2395903194" sldId="297"/>
        </pc:sldMkLst>
      </pc:sldChg>
      <pc:sldChg chg="addSp delSp modSp new mod setBg modClrScheme chgLayout">
        <pc:chgData name="Mohammad Salman" userId="cfd6754c-e613-4f6f-bb98-36aef69d8c31" providerId="ADAL" clId="{5827431D-65CA-4FB4-A1DC-701FF48A29F0}" dt="2023-09-11T06:57:11.376" v="11682"/>
        <pc:sldMkLst>
          <pc:docMk/>
          <pc:sldMk cId="3688540440" sldId="298"/>
        </pc:sldMkLst>
        <pc:spChg chg="del mod ord">
          <ac:chgData name="Mohammad Salman" userId="cfd6754c-e613-4f6f-bb98-36aef69d8c31" providerId="ADAL" clId="{5827431D-65CA-4FB4-A1DC-701FF48A29F0}" dt="2023-09-11T06:56:39.805" v="11653" actId="700"/>
          <ac:spMkLst>
            <pc:docMk/>
            <pc:sldMk cId="3688540440" sldId="298"/>
            <ac:spMk id="2" creationId="{D66D8976-6CFB-21EB-668E-002B6371B482}"/>
          </ac:spMkLst>
        </pc:spChg>
        <pc:spChg chg="del mod ord">
          <ac:chgData name="Mohammad Salman" userId="cfd6754c-e613-4f6f-bb98-36aef69d8c31" providerId="ADAL" clId="{5827431D-65CA-4FB4-A1DC-701FF48A29F0}" dt="2023-09-11T06:56:39.805" v="11653" actId="700"/>
          <ac:spMkLst>
            <pc:docMk/>
            <pc:sldMk cId="3688540440" sldId="298"/>
            <ac:spMk id="3" creationId="{FC3DAB3D-2815-181C-1E22-B2416018139D}"/>
          </ac:spMkLst>
        </pc:spChg>
        <pc:spChg chg="add mod ord">
          <ac:chgData name="Mohammad Salman" userId="cfd6754c-e613-4f6f-bb98-36aef69d8c31" providerId="ADAL" clId="{5827431D-65CA-4FB4-A1DC-701FF48A29F0}" dt="2023-09-11T06:56:44.197" v="11678" actId="20577"/>
          <ac:spMkLst>
            <pc:docMk/>
            <pc:sldMk cId="3688540440" sldId="298"/>
            <ac:spMk id="4" creationId="{C2424442-4DFF-F21D-6696-CCEF688375FE}"/>
          </ac:spMkLst>
        </pc:spChg>
        <pc:spChg chg="add del mod ord">
          <ac:chgData name="Mohammad Salman" userId="cfd6754c-e613-4f6f-bb98-36aef69d8c31" providerId="ADAL" clId="{5827431D-65CA-4FB4-A1DC-701FF48A29F0}" dt="2023-09-11T06:56:53.898" v="11679" actId="478"/>
          <ac:spMkLst>
            <pc:docMk/>
            <pc:sldMk cId="3688540440" sldId="298"/>
            <ac:spMk id="5" creationId="{0FB0CF83-44C1-BF61-649B-1BBD83E57F02}"/>
          </ac:spMkLst>
        </pc:spChg>
      </pc:sldChg>
      <pc:sldChg chg="addSp modSp add mod setBg modAnim">
        <pc:chgData name="Mohammad Salman" userId="cfd6754c-e613-4f6f-bb98-36aef69d8c31" providerId="ADAL" clId="{5827431D-65CA-4FB4-A1DC-701FF48A29F0}" dt="2023-09-11T07:14:07.446" v="11877"/>
        <pc:sldMkLst>
          <pc:docMk/>
          <pc:sldMk cId="1585694885" sldId="299"/>
        </pc:sldMkLst>
        <pc:spChg chg="add mod">
          <ac:chgData name="Mohammad Salman" userId="cfd6754c-e613-4f6f-bb98-36aef69d8c31" providerId="ADAL" clId="{5827431D-65CA-4FB4-A1DC-701FF48A29F0}" dt="2023-09-11T07:13:47.480" v="11875" actId="207"/>
          <ac:spMkLst>
            <pc:docMk/>
            <pc:sldMk cId="1585694885" sldId="299"/>
            <ac:spMk id="11" creationId="{1178DC2C-B1BF-485E-8F03-A2BF1D42BBFE}"/>
          </ac:spMkLst>
        </pc:spChg>
      </pc:sldChg>
      <pc:sldChg chg="modSp add mod modAnim">
        <pc:chgData name="Mohammad Salman" userId="cfd6754c-e613-4f6f-bb98-36aef69d8c31" providerId="ADAL" clId="{5827431D-65CA-4FB4-A1DC-701FF48A29F0}" dt="2023-09-11T07:18:40.388" v="11903" actId="207"/>
        <pc:sldMkLst>
          <pc:docMk/>
          <pc:sldMk cId="1520525328" sldId="300"/>
        </pc:sldMkLst>
        <pc:spChg chg="mod ord">
          <ac:chgData name="Mohammad Salman" userId="cfd6754c-e613-4f6f-bb98-36aef69d8c31" providerId="ADAL" clId="{5827431D-65CA-4FB4-A1DC-701FF48A29F0}" dt="2023-09-11T07:18:40.388" v="11903" actId="207"/>
          <ac:spMkLst>
            <pc:docMk/>
            <pc:sldMk cId="1520525328" sldId="300"/>
            <ac:spMk id="13" creationId="{5ECC23F8-83B5-E6E5-CB5F-5250F4F0A043}"/>
          </ac:spMkLst>
        </pc:spChg>
        <pc:cxnChg chg="mod">
          <ac:chgData name="Mohammad Salman" userId="cfd6754c-e613-4f6f-bb98-36aef69d8c31" providerId="ADAL" clId="{5827431D-65CA-4FB4-A1DC-701FF48A29F0}" dt="2023-09-11T07:16:17.352" v="11892" actId="692"/>
          <ac:cxnSpMkLst>
            <pc:docMk/>
            <pc:sldMk cId="1520525328" sldId="300"/>
            <ac:cxnSpMk id="10" creationId="{CCA662BD-96C6-F836-C389-545D50610267}"/>
          </ac:cxnSpMkLst>
        </pc:cxnChg>
      </pc:sldChg>
      <pc:sldChg chg="addSp delSp modSp new mod setBg modClrScheme chgLayout">
        <pc:chgData name="Mohammad Salman" userId="cfd6754c-e613-4f6f-bb98-36aef69d8c31" providerId="ADAL" clId="{5827431D-65CA-4FB4-A1DC-701FF48A29F0}" dt="2023-09-11T07:20:21.209" v="11947" actId="403"/>
        <pc:sldMkLst>
          <pc:docMk/>
          <pc:sldMk cId="518630379" sldId="301"/>
        </pc:sldMkLst>
        <pc:spChg chg="del mod ord">
          <ac:chgData name="Mohammad Salman" userId="cfd6754c-e613-4f6f-bb98-36aef69d8c31" providerId="ADAL" clId="{5827431D-65CA-4FB4-A1DC-701FF48A29F0}" dt="2023-09-11T07:19:35.141" v="11905" actId="700"/>
          <ac:spMkLst>
            <pc:docMk/>
            <pc:sldMk cId="518630379" sldId="301"/>
            <ac:spMk id="2" creationId="{D9261462-0549-B64D-FE70-2A69FEABFE52}"/>
          </ac:spMkLst>
        </pc:spChg>
        <pc:spChg chg="del mod ord">
          <ac:chgData name="Mohammad Salman" userId="cfd6754c-e613-4f6f-bb98-36aef69d8c31" providerId="ADAL" clId="{5827431D-65CA-4FB4-A1DC-701FF48A29F0}" dt="2023-09-11T07:19:35.141" v="11905" actId="700"/>
          <ac:spMkLst>
            <pc:docMk/>
            <pc:sldMk cId="518630379" sldId="301"/>
            <ac:spMk id="3" creationId="{AC0CD5B5-52E1-3FD2-B062-62A4EFC4E560}"/>
          </ac:spMkLst>
        </pc:spChg>
        <pc:spChg chg="add mod ord">
          <ac:chgData name="Mohammad Salman" userId="cfd6754c-e613-4f6f-bb98-36aef69d8c31" providerId="ADAL" clId="{5827431D-65CA-4FB4-A1DC-701FF48A29F0}" dt="2023-09-11T07:20:01.689" v="11909" actId="700"/>
          <ac:spMkLst>
            <pc:docMk/>
            <pc:sldMk cId="518630379" sldId="301"/>
            <ac:spMk id="4" creationId="{61D72EA3-BFDE-5FDF-584C-2823F6D312E7}"/>
          </ac:spMkLst>
        </pc:spChg>
        <pc:spChg chg="add del mod ord">
          <ac:chgData name="Mohammad Salman" userId="cfd6754c-e613-4f6f-bb98-36aef69d8c31" providerId="ADAL" clId="{5827431D-65CA-4FB4-A1DC-701FF48A29F0}" dt="2023-09-11T07:19:38.263" v="11907" actId="478"/>
          <ac:spMkLst>
            <pc:docMk/>
            <pc:sldMk cId="518630379" sldId="301"/>
            <ac:spMk id="5" creationId="{857A3C11-F931-0F43-8D3B-08AA9D5D5E26}"/>
          </ac:spMkLst>
        </pc:spChg>
        <pc:spChg chg="add mod ord">
          <ac:chgData name="Mohammad Salman" userId="cfd6754c-e613-4f6f-bb98-36aef69d8c31" providerId="ADAL" clId="{5827431D-65CA-4FB4-A1DC-701FF48A29F0}" dt="2023-09-11T07:20:21.209" v="11947" actId="403"/>
          <ac:spMkLst>
            <pc:docMk/>
            <pc:sldMk cId="518630379" sldId="301"/>
            <ac:spMk id="6" creationId="{253ED4E4-0AAD-7CF1-CF57-B1225E02B3D8}"/>
          </ac:spMkLst>
        </pc:spChg>
      </pc:sldChg>
      <pc:sldChg chg="addSp delSp modSp new mod setBg modClrScheme chgLayout">
        <pc:chgData name="Mohammad Salman" userId="cfd6754c-e613-4f6f-bb98-36aef69d8c31" providerId="ADAL" clId="{5827431D-65CA-4FB4-A1DC-701FF48A29F0}" dt="2023-09-11T07:25:55.987" v="12087"/>
        <pc:sldMkLst>
          <pc:docMk/>
          <pc:sldMk cId="3555102514" sldId="302"/>
        </pc:sldMkLst>
        <pc:spChg chg="del mod ord">
          <ac:chgData name="Mohammad Salman" userId="cfd6754c-e613-4f6f-bb98-36aef69d8c31" providerId="ADAL" clId="{5827431D-65CA-4FB4-A1DC-701FF48A29F0}" dt="2023-09-11T07:25:44.449" v="12084" actId="700"/>
          <ac:spMkLst>
            <pc:docMk/>
            <pc:sldMk cId="3555102514" sldId="302"/>
            <ac:spMk id="2" creationId="{7AE9DD84-AD62-E9FC-5A12-8805F2E7885D}"/>
          </ac:spMkLst>
        </pc:spChg>
        <pc:spChg chg="del mod ord">
          <ac:chgData name="Mohammad Salman" userId="cfd6754c-e613-4f6f-bb98-36aef69d8c31" providerId="ADAL" clId="{5827431D-65CA-4FB4-A1DC-701FF48A29F0}" dt="2023-09-11T07:25:44.449" v="12084" actId="700"/>
          <ac:spMkLst>
            <pc:docMk/>
            <pc:sldMk cId="3555102514" sldId="302"/>
            <ac:spMk id="3" creationId="{45CB7DEC-0212-4293-B85E-251F0144374E}"/>
          </ac:spMkLst>
        </pc:spChg>
        <pc:spChg chg="add mod ord">
          <ac:chgData name="Mohammad Salman" userId="cfd6754c-e613-4f6f-bb98-36aef69d8c31" providerId="ADAL" clId="{5827431D-65CA-4FB4-A1DC-701FF48A29F0}" dt="2023-09-11T07:25:49.786" v="12085"/>
          <ac:spMkLst>
            <pc:docMk/>
            <pc:sldMk cId="3555102514" sldId="302"/>
            <ac:spMk id="4" creationId="{7CADAF90-DC0A-850B-A1E5-2CD9906AB71D}"/>
          </ac:spMkLst>
        </pc:spChg>
        <pc:spChg chg="add del mod ord">
          <ac:chgData name="Mohammad Salman" userId="cfd6754c-e613-4f6f-bb98-36aef69d8c31" providerId="ADAL" clId="{5827431D-65CA-4FB4-A1DC-701FF48A29F0}" dt="2023-09-11T07:25:52.413" v="12086" actId="478"/>
          <ac:spMkLst>
            <pc:docMk/>
            <pc:sldMk cId="3555102514" sldId="302"/>
            <ac:spMk id="5" creationId="{2A42BC51-5CD5-46C1-92FC-7C0C4AD3BD04}"/>
          </ac:spMkLst>
        </pc:spChg>
      </pc:sldChg>
      <pc:sldChg chg="addSp modSp new mod ord setBg modClrScheme chgLayout">
        <pc:chgData name="Mohammad Salman" userId="cfd6754c-e613-4f6f-bb98-36aef69d8c31" providerId="ADAL" clId="{5827431D-65CA-4FB4-A1DC-701FF48A29F0}" dt="2023-09-11T09:28:53.869" v="12937"/>
        <pc:sldMkLst>
          <pc:docMk/>
          <pc:sldMk cId="1572619324" sldId="303"/>
        </pc:sldMkLst>
        <pc:spChg chg="mod ord">
          <ac:chgData name="Mohammad Salman" userId="cfd6754c-e613-4f6f-bb98-36aef69d8c31" providerId="ADAL" clId="{5827431D-65CA-4FB4-A1DC-701FF48A29F0}" dt="2023-09-11T09:28:50.906" v="12934" actId="700"/>
          <ac:spMkLst>
            <pc:docMk/>
            <pc:sldMk cId="1572619324" sldId="303"/>
            <ac:spMk id="2" creationId="{949FA9F8-9DD1-AA65-E429-E3A8E1D2E292}"/>
          </ac:spMkLst>
        </pc:spChg>
        <pc:spChg chg="mod ord">
          <ac:chgData name="Mohammad Salman" userId="cfd6754c-e613-4f6f-bb98-36aef69d8c31" providerId="ADAL" clId="{5827431D-65CA-4FB4-A1DC-701FF48A29F0}" dt="2023-09-11T09:28:52.947" v="12936" actId="20577"/>
          <ac:spMkLst>
            <pc:docMk/>
            <pc:sldMk cId="1572619324" sldId="303"/>
            <ac:spMk id="3" creationId="{ECC22FD5-2B4B-522B-3BC3-969BBF25F0CD}"/>
          </ac:spMkLst>
        </pc:spChg>
        <pc:spChg chg="add mod ord">
          <ac:chgData name="Mohammad Salman" userId="cfd6754c-e613-4f6f-bb98-36aef69d8c31" providerId="ADAL" clId="{5827431D-65CA-4FB4-A1DC-701FF48A29F0}" dt="2023-09-11T09:28:53.869" v="12937"/>
          <ac:spMkLst>
            <pc:docMk/>
            <pc:sldMk cId="1572619324" sldId="303"/>
            <ac:spMk id="4" creationId="{2AA7BC99-574B-0A0D-D27C-C7F85CCC8BC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950378-8F57-4A10-B11E-DB0192B774EA}" type="datetimeFigureOut">
              <a:rPr lang="en-US" smtClean="0"/>
              <a:t>9/11/2023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6079CE-D9E5-4162-BB03-E6E08EF7754E}" type="slidenum">
              <a:rPr lang="en-US" smtClean="0"/>
              <a:t>‹#›</a:t>
            </a:fld>
            <a:endParaRPr lang="en-US"/>
          </a:p>
        </p:txBody>
      </p:sp>
    </p:spTree>
    <p:extLst>
      <p:ext uri="{BB962C8B-B14F-4D97-AF65-F5344CB8AC3E}">
        <p14:creationId xmlns:p14="http://schemas.microsoft.com/office/powerpoint/2010/main" val="27579193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This </a:t>
            </a:r>
            <a:r>
              <a:rPr lang="en-US" i="1" dirty="0" err="1"/>
              <a:t>slide+notes</a:t>
            </a:r>
            <a:r>
              <a:rPr lang="en-US" i="1" dirty="0"/>
              <a:t> copied over from the Week 2 Lecture on Arrays.</a:t>
            </a:r>
          </a:p>
          <a:p>
            <a:endParaRPr lang="en-US" dirty="0"/>
          </a:p>
          <a:p>
            <a:r>
              <a:rPr lang="en-US" dirty="0"/>
              <a:t>Animations enabled.</a:t>
            </a:r>
          </a:p>
          <a:p>
            <a:r>
              <a:rPr lang="en-US" b="1" i="1" dirty="0"/>
              <a:t>Note (for the third point):</a:t>
            </a:r>
            <a:r>
              <a:rPr lang="en-US" dirty="0"/>
              <a:t> In Python, lists are based on arrays. When you resize a list, you see the list’s length being changed on the surface. On the backend, however, the length of the array (on which the list is based on) is still the same. When that arrays gets fully filled, and you want to add a new element, a new larger array has to be created, and the older array is discarded, in order to accommodate for more variables.</a:t>
            </a:r>
          </a:p>
        </p:txBody>
      </p:sp>
      <p:sp>
        <p:nvSpPr>
          <p:cNvPr id="4" name="Slide Number Placeholder 3"/>
          <p:cNvSpPr>
            <a:spLocks noGrp="1"/>
          </p:cNvSpPr>
          <p:nvPr>
            <p:ph type="sldNum" sz="quarter" idx="5"/>
          </p:nvPr>
        </p:nvSpPr>
        <p:spPr/>
        <p:txBody>
          <a:bodyPr/>
          <a:lstStyle/>
          <a:p>
            <a:fld id="{BB2466C4-70A9-4C51-B7A1-4DA7621D4015}" type="slidenum">
              <a:rPr lang="en-US" smtClean="0"/>
              <a:t>3</a:t>
            </a:fld>
            <a:endParaRPr lang="en-US"/>
          </a:p>
        </p:txBody>
      </p:sp>
    </p:spTree>
    <p:extLst>
      <p:ext uri="{BB962C8B-B14F-4D97-AF65-F5344CB8AC3E}">
        <p14:creationId xmlns:p14="http://schemas.microsoft.com/office/powerpoint/2010/main" val="30238072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E6079CE-D9E5-4162-BB03-E6E08EF7754E}" type="slidenum">
              <a:rPr lang="en-US" smtClean="0"/>
              <a:t>4</a:t>
            </a:fld>
            <a:endParaRPr lang="en-US"/>
          </a:p>
        </p:txBody>
      </p:sp>
    </p:spTree>
    <p:extLst>
      <p:ext uri="{BB962C8B-B14F-4D97-AF65-F5344CB8AC3E}">
        <p14:creationId xmlns:p14="http://schemas.microsoft.com/office/powerpoint/2010/main" val="26300733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Memory for </a:t>
            </a:r>
            <a:r>
              <a:rPr lang="en-US" b="1" dirty="0"/>
              <a:t>num </a:t>
            </a:r>
            <a:r>
              <a:rPr lang="en-US" dirty="0"/>
              <a:t>allocated automatically when you initialized it.</a:t>
            </a:r>
          </a:p>
          <a:p>
            <a:r>
              <a:rPr lang="en-US" dirty="0"/>
              <a:t>Memory for </a:t>
            </a:r>
            <a:r>
              <a:rPr lang="en-US" b="1" dirty="0"/>
              <a:t>pi </a:t>
            </a:r>
            <a:r>
              <a:rPr lang="en-US" dirty="0"/>
              <a:t>allocated automatically when you initialized it.</a:t>
            </a:r>
          </a:p>
          <a:p>
            <a:r>
              <a:rPr lang="en-US" dirty="0"/>
              <a:t>As soon as the code block ends, </a:t>
            </a:r>
            <a:r>
              <a:rPr lang="en-US" b="1" dirty="0"/>
              <a:t>pi </a:t>
            </a:r>
            <a:r>
              <a:rPr lang="en-US" dirty="0"/>
              <a:t>goes out of scope. In other words, memory for </a:t>
            </a:r>
            <a:r>
              <a:rPr lang="en-US" b="1" dirty="0"/>
              <a:t>pi </a:t>
            </a:r>
            <a:r>
              <a:rPr lang="en-US" dirty="0"/>
              <a:t>has been automatically deallocated.</a:t>
            </a:r>
          </a:p>
          <a:p>
            <a:r>
              <a:rPr lang="en-US" dirty="0"/>
              <a:t>Same holds true for </a:t>
            </a:r>
            <a:r>
              <a:rPr lang="en-US" b="1" dirty="0"/>
              <a:t>num</a:t>
            </a:r>
            <a:r>
              <a:rPr lang="en-US" dirty="0"/>
              <a:t>; at the end of </a:t>
            </a:r>
            <a:r>
              <a:rPr lang="en-US" b="1" dirty="0"/>
              <a:t>main()</a:t>
            </a:r>
            <a:r>
              <a:rPr lang="en-US" dirty="0"/>
              <a:t>, memory for </a:t>
            </a:r>
            <a:r>
              <a:rPr lang="en-US" b="1" dirty="0"/>
              <a:t>num </a:t>
            </a:r>
            <a:r>
              <a:rPr lang="en-US" dirty="0"/>
              <a:t>is automatically deallocated.</a:t>
            </a:r>
          </a:p>
        </p:txBody>
      </p:sp>
      <p:sp>
        <p:nvSpPr>
          <p:cNvPr id="4" name="Slide Number Placeholder 3"/>
          <p:cNvSpPr>
            <a:spLocks noGrp="1"/>
          </p:cNvSpPr>
          <p:nvPr>
            <p:ph type="sldNum" sz="quarter" idx="5"/>
          </p:nvPr>
        </p:nvSpPr>
        <p:spPr/>
        <p:txBody>
          <a:bodyPr/>
          <a:lstStyle/>
          <a:p>
            <a:fld id="{7E6079CE-D9E5-4162-BB03-E6E08EF7754E}" type="slidenum">
              <a:rPr lang="en-US" smtClean="0"/>
              <a:t>5</a:t>
            </a:fld>
            <a:endParaRPr lang="en-US"/>
          </a:p>
        </p:txBody>
      </p:sp>
    </p:spTree>
    <p:extLst>
      <p:ext uri="{BB962C8B-B14F-4D97-AF65-F5344CB8AC3E}">
        <p14:creationId xmlns:p14="http://schemas.microsoft.com/office/powerpoint/2010/main" val="26767841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E6079CE-D9E5-4162-BB03-E6E08EF7754E}" type="slidenum">
              <a:rPr lang="en-US" smtClean="0"/>
              <a:t>6</a:t>
            </a:fld>
            <a:endParaRPr lang="en-US"/>
          </a:p>
        </p:txBody>
      </p:sp>
    </p:spTree>
    <p:extLst>
      <p:ext uri="{BB962C8B-B14F-4D97-AF65-F5344CB8AC3E}">
        <p14:creationId xmlns:p14="http://schemas.microsoft.com/office/powerpoint/2010/main" val="12397051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unlike automatic and static memory allocation.</a:t>
            </a:r>
          </a:p>
        </p:txBody>
      </p:sp>
      <p:sp>
        <p:nvSpPr>
          <p:cNvPr id="4" name="Slide Number Placeholder 3"/>
          <p:cNvSpPr>
            <a:spLocks noGrp="1"/>
          </p:cNvSpPr>
          <p:nvPr>
            <p:ph type="sldNum" sz="quarter" idx="5"/>
          </p:nvPr>
        </p:nvSpPr>
        <p:spPr/>
        <p:txBody>
          <a:bodyPr/>
          <a:lstStyle/>
          <a:p>
            <a:fld id="{7E6079CE-D9E5-4162-BB03-E6E08EF7754E}" type="slidenum">
              <a:rPr lang="en-US" smtClean="0"/>
              <a:t>13</a:t>
            </a:fld>
            <a:endParaRPr lang="en-US"/>
          </a:p>
        </p:txBody>
      </p:sp>
    </p:spTree>
    <p:extLst>
      <p:ext uri="{BB962C8B-B14F-4D97-AF65-F5344CB8AC3E}">
        <p14:creationId xmlns:p14="http://schemas.microsoft.com/office/powerpoint/2010/main" val="21404374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i="0" dirty="0">
                <a:ea typeface="Roboto Mono" panose="00000009000000000000" pitchFamily="49" charset="0"/>
              </a:rPr>
              <a:t>All elements of the dynamic array initialized to zero.</a:t>
            </a:r>
            <a:endParaRPr lang="en-US" i="0" dirty="0"/>
          </a:p>
        </p:txBody>
      </p:sp>
      <p:sp>
        <p:nvSpPr>
          <p:cNvPr id="4" name="Slide Number Placeholder 3"/>
          <p:cNvSpPr>
            <a:spLocks noGrp="1"/>
          </p:cNvSpPr>
          <p:nvPr>
            <p:ph type="sldNum" sz="quarter" idx="5"/>
          </p:nvPr>
        </p:nvSpPr>
        <p:spPr/>
        <p:txBody>
          <a:bodyPr/>
          <a:lstStyle/>
          <a:p>
            <a:fld id="{7E6079CE-D9E5-4162-BB03-E6E08EF7754E}" type="slidenum">
              <a:rPr lang="en-US" smtClean="0"/>
              <a:t>30</a:t>
            </a:fld>
            <a:endParaRPr lang="en-US"/>
          </a:p>
        </p:txBody>
      </p:sp>
    </p:spTree>
    <p:extLst>
      <p:ext uri="{BB962C8B-B14F-4D97-AF65-F5344CB8AC3E}">
        <p14:creationId xmlns:p14="http://schemas.microsoft.com/office/powerpoint/2010/main" val="31054977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i="0" dirty="0">
                <a:ea typeface="Roboto Mono" panose="00000009000000000000" pitchFamily="49" charset="0"/>
              </a:rPr>
              <a:t>All elements of the dynamic array initialized to zero.</a:t>
            </a:r>
            <a:endParaRPr lang="en-US" i="0" dirty="0"/>
          </a:p>
        </p:txBody>
      </p:sp>
      <p:sp>
        <p:nvSpPr>
          <p:cNvPr id="4" name="Slide Number Placeholder 3"/>
          <p:cNvSpPr>
            <a:spLocks noGrp="1"/>
          </p:cNvSpPr>
          <p:nvPr>
            <p:ph type="sldNum" sz="quarter" idx="5"/>
          </p:nvPr>
        </p:nvSpPr>
        <p:spPr/>
        <p:txBody>
          <a:bodyPr/>
          <a:lstStyle/>
          <a:p>
            <a:fld id="{7E6079CE-D9E5-4162-BB03-E6E08EF7754E}" type="slidenum">
              <a:rPr lang="en-US" smtClean="0"/>
              <a:t>31</a:t>
            </a:fld>
            <a:endParaRPr lang="en-US"/>
          </a:p>
        </p:txBody>
      </p:sp>
    </p:spTree>
    <p:extLst>
      <p:ext uri="{BB962C8B-B14F-4D97-AF65-F5344CB8AC3E}">
        <p14:creationId xmlns:p14="http://schemas.microsoft.com/office/powerpoint/2010/main" val="4567687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i="0" dirty="0">
                <a:ea typeface="Roboto Mono" panose="00000009000000000000" pitchFamily="49" charset="0"/>
              </a:rPr>
              <a:t>All elements of the dynamic array initialized to zero.</a:t>
            </a:r>
            <a:endParaRPr lang="en-US" i="0" dirty="0"/>
          </a:p>
        </p:txBody>
      </p:sp>
      <p:sp>
        <p:nvSpPr>
          <p:cNvPr id="4" name="Slide Number Placeholder 3"/>
          <p:cNvSpPr>
            <a:spLocks noGrp="1"/>
          </p:cNvSpPr>
          <p:nvPr>
            <p:ph type="sldNum" sz="quarter" idx="5"/>
          </p:nvPr>
        </p:nvSpPr>
        <p:spPr/>
        <p:txBody>
          <a:bodyPr/>
          <a:lstStyle/>
          <a:p>
            <a:fld id="{7E6079CE-D9E5-4162-BB03-E6E08EF7754E}" type="slidenum">
              <a:rPr lang="en-US" smtClean="0"/>
              <a:t>32</a:t>
            </a:fld>
            <a:endParaRPr lang="en-US"/>
          </a:p>
        </p:txBody>
      </p:sp>
    </p:spTree>
    <p:extLst>
      <p:ext uri="{BB962C8B-B14F-4D97-AF65-F5344CB8AC3E}">
        <p14:creationId xmlns:p14="http://schemas.microsoft.com/office/powerpoint/2010/main" val="35078548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a difference between dangling pointer and memory leak.</a:t>
            </a:r>
          </a:p>
        </p:txBody>
      </p:sp>
      <p:sp>
        <p:nvSpPr>
          <p:cNvPr id="4" name="Slide Number Placeholder 3"/>
          <p:cNvSpPr>
            <a:spLocks noGrp="1"/>
          </p:cNvSpPr>
          <p:nvPr>
            <p:ph type="sldNum" sz="quarter" idx="5"/>
          </p:nvPr>
        </p:nvSpPr>
        <p:spPr/>
        <p:txBody>
          <a:bodyPr/>
          <a:lstStyle/>
          <a:p>
            <a:fld id="{7E6079CE-D9E5-4162-BB03-E6E08EF7754E}" type="slidenum">
              <a:rPr lang="en-US" smtClean="0"/>
              <a:t>40</a:t>
            </a:fld>
            <a:endParaRPr lang="en-US"/>
          </a:p>
        </p:txBody>
      </p:sp>
    </p:spTree>
    <p:extLst>
      <p:ext uri="{BB962C8B-B14F-4D97-AF65-F5344CB8AC3E}">
        <p14:creationId xmlns:p14="http://schemas.microsoft.com/office/powerpoint/2010/main" val="40730480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https://www.learncpp.com/cpp-tutorial/dynamic-memory-allocation-with-new-and-delete/</a:t>
            </a:r>
          </a:p>
          <a:p>
            <a:endParaRPr lang="en-US" dirty="0"/>
          </a:p>
        </p:txBody>
      </p:sp>
      <p:sp>
        <p:nvSpPr>
          <p:cNvPr id="4" name="Slide Number Placeholder 3"/>
          <p:cNvSpPr>
            <a:spLocks noGrp="1"/>
          </p:cNvSpPr>
          <p:nvPr>
            <p:ph type="sldNum" sz="quarter" idx="5"/>
          </p:nvPr>
        </p:nvSpPr>
        <p:spPr/>
        <p:txBody>
          <a:bodyPr/>
          <a:lstStyle/>
          <a:p>
            <a:fld id="{7E6079CE-D9E5-4162-BB03-E6E08EF7754E}" type="slidenum">
              <a:rPr lang="en-US" smtClean="0"/>
              <a:t>43</a:t>
            </a:fld>
            <a:endParaRPr lang="en-US"/>
          </a:p>
        </p:txBody>
      </p:sp>
    </p:spTree>
    <p:extLst>
      <p:ext uri="{BB962C8B-B14F-4D97-AF65-F5344CB8AC3E}">
        <p14:creationId xmlns:p14="http://schemas.microsoft.com/office/powerpoint/2010/main" val="25363146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Implementation of various data structures (linked lists, trees)…</a:t>
            </a:r>
          </a:p>
        </p:txBody>
      </p:sp>
      <p:sp>
        <p:nvSpPr>
          <p:cNvPr id="4" name="Slide Number Placeholder 3"/>
          <p:cNvSpPr>
            <a:spLocks noGrp="1"/>
          </p:cNvSpPr>
          <p:nvPr>
            <p:ph type="sldNum" sz="quarter" idx="5"/>
          </p:nvPr>
        </p:nvSpPr>
        <p:spPr/>
        <p:txBody>
          <a:bodyPr/>
          <a:lstStyle/>
          <a:p>
            <a:fld id="{7E6079CE-D9E5-4162-BB03-E6E08EF7754E}" type="slidenum">
              <a:rPr lang="en-US" smtClean="0"/>
              <a:t>45</a:t>
            </a:fld>
            <a:endParaRPr lang="en-US"/>
          </a:p>
        </p:txBody>
      </p:sp>
    </p:spTree>
    <p:extLst>
      <p:ext uri="{BB962C8B-B14F-4D97-AF65-F5344CB8AC3E}">
        <p14:creationId xmlns:p14="http://schemas.microsoft.com/office/powerpoint/2010/main" val="18349447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8A498F-C94F-53EE-1E86-BB8EE203EA8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94524B1-ACF1-1CE2-9149-FD591EA023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50BE419-4003-EEB3-A4B7-4EA27F9D746A}"/>
              </a:ext>
            </a:extLst>
          </p:cNvPr>
          <p:cNvSpPr>
            <a:spLocks noGrp="1"/>
          </p:cNvSpPr>
          <p:nvPr>
            <p:ph type="dt" sz="half" idx="10"/>
          </p:nvPr>
        </p:nvSpPr>
        <p:spPr/>
        <p:txBody>
          <a:bodyPr/>
          <a:lstStyle/>
          <a:p>
            <a:fld id="{1C529514-D44D-4A2A-8329-DF2DCCA78BC3}" type="datetimeFigureOut">
              <a:rPr lang="en-US" smtClean="0"/>
              <a:t>9/11/2023</a:t>
            </a:fld>
            <a:endParaRPr lang="en-US"/>
          </a:p>
        </p:txBody>
      </p:sp>
      <p:sp>
        <p:nvSpPr>
          <p:cNvPr id="5" name="Footer Placeholder 4">
            <a:extLst>
              <a:ext uri="{FF2B5EF4-FFF2-40B4-BE49-F238E27FC236}">
                <a16:creationId xmlns:a16="http://schemas.microsoft.com/office/drawing/2014/main" id="{735FA9AA-6159-66BF-2E65-09B9AF43F2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7A1A7C-E5FE-CF9F-DA50-F9B6B504E7B8}"/>
              </a:ext>
            </a:extLst>
          </p:cNvPr>
          <p:cNvSpPr>
            <a:spLocks noGrp="1"/>
          </p:cNvSpPr>
          <p:nvPr>
            <p:ph type="sldNum" sz="quarter" idx="12"/>
          </p:nvPr>
        </p:nvSpPr>
        <p:spPr/>
        <p:txBody>
          <a:bodyPr/>
          <a:lstStyle/>
          <a:p>
            <a:fld id="{7F26AFE8-0B94-476E-8888-4ED3B16B7F9B}" type="slidenum">
              <a:rPr lang="en-US" smtClean="0"/>
              <a:t>‹#›</a:t>
            </a:fld>
            <a:endParaRPr lang="en-US"/>
          </a:p>
        </p:txBody>
      </p:sp>
    </p:spTree>
    <p:extLst>
      <p:ext uri="{BB962C8B-B14F-4D97-AF65-F5344CB8AC3E}">
        <p14:creationId xmlns:p14="http://schemas.microsoft.com/office/powerpoint/2010/main" val="27756192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EFE80-4C87-536C-FA51-3517614DC4A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0A30E6C-CD2B-BA1C-9C0D-899F4D0AF83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7E145B-89C0-AF4A-91D3-6B02B49E8CD0}"/>
              </a:ext>
            </a:extLst>
          </p:cNvPr>
          <p:cNvSpPr>
            <a:spLocks noGrp="1"/>
          </p:cNvSpPr>
          <p:nvPr>
            <p:ph type="dt" sz="half" idx="10"/>
          </p:nvPr>
        </p:nvSpPr>
        <p:spPr/>
        <p:txBody>
          <a:bodyPr/>
          <a:lstStyle/>
          <a:p>
            <a:fld id="{1C529514-D44D-4A2A-8329-DF2DCCA78BC3}" type="datetimeFigureOut">
              <a:rPr lang="en-US" smtClean="0"/>
              <a:t>9/11/2023</a:t>
            </a:fld>
            <a:endParaRPr lang="en-US"/>
          </a:p>
        </p:txBody>
      </p:sp>
      <p:sp>
        <p:nvSpPr>
          <p:cNvPr id="5" name="Footer Placeholder 4">
            <a:extLst>
              <a:ext uri="{FF2B5EF4-FFF2-40B4-BE49-F238E27FC236}">
                <a16:creationId xmlns:a16="http://schemas.microsoft.com/office/drawing/2014/main" id="{8CDC000C-1557-53F7-49CD-A7BC02097D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F44DC7-7D61-1F69-EFF1-A80B28B069E8}"/>
              </a:ext>
            </a:extLst>
          </p:cNvPr>
          <p:cNvSpPr>
            <a:spLocks noGrp="1"/>
          </p:cNvSpPr>
          <p:nvPr>
            <p:ph type="sldNum" sz="quarter" idx="12"/>
          </p:nvPr>
        </p:nvSpPr>
        <p:spPr/>
        <p:txBody>
          <a:bodyPr/>
          <a:lstStyle/>
          <a:p>
            <a:fld id="{7F26AFE8-0B94-476E-8888-4ED3B16B7F9B}" type="slidenum">
              <a:rPr lang="en-US" smtClean="0"/>
              <a:t>‹#›</a:t>
            </a:fld>
            <a:endParaRPr lang="en-US"/>
          </a:p>
        </p:txBody>
      </p:sp>
    </p:spTree>
    <p:extLst>
      <p:ext uri="{BB962C8B-B14F-4D97-AF65-F5344CB8AC3E}">
        <p14:creationId xmlns:p14="http://schemas.microsoft.com/office/powerpoint/2010/main" val="33506170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C0EE7-5245-079A-DD37-567CFC909C8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D6DBB15-0986-DBCD-AE4B-A4EBF0BC277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05EBBA2-3F6C-6EB2-84DA-9CE8A26F1BAF}"/>
              </a:ext>
            </a:extLst>
          </p:cNvPr>
          <p:cNvSpPr>
            <a:spLocks noGrp="1"/>
          </p:cNvSpPr>
          <p:nvPr>
            <p:ph type="dt" sz="half" idx="10"/>
          </p:nvPr>
        </p:nvSpPr>
        <p:spPr/>
        <p:txBody>
          <a:bodyPr/>
          <a:lstStyle/>
          <a:p>
            <a:fld id="{1C529514-D44D-4A2A-8329-DF2DCCA78BC3}" type="datetimeFigureOut">
              <a:rPr lang="en-US" smtClean="0"/>
              <a:t>9/11/2023</a:t>
            </a:fld>
            <a:endParaRPr lang="en-US"/>
          </a:p>
        </p:txBody>
      </p:sp>
      <p:sp>
        <p:nvSpPr>
          <p:cNvPr id="5" name="Footer Placeholder 4">
            <a:extLst>
              <a:ext uri="{FF2B5EF4-FFF2-40B4-BE49-F238E27FC236}">
                <a16:creationId xmlns:a16="http://schemas.microsoft.com/office/drawing/2014/main" id="{D5B7B2D4-2878-69AB-4691-B372965830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DF3175-DB1C-2A19-7926-6E6FEF6015AD}"/>
              </a:ext>
            </a:extLst>
          </p:cNvPr>
          <p:cNvSpPr>
            <a:spLocks noGrp="1"/>
          </p:cNvSpPr>
          <p:nvPr>
            <p:ph type="sldNum" sz="quarter" idx="12"/>
          </p:nvPr>
        </p:nvSpPr>
        <p:spPr/>
        <p:txBody>
          <a:bodyPr/>
          <a:lstStyle/>
          <a:p>
            <a:fld id="{7F26AFE8-0B94-476E-8888-4ED3B16B7F9B}" type="slidenum">
              <a:rPr lang="en-US" smtClean="0"/>
              <a:t>‹#›</a:t>
            </a:fld>
            <a:endParaRPr lang="en-US"/>
          </a:p>
        </p:txBody>
      </p:sp>
    </p:spTree>
    <p:extLst>
      <p:ext uri="{BB962C8B-B14F-4D97-AF65-F5344CB8AC3E}">
        <p14:creationId xmlns:p14="http://schemas.microsoft.com/office/powerpoint/2010/main" val="38659564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48A42-A168-5570-CDC3-99AE491ADD4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52BA13E-E2A9-118A-88CA-E82E8EA8C8F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D22D537-86F2-1C6E-936B-7B194736D9B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C32A996-222A-5408-8CE3-2D35BF6C2C70}"/>
              </a:ext>
            </a:extLst>
          </p:cNvPr>
          <p:cNvSpPr>
            <a:spLocks noGrp="1"/>
          </p:cNvSpPr>
          <p:nvPr>
            <p:ph type="dt" sz="half" idx="10"/>
          </p:nvPr>
        </p:nvSpPr>
        <p:spPr/>
        <p:txBody>
          <a:bodyPr/>
          <a:lstStyle/>
          <a:p>
            <a:fld id="{1C529514-D44D-4A2A-8329-DF2DCCA78BC3}" type="datetimeFigureOut">
              <a:rPr lang="en-US" smtClean="0"/>
              <a:t>9/11/2023</a:t>
            </a:fld>
            <a:endParaRPr lang="en-US"/>
          </a:p>
        </p:txBody>
      </p:sp>
      <p:sp>
        <p:nvSpPr>
          <p:cNvPr id="6" name="Footer Placeholder 5">
            <a:extLst>
              <a:ext uri="{FF2B5EF4-FFF2-40B4-BE49-F238E27FC236}">
                <a16:creationId xmlns:a16="http://schemas.microsoft.com/office/drawing/2014/main" id="{25D6B49F-3A3E-D8D1-1D0C-7C2B12EEF2E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F8C9EDD-F99B-EA63-647F-11F7303E4CD6}"/>
              </a:ext>
            </a:extLst>
          </p:cNvPr>
          <p:cNvSpPr>
            <a:spLocks noGrp="1"/>
          </p:cNvSpPr>
          <p:nvPr>
            <p:ph type="sldNum" sz="quarter" idx="12"/>
          </p:nvPr>
        </p:nvSpPr>
        <p:spPr/>
        <p:txBody>
          <a:bodyPr/>
          <a:lstStyle/>
          <a:p>
            <a:fld id="{7F26AFE8-0B94-476E-8888-4ED3B16B7F9B}" type="slidenum">
              <a:rPr lang="en-US" smtClean="0"/>
              <a:t>‹#›</a:t>
            </a:fld>
            <a:endParaRPr lang="en-US"/>
          </a:p>
        </p:txBody>
      </p:sp>
    </p:spTree>
    <p:extLst>
      <p:ext uri="{BB962C8B-B14F-4D97-AF65-F5344CB8AC3E}">
        <p14:creationId xmlns:p14="http://schemas.microsoft.com/office/powerpoint/2010/main" val="40479499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E1025-FEB2-6952-CDEE-CA631055085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349700B-57B7-9FA8-4E1B-7A980277BFD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27CB908-6D1F-E696-E45E-2E5CA1E82B3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ECEAFB5-33D4-E38C-E5AB-300D2427A8B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E6DCF9D-5D0A-9DC3-FE63-BA166153347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5E30446-7300-2370-B65A-6F70945AD10F}"/>
              </a:ext>
            </a:extLst>
          </p:cNvPr>
          <p:cNvSpPr>
            <a:spLocks noGrp="1"/>
          </p:cNvSpPr>
          <p:nvPr>
            <p:ph type="dt" sz="half" idx="10"/>
          </p:nvPr>
        </p:nvSpPr>
        <p:spPr/>
        <p:txBody>
          <a:bodyPr/>
          <a:lstStyle/>
          <a:p>
            <a:fld id="{1C529514-D44D-4A2A-8329-DF2DCCA78BC3}" type="datetimeFigureOut">
              <a:rPr lang="en-US" smtClean="0"/>
              <a:t>9/11/2023</a:t>
            </a:fld>
            <a:endParaRPr lang="en-US"/>
          </a:p>
        </p:txBody>
      </p:sp>
      <p:sp>
        <p:nvSpPr>
          <p:cNvPr id="8" name="Footer Placeholder 7">
            <a:extLst>
              <a:ext uri="{FF2B5EF4-FFF2-40B4-BE49-F238E27FC236}">
                <a16:creationId xmlns:a16="http://schemas.microsoft.com/office/drawing/2014/main" id="{85903A89-4FAD-A0F6-1184-5D029DEA229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3C7D1AE-4351-02B7-70CA-BF306CD91E7C}"/>
              </a:ext>
            </a:extLst>
          </p:cNvPr>
          <p:cNvSpPr>
            <a:spLocks noGrp="1"/>
          </p:cNvSpPr>
          <p:nvPr>
            <p:ph type="sldNum" sz="quarter" idx="12"/>
          </p:nvPr>
        </p:nvSpPr>
        <p:spPr/>
        <p:txBody>
          <a:bodyPr/>
          <a:lstStyle/>
          <a:p>
            <a:fld id="{7F26AFE8-0B94-476E-8888-4ED3B16B7F9B}" type="slidenum">
              <a:rPr lang="en-US" smtClean="0"/>
              <a:t>‹#›</a:t>
            </a:fld>
            <a:endParaRPr lang="en-US"/>
          </a:p>
        </p:txBody>
      </p:sp>
    </p:spTree>
    <p:extLst>
      <p:ext uri="{BB962C8B-B14F-4D97-AF65-F5344CB8AC3E}">
        <p14:creationId xmlns:p14="http://schemas.microsoft.com/office/powerpoint/2010/main" val="20870753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807C8-C34D-C550-82AD-CA6897CAE1C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D12435B-61CA-2C41-0DC9-345FBC1B1027}"/>
              </a:ext>
            </a:extLst>
          </p:cNvPr>
          <p:cNvSpPr>
            <a:spLocks noGrp="1"/>
          </p:cNvSpPr>
          <p:nvPr>
            <p:ph type="dt" sz="half" idx="10"/>
          </p:nvPr>
        </p:nvSpPr>
        <p:spPr/>
        <p:txBody>
          <a:bodyPr/>
          <a:lstStyle/>
          <a:p>
            <a:fld id="{1C529514-D44D-4A2A-8329-DF2DCCA78BC3}" type="datetimeFigureOut">
              <a:rPr lang="en-US" smtClean="0"/>
              <a:t>9/11/2023</a:t>
            </a:fld>
            <a:endParaRPr lang="en-US"/>
          </a:p>
        </p:txBody>
      </p:sp>
      <p:sp>
        <p:nvSpPr>
          <p:cNvPr id="4" name="Footer Placeholder 3">
            <a:extLst>
              <a:ext uri="{FF2B5EF4-FFF2-40B4-BE49-F238E27FC236}">
                <a16:creationId xmlns:a16="http://schemas.microsoft.com/office/drawing/2014/main" id="{15984DF1-74EF-80EA-0D75-CAC4D7D7B1D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D37C7B6-84C9-A116-5386-62AEAA08AD27}"/>
              </a:ext>
            </a:extLst>
          </p:cNvPr>
          <p:cNvSpPr>
            <a:spLocks noGrp="1"/>
          </p:cNvSpPr>
          <p:nvPr>
            <p:ph type="sldNum" sz="quarter" idx="12"/>
          </p:nvPr>
        </p:nvSpPr>
        <p:spPr/>
        <p:txBody>
          <a:bodyPr/>
          <a:lstStyle/>
          <a:p>
            <a:fld id="{7F26AFE8-0B94-476E-8888-4ED3B16B7F9B}" type="slidenum">
              <a:rPr lang="en-US" smtClean="0"/>
              <a:t>‹#›</a:t>
            </a:fld>
            <a:endParaRPr lang="en-US"/>
          </a:p>
        </p:txBody>
      </p:sp>
    </p:spTree>
    <p:extLst>
      <p:ext uri="{BB962C8B-B14F-4D97-AF65-F5344CB8AC3E}">
        <p14:creationId xmlns:p14="http://schemas.microsoft.com/office/powerpoint/2010/main" val="8174545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72B8FE-3628-82ED-30BE-E3131DFD85F2}"/>
              </a:ext>
            </a:extLst>
          </p:cNvPr>
          <p:cNvSpPr>
            <a:spLocks noGrp="1"/>
          </p:cNvSpPr>
          <p:nvPr>
            <p:ph type="dt" sz="half" idx="10"/>
          </p:nvPr>
        </p:nvSpPr>
        <p:spPr/>
        <p:txBody>
          <a:bodyPr/>
          <a:lstStyle/>
          <a:p>
            <a:fld id="{1C529514-D44D-4A2A-8329-DF2DCCA78BC3}" type="datetimeFigureOut">
              <a:rPr lang="en-US" smtClean="0"/>
              <a:t>9/11/2023</a:t>
            </a:fld>
            <a:endParaRPr lang="en-US"/>
          </a:p>
        </p:txBody>
      </p:sp>
      <p:sp>
        <p:nvSpPr>
          <p:cNvPr id="3" name="Footer Placeholder 2">
            <a:extLst>
              <a:ext uri="{FF2B5EF4-FFF2-40B4-BE49-F238E27FC236}">
                <a16:creationId xmlns:a16="http://schemas.microsoft.com/office/drawing/2014/main" id="{FF0AFB12-4EE0-38AE-DAEE-0566D929526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45316C3-B92A-D3CD-8331-3E4AF2135A23}"/>
              </a:ext>
            </a:extLst>
          </p:cNvPr>
          <p:cNvSpPr>
            <a:spLocks noGrp="1"/>
          </p:cNvSpPr>
          <p:nvPr>
            <p:ph type="sldNum" sz="quarter" idx="12"/>
          </p:nvPr>
        </p:nvSpPr>
        <p:spPr/>
        <p:txBody>
          <a:bodyPr/>
          <a:lstStyle/>
          <a:p>
            <a:fld id="{7F26AFE8-0B94-476E-8888-4ED3B16B7F9B}" type="slidenum">
              <a:rPr lang="en-US" smtClean="0"/>
              <a:t>‹#›</a:t>
            </a:fld>
            <a:endParaRPr lang="en-US"/>
          </a:p>
        </p:txBody>
      </p:sp>
    </p:spTree>
    <p:extLst>
      <p:ext uri="{BB962C8B-B14F-4D97-AF65-F5344CB8AC3E}">
        <p14:creationId xmlns:p14="http://schemas.microsoft.com/office/powerpoint/2010/main" val="815704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24409-334F-F061-4BA7-7B517D7837B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E4F0545-5469-CED2-BDD9-8214A5FE7EB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CD73E06-C475-147B-ACE0-C823D1EF7F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DD3642C-7FDB-1B13-6D29-BAD7651EB587}"/>
              </a:ext>
            </a:extLst>
          </p:cNvPr>
          <p:cNvSpPr>
            <a:spLocks noGrp="1"/>
          </p:cNvSpPr>
          <p:nvPr>
            <p:ph type="dt" sz="half" idx="10"/>
          </p:nvPr>
        </p:nvSpPr>
        <p:spPr/>
        <p:txBody>
          <a:bodyPr/>
          <a:lstStyle/>
          <a:p>
            <a:fld id="{1C529514-D44D-4A2A-8329-DF2DCCA78BC3}" type="datetimeFigureOut">
              <a:rPr lang="en-US" smtClean="0"/>
              <a:t>9/11/2023</a:t>
            </a:fld>
            <a:endParaRPr lang="en-US"/>
          </a:p>
        </p:txBody>
      </p:sp>
      <p:sp>
        <p:nvSpPr>
          <p:cNvPr id="6" name="Footer Placeholder 5">
            <a:extLst>
              <a:ext uri="{FF2B5EF4-FFF2-40B4-BE49-F238E27FC236}">
                <a16:creationId xmlns:a16="http://schemas.microsoft.com/office/drawing/2014/main" id="{735D8D9B-4D88-6844-AB64-0657B998421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74D8079-9741-5C36-56AD-F24D6837CB2A}"/>
              </a:ext>
            </a:extLst>
          </p:cNvPr>
          <p:cNvSpPr>
            <a:spLocks noGrp="1"/>
          </p:cNvSpPr>
          <p:nvPr>
            <p:ph type="sldNum" sz="quarter" idx="12"/>
          </p:nvPr>
        </p:nvSpPr>
        <p:spPr/>
        <p:txBody>
          <a:bodyPr/>
          <a:lstStyle/>
          <a:p>
            <a:fld id="{7F26AFE8-0B94-476E-8888-4ED3B16B7F9B}" type="slidenum">
              <a:rPr lang="en-US" smtClean="0"/>
              <a:t>‹#›</a:t>
            </a:fld>
            <a:endParaRPr lang="en-US"/>
          </a:p>
        </p:txBody>
      </p:sp>
    </p:spTree>
    <p:extLst>
      <p:ext uri="{BB962C8B-B14F-4D97-AF65-F5344CB8AC3E}">
        <p14:creationId xmlns:p14="http://schemas.microsoft.com/office/powerpoint/2010/main" val="1702255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F444E2-A989-4FC6-1557-7AD6DB030F0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8BCB240-A306-A8B1-EBCC-2B7E016A3C7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2D73966-955C-3EC4-028E-06C0868C78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BEBBA05-C9CF-6EEF-5518-E851175ECCFF}"/>
              </a:ext>
            </a:extLst>
          </p:cNvPr>
          <p:cNvSpPr>
            <a:spLocks noGrp="1"/>
          </p:cNvSpPr>
          <p:nvPr>
            <p:ph type="dt" sz="half" idx="10"/>
          </p:nvPr>
        </p:nvSpPr>
        <p:spPr/>
        <p:txBody>
          <a:bodyPr/>
          <a:lstStyle/>
          <a:p>
            <a:fld id="{1C529514-D44D-4A2A-8329-DF2DCCA78BC3}" type="datetimeFigureOut">
              <a:rPr lang="en-US" smtClean="0"/>
              <a:t>9/11/2023</a:t>
            </a:fld>
            <a:endParaRPr lang="en-US"/>
          </a:p>
        </p:txBody>
      </p:sp>
      <p:sp>
        <p:nvSpPr>
          <p:cNvPr id="6" name="Footer Placeholder 5">
            <a:extLst>
              <a:ext uri="{FF2B5EF4-FFF2-40B4-BE49-F238E27FC236}">
                <a16:creationId xmlns:a16="http://schemas.microsoft.com/office/drawing/2014/main" id="{BF4CDEBA-0DE2-0221-E66C-952340B162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8BCF22E-E7D9-8565-BDF0-FD36C661FA0F}"/>
              </a:ext>
            </a:extLst>
          </p:cNvPr>
          <p:cNvSpPr>
            <a:spLocks noGrp="1"/>
          </p:cNvSpPr>
          <p:nvPr>
            <p:ph type="sldNum" sz="quarter" idx="12"/>
          </p:nvPr>
        </p:nvSpPr>
        <p:spPr/>
        <p:txBody>
          <a:bodyPr/>
          <a:lstStyle/>
          <a:p>
            <a:fld id="{7F26AFE8-0B94-476E-8888-4ED3B16B7F9B}" type="slidenum">
              <a:rPr lang="en-US" smtClean="0"/>
              <a:t>‹#›</a:t>
            </a:fld>
            <a:endParaRPr lang="en-US"/>
          </a:p>
        </p:txBody>
      </p:sp>
    </p:spTree>
    <p:extLst>
      <p:ext uri="{BB962C8B-B14F-4D97-AF65-F5344CB8AC3E}">
        <p14:creationId xmlns:p14="http://schemas.microsoft.com/office/powerpoint/2010/main" val="34486272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C9645-B4C8-5FB9-03E3-0749B1A774D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53708ED-8C4E-4DD6-0039-CF10248028D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99A1000-3AD3-CD4C-0A6F-C2D963E934A8}"/>
              </a:ext>
            </a:extLst>
          </p:cNvPr>
          <p:cNvSpPr>
            <a:spLocks noGrp="1"/>
          </p:cNvSpPr>
          <p:nvPr>
            <p:ph type="dt" sz="half" idx="10"/>
          </p:nvPr>
        </p:nvSpPr>
        <p:spPr/>
        <p:txBody>
          <a:bodyPr/>
          <a:lstStyle/>
          <a:p>
            <a:fld id="{1C529514-D44D-4A2A-8329-DF2DCCA78BC3}" type="datetimeFigureOut">
              <a:rPr lang="en-US" smtClean="0"/>
              <a:t>9/11/2023</a:t>
            </a:fld>
            <a:endParaRPr lang="en-US"/>
          </a:p>
        </p:txBody>
      </p:sp>
      <p:sp>
        <p:nvSpPr>
          <p:cNvPr id="5" name="Footer Placeholder 4">
            <a:extLst>
              <a:ext uri="{FF2B5EF4-FFF2-40B4-BE49-F238E27FC236}">
                <a16:creationId xmlns:a16="http://schemas.microsoft.com/office/drawing/2014/main" id="{8932324E-141F-BA70-202E-5C102818B8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4AECC4-1EB5-CD90-D792-804F5118A458}"/>
              </a:ext>
            </a:extLst>
          </p:cNvPr>
          <p:cNvSpPr>
            <a:spLocks noGrp="1"/>
          </p:cNvSpPr>
          <p:nvPr>
            <p:ph type="sldNum" sz="quarter" idx="12"/>
          </p:nvPr>
        </p:nvSpPr>
        <p:spPr/>
        <p:txBody>
          <a:bodyPr/>
          <a:lstStyle/>
          <a:p>
            <a:fld id="{7F26AFE8-0B94-476E-8888-4ED3B16B7F9B}" type="slidenum">
              <a:rPr lang="en-US" smtClean="0"/>
              <a:t>‹#›</a:t>
            </a:fld>
            <a:endParaRPr lang="en-US"/>
          </a:p>
        </p:txBody>
      </p:sp>
    </p:spTree>
    <p:extLst>
      <p:ext uri="{BB962C8B-B14F-4D97-AF65-F5344CB8AC3E}">
        <p14:creationId xmlns:p14="http://schemas.microsoft.com/office/powerpoint/2010/main" val="24034645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94E1DB8-81FB-4C55-3353-18DDB3AA733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D408D43-9E37-9375-A685-38A13753F70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7D644F5-422D-5511-D1A8-7325049C5C94}"/>
              </a:ext>
            </a:extLst>
          </p:cNvPr>
          <p:cNvSpPr>
            <a:spLocks noGrp="1"/>
          </p:cNvSpPr>
          <p:nvPr>
            <p:ph type="dt" sz="half" idx="10"/>
          </p:nvPr>
        </p:nvSpPr>
        <p:spPr/>
        <p:txBody>
          <a:bodyPr/>
          <a:lstStyle/>
          <a:p>
            <a:fld id="{1C529514-D44D-4A2A-8329-DF2DCCA78BC3}" type="datetimeFigureOut">
              <a:rPr lang="en-US" smtClean="0"/>
              <a:t>9/11/2023</a:t>
            </a:fld>
            <a:endParaRPr lang="en-US"/>
          </a:p>
        </p:txBody>
      </p:sp>
      <p:sp>
        <p:nvSpPr>
          <p:cNvPr id="5" name="Footer Placeholder 4">
            <a:extLst>
              <a:ext uri="{FF2B5EF4-FFF2-40B4-BE49-F238E27FC236}">
                <a16:creationId xmlns:a16="http://schemas.microsoft.com/office/drawing/2014/main" id="{C81E80BE-118F-FF84-F40A-D9B16CE110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2886AF-2FB6-FC51-C672-FABE0024D6D1}"/>
              </a:ext>
            </a:extLst>
          </p:cNvPr>
          <p:cNvSpPr>
            <a:spLocks noGrp="1"/>
          </p:cNvSpPr>
          <p:nvPr>
            <p:ph type="sldNum" sz="quarter" idx="12"/>
          </p:nvPr>
        </p:nvSpPr>
        <p:spPr/>
        <p:txBody>
          <a:bodyPr/>
          <a:lstStyle/>
          <a:p>
            <a:fld id="{7F26AFE8-0B94-476E-8888-4ED3B16B7F9B}" type="slidenum">
              <a:rPr lang="en-US" smtClean="0"/>
              <a:t>‹#›</a:t>
            </a:fld>
            <a:endParaRPr lang="en-US"/>
          </a:p>
        </p:txBody>
      </p:sp>
    </p:spTree>
    <p:extLst>
      <p:ext uri="{BB962C8B-B14F-4D97-AF65-F5344CB8AC3E}">
        <p14:creationId xmlns:p14="http://schemas.microsoft.com/office/powerpoint/2010/main" val="39923929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2637EA9-8F7F-3972-DFC4-C8429DE8157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391E350-D38F-6111-8B9D-2CA85B87C6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715229A-C3CB-2A14-C407-0332F9F9D2D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C529514-D44D-4A2A-8329-DF2DCCA78BC3}" type="datetimeFigureOut">
              <a:rPr lang="en-US" smtClean="0"/>
              <a:t>9/11/2023</a:t>
            </a:fld>
            <a:endParaRPr lang="en-US"/>
          </a:p>
        </p:txBody>
      </p:sp>
      <p:sp>
        <p:nvSpPr>
          <p:cNvPr id="5" name="Footer Placeholder 4">
            <a:extLst>
              <a:ext uri="{FF2B5EF4-FFF2-40B4-BE49-F238E27FC236}">
                <a16:creationId xmlns:a16="http://schemas.microsoft.com/office/drawing/2014/main" id="{2744056D-A53C-0F9A-18DE-FC747C22554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E4F1801-32B3-D0F8-B38A-DDBADE85722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F26AFE8-0B94-476E-8888-4ED3B16B7F9B}" type="slidenum">
              <a:rPr lang="en-US" smtClean="0"/>
              <a:t>‹#›</a:t>
            </a:fld>
            <a:endParaRPr lang="en-US"/>
          </a:p>
        </p:txBody>
      </p:sp>
    </p:spTree>
    <p:extLst>
      <p:ext uri="{BB962C8B-B14F-4D97-AF65-F5344CB8AC3E}">
        <p14:creationId xmlns:p14="http://schemas.microsoft.com/office/powerpoint/2010/main" val="9720172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44.xml.rels><?xml version="1.0" encoding="UTF-8" standalone="yes"?>
<Relationships xmlns="http://schemas.openxmlformats.org/package/2006/relationships"><Relationship Id="rId2" Type="http://schemas.openxmlformats.org/officeDocument/2006/relationships/hyperlink" Target="https://www.youtube.com/watch?v=iEn0ozP-jxc" TargetMode="Externa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FA9F8-9DD1-AA65-E429-E3A8E1D2E292}"/>
              </a:ext>
            </a:extLst>
          </p:cNvPr>
          <p:cNvSpPr>
            <a:spLocks noGrp="1"/>
          </p:cNvSpPr>
          <p:nvPr>
            <p:ph type="title"/>
          </p:nvPr>
        </p:nvSpPr>
        <p:spPr/>
        <p:txBody>
          <a:bodyPr/>
          <a:lstStyle/>
          <a:p>
            <a:r>
              <a:rPr lang="en-US" dirty="0"/>
              <a:t>Last time…</a:t>
            </a:r>
          </a:p>
        </p:txBody>
      </p:sp>
      <p:sp>
        <p:nvSpPr>
          <p:cNvPr id="3" name="Content Placeholder 2">
            <a:extLst>
              <a:ext uri="{FF2B5EF4-FFF2-40B4-BE49-F238E27FC236}">
                <a16:creationId xmlns:a16="http://schemas.microsoft.com/office/drawing/2014/main" id="{ECC22FD5-2B4B-522B-3BC3-969BBF25F0CD}"/>
              </a:ext>
            </a:extLst>
          </p:cNvPr>
          <p:cNvSpPr>
            <a:spLocks noGrp="1"/>
          </p:cNvSpPr>
          <p:nvPr>
            <p:ph sz="half" idx="1"/>
          </p:nvPr>
        </p:nvSpPr>
        <p:spPr/>
        <p:txBody>
          <a:bodyPr>
            <a:normAutofit/>
          </a:bodyPr>
          <a:lstStyle/>
          <a:p>
            <a:r>
              <a:rPr lang="en-US" dirty="0"/>
              <a:t>Comparison of floating point values.</a:t>
            </a:r>
          </a:p>
          <a:p>
            <a:endParaRPr lang="en-US" dirty="0"/>
          </a:p>
          <a:p>
            <a:r>
              <a:rPr lang="en-US" dirty="0"/>
              <a:t>Pointer arithmetic.</a:t>
            </a:r>
          </a:p>
          <a:p>
            <a:endParaRPr lang="en-US" dirty="0"/>
          </a:p>
          <a:p>
            <a:r>
              <a:rPr lang="en-US" dirty="0"/>
              <a:t>Array traversal using pointer arithmetic.</a:t>
            </a:r>
          </a:p>
        </p:txBody>
      </p:sp>
      <p:sp>
        <p:nvSpPr>
          <p:cNvPr id="4" name="Content Placeholder 3">
            <a:extLst>
              <a:ext uri="{FF2B5EF4-FFF2-40B4-BE49-F238E27FC236}">
                <a16:creationId xmlns:a16="http://schemas.microsoft.com/office/drawing/2014/main" id="{2AA7BC99-574B-0A0D-D27C-C7F85CCC8BCA}"/>
              </a:ext>
            </a:extLst>
          </p:cNvPr>
          <p:cNvSpPr>
            <a:spLocks noGrp="1"/>
          </p:cNvSpPr>
          <p:nvPr>
            <p:ph sz="half" idx="2"/>
          </p:nvPr>
        </p:nvSpPr>
        <p:spPr/>
        <p:txBody>
          <a:bodyPr/>
          <a:lstStyle/>
          <a:p>
            <a:r>
              <a:rPr lang="en-US" dirty="0"/>
              <a:t>More character arrays and void pointers.</a:t>
            </a:r>
          </a:p>
          <a:p>
            <a:endParaRPr lang="en-US" dirty="0"/>
          </a:p>
          <a:p>
            <a:r>
              <a:rPr lang="en-US" dirty="0"/>
              <a:t>Stack Implementation in C++.</a:t>
            </a:r>
          </a:p>
          <a:p>
            <a:endParaRPr lang="en-US" dirty="0"/>
          </a:p>
        </p:txBody>
      </p:sp>
    </p:spTree>
    <p:extLst>
      <p:ext uri="{BB962C8B-B14F-4D97-AF65-F5344CB8AC3E}">
        <p14:creationId xmlns:p14="http://schemas.microsoft.com/office/powerpoint/2010/main" val="15726193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38619-5EB0-3583-498C-DCF46E7D0A0C}"/>
              </a:ext>
            </a:extLst>
          </p:cNvPr>
          <p:cNvSpPr>
            <a:spLocks noGrp="1"/>
          </p:cNvSpPr>
          <p:nvPr>
            <p:ph type="ctrTitle"/>
          </p:nvPr>
        </p:nvSpPr>
        <p:spPr/>
        <p:txBody>
          <a:bodyPr/>
          <a:lstStyle/>
          <a:p>
            <a:r>
              <a:rPr lang="en-US" dirty="0">
                <a:latin typeface="Aptos" panose="020B0004020202020204" pitchFamily="34" charset="0"/>
                <a:cs typeface="Arial" panose="020B0604020202020204" pitchFamily="34" charset="0"/>
              </a:rPr>
              <a:t>Dynamic Memory Allocation</a:t>
            </a:r>
          </a:p>
        </p:txBody>
      </p:sp>
      <p:sp>
        <p:nvSpPr>
          <p:cNvPr id="3" name="Subtitle 2">
            <a:extLst>
              <a:ext uri="{FF2B5EF4-FFF2-40B4-BE49-F238E27FC236}">
                <a16:creationId xmlns:a16="http://schemas.microsoft.com/office/drawing/2014/main" id="{8D84D93A-75EA-3C7B-0A31-25257FEF3600}"/>
              </a:ext>
            </a:extLst>
          </p:cNvPr>
          <p:cNvSpPr>
            <a:spLocks noGrp="1"/>
          </p:cNvSpPr>
          <p:nvPr>
            <p:ph type="subTitle" idx="1"/>
          </p:nvPr>
        </p:nvSpPr>
        <p:spPr/>
        <p:txBody>
          <a:bodyPr/>
          <a:lstStyle/>
          <a:p>
            <a:r>
              <a:rPr lang="en-US" i="1" dirty="0">
                <a:latin typeface="Aptos" panose="020B0004020202020204" pitchFamily="34" charset="0"/>
              </a:rPr>
              <a:t>Mohammad Salman</a:t>
            </a:r>
          </a:p>
          <a:p>
            <a:r>
              <a:rPr lang="en-US" i="1" dirty="0">
                <a:latin typeface="Aptos" panose="020B0004020202020204" pitchFamily="34" charset="0"/>
              </a:rPr>
              <a:t>Dean’s Fellow</a:t>
            </a:r>
          </a:p>
        </p:txBody>
      </p:sp>
    </p:spTree>
    <p:extLst>
      <p:ext uri="{BB962C8B-B14F-4D97-AF65-F5344CB8AC3E}">
        <p14:creationId xmlns:p14="http://schemas.microsoft.com/office/powerpoint/2010/main" val="77118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5CAF068-DA62-0C8F-1157-62EAF831B206}"/>
              </a:ext>
            </a:extLst>
          </p:cNvPr>
          <p:cNvSpPr txBox="1"/>
          <p:nvPr/>
        </p:nvSpPr>
        <p:spPr>
          <a:xfrm>
            <a:off x="2178754" y="2325511"/>
            <a:ext cx="2190044" cy="1015663"/>
          </a:xfrm>
          <a:prstGeom prst="rect">
            <a:avLst/>
          </a:prstGeom>
          <a:noFill/>
          <a:ln>
            <a:solidFill>
              <a:schemeClr val="accent1"/>
            </a:solidFill>
          </a:ln>
        </p:spPr>
        <p:txBody>
          <a:bodyPr wrap="square" rtlCol="0">
            <a:spAutoFit/>
          </a:bodyPr>
          <a:lstStyle/>
          <a:p>
            <a:r>
              <a:rPr lang="en-US" sz="2000" i="1" dirty="0">
                <a:solidFill>
                  <a:schemeClr val="accent1"/>
                </a:solidFill>
              </a:rPr>
              <a:t>List can contain multiple data types.</a:t>
            </a:r>
          </a:p>
        </p:txBody>
      </p:sp>
      <p:sp>
        <p:nvSpPr>
          <p:cNvPr id="5" name="TextBox 4">
            <a:extLst>
              <a:ext uri="{FF2B5EF4-FFF2-40B4-BE49-F238E27FC236}">
                <a16:creationId xmlns:a16="http://schemas.microsoft.com/office/drawing/2014/main" id="{01132DDD-6B9C-3977-988A-5DC73FE53C03}"/>
              </a:ext>
            </a:extLst>
          </p:cNvPr>
          <p:cNvSpPr txBox="1"/>
          <p:nvPr/>
        </p:nvSpPr>
        <p:spPr>
          <a:xfrm>
            <a:off x="5607347" y="2325511"/>
            <a:ext cx="1896534" cy="1015663"/>
          </a:xfrm>
          <a:prstGeom prst="rect">
            <a:avLst/>
          </a:prstGeom>
          <a:noFill/>
          <a:ln>
            <a:solidFill>
              <a:schemeClr val="accent1"/>
            </a:solidFill>
          </a:ln>
        </p:spPr>
        <p:txBody>
          <a:bodyPr wrap="square" rtlCol="0">
            <a:spAutoFit/>
          </a:bodyPr>
          <a:lstStyle/>
          <a:p>
            <a:r>
              <a:rPr lang="en-US" sz="2000" i="1" dirty="0">
                <a:solidFill>
                  <a:schemeClr val="accent1"/>
                </a:solidFill>
              </a:rPr>
              <a:t>List may have user-defined length.</a:t>
            </a:r>
          </a:p>
        </p:txBody>
      </p:sp>
      <p:sp>
        <p:nvSpPr>
          <p:cNvPr id="6" name="TextBox 5">
            <a:extLst>
              <a:ext uri="{FF2B5EF4-FFF2-40B4-BE49-F238E27FC236}">
                <a16:creationId xmlns:a16="http://schemas.microsoft.com/office/drawing/2014/main" id="{C717952B-3B59-64E7-C219-C439B1CE9A05}"/>
              </a:ext>
            </a:extLst>
          </p:cNvPr>
          <p:cNvSpPr txBox="1"/>
          <p:nvPr/>
        </p:nvSpPr>
        <p:spPr>
          <a:xfrm>
            <a:off x="8748891" y="2314222"/>
            <a:ext cx="2810928" cy="1015663"/>
          </a:xfrm>
          <a:prstGeom prst="rect">
            <a:avLst/>
          </a:prstGeom>
          <a:noFill/>
          <a:ln>
            <a:solidFill>
              <a:schemeClr val="accent1"/>
            </a:solidFill>
          </a:ln>
        </p:spPr>
        <p:txBody>
          <a:bodyPr wrap="square" rtlCol="0">
            <a:spAutoFit/>
          </a:bodyPr>
          <a:lstStyle/>
          <a:p>
            <a:r>
              <a:rPr lang="en-US" sz="2000" i="1" dirty="0">
                <a:solidFill>
                  <a:schemeClr val="accent1"/>
                </a:solidFill>
              </a:rPr>
              <a:t>List size/length is modifiable once the list has been created.</a:t>
            </a:r>
          </a:p>
        </p:txBody>
      </p:sp>
      <p:sp>
        <p:nvSpPr>
          <p:cNvPr id="7" name="TextBox 6">
            <a:extLst>
              <a:ext uri="{FF2B5EF4-FFF2-40B4-BE49-F238E27FC236}">
                <a16:creationId xmlns:a16="http://schemas.microsoft.com/office/drawing/2014/main" id="{DDE973A4-B224-2131-0B3E-9C862B4226B8}"/>
              </a:ext>
            </a:extLst>
          </p:cNvPr>
          <p:cNvSpPr txBox="1"/>
          <p:nvPr/>
        </p:nvSpPr>
        <p:spPr>
          <a:xfrm>
            <a:off x="5164668" y="524933"/>
            <a:ext cx="2788355" cy="707886"/>
          </a:xfrm>
          <a:prstGeom prst="rect">
            <a:avLst/>
          </a:prstGeom>
          <a:noFill/>
          <a:ln>
            <a:solidFill>
              <a:schemeClr val="accent1"/>
            </a:solidFill>
          </a:ln>
        </p:spPr>
        <p:txBody>
          <a:bodyPr wrap="square" rtlCol="0">
            <a:spAutoFit/>
          </a:bodyPr>
          <a:lstStyle/>
          <a:p>
            <a:pPr algn="ctr"/>
            <a:r>
              <a:rPr lang="en-US" sz="2000" b="1" i="1" dirty="0">
                <a:solidFill>
                  <a:schemeClr val="accent1"/>
                </a:solidFill>
              </a:rPr>
              <a:t>Some characteristics of a Python List</a:t>
            </a:r>
          </a:p>
        </p:txBody>
      </p:sp>
      <p:cxnSp>
        <p:nvCxnSpPr>
          <p:cNvPr id="9" name="Connector: Elbow 8">
            <a:extLst>
              <a:ext uri="{FF2B5EF4-FFF2-40B4-BE49-F238E27FC236}">
                <a16:creationId xmlns:a16="http://schemas.microsoft.com/office/drawing/2014/main" id="{75E4B3EC-7CC2-3A30-DC9F-3E9CE47C48E7}"/>
              </a:ext>
            </a:extLst>
          </p:cNvPr>
          <p:cNvCxnSpPr>
            <a:stCxn id="7" idx="2"/>
            <a:endCxn id="4" idx="0"/>
          </p:cNvCxnSpPr>
          <p:nvPr/>
        </p:nvCxnSpPr>
        <p:spPr>
          <a:xfrm rot="5400000">
            <a:off x="4369965" y="136630"/>
            <a:ext cx="1092692" cy="3285070"/>
          </a:xfrm>
          <a:prstGeom prst="bentConnector3">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0" name="Connector: Elbow 9">
            <a:extLst>
              <a:ext uri="{FF2B5EF4-FFF2-40B4-BE49-F238E27FC236}">
                <a16:creationId xmlns:a16="http://schemas.microsoft.com/office/drawing/2014/main" id="{86F08F26-BCC8-A892-652D-D892AF56134C}"/>
              </a:ext>
            </a:extLst>
          </p:cNvPr>
          <p:cNvCxnSpPr>
            <a:cxnSpLocks/>
            <a:stCxn id="7" idx="2"/>
            <a:endCxn id="5" idx="0"/>
          </p:cNvCxnSpPr>
          <p:nvPr/>
        </p:nvCxnSpPr>
        <p:spPr>
          <a:xfrm rot="5400000">
            <a:off x="6010884" y="1777549"/>
            <a:ext cx="1092692" cy="3232"/>
          </a:xfrm>
          <a:prstGeom prst="bent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8" name="Connector: Elbow 17">
            <a:extLst>
              <a:ext uri="{FF2B5EF4-FFF2-40B4-BE49-F238E27FC236}">
                <a16:creationId xmlns:a16="http://schemas.microsoft.com/office/drawing/2014/main" id="{E88617E9-A865-4D6F-5601-F0D5C9E28D12}"/>
              </a:ext>
            </a:extLst>
          </p:cNvPr>
          <p:cNvCxnSpPr>
            <a:cxnSpLocks/>
            <a:stCxn id="7" idx="2"/>
            <a:endCxn id="6" idx="0"/>
          </p:cNvCxnSpPr>
          <p:nvPr/>
        </p:nvCxnSpPr>
        <p:spPr>
          <a:xfrm rot="16200000" flipH="1">
            <a:off x="7815899" y="-24235"/>
            <a:ext cx="1081403" cy="3595509"/>
          </a:xfrm>
          <a:prstGeom prst="bent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74493F56-5EE5-8600-C1DC-8A4DAC6AE2E5}"/>
              </a:ext>
            </a:extLst>
          </p:cNvPr>
          <p:cNvSpPr txBox="1"/>
          <p:nvPr/>
        </p:nvSpPr>
        <p:spPr>
          <a:xfrm>
            <a:off x="1969909" y="4727014"/>
            <a:ext cx="2607734" cy="1015663"/>
          </a:xfrm>
          <a:prstGeom prst="rect">
            <a:avLst/>
          </a:prstGeom>
          <a:noFill/>
          <a:ln>
            <a:solidFill>
              <a:srgbClr val="FF0000"/>
            </a:solidFill>
          </a:ln>
        </p:spPr>
        <p:txBody>
          <a:bodyPr wrap="square" rtlCol="0">
            <a:spAutoFit/>
          </a:bodyPr>
          <a:lstStyle/>
          <a:p>
            <a:r>
              <a:rPr lang="en-US" sz="2000" i="1" dirty="0">
                <a:solidFill>
                  <a:srgbClr val="FF0000"/>
                </a:solidFill>
              </a:rPr>
              <a:t>Arrays can contain only a </a:t>
            </a:r>
            <a:r>
              <a:rPr lang="en-US" sz="2000" b="1" i="1" u="sng" dirty="0">
                <a:solidFill>
                  <a:srgbClr val="FF0000"/>
                </a:solidFill>
              </a:rPr>
              <a:t>single data type</a:t>
            </a:r>
            <a:r>
              <a:rPr lang="en-US" sz="2000" i="1" dirty="0">
                <a:solidFill>
                  <a:srgbClr val="FF0000"/>
                </a:solidFill>
              </a:rPr>
              <a:t>.</a:t>
            </a:r>
          </a:p>
        </p:txBody>
      </p:sp>
      <p:sp>
        <p:nvSpPr>
          <p:cNvPr id="22" name="TextBox 21">
            <a:extLst>
              <a:ext uri="{FF2B5EF4-FFF2-40B4-BE49-F238E27FC236}">
                <a16:creationId xmlns:a16="http://schemas.microsoft.com/office/drawing/2014/main" id="{050DD839-0B4B-3720-1BF4-17DD11CE938B}"/>
              </a:ext>
            </a:extLst>
          </p:cNvPr>
          <p:cNvSpPr txBox="1"/>
          <p:nvPr/>
        </p:nvSpPr>
        <p:spPr>
          <a:xfrm>
            <a:off x="4972914" y="4727014"/>
            <a:ext cx="3165400" cy="707886"/>
          </a:xfrm>
          <a:prstGeom prst="rect">
            <a:avLst/>
          </a:prstGeom>
          <a:noFill/>
          <a:ln>
            <a:solidFill>
              <a:srgbClr val="FF0000"/>
            </a:solidFill>
          </a:ln>
        </p:spPr>
        <p:txBody>
          <a:bodyPr wrap="square" rtlCol="0">
            <a:spAutoFit/>
          </a:bodyPr>
          <a:lstStyle/>
          <a:p>
            <a:r>
              <a:rPr lang="en-US" sz="2000" b="1" i="1" u="sng" dirty="0">
                <a:solidFill>
                  <a:srgbClr val="FF0000"/>
                </a:solidFill>
              </a:rPr>
              <a:t>Size/length</a:t>
            </a:r>
            <a:r>
              <a:rPr lang="en-US" sz="2000" i="1" dirty="0">
                <a:solidFill>
                  <a:srgbClr val="FF0000"/>
                </a:solidFill>
              </a:rPr>
              <a:t> of arrays must be known at compile time.</a:t>
            </a:r>
          </a:p>
        </p:txBody>
      </p:sp>
      <p:sp>
        <p:nvSpPr>
          <p:cNvPr id="23" name="TextBox 22">
            <a:extLst>
              <a:ext uri="{FF2B5EF4-FFF2-40B4-BE49-F238E27FC236}">
                <a16:creationId xmlns:a16="http://schemas.microsoft.com/office/drawing/2014/main" id="{25046785-E325-B749-3A0E-E62DD8978105}"/>
              </a:ext>
            </a:extLst>
          </p:cNvPr>
          <p:cNvSpPr txBox="1"/>
          <p:nvPr/>
        </p:nvSpPr>
        <p:spPr>
          <a:xfrm>
            <a:off x="8502396" y="4727014"/>
            <a:ext cx="3303917" cy="1015663"/>
          </a:xfrm>
          <a:prstGeom prst="rect">
            <a:avLst/>
          </a:prstGeom>
          <a:noFill/>
          <a:ln>
            <a:solidFill>
              <a:srgbClr val="FF0000"/>
            </a:solidFill>
          </a:ln>
        </p:spPr>
        <p:txBody>
          <a:bodyPr wrap="square" rtlCol="0">
            <a:spAutoFit/>
          </a:bodyPr>
          <a:lstStyle/>
          <a:p>
            <a:r>
              <a:rPr lang="en-US" sz="2000" i="1" dirty="0">
                <a:solidFill>
                  <a:srgbClr val="FF0000"/>
                </a:solidFill>
              </a:rPr>
              <a:t>Size/length of an array </a:t>
            </a:r>
            <a:r>
              <a:rPr lang="en-US" sz="2000" b="1" i="1" u="sng" dirty="0">
                <a:solidFill>
                  <a:srgbClr val="FF0000"/>
                </a:solidFill>
              </a:rPr>
              <a:t>isn’t modifiable</a:t>
            </a:r>
            <a:r>
              <a:rPr lang="en-US" sz="2000" i="1" dirty="0">
                <a:solidFill>
                  <a:srgbClr val="FF0000"/>
                </a:solidFill>
              </a:rPr>
              <a:t> once it has been created.</a:t>
            </a:r>
          </a:p>
        </p:txBody>
      </p:sp>
      <p:sp>
        <p:nvSpPr>
          <p:cNvPr id="24" name="Multiplication Sign 23">
            <a:extLst>
              <a:ext uri="{FF2B5EF4-FFF2-40B4-BE49-F238E27FC236}">
                <a16:creationId xmlns:a16="http://schemas.microsoft.com/office/drawing/2014/main" id="{376FD4EE-A2B7-065D-7554-2FE2767C0602}"/>
              </a:ext>
            </a:extLst>
          </p:cNvPr>
          <p:cNvSpPr/>
          <p:nvPr/>
        </p:nvSpPr>
        <p:spPr>
          <a:xfrm>
            <a:off x="2727879" y="3680429"/>
            <a:ext cx="1091794" cy="969582"/>
          </a:xfrm>
          <a:prstGeom prst="mathMultiply">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5" name="Multiplication Sign 24">
            <a:extLst>
              <a:ext uri="{FF2B5EF4-FFF2-40B4-BE49-F238E27FC236}">
                <a16:creationId xmlns:a16="http://schemas.microsoft.com/office/drawing/2014/main" id="{639FFD3F-C40F-4F26-013A-2B67FC52E7D9}"/>
              </a:ext>
            </a:extLst>
          </p:cNvPr>
          <p:cNvSpPr/>
          <p:nvPr/>
        </p:nvSpPr>
        <p:spPr>
          <a:xfrm>
            <a:off x="6009717" y="3680429"/>
            <a:ext cx="1091794" cy="969582"/>
          </a:xfrm>
          <a:prstGeom prst="mathMultiply">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6" name="Multiplication Sign 25">
            <a:extLst>
              <a:ext uri="{FF2B5EF4-FFF2-40B4-BE49-F238E27FC236}">
                <a16:creationId xmlns:a16="http://schemas.microsoft.com/office/drawing/2014/main" id="{E2B6BF21-7266-D767-23EB-2BEFBB63E437}"/>
              </a:ext>
            </a:extLst>
          </p:cNvPr>
          <p:cNvSpPr/>
          <p:nvPr/>
        </p:nvSpPr>
        <p:spPr>
          <a:xfrm>
            <a:off x="9608457" y="3680429"/>
            <a:ext cx="1091794" cy="969582"/>
          </a:xfrm>
          <a:prstGeom prst="mathMultiply">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36" name="TextBox 35">
            <a:extLst>
              <a:ext uri="{FF2B5EF4-FFF2-40B4-BE49-F238E27FC236}">
                <a16:creationId xmlns:a16="http://schemas.microsoft.com/office/drawing/2014/main" id="{9818228C-3007-CCB6-2A67-47E15EE7044C}"/>
              </a:ext>
            </a:extLst>
          </p:cNvPr>
          <p:cNvSpPr txBox="1"/>
          <p:nvPr/>
        </p:nvSpPr>
        <p:spPr>
          <a:xfrm>
            <a:off x="174973" y="155600"/>
            <a:ext cx="4284138" cy="1200329"/>
          </a:xfrm>
          <a:prstGeom prst="rect">
            <a:avLst/>
          </a:prstGeom>
          <a:noFill/>
          <a:ln>
            <a:solidFill>
              <a:schemeClr val="tx1"/>
            </a:solidFill>
          </a:ln>
        </p:spPr>
        <p:txBody>
          <a:bodyPr wrap="square" rtlCol="0">
            <a:spAutoFit/>
          </a:bodyPr>
          <a:lstStyle/>
          <a:p>
            <a:r>
              <a:rPr lang="en-US" i="1" dirty="0"/>
              <a:t>Eventually, we’ll start seeing some relaxations to some of these restrictions when we learn about </a:t>
            </a:r>
            <a:r>
              <a:rPr lang="en-US" b="1" i="1" dirty="0"/>
              <a:t>dynamic arrays</a:t>
            </a:r>
            <a:r>
              <a:rPr lang="en-US" i="1" dirty="0"/>
              <a:t> and </a:t>
            </a:r>
            <a:r>
              <a:rPr lang="en-US" b="1" i="1" dirty="0"/>
              <a:t>inheritance (OOP)</a:t>
            </a:r>
            <a:r>
              <a:rPr lang="en-US" i="1" dirty="0"/>
              <a:t>.</a:t>
            </a:r>
          </a:p>
        </p:txBody>
      </p:sp>
      <p:sp>
        <p:nvSpPr>
          <p:cNvPr id="39" name="TextBox 38">
            <a:extLst>
              <a:ext uri="{FF2B5EF4-FFF2-40B4-BE49-F238E27FC236}">
                <a16:creationId xmlns:a16="http://schemas.microsoft.com/office/drawing/2014/main" id="{C8CF2B2F-7A6B-6CB6-57B2-A47C7343E31C}"/>
              </a:ext>
            </a:extLst>
          </p:cNvPr>
          <p:cNvSpPr txBox="1"/>
          <p:nvPr/>
        </p:nvSpPr>
        <p:spPr>
          <a:xfrm>
            <a:off x="10370373" y="278710"/>
            <a:ext cx="1667402" cy="1077218"/>
          </a:xfrm>
          <a:prstGeom prst="rect">
            <a:avLst/>
          </a:prstGeom>
          <a:noFill/>
          <a:ln>
            <a:solidFill>
              <a:schemeClr val="tx1">
                <a:lumMod val="50000"/>
                <a:lumOff val="50000"/>
              </a:schemeClr>
            </a:solidFill>
          </a:ln>
        </p:spPr>
        <p:txBody>
          <a:bodyPr wrap="square" rtlCol="0">
            <a:spAutoFit/>
          </a:bodyPr>
          <a:lstStyle/>
          <a:p>
            <a:r>
              <a:rPr lang="en-US" sz="1600" i="1" dirty="0">
                <a:solidFill>
                  <a:schemeClr val="tx1">
                    <a:lumMod val="50000"/>
                    <a:lumOff val="50000"/>
                  </a:schemeClr>
                </a:solidFill>
              </a:rPr>
              <a:t>Accompanying note in the notes section of this slide.</a:t>
            </a:r>
          </a:p>
        </p:txBody>
      </p:sp>
      <p:cxnSp>
        <p:nvCxnSpPr>
          <p:cNvPr id="40" name="Connector: Elbow 39">
            <a:extLst>
              <a:ext uri="{FF2B5EF4-FFF2-40B4-BE49-F238E27FC236}">
                <a16:creationId xmlns:a16="http://schemas.microsoft.com/office/drawing/2014/main" id="{12E8968F-EDFA-661D-22BB-254C6CFA6D6C}"/>
              </a:ext>
            </a:extLst>
          </p:cNvPr>
          <p:cNvCxnSpPr>
            <a:cxnSpLocks/>
            <a:stCxn id="39" idx="2"/>
            <a:endCxn id="6" idx="3"/>
          </p:cNvCxnSpPr>
          <p:nvPr/>
        </p:nvCxnSpPr>
        <p:spPr>
          <a:xfrm rot="16200000" flipH="1">
            <a:off x="10648883" y="1911118"/>
            <a:ext cx="1466126" cy="355745"/>
          </a:xfrm>
          <a:prstGeom prst="bentConnector4">
            <a:avLst>
              <a:gd name="adj1" fmla="val 32681"/>
              <a:gd name="adj2" fmla="val 210918"/>
            </a:avLst>
          </a:prstGeom>
          <a:ln w="15875">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C55A1FA1-1D5D-ECEB-0D81-3486B29B9B5F}"/>
              </a:ext>
            </a:extLst>
          </p:cNvPr>
          <p:cNvSpPr/>
          <p:nvPr/>
        </p:nvSpPr>
        <p:spPr>
          <a:xfrm>
            <a:off x="4797911" y="2108499"/>
            <a:ext cx="3571186" cy="3516682"/>
          </a:xfrm>
          <a:prstGeom prst="rect">
            <a:avLst/>
          </a:prstGeom>
          <a:solidFill>
            <a:srgbClr val="00B050">
              <a:alpha val="10000"/>
            </a:srgb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37176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500"/>
                                        <p:tgtEl>
                                          <p:spTgt spid="2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500"/>
                                        <p:tgtEl>
                                          <p:spTgt spid="22"/>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5"/>
                                        </p:tgtEl>
                                        <p:attrNameLst>
                                          <p:attrName>style.visibility</p:attrName>
                                        </p:attrNameLst>
                                      </p:cBhvr>
                                      <p:to>
                                        <p:strVal val="visible"/>
                                      </p:to>
                                    </p:set>
                                    <p:animEffect transition="in" filter="fade">
                                      <p:cBhvr>
                                        <p:cTn id="18" dur="500"/>
                                        <p:tgtEl>
                                          <p:spTgt spid="2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500"/>
                                        <p:tgtEl>
                                          <p:spTgt spid="23"/>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6"/>
                                        </p:tgtEl>
                                        <p:attrNameLst>
                                          <p:attrName>style.visibility</p:attrName>
                                        </p:attrNameLst>
                                      </p:cBhvr>
                                      <p:to>
                                        <p:strVal val="visible"/>
                                      </p:to>
                                    </p:set>
                                    <p:animEffect transition="in" filter="fade">
                                      <p:cBhvr>
                                        <p:cTn id="26" dur="500"/>
                                        <p:tgtEl>
                                          <p:spTgt spid="26"/>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6"/>
                                        </p:tgtEl>
                                        <p:attrNameLst>
                                          <p:attrName>style.visibility</p:attrName>
                                        </p:attrNameLst>
                                      </p:cBhvr>
                                      <p:to>
                                        <p:strVal val="visible"/>
                                      </p:to>
                                    </p:set>
                                    <p:animEffect transition="in" filter="fade">
                                      <p:cBhvr>
                                        <p:cTn id="31"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P spid="25" grpId="0" animBg="1"/>
      <p:bldP spid="26" grpId="0" animBg="1"/>
      <p:bldP spid="3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79F2DF-02D2-1E27-A07D-1F7424B8FA71}"/>
              </a:ext>
            </a:extLst>
          </p:cNvPr>
          <p:cNvSpPr>
            <a:spLocks noGrp="1"/>
          </p:cNvSpPr>
          <p:nvPr>
            <p:ph type="title"/>
          </p:nvPr>
        </p:nvSpPr>
        <p:spPr/>
        <p:txBody>
          <a:bodyPr/>
          <a:lstStyle/>
          <a:p>
            <a:r>
              <a:rPr lang="en-US" dirty="0"/>
              <a:t>Various Types of Memory Allocation</a:t>
            </a:r>
          </a:p>
        </p:txBody>
      </p:sp>
      <p:sp>
        <p:nvSpPr>
          <p:cNvPr id="3" name="Content Placeholder 2">
            <a:extLst>
              <a:ext uri="{FF2B5EF4-FFF2-40B4-BE49-F238E27FC236}">
                <a16:creationId xmlns:a16="http://schemas.microsoft.com/office/drawing/2014/main" id="{C2F6B616-DC3E-0209-DD98-1E8E6A1A0846}"/>
              </a:ext>
            </a:extLst>
          </p:cNvPr>
          <p:cNvSpPr>
            <a:spLocks noGrp="1"/>
          </p:cNvSpPr>
          <p:nvPr>
            <p:ph idx="1"/>
          </p:nvPr>
        </p:nvSpPr>
        <p:spPr/>
        <p:txBody>
          <a:bodyPr/>
          <a:lstStyle/>
          <a:p>
            <a:r>
              <a:rPr lang="en-US" dirty="0"/>
              <a:t>In order to work with data, we </a:t>
            </a:r>
            <a:r>
              <a:rPr lang="en-US" b="1" dirty="0"/>
              <a:t>allocate some memory</a:t>
            </a:r>
            <a:r>
              <a:rPr lang="en-US" dirty="0"/>
              <a:t> for it.</a:t>
            </a:r>
          </a:p>
          <a:p>
            <a:endParaRPr lang="en-US" dirty="0"/>
          </a:p>
          <a:p>
            <a:r>
              <a:rPr lang="en-US" dirty="0"/>
              <a:t>Three types of allocation.</a:t>
            </a:r>
          </a:p>
          <a:p>
            <a:pPr lvl="1"/>
            <a:r>
              <a:rPr lang="en-US" dirty="0"/>
              <a:t>Static</a:t>
            </a:r>
          </a:p>
          <a:p>
            <a:pPr lvl="1"/>
            <a:r>
              <a:rPr lang="en-US" dirty="0"/>
              <a:t>Automatic</a:t>
            </a:r>
          </a:p>
          <a:p>
            <a:pPr lvl="1"/>
            <a:r>
              <a:rPr lang="en-US" dirty="0"/>
              <a:t>Dynamic</a:t>
            </a:r>
          </a:p>
          <a:p>
            <a:pPr lvl="1"/>
            <a:endParaRPr lang="en-US" dirty="0"/>
          </a:p>
          <a:p>
            <a:r>
              <a:rPr lang="en-US" b="1" dirty="0"/>
              <a:t>Automatic memory allocation </a:t>
            </a:r>
            <a:r>
              <a:rPr lang="en-US" dirty="0"/>
              <a:t>– we’ve been doing this.</a:t>
            </a:r>
          </a:p>
          <a:p>
            <a:pPr lvl="1"/>
            <a:endParaRPr lang="en-US" dirty="0"/>
          </a:p>
          <a:p>
            <a:endParaRPr lang="en-US" dirty="0"/>
          </a:p>
          <a:p>
            <a:endParaRPr lang="en-US" dirty="0"/>
          </a:p>
          <a:p>
            <a:endParaRPr lang="en-US" dirty="0"/>
          </a:p>
        </p:txBody>
      </p:sp>
    </p:spTree>
    <p:extLst>
      <p:ext uri="{BB962C8B-B14F-4D97-AF65-F5344CB8AC3E}">
        <p14:creationId xmlns:p14="http://schemas.microsoft.com/office/powerpoint/2010/main" val="29046991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9B0AA8-FF30-A07F-6CA5-6CACDC12C578}"/>
              </a:ext>
            </a:extLst>
          </p:cNvPr>
          <p:cNvSpPr>
            <a:spLocks noGrp="1"/>
          </p:cNvSpPr>
          <p:nvPr>
            <p:ph type="title"/>
          </p:nvPr>
        </p:nvSpPr>
        <p:spPr/>
        <p:txBody>
          <a:bodyPr/>
          <a:lstStyle/>
          <a:p>
            <a:r>
              <a:rPr lang="en-US" dirty="0"/>
              <a:t>Automatic Memory Allocation</a:t>
            </a:r>
          </a:p>
        </p:txBody>
      </p:sp>
      <p:sp>
        <p:nvSpPr>
          <p:cNvPr id="3" name="Content Placeholder 2">
            <a:extLst>
              <a:ext uri="{FF2B5EF4-FFF2-40B4-BE49-F238E27FC236}">
                <a16:creationId xmlns:a16="http://schemas.microsoft.com/office/drawing/2014/main" id="{F606B19F-81AE-BF16-9809-91CD62FE02FE}"/>
              </a:ext>
            </a:extLst>
          </p:cNvPr>
          <p:cNvSpPr>
            <a:spLocks noGrp="1"/>
          </p:cNvSpPr>
          <p:nvPr>
            <p:ph sz="half" idx="1"/>
          </p:nvPr>
        </p:nvSpPr>
        <p:spPr/>
        <p:txBody>
          <a:bodyPr>
            <a:normAutofit fontScale="92500" lnSpcReduction="20000"/>
          </a:bodyPr>
          <a:lstStyle/>
          <a:p>
            <a:r>
              <a:rPr lang="en-US" dirty="0"/>
              <a:t>Happens for </a:t>
            </a:r>
            <a:r>
              <a:rPr lang="en-US" b="1" dirty="0"/>
              <a:t>function parameters </a:t>
            </a:r>
            <a:r>
              <a:rPr lang="en-US" dirty="0"/>
              <a:t>and </a:t>
            </a:r>
            <a:r>
              <a:rPr lang="en-US" b="1" dirty="0"/>
              <a:t>local variables</a:t>
            </a:r>
            <a:r>
              <a:rPr lang="en-US" dirty="0"/>
              <a:t>. </a:t>
            </a:r>
          </a:p>
          <a:p>
            <a:endParaRPr lang="en-US" dirty="0"/>
          </a:p>
          <a:p>
            <a:r>
              <a:rPr lang="en-US" dirty="0"/>
              <a:t>Memory is allocated when the relevant block is entered. </a:t>
            </a:r>
          </a:p>
          <a:p>
            <a:endParaRPr lang="en-US" dirty="0"/>
          </a:p>
          <a:p>
            <a:r>
              <a:rPr lang="en-US" dirty="0"/>
              <a:t>Memory is freed when the block is exited.</a:t>
            </a:r>
          </a:p>
          <a:p>
            <a:endParaRPr lang="en-US" dirty="0"/>
          </a:p>
          <a:p>
            <a:r>
              <a:rPr lang="en-US" dirty="0"/>
              <a:t>Allocation/deallocation </a:t>
            </a:r>
            <a:r>
              <a:rPr lang="en-US" b="1" dirty="0"/>
              <a:t>happens automatically</a:t>
            </a:r>
            <a:r>
              <a:rPr lang="en-US" dirty="0"/>
              <a:t>.</a:t>
            </a:r>
          </a:p>
        </p:txBody>
      </p:sp>
      <p:pic>
        <p:nvPicPr>
          <p:cNvPr id="8" name="Picture 7">
            <a:extLst>
              <a:ext uri="{FF2B5EF4-FFF2-40B4-BE49-F238E27FC236}">
                <a16:creationId xmlns:a16="http://schemas.microsoft.com/office/drawing/2014/main" id="{E4F61B22-6471-350D-4AB9-133538E64E73}"/>
              </a:ext>
            </a:extLst>
          </p:cNvPr>
          <p:cNvPicPr>
            <a:picLocks noChangeAspect="1"/>
          </p:cNvPicPr>
          <p:nvPr/>
        </p:nvPicPr>
        <p:blipFill>
          <a:blip r:embed="rId3"/>
          <a:stretch>
            <a:fillRect/>
          </a:stretch>
        </p:blipFill>
        <p:spPr>
          <a:xfrm>
            <a:off x="6202828" y="1825625"/>
            <a:ext cx="5150972" cy="3187439"/>
          </a:xfrm>
          <a:prstGeom prst="rect">
            <a:avLst/>
          </a:prstGeom>
        </p:spPr>
      </p:pic>
    </p:spTree>
    <p:extLst>
      <p:ext uri="{BB962C8B-B14F-4D97-AF65-F5344CB8AC3E}">
        <p14:creationId xmlns:p14="http://schemas.microsoft.com/office/powerpoint/2010/main" val="28391350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9B0AA8-FF30-A07F-6CA5-6CACDC12C578}"/>
              </a:ext>
            </a:extLst>
          </p:cNvPr>
          <p:cNvSpPr>
            <a:spLocks noGrp="1"/>
          </p:cNvSpPr>
          <p:nvPr>
            <p:ph type="title"/>
          </p:nvPr>
        </p:nvSpPr>
        <p:spPr/>
        <p:txBody>
          <a:bodyPr/>
          <a:lstStyle/>
          <a:p>
            <a:r>
              <a:rPr lang="en-US" dirty="0"/>
              <a:t>Automatic Memory Allocation</a:t>
            </a:r>
          </a:p>
        </p:txBody>
      </p:sp>
      <p:sp>
        <p:nvSpPr>
          <p:cNvPr id="3" name="Content Placeholder 2">
            <a:extLst>
              <a:ext uri="{FF2B5EF4-FFF2-40B4-BE49-F238E27FC236}">
                <a16:creationId xmlns:a16="http://schemas.microsoft.com/office/drawing/2014/main" id="{F606B19F-81AE-BF16-9809-91CD62FE02FE}"/>
              </a:ext>
            </a:extLst>
          </p:cNvPr>
          <p:cNvSpPr>
            <a:spLocks noGrp="1"/>
          </p:cNvSpPr>
          <p:nvPr>
            <p:ph sz="half" idx="1"/>
          </p:nvPr>
        </p:nvSpPr>
        <p:spPr>
          <a:xfrm>
            <a:off x="838201" y="1825625"/>
            <a:ext cx="3862892" cy="4351338"/>
          </a:xfrm>
        </p:spPr>
        <p:txBody>
          <a:bodyPr>
            <a:normAutofit/>
          </a:bodyPr>
          <a:lstStyle/>
          <a:p>
            <a:r>
              <a:rPr lang="en-US" dirty="0"/>
              <a:t>While creating arrays through this style, length must be provided at </a:t>
            </a:r>
            <a:r>
              <a:rPr lang="en-US" b="1" dirty="0"/>
              <a:t>compile time</a:t>
            </a:r>
            <a:r>
              <a:rPr lang="en-US" dirty="0"/>
              <a:t>.</a:t>
            </a:r>
          </a:p>
          <a:p>
            <a:endParaRPr lang="en-US" dirty="0"/>
          </a:p>
          <a:p>
            <a:r>
              <a:rPr lang="en-US" dirty="0"/>
              <a:t>Memory is also handled automatically  (same as before).</a:t>
            </a:r>
          </a:p>
        </p:txBody>
      </p:sp>
      <p:pic>
        <p:nvPicPr>
          <p:cNvPr id="7" name="Picture 6">
            <a:extLst>
              <a:ext uri="{FF2B5EF4-FFF2-40B4-BE49-F238E27FC236}">
                <a16:creationId xmlns:a16="http://schemas.microsoft.com/office/drawing/2014/main" id="{72CAC967-5782-29F4-7A8F-F732DCA79210}"/>
              </a:ext>
            </a:extLst>
          </p:cNvPr>
          <p:cNvPicPr>
            <a:picLocks noChangeAspect="1"/>
          </p:cNvPicPr>
          <p:nvPr/>
        </p:nvPicPr>
        <p:blipFill>
          <a:blip r:embed="rId3"/>
          <a:stretch>
            <a:fillRect/>
          </a:stretch>
        </p:blipFill>
        <p:spPr>
          <a:xfrm>
            <a:off x="4817915" y="1825625"/>
            <a:ext cx="6535885" cy="3444459"/>
          </a:xfrm>
          <a:prstGeom prst="rect">
            <a:avLst/>
          </a:prstGeom>
        </p:spPr>
      </p:pic>
    </p:spTree>
    <p:extLst>
      <p:ext uri="{BB962C8B-B14F-4D97-AF65-F5344CB8AC3E}">
        <p14:creationId xmlns:p14="http://schemas.microsoft.com/office/powerpoint/2010/main" val="29087041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232A563-B3EB-64CF-8B49-7356ABCDEC8C}"/>
              </a:ext>
            </a:extLst>
          </p:cNvPr>
          <p:cNvSpPr>
            <a:spLocks noGrp="1"/>
          </p:cNvSpPr>
          <p:nvPr>
            <p:ph type="title"/>
          </p:nvPr>
        </p:nvSpPr>
        <p:spPr/>
        <p:txBody>
          <a:bodyPr/>
          <a:lstStyle/>
          <a:p>
            <a:r>
              <a:rPr lang="en-US" dirty="0"/>
              <a:t>Problems with Automatic Memory Allocation</a:t>
            </a:r>
          </a:p>
        </p:txBody>
      </p:sp>
      <p:sp>
        <p:nvSpPr>
          <p:cNvPr id="8" name="Content Placeholder 7">
            <a:extLst>
              <a:ext uri="{FF2B5EF4-FFF2-40B4-BE49-F238E27FC236}">
                <a16:creationId xmlns:a16="http://schemas.microsoft.com/office/drawing/2014/main" id="{6EDD034F-FB7B-3A2D-C16A-D9BDF5C5985C}"/>
              </a:ext>
            </a:extLst>
          </p:cNvPr>
          <p:cNvSpPr>
            <a:spLocks noGrp="1"/>
          </p:cNvSpPr>
          <p:nvPr>
            <p:ph idx="1"/>
          </p:nvPr>
        </p:nvSpPr>
        <p:spPr/>
        <p:txBody>
          <a:bodyPr/>
          <a:lstStyle/>
          <a:p>
            <a:r>
              <a:rPr lang="en-US" dirty="0"/>
              <a:t>Because the length has to be known at compile time…</a:t>
            </a:r>
          </a:p>
          <a:p>
            <a:pPr lvl="1"/>
            <a:r>
              <a:rPr lang="en-US" dirty="0"/>
              <a:t>You would either make very large arrays – </a:t>
            </a:r>
            <a:r>
              <a:rPr lang="en-US" b="1" i="1" dirty="0"/>
              <a:t>wasted/unused memory</a:t>
            </a:r>
            <a:r>
              <a:rPr lang="en-US" i="1" dirty="0"/>
              <a:t>.</a:t>
            </a:r>
          </a:p>
          <a:p>
            <a:pPr lvl="1"/>
            <a:r>
              <a:rPr lang="en-US" dirty="0"/>
              <a:t>On the flip side, you may end up needing more memory – </a:t>
            </a:r>
            <a:r>
              <a:rPr lang="en-US" b="1" i="1" dirty="0"/>
              <a:t>going out of bounds</a:t>
            </a:r>
            <a:r>
              <a:rPr lang="en-US" i="1" dirty="0"/>
              <a:t>.</a:t>
            </a:r>
          </a:p>
          <a:p>
            <a:pPr lvl="1"/>
            <a:r>
              <a:rPr lang="en-US" b="1" dirty="0"/>
              <a:t>Stack memory is limited</a:t>
            </a:r>
            <a:r>
              <a:rPr lang="en-US" dirty="0"/>
              <a:t>, so very large arrays cannot be created (covered under </a:t>
            </a:r>
            <a:r>
              <a:rPr lang="en-US" i="1" dirty="0"/>
              <a:t>Stack Memory</a:t>
            </a:r>
            <a:r>
              <a:rPr lang="en-US" dirty="0"/>
              <a:t>).</a:t>
            </a:r>
          </a:p>
        </p:txBody>
      </p:sp>
    </p:spTree>
    <p:extLst>
      <p:ext uri="{BB962C8B-B14F-4D97-AF65-F5344CB8AC3E}">
        <p14:creationId xmlns:p14="http://schemas.microsoft.com/office/powerpoint/2010/main" val="2719326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2424442-4DFF-F21D-6696-CCEF688375FE}"/>
              </a:ext>
            </a:extLst>
          </p:cNvPr>
          <p:cNvSpPr>
            <a:spLocks noGrp="1"/>
          </p:cNvSpPr>
          <p:nvPr>
            <p:ph type="ctrTitle"/>
          </p:nvPr>
        </p:nvSpPr>
        <p:spPr/>
        <p:txBody>
          <a:bodyPr/>
          <a:lstStyle/>
          <a:p>
            <a:r>
              <a:rPr lang="en-US" dirty="0"/>
              <a:t>Dynamic Memory Allocation</a:t>
            </a:r>
          </a:p>
        </p:txBody>
      </p:sp>
    </p:spTree>
    <p:extLst>
      <p:ext uri="{BB962C8B-B14F-4D97-AF65-F5344CB8AC3E}">
        <p14:creationId xmlns:p14="http://schemas.microsoft.com/office/powerpoint/2010/main" val="36885404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E1CDA-FD53-A6B1-600F-BEDA303D1F93}"/>
              </a:ext>
            </a:extLst>
          </p:cNvPr>
          <p:cNvSpPr>
            <a:spLocks noGrp="1"/>
          </p:cNvSpPr>
          <p:nvPr>
            <p:ph type="title"/>
          </p:nvPr>
        </p:nvSpPr>
        <p:spPr/>
        <p:txBody>
          <a:bodyPr/>
          <a:lstStyle/>
          <a:p>
            <a:r>
              <a:rPr lang="en-US" dirty="0"/>
              <a:t>Dynamic Memory Allocation</a:t>
            </a:r>
          </a:p>
        </p:txBody>
      </p:sp>
      <p:sp>
        <p:nvSpPr>
          <p:cNvPr id="3" name="Content Placeholder 2">
            <a:extLst>
              <a:ext uri="{FF2B5EF4-FFF2-40B4-BE49-F238E27FC236}">
                <a16:creationId xmlns:a16="http://schemas.microsoft.com/office/drawing/2014/main" id="{F78889F9-CE36-865C-34E1-F957AA513C39}"/>
              </a:ext>
            </a:extLst>
          </p:cNvPr>
          <p:cNvSpPr>
            <a:spLocks noGrp="1"/>
          </p:cNvSpPr>
          <p:nvPr>
            <p:ph idx="1"/>
          </p:nvPr>
        </p:nvSpPr>
        <p:spPr/>
        <p:txBody>
          <a:bodyPr/>
          <a:lstStyle/>
          <a:p>
            <a:r>
              <a:rPr lang="en-US" dirty="0"/>
              <a:t>If we don’t know the length of the array at compile time, use </a:t>
            </a:r>
            <a:r>
              <a:rPr lang="en-US" b="1" dirty="0"/>
              <a:t>dynamic memory allocation</a:t>
            </a:r>
            <a:r>
              <a:rPr lang="en-US" dirty="0"/>
              <a:t>.</a:t>
            </a:r>
          </a:p>
          <a:p>
            <a:endParaRPr lang="en-US" dirty="0"/>
          </a:p>
          <a:p>
            <a:r>
              <a:rPr lang="en-US" i="1" dirty="0">
                <a:solidFill>
                  <a:schemeClr val="accent1"/>
                </a:solidFill>
              </a:rPr>
              <a:t>Dynamic </a:t>
            </a:r>
            <a:r>
              <a:rPr lang="en-US" dirty="0"/>
              <a:t>implies something that happens at </a:t>
            </a:r>
            <a:r>
              <a:rPr lang="en-US" b="1" dirty="0"/>
              <a:t>runtime</a:t>
            </a:r>
            <a:r>
              <a:rPr lang="en-US" dirty="0"/>
              <a:t>.</a:t>
            </a:r>
          </a:p>
          <a:p>
            <a:endParaRPr lang="en-US" dirty="0"/>
          </a:p>
          <a:p>
            <a:r>
              <a:rPr lang="en-US" dirty="0"/>
              <a:t>Essentially, we’re allocating memory at runtime.</a:t>
            </a:r>
          </a:p>
          <a:p>
            <a:endParaRPr lang="en-US" dirty="0"/>
          </a:p>
          <a:p>
            <a:r>
              <a:rPr lang="en-US" i="1" dirty="0"/>
              <a:t>Let’s start with dynamically allocating variables.</a:t>
            </a:r>
          </a:p>
        </p:txBody>
      </p:sp>
    </p:spTree>
    <p:extLst>
      <p:ext uri="{BB962C8B-B14F-4D97-AF65-F5344CB8AC3E}">
        <p14:creationId xmlns:p14="http://schemas.microsoft.com/office/powerpoint/2010/main" val="1942600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fade">
                                      <p:cBhvr>
                                        <p:cTn id="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E1CDA-FD53-A6B1-600F-BEDA303D1F93}"/>
              </a:ext>
            </a:extLst>
          </p:cNvPr>
          <p:cNvSpPr>
            <a:spLocks noGrp="1"/>
          </p:cNvSpPr>
          <p:nvPr>
            <p:ph type="title"/>
          </p:nvPr>
        </p:nvSpPr>
        <p:spPr/>
        <p:txBody>
          <a:bodyPr/>
          <a:lstStyle/>
          <a:p>
            <a:r>
              <a:rPr lang="en-US" dirty="0"/>
              <a:t>Dynamic Memory Allocation</a:t>
            </a:r>
          </a:p>
        </p:txBody>
      </p:sp>
      <p:sp>
        <p:nvSpPr>
          <p:cNvPr id="3" name="Content Placeholder 2">
            <a:extLst>
              <a:ext uri="{FF2B5EF4-FFF2-40B4-BE49-F238E27FC236}">
                <a16:creationId xmlns:a16="http://schemas.microsoft.com/office/drawing/2014/main" id="{F78889F9-CE36-865C-34E1-F957AA513C39}"/>
              </a:ext>
            </a:extLst>
          </p:cNvPr>
          <p:cNvSpPr>
            <a:spLocks noGrp="1"/>
          </p:cNvSpPr>
          <p:nvPr>
            <p:ph idx="1"/>
          </p:nvPr>
        </p:nvSpPr>
        <p:spPr/>
        <p:txBody>
          <a:bodyPr/>
          <a:lstStyle/>
          <a:p>
            <a:pPr marL="0" indent="0" algn="ctr">
              <a:buNone/>
            </a:pPr>
            <a:r>
              <a:rPr lang="en-US" dirty="0">
                <a:solidFill>
                  <a:schemeClr val="accent1"/>
                </a:solidFill>
                <a:latin typeface="Roboto Mono" panose="00000009000000000000" pitchFamily="49" charset="0"/>
                <a:ea typeface="Roboto Mono" panose="00000009000000000000" pitchFamily="49" charset="0"/>
              </a:rPr>
              <a:t>double</a:t>
            </a:r>
            <a:r>
              <a:rPr lang="en-US" dirty="0">
                <a:latin typeface="Roboto Mono" panose="00000009000000000000" pitchFamily="49" charset="0"/>
                <a:ea typeface="Roboto Mono" panose="00000009000000000000" pitchFamily="49" charset="0"/>
              </a:rPr>
              <a:t>* </a:t>
            </a:r>
            <a:r>
              <a:rPr lang="en-US" dirty="0" err="1">
                <a:latin typeface="Roboto Mono" panose="00000009000000000000" pitchFamily="49" charset="0"/>
                <a:ea typeface="Roboto Mono" panose="00000009000000000000" pitchFamily="49" charset="0"/>
              </a:rPr>
              <a:t>ptr</a:t>
            </a:r>
            <a:r>
              <a:rPr lang="en-US" sz="3600" dirty="0">
                <a:latin typeface="Roboto Mono" panose="00000009000000000000" pitchFamily="49" charset="0"/>
                <a:ea typeface="Roboto Mono" panose="00000009000000000000" pitchFamily="49" charset="0"/>
              </a:rPr>
              <a:t>{</a:t>
            </a:r>
            <a:r>
              <a:rPr lang="en-US" dirty="0">
                <a:latin typeface="Roboto Mono" panose="00000009000000000000" pitchFamily="49" charset="0"/>
                <a:ea typeface="Roboto Mono" panose="00000009000000000000" pitchFamily="49" charset="0"/>
              </a:rPr>
              <a:t> </a:t>
            </a:r>
            <a:r>
              <a:rPr lang="en-US" b="1" dirty="0">
                <a:latin typeface="Roboto Mono" panose="00000009000000000000" pitchFamily="49" charset="0"/>
                <a:ea typeface="Roboto Mono" panose="00000009000000000000" pitchFamily="49" charset="0"/>
              </a:rPr>
              <a:t>new </a:t>
            </a:r>
            <a:r>
              <a:rPr lang="en-US" dirty="0">
                <a:solidFill>
                  <a:schemeClr val="accent1"/>
                </a:solidFill>
                <a:latin typeface="Roboto Mono" panose="00000009000000000000" pitchFamily="49" charset="0"/>
                <a:ea typeface="Roboto Mono" panose="00000009000000000000" pitchFamily="49" charset="0"/>
              </a:rPr>
              <a:t>double</a:t>
            </a:r>
            <a:r>
              <a:rPr lang="en-US" dirty="0">
                <a:latin typeface="Roboto Mono" panose="00000009000000000000" pitchFamily="49" charset="0"/>
                <a:ea typeface="Roboto Mono" panose="00000009000000000000" pitchFamily="49" charset="0"/>
              </a:rPr>
              <a:t>{ 17 } </a:t>
            </a:r>
            <a:r>
              <a:rPr lang="en-US" sz="3600" dirty="0">
                <a:latin typeface="Roboto Mono" panose="00000009000000000000" pitchFamily="49" charset="0"/>
                <a:ea typeface="Roboto Mono" panose="00000009000000000000" pitchFamily="49" charset="0"/>
              </a:rPr>
              <a:t>}</a:t>
            </a:r>
            <a:r>
              <a:rPr lang="en-US" dirty="0">
                <a:latin typeface="Roboto Mono" panose="00000009000000000000" pitchFamily="49" charset="0"/>
                <a:ea typeface="Roboto Mono" panose="00000009000000000000" pitchFamily="49" charset="0"/>
              </a:rPr>
              <a:t>;</a:t>
            </a:r>
          </a:p>
        </p:txBody>
      </p:sp>
      <p:sp>
        <p:nvSpPr>
          <p:cNvPr id="4" name="TextBox 3">
            <a:extLst>
              <a:ext uri="{FF2B5EF4-FFF2-40B4-BE49-F238E27FC236}">
                <a16:creationId xmlns:a16="http://schemas.microsoft.com/office/drawing/2014/main" id="{DA0EA251-5077-3896-77A6-735EDD8EE0D9}"/>
              </a:ext>
            </a:extLst>
          </p:cNvPr>
          <p:cNvSpPr txBox="1"/>
          <p:nvPr/>
        </p:nvSpPr>
        <p:spPr>
          <a:xfrm>
            <a:off x="7092077" y="3426637"/>
            <a:ext cx="1643132" cy="523220"/>
          </a:xfrm>
          <a:prstGeom prst="rect">
            <a:avLst/>
          </a:prstGeom>
          <a:solidFill>
            <a:schemeClr val="accent1">
              <a:lumMod val="20000"/>
              <a:lumOff val="80000"/>
            </a:schemeClr>
          </a:solidFill>
          <a:ln>
            <a:solidFill>
              <a:schemeClr val="accent1"/>
            </a:solidFill>
          </a:ln>
        </p:spPr>
        <p:txBody>
          <a:bodyPr wrap="square" rtlCol="0">
            <a:spAutoFit/>
          </a:bodyPr>
          <a:lstStyle/>
          <a:p>
            <a:pPr algn="ctr"/>
            <a:r>
              <a:rPr lang="en-US" sz="2800" b="1" dirty="0">
                <a:solidFill>
                  <a:schemeClr val="accent1"/>
                </a:solidFill>
                <a:latin typeface="Roboto Mono" panose="00000009000000000000" pitchFamily="49" charset="0"/>
                <a:ea typeface="Roboto Mono" panose="00000009000000000000" pitchFamily="49" charset="0"/>
              </a:rPr>
              <a:t>17</a:t>
            </a:r>
            <a:endParaRPr lang="en-US" sz="2000" b="1" dirty="0">
              <a:solidFill>
                <a:schemeClr val="accent1"/>
              </a:solidFill>
              <a:latin typeface="Roboto Mono" panose="00000009000000000000" pitchFamily="49" charset="0"/>
              <a:ea typeface="Roboto Mono" panose="00000009000000000000" pitchFamily="49" charset="0"/>
            </a:endParaRPr>
          </a:p>
        </p:txBody>
      </p:sp>
      <p:sp>
        <p:nvSpPr>
          <p:cNvPr id="5" name="TextBox 4">
            <a:extLst>
              <a:ext uri="{FF2B5EF4-FFF2-40B4-BE49-F238E27FC236}">
                <a16:creationId xmlns:a16="http://schemas.microsoft.com/office/drawing/2014/main" id="{36DF48C6-21DF-5BE0-FE01-98317591AAB2}"/>
              </a:ext>
            </a:extLst>
          </p:cNvPr>
          <p:cNvSpPr txBox="1"/>
          <p:nvPr/>
        </p:nvSpPr>
        <p:spPr>
          <a:xfrm>
            <a:off x="7255033" y="2897504"/>
            <a:ext cx="1343377" cy="461665"/>
          </a:xfrm>
          <a:prstGeom prst="rect">
            <a:avLst/>
          </a:prstGeom>
          <a:noFill/>
          <a:ln>
            <a:noFill/>
          </a:ln>
        </p:spPr>
        <p:txBody>
          <a:bodyPr wrap="square" rtlCol="0">
            <a:spAutoFit/>
          </a:bodyPr>
          <a:lstStyle/>
          <a:p>
            <a:pPr algn="ctr"/>
            <a:r>
              <a:rPr lang="en-US" sz="2400" b="1" dirty="0">
                <a:solidFill>
                  <a:schemeClr val="accent1"/>
                </a:solidFill>
                <a:latin typeface="Roboto Mono" panose="00000009000000000000" pitchFamily="49" charset="0"/>
                <a:ea typeface="Roboto Mono" panose="00000009000000000000" pitchFamily="49" charset="0"/>
              </a:rPr>
              <a:t>double</a:t>
            </a:r>
          </a:p>
        </p:txBody>
      </p:sp>
      <p:sp>
        <p:nvSpPr>
          <p:cNvPr id="6" name="TextBox 5">
            <a:extLst>
              <a:ext uri="{FF2B5EF4-FFF2-40B4-BE49-F238E27FC236}">
                <a16:creationId xmlns:a16="http://schemas.microsoft.com/office/drawing/2014/main" id="{F3DB0D8B-66EA-EE92-9F6B-13D23D427805}"/>
              </a:ext>
            </a:extLst>
          </p:cNvPr>
          <p:cNvSpPr txBox="1"/>
          <p:nvPr/>
        </p:nvSpPr>
        <p:spPr>
          <a:xfrm>
            <a:off x="7255032" y="4017326"/>
            <a:ext cx="1343377" cy="461665"/>
          </a:xfrm>
          <a:prstGeom prst="rect">
            <a:avLst/>
          </a:prstGeom>
          <a:noFill/>
          <a:ln>
            <a:noFill/>
          </a:ln>
        </p:spPr>
        <p:txBody>
          <a:bodyPr wrap="square" rtlCol="0">
            <a:spAutoFit/>
          </a:bodyPr>
          <a:lstStyle/>
          <a:p>
            <a:pPr algn="ctr"/>
            <a:r>
              <a:rPr lang="en-US" sz="2400" b="1" dirty="0">
                <a:solidFill>
                  <a:schemeClr val="accent1"/>
                </a:solidFill>
                <a:latin typeface="Roboto Mono" panose="00000009000000000000" pitchFamily="49" charset="0"/>
                <a:ea typeface="Roboto Mono" panose="00000009000000000000" pitchFamily="49" charset="0"/>
              </a:rPr>
              <a:t>0x10</a:t>
            </a:r>
          </a:p>
        </p:txBody>
      </p:sp>
      <p:sp>
        <p:nvSpPr>
          <p:cNvPr id="7" name="TextBox 6">
            <a:extLst>
              <a:ext uri="{FF2B5EF4-FFF2-40B4-BE49-F238E27FC236}">
                <a16:creationId xmlns:a16="http://schemas.microsoft.com/office/drawing/2014/main" id="{297E00B1-03B8-55B0-1134-A75304F8576C}"/>
              </a:ext>
            </a:extLst>
          </p:cNvPr>
          <p:cNvSpPr txBox="1"/>
          <p:nvPr/>
        </p:nvSpPr>
        <p:spPr>
          <a:xfrm>
            <a:off x="1512543" y="3426637"/>
            <a:ext cx="1643131" cy="523220"/>
          </a:xfrm>
          <a:prstGeom prst="rect">
            <a:avLst/>
          </a:prstGeom>
          <a:solidFill>
            <a:schemeClr val="accent6">
              <a:lumMod val="20000"/>
              <a:lumOff val="80000"/>
            </a:schemeClr>
          </a:solidFill>
          <a:ln>
            <a:solidFill>
              <a:srgbClr val="00B050"/>
            </a:solidFill>
          </a:ln>
        </p:spPr>
        <p:txBody>
          <a:bodyPr wrap="square" rtlCol="0">
            <a:spAutoFit/>
          </a:bodyPr>
          <a:lstStyle/>
          <a:p>
            <a:pPr algn="ctr"/>
            <a:r>
              <a:rPr lang="en-US" sz="2800" b="1" dirty="0">
                <a:solidFill>
                  <a:srgbClr val="00B050"/>
                </a:solidFill>
                <a:latin typeface="Roboto Mono" panose="00000009000000000000" pitchFamily="49" charset="0"/>
                <a:ea typeface="Roboto Mono" panose="00000009000000000000" pitchFamily="49" charset="0"/>
              </a:rPr>
              <a:t>0x10</a:t>
            </a:r>
            <a:endParaRPr lang="en-US" sz="2000" b="1" dirty="0">
              <a:solidFill>
                <a:srgbClr val="00B050"/>
              </a:solidFill>
              <a:latin typeface="Roboto Mono" panose="00000009000000000000" pitchFamily="49" charset="0"/>
              <a:ea typeface="Roboto Mono" panose="00000009000000000000" pitchFamily="49" charset="0"/>
            </a:endParaRPr>
          </a:p>
        </p:txBody>
      </p:sp>
      <p:sp>
        <p:nvSpPr>
          <p:cNvPr id="8" name="TextBox 7">
            <a:extLst>
              <a:ext uri="{FF2B5EF4-FFF2-40B4-BE49-F238E27FC236}">
                <a16:creationId xmlns:a16="http://schemas.microsoft.com/office/drawing/2014/main" id="{E57B19A1-53BF-DF1E-7CC0-EB9765D4027B}"/>
              </a:ext>
            </a:extLst>
          </p:cNvPr>
          <p:cNvSpPr txBox="1"/>
          <p:nvPr/>
        </p:nvSpPr>
        <p:spPr>
          <a:xfrm>
            <a:off x="1231537" y="2897504"/>
            <a:ext cx="2231300" cy="461665"/>
          </a:xfrm>
          <a:prstGeom prst="rect">
            <a:avLst/>
          </a:prstGeom>
          <a:noFill/>
          <a:ln>
            <a:noFill/>
          </a:ln>
        </p:spPr>
        <p:txBody>
          <a:bodyPr wrap="square" rtlCol="0">
            <a:spAutoFit/>
          </a:bodyPr>
          <a:lstStyle/>
          <a:p>
            <a:pPr algn="ctr"/>
            <a:r>
              <a:rPr lang="en-US" sz="2400" b="1" dirty="0">
                <a:solidFill>
                  <a:srgbClr val="00B050"/>
                </a:solidFill>
                <a:latin typeface="Roboto Mono" panose="00000009000000000000" pitchFamily="49" charset="0"/>
                <a:ea typeface="Roboto Mono" panose="00000009000000000000" pitchFamily="49" charset="0"/>
              </a:rPr>
              <a:t>double* </a:t>
            </a:r>
            <a:r>
              <a:rPr lang="en-US" sz="2400" b="1" dirty="0" err="1">
                <a:solidFill>
                  <a:srgbClr val="00B050"/>
                </a:solidFill>
                <a:latin typeface="Roboto Mono" panose="00000009000000000000" pitchFamily="49" charset="0"/>
                <a:ea typeface="Roboto Mono" panose="00000009000000000000" pitchFamily="49" charset="0"/>
              </a:rPr>
              <a:t>ptr</a:t>
            </a:r>
            <a:endParaRPr lang="en-US" sz="2400" b="1" dirty="0">
              <a:solidFill>
                <a:srgbClr val="00B050"/>
              </a:solidFill>
              <a:latin typeface="Roboto Mono" panose="00000009000000000000" pitchFamily="49" charset="0"/>
              <a:ea typeface="Roboto Mono" panose="00000009000000000000" pitchFamily="49" charset="0"/>
            </a:endParaRPr>
          </a:p>
        </p:txBody>
      </p:sp>
      <p:sp>
        <p:nvSpPr>
          <p:cNvPr id="9" name="TextBox 8">
            <a:extLst>
              <a:ext uri="{FF2B5EF4-FFF2-40B4-BE49-F238E27FC236}">
                <a16:creationId xmlns:a16="http://schemas.microsoft.com/office/drawing/2014/main" id="{DFC41AE7-D2E2-DA46-7201-C498FA913352}"/>
              </a:ext>
            </a:extLst>
          </p:cNvPr>
          <p:cNvSpPr txBox="1"/>
          <p:nvPr/>
        </p:nvSpPr>
        <p:spPr>
          <a:xfrm>
            <a:off x="1675499" y="4017327"/>
            <a:ext cx="1343377" cy="461665"/>
          </a:xfrm>
          <a:prstGeom prst="rect">
            <a:avLst/>
          </a:prstGeom>
          <a:noFill/>
          <a:ln>
            <a:noFill/>
          </a:ln>
        </p:spPr>
        <p:txBody>
          <a:bodyPr wrap="square" rtlCol="0">
            <a:spAutoFit/>
          </a:bodyPr>
          <a:lstStyle/>
          <a:p>
            <a:pPr algn="ctr"/>
            <a:r>
              <a:rPr lang="en-US" sz="2400" b="1" dirty="0">
                <a:solidFill>
                  <a:srgbClr val="00B050"/>
                </a:solidFill>
                <a:latin typeface="Roboto Mono" panose="00000009000000000000" pitchFamily="49" charset="0"/>
                <a:ea typeface="Roboto Mono" panose="00000009000000000000" pitchFamily="49" charset="0"/>
              </a:rPr>
              <a:t>0x40</a:t>
            </a:r>
          </a:p>
        </p:txBody>
      </p:sp>
      <p:cxnSp>
        <p:nvCxnSpPr>
          <p:cNvPr id="10" name="Straight Arrow Connector 9">
            <a:extLst>
              <a:ext uri="{FF2B5EF4-FFF2-40B4-BE49-F238E27FC236}">
                <a16:creationId xmlns:a16="http://schemas.microsoft.com/office/drawing/2014/main" id="{E16045F3-666E-07C4-2DF5-87A492A8E9AA}"/>
              </a:ext>
            </a:extLst>
          </p:cNvPr>
          <p:cNvCxnSpPr>
            <a:cxnSpLocks/>
            <a:stCxn id="7" idx="3"/>
            <a:endCxn id="4" idx="1"/>
          </p:cNvCxnSpPr>
          <p:nvPr/>
        </p:nvCxnSpPr>
        <p:spPr>
          <a:xfrm>
            <a:off x="3155674" y="3688247"/>
            <a:ext cx="3936403" cy="0"/>
          </a:xfrm>
          <a:prstGeom prst="straightConnector1">
            <a:avLst/>
          </a:prstGeom>
          <a:ln w="19050">
            <a:solidFill>
              <a:srgbClr val="00B050"/>
            </a:solidFill>
            <a:tailEnd type="triangle" w="lg" len="lg"/>
          </a:ln>
        </p:spPr>
        <p:style>
          <a:lnRef idx="1">
            <a:schemeClr val="dk1"/>
          </a:lnRef>
          <a:fillRef idx="0">
            <a:schemeClr val="dk1"/>
          </a:fillRef>
          <a:effectRef idx="0">
            <a:schemeClr val="dk1"/>
          </a:effectRef>
          <a:fontRef idx="minor">
            <a:schemeClr val="tx1"/>
          </a:fontRef>
        </p:style>
      </p:cxnSp>
      <p:sp>
        <p:nvSpPr>
          <p:cNvPr id="21" name="Rectangle 20">
            <a:extLst>
              <a:ext uri="{FF2B5EF4-FFF2-40B4-BE49-F238E27FC236}">
                <a16:creationId xmlns:a16="http://schemas.microsoft.com/office/drawing/2014/main" id="{80A9592A-1D2C-379F-1ECC-0D885E208CEB}"/>
              </a:ext>
            </a:extLst>
          </p:cNvPr>
          <p:cNvSpPr/>
          <p:nvPr/>
        </p:nvSpPr>
        <p:spPr>
          <a:xfrm>
            <a:off x="6675468" y="2689909"/>
            <a:ext cx="2476349" cy="1996675"/>
          </a:xfrm>
          <a:prstGeom prst="rect">
            <a:avLst/>
          </a:prstGeom>
          <a:solidFill>
            <a:srgbClr val="FFFF00">
              <a:alpha val="10000"/>
            </a:srgbClr>
          </a:solidFill>
          <a:ln w="158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6B7538AE-451A-E96C-18E0-FA83BB46567E}"/>
              </a:ext>
            </a:extLst>
          </p:cNvPr>
          <p:cNvSpPr txBox="1"/>
          <p:nvPr/>
        </p:nvSpPr>
        <p:spPr>
          <a:xfrm>
            <a:off x="9602101" y="3088081"/>
            <a:ext cx="1828800" cy="1200329"/>
          </a:xfrm>
          <a:prstGeom prst="rect">
            <a:avLst/>
          </a:prstGeom>
          <a:solidFill>
            <a:srgbClr val="FFFF00">
              <a:alpha val="10000"/>
            </a:srgbClr>
          </a:solidFill>
          <a:ln w="12700">
            <a:solidFill>
              <a:schemeClr val="accent1"/>
            </a:solidFill>
          </a:ln>
        </p:spPr>
        <p:txBody>
          <a:bodyPr wrap="square" rtlCol="0">
            <a:spAutoFit/>
          </a:bodyPr>
          <a:lstStyle/>
          <a:p>
            <a:pPr algn="ctr"/>
            <a:r>
              <a:rPr lang="en-US" sz="2400" i="1" dirty="0">
                <a:solidFill>
                  <a:schemeClr val="accent1"/>
                </a:solidFill>
              </a:rPr>
              <a:t>Reserved by the OS for your use.</a:t>
            </a:r>
          </a:p>
        </p:txBody>
      </p:sp>
      <p:sp>
        <p:nvSpPr>
          <p:cNvPr id="26" name="TextBox 25">
            <a:extLst>
              <a:ext uri="{FF2B5EF4-FFF2-40B4-BE49-F238E27FC236}">
                <a16:creationId xmlns:a16="http://schemas.microsoft.com/office/drawing/2014/main" id="{90167155-0DD4-08CB-B000-27C2BF7D057B}"/>
              </a:ext>
            </a:extLst>
          </p:cNvPr>
          <p:cNvSpPr txBox="1"/>
          <p:nvPr/>
        </p:nvSpPr>
        <p:spPr>
          <a:xfrm>
            <a:off x="1231537" y="4727813"/>
            <a:ext cx="3317365" cy="1200329"/>
          </a:xfrm>
          <a:prstGeom prst="rect">
            <a:avLst/>
          </a:prstGeom>
          <a:solidFill>
            <a:srgbClr val="00B050">
              <a:alpha val="10000"/>
            </a:srgbClr>
          </a:solidFill>
          <a:ln w="12700">
            <a:solidFill>
              <a:schemeClr val="accent1"/>
            </a:solidFill>
          </a:ln>
        </p:spPr>
        <p:txBody>
          <a:bodyPr wrap="square" rtlCol="0">
            <a:spAutoFit/>
          </a:bodyPr>
          <a:lstStyle/>
          <a:p>
            <a:pPr algn="ctr"/>
            <a:r>
              <a:rPr lang="en-US" sz="2400" i="1" dirty="0">
                <a:solidFill>
                  <a:schemeClr val="accent1"/>
                </a:solidFill>
              </a:rPr>
              <a:t>This pointer is the </a:t>
            </a:r>
            <a:r>
              <a:rPr lang="en-US" sz="2400" b="1" i="1" dirty="0">
                <a:solidFill>
                  <a:schemeClr val="accent1"/>
                </a:solidFill>
              </a:rPr>
              <a:t>only way</a:t>
            </a:r>
            <a:r>
              <a:rPr lang="en-US" sz="2400" i="1" dirty="0">
                <a:solidFill>
                  <a:schemeClr val="accent1"/>
                </a:solidFill>
              </a:rPr>
              <a:t> to access this reserved memory.</a:t>
            </a:r>
          </a:p>
        </p:txBody>
      </p:sp>
    </p:spTree>
    <p:extLst>
      <p:ext uri="{BB962C8B-B14F-4D97-AF65-F5344CB8AC3E}">
        <p14:creationId xmlns:p14="http://schemas.microsoft.com/office/powerpoint/2010/main" val="4266443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wipe(left)">
                                      <p:cBhvr>
                                        <p:cTn id="29" dur="500"/>
                                        <p:tgtEl>
                                          <p:spTgt spid="10"/>
                                        </p:tgtEl>
                                      </p:cBhvr>
                                    </p:animEffect>
                                  </p:childTnLst>
                                </p:cTn>
                              </p:par>
                            </p:childTnLst>
                          </p:cTn>
                        </p:par>
                        <p:par>
                          <p:cTn id="30" fill="hold">
                            <p:stCondLst>
                              <p:cond delay="500"/>
                            </p:stCondLst>
                            <p:childTnLst>
                              <p:par>
                                <p:cTn id="31" presetID="1" presetClass="entr" presetSubtype="0" fill="hold" grpId="0" nodeType="after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p:bldP spid="7" grpId="0" animBg="1"/>
      <p:bldP spid="8" grpId="0"/>
      <p:bldP spid="9" grpId="0"/>
      <p:bldP spid="21" grpId="0" animBg="1"/>
      <p:bldP spid="22" grpId="0" animBg="1"/>
      <p:bldP spid="2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E1CDA-FD53-A6B1-600F-BEDA303D1F93}"/>
              </a:ext>
            </a:extLst>
          </p:cNvPr>
          <p:cNvSpPr>
            <a:spLocks noGrp="1"/>
          </p:cNvSpPr>
          <p:nvPr>
            <p:ph type="title"/>
          </p:nvPr>
        </p:nvSpPr>
        <p:spPr/>
        <p:txBody>
          <a:bodyPr/>
          <a:lstStyle/>
          <a:p>
            <a:r>
              <a:rPr lang="en-US" dirty="0"/>
              <a:t>Dynamic Memory Allocation</a:t>
            </a:r>
          </a:p>
        </p:txBody>
      </p:sp>
      <p:sp>
        <p:nvSpPr>
          <p:cNvPr id="3" name="Content Placeholder 2">
            <a:extLst>
              <a:ext uri="{FF2B5EF4-FFF2-40B4-BE49-F238E27FC236}">
                <a16:creationId xmlns:a16="http://schemas.microsoft.com/office/drawing/2014/main" id="{F78889F9-CE36-865C-34E1-F957AA513C39}"/>
              </a:ext>
            </a:extLst>
          </p:cNvPr>
          <p:cNvSpPr>
            <a:spLocks noGrp="1"/>
          </p:cNvSpPr>
          <p:nvPr>
            <p:ph idx="1"/>
          </p:nvPr>
        </p:nvSpPr>
        <p:spPr/>
        <p:txBody>
          <a:bodyPr/>
          <a:lstStyle/>
          <a:p>
            <a:pPr marL="0" indent="0" algn="ctr">
              <a:buNone/>
            </a:pPr>
            <a:r>
              <a:rPr lang="en-US" dirty="0">
                <a:solidFill>
                  <a:schemeClr val="accent1"/>
                </a:solidFill>
                <a:latin typeface="Roboto Mono" panose="00000009000000000000" pitchFamily="49" charset="0"/>
                <a:ea typeface="Roboto Mono" panose="00000009000000000000" pitchFamily="49" charset="0"/>
              </a:rPr>
              <a:t>double</a:t>
            </a:r>
            <a:r>
              <a:rPr lang="en-US" dirty="0">
                <a:latin typeface="Roboto Mono" panose="00000009000000000000" pitchFamily="49" charset="0"/>
                <a:ea typeface="Roboto Mono" panose="00000009000000000000" pitchFamily="49" charset="0"/>
              </a:rPr>
              <a:t>* </a:t>
            </a:r>
            <a:r>
              <a:rPr lang="en-US" dirty="0" err="1">
                <a:latin typeface="Roboto Mono" panose="00000009000000000000" pitchFamily="49" charset="0"/>
                <a:ea typeface="Roboto Mono" panose="00000009000000000000" pitchFamily="49" charset="0"/>
              </a:rPr>
              <a:t>ptr</a:t>
            </a:r>
            <a:r>
              <a:rPr lang="en-US" dirty="0">
                <a:latin typeface="Roboto Mono" panose="00000009000000000000" pitchFamily="49" charset="0"/>
                <a:ea typeface="Roboto Mono" panose="00000009000000000000" pitchFamily="49" charset="0"/>
              </a:rPr>
              <a:t>{ </a:t>
            </a:r>
            <a:r>
              <a:rPr lang="en-US" b="1" dirty="0">
                <a:latin typeface="Roboto Mono" panose="00000009000000000000" pitchFamily="49" charset="0"/>
                <a:ea typeface="Roboto Mono" panose="00000009000000000000" pitchFamily="49" charset="0"/>
              </a:rPr>
              <a:t>new </a:t>
            </a:r>
            <a:r>
              <a:rPr lang="en-US" dirty="0">
                <a:solidFill>
                  <a:schemeClr val="accent1"/>
                </a:solidFill>
                <a:latin typeface="Roboto Mono" panose="00000009000000000000" pitchFamily="49" charset="0"/>
                <a:ea typeface="Roboto Mono" panose="00000009000000000000" pitchFamily="49" charset="0"/>
              </a:rPr>
              <a:t>double</a:t>
            </a:r>
            <a:r>
              <a:rPr lang="en-US" dirty="0">
                <a:latin typeface="Roboto Mono" panose="00000009000000000000" pitchFamily="49" charset="0"/>
                <a:ea typeface="Roboto Mono" panose="00000009000000000000" pitchFamily="49" charset="0"/>
              </a:rPr>
              <a:t>{ 17 } };</a:t>
            </a:r>
          </a:p>
          <a:p>
            <a:endParaRPr lang="en-US" dirty="0"/>
          </a:p>
          <a:p>
            <a:r>
              <a:rPr lang="en-US" dirty="0"/>
              <a:t>Note the </a:t>
            </a:r>
            <a:r>
              <a:rPr lang="en-US" b="1" dirty="0">
                <a:latin typeface="Roboto Mono" panose="00000009000000000000" pitchFamily="49" charset="0"/>
                <a:ea typeface="Roboto Mono" panose="00000009000000000000" pitchFamily="49" charset="0"/>
              </a:rPr>
              <a:t>new </a:t>
            </a:r>
            <a:r>
              <a:rPr lang="en-US" dirty="0"/>
              <a:t>keyword.</a:t>
            </a:r>
          </a:p>
          <a:p>
            <a:endParaRPr lang="en-US" dirty="0"/>
          </a:p>
          <a:p>
            <a:r>
              <a:rPr lang="en-US" dirty="0"/>
              <a:t>Note that a pointer is returned.</a:t>
            </a:r>
          </a:p>
          <a:p>
            <a:pPr lvl="1"/>
            <a:r>
              <a:rPr lang="en-US" dirty="0"/>
              <a:t>Its value is the address of the memory that the OS has reserved for you.</a:t>
            </a:r>
          </a:p>
          <a:p>
            <a:pPr lvl="1"/>
            <a:r>
              <a:rPr lang="en-US" dirty="0"/>
              <a:t>Dynamically allocated memory can </a:t>
            </a:r>
            <a:r>
              <a:rPr lang="en-US" b="1" dirty="0"/>
              <a:t>only </a:t>
            </a:r>
            <a:r>
              <a:rPr lang="en-US" dirty="0"/>
              <a:t>be accessed through these pointers.</a:t>
            </a:r>
          </a:p>
        </p:txBody>
      </p:sp>
    </p:spTree>
    <p:extLst>
      <p:ext uri="{BB962C8B-B14F-4D97-AF65-F5344CB8AC3E}">
        <p14:creationId xmlns:p14="http://schemas.microsoft.com/office/powerpoint/2010/main" val="2597954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E1CDA-FD53-A6B1-600F-BEDA303D1F93}"/>
              </a:ext>
            </a:extLst>
          </p:cNvPr>
          <p:cNvSpPr>
            <a:spLocks noGrp="1"/>
          </p:cNvSpPr>
          <p:nvPr>
            <p:ph type="title"/>
          </p:nvPr>
        </p:nvSpPr>
        <p:spPr/>
        <p:txBody>
          <a:bodyPr/>
          <a:lstStyle/>
          <a:p>
            <a:r>
              <a:rPr lang="en-US" dirty="0"/>
              <a:t>Dynamic Memory Allocation</a:t>
            </a:r>
          </a:p>
        </p:txBody>
      </p:sp>
      <p:sp>
        <p:nvSpPr>
          <p:cNvPr id="3" name="Content Placeholder 2">
            <a:extLst>
              <a:ext uri="{FF2B5EF4-FFF2-40B4-BE49-F238E27FC236}">
                <a16:creationId xmlns:a16="http://schemas.microsoft.com/office/drawing/2014/main" id="{F78889F9-CE36-865C-34E1-F957AA513C39}"/>
              </a:ext>
            </a:extLst>
          </p:cNvPr>
          <p:cNvSpPr>
            <a:spLocks noGrp="1"/>
          </p:cNvSpPr>
          <p:nvPr>
            <p:ph idx="1"/>
          </p:nvPr>
        </p:nvSpPr>
        <p:spPr/>
        <p:txBody>
          <a:bodyPr/>
          <a:lstStyle/>
          <a:p>
            <a:pPr marL="0" indent="0">
              <a:buNone/>
            </a:pPr>
            <a:r>
              <a:rPr lang="en-US" dirty="0">
                <a:solidFill>
                  <a:schemeClr val="accent1"/>
                </a:solidFill>
                <a:latin typeface="Roboto Mono" panose="00000009000000000000" pitchFamily="49" charset="0"/>
                <a:ea typeface="Roboto Mono" panose="00000009000000000000" pitchFamily="49" charset="0"/>
              </a:rPr>
              <a:t>double</a:t>
            </a:r>
            <a:r>
              <a:rPr lang="en-US" dirty="0">
                <a:latin typeface="Roboto Mono" panose="00000009000000000000" pitchFamily="49" charset="0"/>
                <a:ea typeface="Roboto Mono" panose="00000009000000000000" pitchFamily="49" charset="0"/>
              </a:rPr>
              <a:t>* </a:t>
            </a:r>
            <a:r>
              <a:rPr lang="en-US" dirty="0" err="1">
                <a:latin typeface="Roboto Mono" panose="00000009000000000000" pitchFamily="49" charset="0"/>
                <a:ea typeface="Roboto Mono" panose="00000009000000000000" pitchFamily="49" charset="0"/>
              </a:rPr>
              <a:t>ptr</a:t>
            </a:r>
            <a:r>
              <a:rPr lang="en-US" dirty="0">
                <a:latin typeface="Roboto Mono" panose="00000009000000000000" pitchFamily="49" charset="0"/>
                <a:ea typeface="Roboto Mono" panose="00000009000000000000" pitchFamily="49" charset="0"/>
              </a:rPr>
              <a:t>{ </a:t>
            </a:r>
            <a:r>
              <a:rPr lang="en-US" b="1" dirty="0">
                <a:latin typeface="Roboto Mono" panose="00000009000000000000" pitchFamily="49" charset="0"/>
                <a:ea typeface="Roboto Mono" panose="00000009000000000000" pitchFamily="49" charset="0"/>
              </a:rPr>
              <a:t>new </a:t>
            </a:r>
            <a:r>
              <a:rPr lang="en-US" dirty="0">
                <a:solidFill>
                  <a:schemeClr val="accent1"/>
                </a:solidFill>
                <a:latin typeface="Roboto Mono" panose="00000009000000000000" pitchFamily="49" charset="0"/>
                <a:ea typeface="Roboto Mono" panose="00000009000000000000" pitchFamily="49" charset="0"/>
              </a:rPr>
              <a:t>double</a:t>
            </a:r>
            <a:r>
              <a:rPr lang="en-US" dirty="0">
                <a:latin typeface="Roboto Mono" panose="00000009000000000000" pitchFamily="49" charset="0"/>
                <a:ea typeface="Roboto Mono" panose="00000009000000000000" pitchFamily="49" charset="0"/>
              </a:rPr>
              <a:t> };</a:t>
            </a:r>
          </a:p>
          <a:p>
            <a:pPr marL="0" indent="0">
              <a:buNone/>
            </a:pPr>
            <a:endParaRPr lang="en-US" dirty="0">
              <a:latin typeface="Roboto Mono" panose="00000009000000000000" pitchFamily="49" charset="0"/>
              <a:ea typeface="Roboto Mono" panose="00000009000000000000" pitchFamily="49" charset="0"/>
            </a:endParaRPr>
          </a:p>
          <a:p>
            <a:r>
              <a:rPr lang="en-US" dirty="0">
                <a:ea typeface="Roboto Mono" panose="00000009000000000000" pitchFamily="49" charset="0"/>
              </a:rPr>
              <a:t>Note that you can allocate memory, </a:t>
            </a:r>
            <a:r>
              <a:rPr lang="en-US" b="1" dirty="0">
                <a:ea typeface="Roboto Mono" panose="00000009000000000000" pitchFamily="49" charset="0"/>
              </a:rPr>
              <a:t>without initialization </a:t>
            </a:r>
            <a:r>
              <a:rPr lang="en-US" dirty="0">
                <a:ea typeface="Roboto Mono" panose="00000009000000000000" pitchFamily="49" charset="0"/>
              </a:rPr>
              <a:t>as well.</a:t>
            </a:r>
          </a:p>
        </p:txBody>
      </p:sp>
      <p:sp>
        <p:nvSpPr>
          <p:cNvPr id="4" name="Rectangle 3">
            <a:extLst>
              <a:ext uri="{FF2B5EF4-FFF2-40B4-BE49-F238E27FC236}">
                <a16:creationId xmlns:a16="http://schemas.microsoft.com/office/drawing/2014/main" id="{4075F8D9-056D-5147-B0DB-BD1405D48A23}"/>
              </a:ext>
            </a:extLst>
          </p:cNvPr>
          <p:cNvSpPr/>
          <p:nvPr/>
        </p:nvSpPr>
        <p:spPr>
          <a:xfrm>
            <a:off x="3525179" y="1782593"/>
            <a:ext cx="2476349" cy="536175"/>
          </a:xfrm>
          <a:prstGeom prst="rect">
            <a:avLst/>
          </a:prstGeom>
          <a:solidFill>
            <a:srgbClr val="00B050">
              <a:alpha val="10000"/>
            </a:srgbClr>
          </a:solidFill>
          <a:ln w="158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5648321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E1CDA-FD53-A6B1-600F-BEDA303D1F93}"/>
              </a:ext>
            </a:extLst>
          </p:cNvPr>
          <p:cNvSpPr>
            <a:spLocks noGrp="1"/>
          </p:cNvSpPr>
          <p:nvPr>
            <p:ph type="title"/>
          </p:nvPr>
        </p:nvSpPr>
        <p:spPr/>
        <p:txBody>
          <a:bodyPr/>
          <a:lstStyle/>
          <a:p>
            <a:r>
              <a:rPr lang="en-US" dirty="0"/>
              <a:t>Dynamic Memory Allocation</a:t>
            </a:r>
          </a:p>
        </p:txBody>
      </p:sp>
      <p:sp>
        <p:nvSpPr>
          <p:cNvPr id="3" name="Content Placeholder 2">
            <a:extLst>
              <a:ext uri="{FF2B5EF4-FFF2-40B4-BE49-F238E27FC236}">
                <a16:creationId xmlns:a16="http://schemas.microsoft.com/office/drawing/2014/main" id="{F78889F9-CE36-865C-34E1-F957AA513C39}"/>
              </a:ext>
            </a:extLst>
          </p:cNvPr>
          <p:cNvSpPr>
            <a:spLocks noGrp="1"/>
          </p:cNvSpPr>
          <p:nvPr>
            <p:ph idx="1"/>
          </p:nvPr>
        </p:nvSpPr>
        <p:spPr/>
        <p:txBody>
          <a:bodyPr/>
          <a:lstStyle/>
          <a:p>
            <a:r>
              <a:rPr lang="en-US" dirty="0"/>
              <a:t>There is a catch though…</a:t>
            </a:r>
          </a:p>
          <a:p>
            <a:endParaRPr lang="en-US" dirty="0"/>
          </a:p>
          <a:p>
            <a:pPr marL="0" indent="0" algn="ctr">
              <a:buNone/>
            </a:pPr>
            <a:r>
              <a:rPr lang="en-US" sz="3600" b="1" dirty="0">
                <a:solidFill>
                  <a:srgbClr val="FF0000"/>
                </a:solidFill>
              </a:rPr>
              <a:t>You’re responsible for deallocating/freeing this memory!</a:t>
            </a:r>
          </a:p>
          <a:p>
            <a:pPr marL="0" indent="0" algn="ctr">
              <a:buNone/>
            </a:pPr>
            <a:endParaRPr lang="en-US" sz="3600" b="1" dirty="0">
              <a:solidFill>
                <a:srgbClr val="FF0000"/>
              </a:solidFill>
            </a:endParaRPr>
          </a:p>
          <a:p>
            <a:pPr marL="0" indent="0">
              <a:buNone/>
            </a:pPr>
            <a:r>
              <a:rPr lang="en-US" dirty="0">
                <a:solidFill>
                  <a:schemeClr val="accent1"/>
                </a:solidFill>
                <a:latin typeface="Roboto Mono" panose="00000009000000000000" pitchFamily="49" charset="0"/>
                <a:ea typeface="Roboto Mono" panose="00000009000000000000" pitchFamily="49" charset="0"/>
              </a:rPr>
              <a:t>double</a:t>
            </a:r>
            <a:r>
              <a:rPr lang="en-US" dirty="0">
                <a:latin typeface="Roboto Mono" panose="00000009000000000000" pitchFamily="49" charset="0"/>
                <a:ea typeface="Roboto Mono" panose="00000009000000000000" pitchFamily="49" charset="0"/>
              </a:rPr>
              <a:t>* </a:t>
            </a:r>
            <a:r>
              <a:rPr lang="en-US" dirty="0" err="1">
                <a:latin typeface="Roboto Mono" panose="00000009000000000000" pitchFamily="49" charset="0"/>
                <a:ea typeface="Roboto Mono" panose="00000009000000000000" pitchFamily="49" charset="0"/>
              </a:rPr>
              <a:t>ptr</a:t>
            </a:r>
            <a:r>
              <a:rPr lang="en-US" dirty="0">
                <a:latin typeface="Roboto Mono" panose="00000009000000000000" pitchFamily="49" charset="0"/>
                <a:ea typeface="Roboto Mono" panose="00000009000000000000" pitchFamily="49" charset="0"/>
              </a:rPr>
              <a:t>{ </a:t>
            </a:r>
            <a:r>
              <a:rPr lang="en-US" b="1" dirty="0">
                <a:latin typeface="Roboto Mono" panose="00000009000000000000" pitchFamily="49" charset="0"/>
                <a:ea typeface="Roboto Mono" panose="00000009000000000000" pitchFamily="49" charset="0"/>
              </a:rPr>
              <a:t>new </a:t>
            </a:r>
            <a:r>
              <a:rPr lang="en-US" dirty="0">
                <a:solidFill>
                  <a:schemeClr val="accent1"/>
                </a:solidFill>
                <a:latin typeface="Roboto Mono" panose="00000009000000000000" pitchFamily="49" charset="0"/>
                <a:ea typeface="Roboto Mono" panose="00000009000000000000" pitchFamily="49" charset="0"/>
              </a:rPr>
              <a:t>double</a:t>
            </a:r>
            <a:r>
              <a:rPr lang="en-US" dirty="0">
                <a:latin typeface="Roboto Mono" panose="00000009000000000000" pitchFamily="49" charset="0"/>
                <a:ea typeface="Roboto Mono" panose="00000009000000000000" pitchFamily="49" charset="0"/>
              </a:rPr>
              <a:t>{ 17 } };</a:t>
            </a:r>
            <a:r>
              <a:rPr lang="en-US" dirty="0">
                <a:solidFill>
                  <a:srgbClr val="00B050"/>
                </a:solidFill>
                <a:latin typeface="Roboto Mono" panose="00000009000000000000" pitchFamily="49" charset="0"/>
                <a:ea typeface="Roboto Mono" panose="00000009000000000000" pitchFamily="49" charset="0"/>
              </a:rPr>
              <a:t> // allocation</a:t>
            </a:r>
            <a:endParaRPr lang="en-US" dirty="0">
              <a:latin typeface="Roboto Mono" panose="00000009000000000000" pitchFamily="49" charset="0"/>
              <a:ea typeface="Roboto Mono" panose="00000009000000000000" pitchFamily="49" charset="0"/>
            </a:endParaRPr>
          </a:p>
          <a:p>
            <a:pPr marL="0" indent="0">
              <a:buNone/>
            </a:pPr>
            <a:r>
              <a:rPr lang="en-US" b="1" dirty="0">
                <a:latin typeface="Roboto Mono" panose="00000009000000000000" pitchFamily="49" charset="0"/>
                <a:ea typeface="Roboto Mono" panose="00000009000000000000" pitchFamily="49" charset="0"/>
              </a:rPr>
              <a:t>delete </a:t>
            </a:r>
            <a:r>
              <a:rPr lang="en-US" dirty="0" err="1">
                <a:latin typeface="Roboto Mono" panose="00000009000000000000" pitchFamily="49" charset="0"/>
                <a:ea typeface="Roboto Mono" panose="00000009000000000000" pitchFamily="49" charset="0"/>
              </a:rPr>
              <a:t>ptr</a:t>
            </a:r>
            <a:r>
              <a:rPr lang="en-US" dirty="0">
                <a:latin typeface="Roboto Mono" panose="00000009000000000000" pitchFamily="49" charset="0"/>
                <a:ea typeface="Roboto Mono" panose="00000009000000000000" pitchFamily="49" charset="0"/>
              </a:rPr>
              <a:t>;	</a:t>
            </a:r>
            <a:r>
              <a:rPr lang="en-US" dirty="0">
                <a:solidFill>
                  <a:srgbClr val="00B050"/>
                </a:solidFill>
                <a:latin typeface="Roboto Mono" panose="00000009000000000000" pitchFamily="49" charset="0"/>
                <a:ea typeface="Roboto Mono" panose="00000009000000000000" pitchFamily="49" charset="0"/>
              </a:rPr>
              <a:t>// deallocation</a:t>
            </a:r>
          </a:p>
        </p:txBody>
      </p:sp>
    </p:spTree>
    <p:extLst>
      <p:ext uri="{BB962C8B-B14F-4D97-AF65-F5344CB8AC3E}">
        <p14:creationId xmlns:p14="http://schemas.microsoft.com/office/powerpoint/2010/main" val="103942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E1CDA-FD53-A6B1-600F-BEDA303D1F93}"/>
              </a:ext>
            </a:extLst>
          </p:cNvPr>
          <p:cNvSpPr>
            <a:spLocks noGrp="1"/>
          </p:cNvSpPr>
          <p:nvPr>
            <p:ph type="title"/>
          </p:nvPr>
        </p:nvSpPr>
        <p:spPr/>
        <p:txBody>
          <a:bodyPr/>
          <a:lstStyle/>
          <a:p>
            <a:r>
              <a:rPr lang="en-US" dirty="0"/>
              <a:t>Dynamic Memory Allocation</a:t>
            </a:r>
          </a:p>
        </p:txBody>
      </p:sp>
      <p:sp>
        <p:nvSpPr>
          <p:cNvPr id="3" name="Content Placeholder 2">
            <a:extLst>
              <a:ext uri="{FF2B5EF4-FFF2-40B4-BE49-F238E27FC236}">
                <a16:creationId xmlns:a16="http://schemas.microsoft.com/office/drawing/2014/main" id="{F78889F9-CE36-865C-34E1-F957AA513C39}"/>
              </a:ext>
            </a:extLst>
          </p:cNvPr>
          <p:cNvSpPr>
            <a:spLocks noGrp="1"/>
          </p:cNvSpPr>
          <p:nvPr>
            <p:ph idx="1"/>
          </p:nvPr>
        </p:nvSpPr>
        <p:spPr/>
        <p:txBody>
          <a:bodyPr/>
          <a:lstStyle/>
          <a:p>
            <a:pPr marL="0" indent="0" algn="ctr">
              <a:buNone/>
            </a:pPr>
            <a:r>
              <a:rPr lang="en-US" dirty="0">
                <a:solidFill>
                  <a:schemeClr val="accent1"/>
                </a:solidFill>
                <a:latin typeface="Roboto Mono" panose="00000009000000000000" pitchFamily="49" charset="0"/>
                <a:ea typeface="Roboto Mono" panose="00000009000000000000" pitchFamily="49" charset="0"/>
              </a:rPr>
              <a:t>double</a:t>
            </a:r>
            <a:r>
              <a:rPr lang="en-US" dirty="0">
                <a:latin typeface="Roboto Mono" panose="00000009000000000000" pitchFamily="49" charset="0"/>
                <a:ea typeface="Roboto Mono" panose="00000009000000000000" pitchFamily="49" charset="0"/>
              </a:rPr>
              <a:t>* </a:t>
            </a:r>
            <a:r>
              <a:rPr lang="en-US" dirty="0" err="1">
                <a:latin typeface="Roboto Mono" panose="00000009000000000000" pitchFamily="49" charset="0"/>
                <a:ea typeface="Roboto Mono" panose="00000009000000000000" pitchFamily="49" charset="0"/>
              </a:rPr>
              <a:t>ptr</a:t>
            </a:r>
            <a:r>
              <a:rPr lang="en-US" sz="3600" dirty="0">
                <a:latin typeface="Roboto Mono" panose="00000009000000000000" pitchFamily="49" charset="0"/>
                <a:ea typeface="Roboto Mono" panose="00000009000000000000" pitchFamily="49" charset="0"/>
              </a:rPr>
              <a:t>{</a:t>
            </a:r>
            <a:r>
              <a:rPr lang="en-US" dirty="0">
                <a:latin typeface="Roboto Mono" panose="00000009000000000000" pitchFamily="49" charset="0"/>
                <a:ea typeface="Roboto Mono" panose="00000009000000000000" pitchFamily="49" charset="0"/>
              </a:rPr>
              <a:t> </a:t>
            </a:r>
            <a:r>
              <a:rPr lang="en-US" b="1" dirty="0">
                <a:latin typeface="Roboto Mono" panose="00000009000000000000" pitchFamily="49" charset="0"/>
                <a:ea typeface="Roboto Mono" panose="00000009000000000000" pitchFamily="49" charset="0"/>
              </a:rPr>
              <a:t>new </a:t>
            </a:r>
            <a:r>
              <a:rPr lang="en-US" dirty="0">
                <a:solidFill>
                  <a:schemeClr val="accent1"/>
                </a:solidFill>
                <a:latin typeface="Roboto Mono" panose="00000009000000000000" pitchFamily="49" charset="0"/>
                <a:ea typeface="Roboto Mono" panose="00000009000000000000" pitchFamily="49" charset="0"/>
              </a:rPr>
              <a:t>double</a:t>
            </a:r>
            <a:r>
              <a:rPr lang="en-US" dirty="0">
                <a:latin typeface="Roboto Mono" panose="00000009000000000000" pitchFamily="49" charset="0"/>
                <a:ea typeface="Roboto Mono" panose="00000009000000000000" pitchFamily="49" charset="0"/>
              </a:rPr>
              <a:t>{ 17 } </a:t>
            </a:r>
            <a:r>
              <a:rPr lang="en-US" sz="3600" dirty="0">
                <a:latin typeface="Roboto Mono" panose="00000009000000000000" pitchFamily="49" charset="0"/>
                <a:ea typeface="Roboto Mono" panose="00000009000000000000" pitchFamily="49" charset="0"/>
              </a:rPr>
              <a:t>}</a:t>
            </a:r>
            <a:r>
              <a:rPr lang="en-US" dirty="0">
                <a:latin typeface="Roboto Mono" panose="00000009000000000000" pitchFamily="49" charset="0"/>
                <a:ea typeface="Roboto Mono" panose="00000009000000000000" pitchFamily="49" charset="0"/>
              </a:rPr>
              <a:t>;</a:t>
            </a:r>
          </a:p>
        </p:txBody>
      </p:sp>
      <p:sp>
        <p:nvSpPr>
          <p:cNvPr id="4" name="TextBox 3">
            <a:extLst>
              <a:ext uri="{FF2B5EF4-FFF2-40B4-BE49-F238E27FC236}">
                <a16:creationId xmlns:a16="http://schemas.microsoft.com/office/drawing/2014/main" id="{DA0EA251-5077-3896-77A6-735EDD8EE0D9}"/>
              </a:ext>
            </a:extLst>
          </p:cNvPr>
          <p:cNvSpPr txBox="1"/>
          <p:nvPr/>
        </p:nvSpPr>
        <p:spPr>
          <a:xfrm>
            <a:off x="7092077" y="3426637"/>
            <a:ext cx="1643132" cy="523220"/>
          </a:xfrm>
          <a:prstGeom prst="rect">
            <a:avLst/>
          </a:prstGeom>
          <a:solidFill>
            <a:schemeClr val="accent1">
              <a:lumMod val="20000"/>
              <a:lumOff val="80000"/>
            </a:schemeClr>
          </a:solidFill>
          <a:ln>
            <a:solidFill>
              <a:schemeClr val="accent1"/>
            </a:solidFill>
          </a:ln>
        </p:spPr>
        <p:txBody>
          <a:bodyPr wrap="square" rtlCol="0">
            <a:spAutoFit/>
          </a:bodyPr>
          <a:lstStyle/>
          <a:p>
            <a:pPr algn="ctr"/>
            <a:r>
              <a:rPr lang="en-US" sz="2800" b="1" dirty="0">
                <a:solidFill>
                  <a:schemeClr val="accent1"/>
                </a:solidFill>
                <a:latin typeface="Roboto Mono" panose="00000009000000000000" pitchFamily="49" charset="0"/>
                <a:ea typeface="Roboto Mono" panose="00000009000000000000" pitchFamily="49" charset="0"/>
              </a:rPr>
              <a:t>17</a:t>
            </a:r>
            <a:endParaRPr lang="en-US" sz="2000" b="1" dirty="0">
              <a:solidFill>
                <a:schemeClr val="accent1"/>
              </a:solidFill>
              <a:latin typeface="Roboto Mono" panose="00000009000000000000" pitchFamily="49" charset="0"/>
              <a:ea typeface="Roboto Mono" panose="00000009000000000000" pitchFamily="49" charset="0"/>
            </a:endParaRPr>
          </a:p>
        </p:txBody>
      </p:sp>
      <p:sp>
        <p:nvSpPr>
          <p:cNvPr id="5" name="TextBox 4">
            <a:extLst>
              <a:ext uri="{FF2B5EF4-FFF2-40B4-BE49-F238E27FC236}">
                <a16:creationId xmlns:a16="http://schemas.microsoft.com/office/drawing/2014/main" id="{36DF48C6-21DF-5BE0-FE01-98317591AAB2}"/>
              </a:ext>
            </a:extLst>
          </p:cNvPr>
          <p:cNvSpPr txBox="1"/>
          <p:nvPr/>
        </p:nvSpPr>
        <p:spPr>
          <a:xfrm>
            <a:off x="7255033" y="2897504"/>
            <a:ext cx="1343377" cy="461665"/>
          </a:xfrm>
          <a:prstGeom prst="rect">
            <a:avLst/>
          </a:prstGeom>
          <a:noFill/>
          <a:ln>
            <a:noFill/>
          </a:ln>
        </p:spPr>
        <p:txBody>
          <a:bodyPr wrap="square" rtlCol="0">
            <a:spAutoFit/>
          </a:bodyPr>
          <a:lstStyle/>
          <a:p>
            <a:pPr algn="ctr"/>
            <a:r>
              <a:rPr lang="en-US" sz="2400" b="1" dirty="0">
                <a:solidFill>
                  <a:schemeClr val="accent1"/>
                </a:solidFill>
                <a:latin typeface="Roboto Mono" panose="00000009000000000000" pitchFamily="49" charset="0"/>
                <a:ea typeface="Roboto Mono" panose="00000009000000000000" pitchFamily="49" charset="0"/>
              </a:rPr>
              <a:t>double</a:t>
            </a:r>
          </a:p>
        </p:txBody>
      </p:sp>
      <p:sp>
        <p:nvSpPr>
          <p:cNvPr id="6" name="TextBox 5">
            <a:extLst>
              <a:ext uri="{FF2B5EF4-FFF2-40B4-BE49-F238E27FC236}">
                <a16:creationId xmlns:a16="http://schemas.microsoft.com/office/drawing/2014/main" id="{F3DB0D8B-66EA-EE92-9F6B-13D23D427805}"/>
              </a:ext>
            </a:extLst>
          </p:cNvPr>
          <p:cNvSpPr txBox="1"/>
          <p:nvPr/>
        </p:nvSpPr>
        <p:spPr>
          <a:xfrm>
            <a:off x="7255032" y="4017326"/>
            <a:ext cx="1343377" cy="461665"/>
          </a:xfrm>
          <a:prstGeom prst="rect">
            <a:avLst/>
          </a:prstGeom>
          <a:noFill/>
          <a:ln>
            <a:noFill/>
          </a:ln>
        </p:spPr>
        <p:txBody>
          <a:bodyPr wrap="square" rtlCol="0">
            <a:spAutoFit/>
          </a:bodyPr>
          <a:lstStyle/>
          <a:p>
            <a:pPr algn="ctr"/>
            <a:r>
              <a:rPr lang="en-US" sz="2400" b="1" dirty="0">
                <a:solidFill>
                  <a:schemeClr val="accent1"/>
                </a:solidFill>
                <a:latin typeface="Roboto Mono" panose="00000009000000000000" pitchFamily="49" charset="0"/>
                <a:ea typeface="Roboto Mono" panose="00000009000000000000" pitchFamily="49" charset="0"/>
              </a:rPr>
              <a:t>0x10</a:t>
            </a:r>
          </a:p>
        </p:txBody>
      </p:sp>
      <p:sp>
        <p:nvSpPr>
          <p:cNvPr id="7" name="TextBox 6">
            <a:extLst>
              <a:ext uri="{FF2B5EF4-FFF2-40B4-BE49-F238E27FC236}">
                <a16:creationId xmlns:a16="http://schemas.microsoft.com/office/drawing/2014/main" id="{297E00B1-03B8-55B0-1134-A75304F8576C}"/>
              </a:ext>
            </a:extLst>
          </p:cNvPr>
          <p:cNvSpPr txBox="1"/>
          <p:nvPr/>
        </p:nvSpPr>
        <p:spPr>
          <a:xfrm>
            <a:off x="1512543" y="3426637"/>
            <a:ext cx="1643131" cy="523220"/>
          </a:xfrm>
          <a:prstGeom prst="rect">
            <a:avLst/>
          </a:prstGeom>
          <a:solidFill>
            <a:schemeClr val="accent6">
              <a:lumMod val="20000"/>
              <a:lumOff val="80000"/>
            </a:schemeClr>
          </a:solidFill>
          <a:ln>
            <a:solidFill>
              <a:srgbClr val="00B050"/>
            </a:solidFill>
          </a:ln>
        </p:spPr>
        <p:txBody>
          <a:bodyPr wrap="square" rtlCol="0">
            <a:spAutoFit/>
          </a:bodyPr>
          <a:lstStyle/>
          <a:p>
            <a:pPr algn="ctr"/>
            <a:r>
              <a:rPr lang="en-US" sz="2800" b="1" dirty="0">
                <a:solidFill>
                  <a:srgbClr val="00B050"/>
                </a:solidFill>
                <a:latin typeface="Roboto Mono" panose="00000009000000000000" pitchFamily="49" charset="0"/>
                <a:ea typeface="Roboto Mono" panose="00000009000000000000" pitchFamily="49" charset="0"/>
              </a:rPr>
              <a:t>0x10</a:t>
            </a:r>
            <a:endParaRPr lang="en-US" sz="2000" b="1" dirty="0">
              <a:solidFill>
                <a:srgbClr val="00B050"/>
              </a:solidFill>
              <a:latin typeface="Roboto Mono" panose="00000009000000000000" pitchFamily="49" charset="0"/>
              <a:ea typeface="Roboto Mono" panose="00000009000000000000" pitchFamily="49" charset="0"/>
            </a:endParaRPr>
          </a:p>
        </p:txBody>
      </p:sp>
      <p:sp>
        <p:nvSpPr>
          <p:cNvPr id="8" name="TextBox 7">
            <a:extLst>
              <a:ext uri="{FF2B5EF4-FFF2-40B4-BE49-F238E27FC236}">
                <a16:creationId xmlns:a16="http://schemas.microsoft.com/office/drawing/2014/main" id="{E57B19A1-53BF-DF1E-7CC0-EB9765D4027B}"/>
              </a:ext>
            </a:extLst>
          </p:cNvPr>
          <p:cNvSpPr txBox="1"/>
          <p:nvPr/>
        </p:nvSpPr>
        <p:spPr>
          <a:xfrm>
            <a:off x="1231537" y="2897504"/>
            <a:ext cx="2231300" cy="461665"/>
          </a:xfrm>
          <a:prstGeom prst="rect">
            <a:avLst/>
          </a:prstGeom>
          <a:noFill/>
          <a:ln>
            <a:noFill/>
          </a:ln>
        </p:spPr>
        <p:txBody>
          <a:bodyPr wrap="square" rtlCol="0">
            <a:spAutoFit/>
          </a:bodyPr>
          <a:lstStyle/>
          <a:p>
            <a:pPr algn="ctr"/>
            <a:r>
              <a:rPr lang="en-US" sz="2400" b="1" dirty="0">
                <a:solidFill>
                  <a:srgbClr val="00B050"/>
                </a:solidFill>
                <a:latin typeface="Roboto Mono" panose="00000009000000000000" pitchFamily="49" charset="0"/>
                <a:ea typeface="Roboto Mono" panose="00000009000000000000" pitchFamily="49" charset="0"/>
              </a:rPr>
              <a:t>double* </a:t>
            </a:r>
            <a:r>
              <a:rPr lang="en-US" sz="2400" b="1" dirty="0" err="1">
                <a:solidFill>
                  <a:srgbClr val="00B050"/>
                </a:solidFill>
                <a:latin typeface="Roboto Mono" panose="00000009000000000000" pitchFamily="49" charset="0"/>
                <a:ea typeface="Roboto Mono" panose="00000009000000000000" pitchFamily="49" charset="0"/>
              </a:rPr>
              <a:t>ptr</a:t>
            </a:r>
            <a:endParaRPr lang="en-US" sz="2400" b="1" dirty="0">
              <a:solidFill>
                <a:srgbClr val="00B050"/>
              </a:solidFill>
              <a:latin typeface="Roboto Mono" panose="00000009000000000000" pitchFamily="49" charset="0"/>
              <a:ea typeface="Roboto Mono" panose="00000009000000000000" pitchFamily="49" charset="0"/>
            </a:endParaRPr>
          </a:p>
        </p:txBody>
      </p:sp>
      <p:sp>
        <p:nvSpPr>
          <p:cNvPr id="9" name="TextBox 8">
            <a:extLst>
              <a:ext uri="{FF2B5EF4-FFF2-40B4-BE49-F238E27FC236}">
                <a16:creationId xmlns:a16="http://schemas.microsoft.com/office/drawing/2014/main" id="{DFC41AE7-D2E2-DA46-7201-C498FA913352}"/>
              </a:ext>
            </a:extLst>
          </p:cNvPr>
          <p:cNvSpPr txBox="1"/>
          <p:nvPr/>
        </p:nvSpPr>
        <p:spPr>
          <a:xfrm>
            <a:off x="1675499" y="4017327"/>
            <a:ext cx="1343377" cy="461665"/>
          </a:xfrm>
          <a:prstGeom prst="rect">
            <a:avLst/>
          </a:prstGeom>
          <a:noFill/>
          <a:ln>
            <a:noFill/>
          </a:ln>
        </p:spPr>
        <p:txBody>
          <a:bodyPr wrap="square" rtlCol="0">
            <a:spAutoFit/>
          </a:bodyPr>
          <a:lstStyle/>
          <a:p>
            <a:pPr algn="ctr"/>
            <a:r>
              <a:rPr lang="en-US" sz="2400" b="1" dirty="0">
                <a:solidFill>
                  <a:srgbClr val="00B050"/>
                </a:solidFill>
                <a:latin typeface="Roboto Mono" panose="00000009000000000000" pitchFamily="49" charset="0"/>
                <a:ea typeface="Roboto Mono" panose="00000009000000000000" pitchFamily="49" charset="0"/>
              </a:rPr>
              <a:t>0x40</a:t>
            </a:r>
          </a:p>
        </p:txBody>
      </p:sp>
      <p:cxnSp>
        <p:nvCxnSpPr>
          <p:cNvPr id="10" name="Straight Arrow Connector 9">
            <a:extLst>
              <a:ext uri="{FF2B5EF4-FFF2-40B4-BE49-F238E27FC236}">
                <a16:creationId xmlns:a16="http://schemas.microsoft.com/office/drawing/2014/main" id="{E16045F3-666E-07C4-2DF5-87A492A8E9AA}"/>
              </a:ext>
            </a:extLst>
          </p:cNvPr>
          <p:cNvCxnSpPr>
            <a:cxnSpLocks/>
            <a:stCxn id="7" idx="3"/>
            <a:endCxn id="4" idx="1"/>
          </p:cNvCxnSpPr>
          <p:nvPr/>
        </p:nvCxnSpPr>
        <p:spPr>
          <a:xfrm>
            <a:off x="3155674" y="3688247"/>
            <a:ext cx="3936403" cy="0"/>
          </a:xfrm>
          <a:prstGeom prst="straightConnector1">
            <a:avLst/>
          </a:prstGeom>
          <a:ln w="19050">
            <a:solidFill>
              <a:srgbClr val="00B050"/>
            </a:solidFill>
            <a:tailEnd type="triangle" w="lg" len="lg"/>
          </a:ln>
        </p:spPr>
        <p:style>
          <a:lnRef idx="1">
            <a:schemeClr val="dk1"/>
          </a:lnRef>
          <a:fillRef idx="0">
            <a:schemeClr val="dk1"/>
          </a:fillRef>
          <a:effectRef idx="0">
            <a:schemeClr val="dk1"/>
          </a:effectRef>
          <a:fontRef idx="minor">
            <a:schemeClr val="tx1"/>
          </a:fontRef>
        </p:style>
      </p:cxnSp>
      <p:sp>
        <p:nvSpPr>
          <p:cNvPr id="21" name="Rectangle 20">
            <a:extLst>
              <a:ext uri="{FF2B5EF4-FFF2-40B4-BE49-F238E27FC236}">
                <a16:creationId xmlns:a16="http://schemas.microsoft.com/office/drawing/2014/main" id="{80A9592A-1D2C-379F-1ECC-0D885E208CEB}"/>
              </a:ext>
            </a:extLst>
          </p:cNvPr>
          <p:cNvSpPr/>
          <p:nvPr/>
        </p:nvSpPr>
        <p:spPr>
          <a:xfrm>
            <a:off x="6675468" y="2689909"/>
            <a:ext cx="2476349" cy="1996675"/>
          </a:xfrm>
          <a:prstGeom prst="rect">
            <a:avLst/>
          </a:prstGeom>
          <a:solidFill>
            <a:srgbClr val="FFFF00">
              <a:alpha val="10000"/>
            </a:srgbClr>
          </a:solidFill>
          <a:ln w="158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6B7538AE-451A-E96C-18E0-FA83BB46567E}"/>
              </a:ext>
            </a:extLst>
          </p:cNvPr>
          <p:cNvSpPr txBox="1"/>
          <p:nvPr/>
        </p:nvSpPr>
        <p:spPr>
          <a:xfrm>
            <a:off x="9602101" y="3088081"/>
            <a:ext cx="1828800" cy="1200329"/>
          </a:xfrm>
          <a:prstGeom prst="rect">
            <a:avLst/>
          </a:prstGeom>
          <a:solidFill>
            <a:srgbClr val="FFFF00">
              <a:alpha val="10000"/>
            </a:srgbClr>
          </a:solidFill>
          <a:ln w="12700">
            <a:solidFill>
              <a:schemeClr val="accent1"/>
            </a:solidFill>
          </a:ln>
        </p:spPr>
        <p:txBody>
          <a:bodyPr wrap="square" rtlCol="0">
            <a:spAutoFit/>
          </a:bodyPr>
          <a:lstStyle/>
          <a:p>
            <a:pPr algn="ctr"/>
            <a:r>
              <a:rPr lang="en-US" sz="2400" i="1" dirty="0">
                <a:solidFill>
                  <a:schemeClr val="accent1"/>
                </a:solidFill>
              </a:rPr>
              <a:t>Reserved by the OS for your use.</a:t>
            </a:r>
          </a:p>
        </p:txBody>
      </p:sp>
      <p:sp>
        <p:nvSpPr>
          <p:cNvPr id="26" name="TextBox 25">
            <a:extLst>
              <a:ext uri="{FF2B5EF4-FFF2-40B4-BE49-F238E27FC236}">
                <a16:creationId xmlns:a16="http://schemas.microsoft.com/office/drawing/2014/main" id="{90167155-0DD4-08CB-B000-27C2BF7D057B}"/>
              </a:ext>
            </a:extLst>
          </p:cNvPr>
          <p:cNvSpPr txBox="1"/>
          <p:nvPr/>
        </p:nvSpPr>
        <p:spPr>
          <a:xfrm>
            <a:off x="1231537" y="4727813"/>
            <a:ext cx="3317365" cy="1200329"/>
          </a:xfrm>
          <a:prstGeom prst="rect">
            <a:avLst/>
          </a:prstGeom>
          <a:solidFill>
            <a:srgbClr val="00B050">
              <a:alpha val="10000"/>
            </a:srgbClr>
          </a:solidFill>
          <a:ln w="12700">
            <a:solidFill>
              <a:schemeClr val="accent1"/>
            </a:solidFill>
          </a:ln>
        </p:spPr>
        <p:txBody>
          <a:bodyPr wrap="square" rtlCol="0">
            <a:spAutoFit/>
          </a:bodyPr>
          <a:lstStyle/>
          <a:p>
            <a:pPr algn="ctr"/>
            <a:r>
              <a:rPr lang="en-US" sz="2400" i="1" dirty="0">
                <a:solidFill>
                  <a:schemeClr val="accent1"/>
                </a:solidFill>
              </a:rPr>
              <a:t>This pointer is the </a:t>
            </a:r>
            <a:r>
              <a:rPr lang="en-US" sz="2400" b="1" i="1" dirty="0">
                <a:solidFill>
                  <a:schemeClr val="accent1"/>
                </a:solidFill>
              </a:rPr>
              <a:t>only way</a:t>
            </a:r>
            <a:r>
              <a:rPr lang="en-US" sz="2400" i="1" dirty="0">
                <a:solidFill>
                  <a:schemeClr val="accent1"/>
                </a:solidFill>
              </a:rPr>
              <a:t> to access this reserved memory.</a:t>
            </a:r>
          </a:p>
        </p:txBody>
      </p:sp>
      <p:sp>
        <p:nvSpPr>
          <p:cNvPr id="11" name="TextBox 10">
            <a:extLst>
              <a:ext uri="{FF2B5EF4-FFF2-40B4-BE49-F238E27FC236}">
                <a16:creationId xmlns:a16="http://schemas.microsoft.com/office/drawing/2014/main" id="{1178DC2C-B1BF-485E-8F03-A2BF1D42BBFE}"/>
              </a:ext>
            </a:extLst>
          </p:cNvPr>
          <p:cNvSpPr txBox="1"/>
          <p:nvPr/>
        </p:nvSpPr>
        <p:spPr>
          <a:xfrm>
            <a:off x="9602101" y="612407"/>
            <a:ext cx="1828800" cy="830997"/>
          </a:xfrm>
          <a:prstGeom prst="rect">
            <a:avLst/>
          </a:prstGeom>
          <a:solidFill>
            <a:srgbClr val="FFFF00"/>
          </a:solidFill>
          <a:ln w="12700">
            <a:solidFill>
              <a:schemeClr val="accent1"/>
            </a:solidFill>
          </a:ln>
        </p:spPr>
        <p:txBody>
          <a:bodyPr wrap="square" rtlCol="0">
            <a:spAutoFit/>
          </a:bodyPr>
          <a:lstStyle/>
          <a:p>
            <a:pPr algn="ctr"/>
            <a:r>
              <a:rPr lang="en-US" sz="2400" i="1" dirty="0">
                <a:solidFill>
                  <a:schemeClr val="accent1"/>
                </a:solidFill>
              </a:rPr>
              <a:t>We already saw this…</a:t>
            </a:r>
          </a:p>
        </p:txBody>
      </p:sp>
    </p:spTree>
    <p:extLst>
      <p:ext uri="{BB962C8B-B14F-4D97-AF65-F5344CB8AC3E}">
        <p14:creationId xmlns:p14="http://schemas.microsoft.com/office/powerpoint/2010/main" val="15856948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E1CDA-FD53-A6B1-600F-BEDA303D1F93}"/>
              </a:ext>
            </a:extLst>
          </p:cNvPr>
          <p:cNvSpPr>
            <a:spLocks noGrp="1"/>
          </p:cNvSpPr>
          <p:nvPr>
            <p:ph type="title"/>
          </p:nvPr>
        </p:nvSpPr>
        <p:spPr/>
        <p:txBody>
          <a:bodyPr/>
          <a:lstStyle/>
          <a:p>
            <a:r>
              <a:rPr lang="en-US" dirty="0"/>
              <a:t>Dynamic Memory Allocation</a:t>
            </a:r>
          </a:p>
        </p:txBody>
      </p:sp>
      <p:sp>
        <p:nvSpPr>
          <p:cNvPr id="3" name="Content Placeholder 2">
            <a:extLst>
              <a:ext uri="{FF2B5EF4-FFF2-40B4-BE49-F238E27FC236}">
                <a16:creationId xmlns:a16="http://schemas.microsoft.com/office/drawing/2014/main" id="{F78889F9-CE36-865C-34E1-F957AA513C39}"/>
              </a:ext>
            </a:extLst>
          </p:cNvPr>
          <p:cNvSpPr>
            <a:spLocks noGrp="1"/>
          </p:cNvSpPr>
          <p:nvPr>
            <p:ph idx="1"/>
          </p:nvPr>
        </p:nvSpPr>
        <p:spPr/>
        <p:txBody>
          <a:bodyPr/>
          <a:lstStyle/>
          <a:p>
            <a:pPr marL="0" indent="0" algn="ctr">
              <a:buNone/>
            </a:pPr>
            <a:r>
              <a:rPr lang="en-US" b="1" dirty="0">
                <a:latin typeface="Roboto Mono" panose="00000009000000000000" pitchFamily="49" charset="0"/>
                <a:ea typeface="Roboto Mono" panose="00000009000000000000" pitchFamily="49" charset="0"/>
              </a:rPr>
              <a:t>delete </a:t>
            </a:r>
            <a:r>
              <a:rPr lang="en-US" dirty="0" err="1">
                <a:latin typeface="Roboto Mono" panose="00000009000000000000" pitchFamily="49" charset="0"/>
                <a:ea typeface="Roboto Mono" panose="00000009000000000000" pitchFamily="49" charset="0"/>
              </a:rPr>
              <a:t>ptr</a:t>
            </a:r>
            <a:r>
              <a:rPr lang="en-US" dirty="0">
                <a:latin typeface="Roboto Mono" panose="00000009000000000000" pitchFamily="49" charset="0"/>
                <a:ea typeface="Roboto Mono" panose="00000009000000000000" pitchFamily="49" charset="0"/>
              </a:rPr>
              <a:t>;	</a:t>
            </a:r>
            <a:r>
              <a:rPr lang="en-US" dirty="0">
                <a:solidFill>
                  <a:srgbClr val="00B050"/>
                </a:solidFill>
                <a:latin typeface="Roboto Mono" panose="00000009000000000000" pitchFamily="49" charset="0"/>
                <a:ea typeface="Roboto Mono" panose="00000009000000000000" pitchFamily="49" charset="0"/>
              </a:rPr>
              <a:t>// deallocation</a:t>
            </a:r>
          </a:p>
          <a:p>
            <a:pPr marL="0" indent="0">
              <a:buNone/>
            </a:pPr>
            <a:endParaRPr lang="en-US" sz="2800" b="1" dirty="0">
              <a:solidFill>
                <a:schemeClr val="accent1"/>
              </a:solidFill>
              <a:latin typeface="Roboto Mono" panose="00000009000000000000" pitchFamily="49" charset="0"/>
              <a:ea typeface="Roboto Mono" panose="00000009000000000000" pitchFamily="49" charset="0"/>
            </a:endParaRPr>
          </a:p>
          <a:p>
            <a:r>
              <a:rPr lang="en-US" sz="2800" b="1" dirty="0">
                <a:solidFill>
                  <a:schemeClr val="accent1"/>
                </a:solidFill>
                <a:latin typeface="Roboto Mono" panose="00000009000000000000" pitchFamily="49" charset="0"/>
                <a:ea typeface="Roboto Mono" panose="00000009000000000000" pitchFamily="49" charset="0"/>
              </a:rPr>
              <a:t>delete </a:t>
            </a:r>
            <a:r>
              <a:rPr lang="en-US" sz="2800" b="1" dirty="0" err="1">
                <a:solidFill>
                  <a:schemeClr val="accent1"/>
                </a:solidFill>
                <a:latin typeface="Roboto Mono" panose="00000009000000000000" pitchFamily="49" charset="0"/>
                <a:ea typeface="Roboto Mono" panose="00000009000000000000" pitchFamily="49" charset="0"/>
              </a:rPr>
              <a:t>ptr</a:t>
            </a:r>
            <a:r>
              <a:rPr lang="en-US" sz="2800" b="1" dirty="0">
                <a:solidFill>
                  <a:schemeClr val="accent1"/>
                </a:solidFill>
                <a:latin typeface="Roboto Mono" panose="00000009000000000000" pitchFamily="49" charset="0"/>
                <a:ea typeface="Roboto Mono" panose="00000009000000000000" pitchFamily="49" charset="0"/>
              </a:rPr>
              <a:t> </a:t>
            </a:r>
            <a:r>
              <a:rPr lang="en-US" sz="2800" i="1" dirty="0"/>
              <a:t>is essentially</a:t>
            </a:r>
            <a:r>
              <a:rPr lang="en-US" sz="2800" i="1" dirty="0">
                <a:latin typeface="Roboto Mono" panose="00000009000000000000" pitchFamily="49" charset="0"/>
                <a:ea typeface="Roboto Mono" panose="00000009000000000000" pitchFamily="49" charset="0"/>
              </a:rPr>
              <a:t> </a:t>
            </a:r>
            <a:r>
              <a:rPr lang="en-US" sz="2800" b="1" dirty="0">
                <a:solidFill>
                  <a:schemeClr val="accent1"/>
                </a:solidFill>
                <a:latin typeface="Roboto Mono" panose="00000009000000000000" pitchFamily="49" charset="0"/>
                <a:ea typeface="Roboto Mono" panose="00000009000000000000" pitchFamily="49" charset="0"/>
              </a:rPr>
              <a:t>delete 0x10</a:t>
            </a:r>
          </a:p>
        </p:txBody>
      </p:sp>
      <p:sp>
        <p:nvSpPr>
          <p:cNvPr id="4" name="TextBox 3">
            <a:extLst>
              <a:ext uri="{FF2B5EF4-FFF2-40B4-BE49-F238E27FC236}">
                <a16:creationId xmlns:a16="http://schemas.microsoft.com/office/drawing/2014/main" id="{2D3EE18E-0458-05A8-5DE2-ADC6C7E2DC18}"/>
              </a:ext>
            </a:extLst>
          </p:cNvPr>
          <p:cNvSpPr txBox="1"/>
          <p:nvPr/>
        </p:nvSpPr>
        <p:spPr>
          <a:xfrm>
            <a:off x="7092077" y="4276492"/>
            <a:ext cx="1643132" cy="523220"/>
          </a:xfrm>
          <a:prstGeom prst="rect">
            <a:avLst/>
          </a:prstGeom>
          <a:solidFill>
            <a:schemeClr val="accent1">
              <a:lumMod val="20000"/>
              <a:lumOff val="80000"/>
            </a:schemeClr>
          </a:solidFill>
          <a:ln>
            <a:solidFill>
              <a:schemeClr val="accent1"/>
            </a:solidFill>
          </a:ln>
        </p:spPr>
        <p:txBody>
          <a:bodyPr wrap="square" rtlCol="0">
            <a:spAutoFit/>
          </a:bodyPr>
          <a:lstStyle/>
          <a:p>
            <a:pPr algn="ctr"/>
            <a:r>
              <a:rPr lang="en-US" sz="2800" b="1" dirty="0">
                <a:solidFill>
                  <a:schemeClr val="accent1"/>
                </a:solidFill>
                <a:latin typeface="Roboto Mono" panose="00000009000000000000" pitchFamily="49" charset="0"/>
                <a:ea typeface="Roboto Mono" panose="00000009000000000000" pitchFamily="49" charset="0"/>
              </a:rPr>
              <a:t>???</a:t>
            </a:r>
            <a:endParaRPr lang="en-US" sz="2000" b="1" dirty="0">
              <a:solidFill>
                <a:schemeClr val="accent1"/>
              </a:solidFill>
              <a:latin typeface="Roboto Mono" panose="00000009000000000000" pitchFamily="49" charset="0"/>
              <a:ea typeface="Roboto Mono" panose="00000009000000000000" pitchFamily="49" charset="0"/>
            </a:endParaRPr>
          </a:p>
        </p:txBody>
      </p:sp>
      <p:sp>
        <p:nvSpPr>
          <p:cNvPr id="5" name="TextBox 4">
            <a:extLst>
              <a:ext uri="{FF2B5EF4-FFF2-40B4-BE49-F238E27FC236}">
                <a16:creationId xmlns:a16="http://schemas.microsoft.com/office/drawing/2014/main" id="{D6D3AF8C-F700-1663-AC94-45333867B222}"/>
              </a:ext>
            </a:extLst>
          </p:cNvPr>
          <p:cNvSpPr txBox="1"/>
          <p:nvPr/>
        </p:nvSpPr>
        <p:spPr>
          <a:xfrm>
            <a:off x="7255033" y="3747359"/>
            <a:ext cx="1343377" cy="461665"/>
          </a:xfrm>
          <a:prstGeom prst="rect">
            <a:avLst/>
          </a:prstGeom>
          <a:noFill/>
          <a:ln>
            <a:noFill/>
          </a:ln>
        </p:spPr>
        <p:txBody>
          <a:bodyPr wrap="square" rtlCol="0">
            <a:spAutoFit/>
          </a:bodyPr>
          <a:lstStyle/>
          <a:p>
            <a:pPr algn="ctr"/>
            <a:r>
              <a:rPr lang="en-US" sz="2400" b="1" dirty="0">
                <a:solidFill>
                  <a:schemeClr val="accent1"/>
                </a:solidFill>
                <a:latin typeface="Roboto Mono" panose="00000009000000000000" pitchFamily="49" charset="0"/>
                <a:ea typeface="Roboto Mono" panose="00000009000000000000" pitchFamily="49" charset="0"/>
              </a:rPr>
              <a:t>???</a:t>
            </a:r>
          </a:p>
        </p:txBody>
      </p:sp>
      <p:sp>
        <p:nvSpPr>
          <p:cNvPr id="6" name="TextBox 5">
            <a:extLst>
              <a:ext uri="{FF2B5EF4-FFF2-40B4-BE49-F238E27FC236}">
                <a16:creationId xmlns:a16="http://schemas.microsoft.com/office/drawing/2014/main" id="{ED429D09-C25A-37D9-CF46-6C805D8EF4BA}"/>
              </a:ext>
            </a:extLst>
          </p:cNvPr>
          <p:cNvSpPr txBox="1"/>
          <p:nvPr/>
        </p:nvSpPr>
        <p:spPr>
          <a:xfrm>
            <a:off x="7255032" y="4867181"/>
            <a:ext cx="1343377" cy="461665"/>
          </a:xfrm>
          <a:prstGeom prst="rect">
            <a:avLst/>
          </a:prstGeom>
          <a:noFill/>
          <a:ln>
            <a:noFill/>
          </a:ln>
        </p:spPr>
        <p:txBody>
          <a:bodyPr wrap="square" rtlCol="0">
            <a:spAutoFit/>
          </a:bodyPr>
          <a:lstStyle/>
          <a:p>
            <a:pPr algn="ctr"/>
            <a:r>
              <a:rPr lang="en-US" sz="2400" b="1" dirty="0">
                <a:solidFill>
                  <a:schemeClr val="accent1"/>
                </a:solidFill>
                <a:latin typeface="Roboto Mono" panose="00000009000000000000" pitchFamily="49" charset="0"/>
                <a:ea typeface="Roboto Mono" panose="00000009000000000000" pitchFamily="49" charset="0"/>
              </a:rPr>
              <a:t>0x10</a:t>
            </a:r>
          </a:p>
        </p:txBody>
      </p:sp>
      <p:sp>
        <p:nvSpPr>
          <p:cNvPr id="7" name="TextBox 6">
            <a:extLst>
              <a:ext uri="{FF2B5EF4-FFF2-40B4-BE49-F238E27FC236}">
                <a16:creationId xmlns:a16="http://schemas.microsoft.com/office/drawing/2014/main" id="{89E4AA0B-FCE0-BB1C-38FA-1B24F683651A}"/>
              </a:ext>
            </a:extLst>
          </p:cNvPr>
          <p:cNvSpPr txBox="1"/>
          <p:nvPr/>
        </p:nvSpPr>
        <p:spPr>
          <a:xfrm>
            <a:off x="1512543" y="4276492"/>
            <a:ext cx="1643131" cy="523220"/>
          </a:xfrm>
          <a:prstGeom prst="rect">
            <a:avLst/>
          </a:prstGeom>
          <a:solidFill>
            <a:schemeClr val="accent6">
              <a:lumMod val="20000"/>
              <a:lumOff val="80000"/>
            </a:schemeClr>
          </a:solidFill>
          <a:ln>
            <a:solidFill>
              <a:srgbClr val="00B050"/>
            </a:solidFill>
          </a:ln>
        </p:spPr>
        <p:txBody>
          <a:bodyPr wrap="square" rtlCol="0">
            <a:spAutoFit/>
          </a:bodyPr>
          <a:lstStyle/>
          <a:p>
            <a:pPr algn="ctr"/>
            <a:r>
              <a:rPr lang="en-US" sz="2800" b="1" dirty="0">
                <a:solidFill>
                  <a:srgbClr val="00B050"/>
                </a:solidFill>
                <a:latin typeface="Roboto Mono" panose="00000009000000000000" pitchFamily="49" charset="0"/>
                <a:ea typeface="Roboto Mono" panose="00000009000000000000" pitchFamily="49" charset="0"/>
              </a:rPr>
              <a:t>0x10</a:t>
            </a:r>
            <a:endParaRPr lang="en-US" sz="2000" b="1" dirty="0">
              <a:solidFill>
                <a:srgbClr val="00B050"/>
              </a:solidFill>
              <a:latin typeface="Roboto Mono" panose="00000009000000000000" pitchFamily="49" charset="0"/>
              <a:ea typeface="Roboto Mono" panose="00000009000000000000" pitchFamily="49" charset="0"/>
            </a:endParaRPr>
          </a:p>
        </p:txBody>
      </p:sp>
      <p:sp>
        <p:nvSpPr>
          <p:cNvPr id="8" name="TextBox 7">
            <a:extLst>
              <a:ext uri="{FF2B5EF4-FFF2-40B4-BE49-F238E27FC236}">
                <a16:creationId xmlns:a16="http://schemas.microsoft.com/office/drawing/2014/main" id="{C4286C43-2EB1-7A10-7EF1-7CB1B0049C27}"/>
              </a:ext>
            </a:extLst>
          </p:cNvPr>
          <p:cNvSpPr txBox="1"/>
          <p:nvPr/>
        </p:nvSpPr>
        <p:spPr>
          <a:xfrm>
            <a:off x="1231537" y="3747359"/>
            <a:ext cx="2231300" cy="461665"/>
          </a:xfrm>
          <a:prstGeom prst="rect">
            <a:avLst/>
          </a:prstGeom>
          <a:noFill/>
          <a:ln>
            <a:noFill/>
          </a:ln>
        </p:spPr>
        <p:txBody>
          <a:bodyPr wrap="square" rtlCol="0">
            <a:spAutoFit/>
          </a:bodyPr>
          <a:lstStyle/>
          <a:p>
            <a:pPr algn="ctr"/>
            <a:r>
              <a:rPr lang="en-US" sz="2400" b="1" dirty="0">
                <a:solidFill>
                  <a:srgbClr val="00B050"/>
                </a:solidFill>
                <a:latin typeface="Roboto Mono" panose="00000009000000000000" pitchFamily="49" charset="0"/>
                <a:ea typeface="Roboto Mono" panose="00000009000000000000" pitchFamily="49" charset="0"/>
              </a:rPr>
              <a:t>double* </a:t>
            </a:r>
            <a:r>
              <a:rPr lang="en-US" sz="2400" b="1" dirty="0" err="1">
                <a:solidFill>
                  <a:srgbClr val="00B050"/>
                </a:solidFill>
                <a:latin typeface="Roboto Mono" panose="00000009000000000000" pitchFamily="49" charset="0"/>
                <a:ea typeface="Roboto Mono" panose="00000009000000000000" pitchFamily="49" charset="0"/>
              </a:rPr>
              <a:t>ptr</a:t>
            </a:r>
            <a:endParaRPr lang="en-US" sz="2400" b="1" dirty="0">
              <a:solidFill>
                <a:srgbClr val="00B050"/>
              </a:solidFill>
              <a:latin typeface="Roboto Mono" panose="00000009000000000000" pitchFamily="49" charset="0"/>
              <a:ea typeface="Roboto Mono" panose="00000009000000000000" pitchFamily="49" charset="0"/>
            </a:endParaRPr>
          </a:p>
        </p:txBody>
      </p:sp>
      <p:sp>
        <p:nvSpPr>
          <p:cNvPr id="9" name="TextBox 8">
            <a:extLst>
              <a:ext uri="{FF2B5EF4-FFF2-40B4-BE49-F238E27FC236}">
                <a16:creationId xmlns:a16="http://schemas.microsoft.com/office/drawing/2014/main" id="{1D132366-4214-8C31-177A-15ACBB779256}"/>
              </a:ext>
            </a:extLst>
          </p:cNvPr>
          <p:cNvSpPr txBox="1"/>
          <p:nvPr/>
        </p:nvSpPr>
        <p:spPr>
          <a:xfrm>
            <a:off x="1675499" y="4867182"/>
            <a:ext cx="1343377" cy="461665"/>
          </a:xfrm>
          <a:prstGeom prst="rect">
            <a:avLst/>
          </a:prstGeom>
          <a:noFill/>
          <a:ln>
            <a:noFill/>
          </a:ln>
        </p:spPr>
        <p:txBody>
          <a:bodyPr wrap="square" rtlCol="0">
            <a:spAutoFit/>
          </a:bodyPr>
          <a:lstStyle/>
          <a:p>
            <a:pPr algn="ctr"/>
            <a:r>
              <a:rPr lang="en-US" sz="2400" b="1" dirty="0">
                <a:solidFill>
                  <a:srgbClr val="00B050"/>
                </a:solidFill>
                <a:latin typeface="Roboto Mono" panose="00000009000000000000" pitchFamily="49" charset="0"/>
                <a:ea typeface="Roboto Mono" panose="00000009000000000000" pitchFamily="49" charset="0"/>
              </a:rPr>
              <a:t>0x40</a:t>
            </a:r>
          </a:p>
        </p:txBody>
      </p:sp>
      <p:cxnSp>
        <p:nvCxnSpPr>
          <p:cNvPr id="10" name="Straight Arrow Connector 9">
            <a:extLst>
              <a:ext uri="{FF2B5EF4-FFF2-40B4-BE49-F238E27FC236}">
                <a16:creationId xmlns:a16="http://schemas.microsoft.com/office/drawing/2014/main" id="{CCA662BD-96C6-F836-C389-545D50610267}"/>
              </a:ext>
            </a:extLst>
          </p:cNvPr>
          <p:cNvCxnSpPr>
            <a:cxnSpLocks/>
            <a:stCxn id="7" idx="3"/>
            <a:endCxn id="4" idx="1"/>
          </p:cNvCxnSpPr>
          <p:nvPr/>
        </p:nvCxnSpPr>
        <p:spPr>
          <a:xfrm>
            <a:off x="3155674" y="4538102"/>
            <a:ext cx="3936403" cy="0"/>
          </a:xfrm>
          <a:prstGeom prst="straightConnector1">
            <a:avLst/>
          </a:prstGeom>
          <a:ln w="19050">
            <a:solidFill>
              <a:srgbClr val="00B050"/>
            </a:solidFill>
            <a:prstDash val="solid"/>
            <a:tailEnd type="triangle" w="lg" len="lg"/>
          </a:ln>
        </p:spPr>
        <p:style>
          <a:lnRef idx="1">
            <a:schemeClr val="dk1"/>
          </a:lnRef>
          <a:fillRef idx="0">
            <a:schemeClr val="dk1"/>
          </a:fillRef>
          <a:effectRef idx="0">
            <a:schemeClr val="dk1"/>
          </a:effectRef>
          <a:fontRef idx="minor">
            <a:schemeClr val="tx1"/>
          </a:fontRef>
        </p:style>
      </p:cxnSp>
      <p:sp>
        <p:nvSpPr>
          <p:cNvPr id="11" name="Rectangle 10">
            <a:extLst>
              <a:ext uri="{FF2B5EF4-FFF2-40B4-BE49-F238E27FC236}">
                <a16:creationId xmlns:a16="http://schemas.microsoft.com/office/drawing/2014/main" id="{06481305-F7BA-BE3B-9E55-678FBD39BA4B}"/>
              </a:ext>
            </a:extLst>
          </p:cNvPr>
          <p:cNvSpPr/>
          <p:nvPr/>
        </p:nvSpPr>
        <p:spPr>
          <a:xfrm>
            <a:off x="6675468" y="3539764"/>
            <a:ext cx="2476349" cy="1996675"/>
          </a:xfrm>
          <a:prstGeom prst="rect">
            <a:avLst/>
          </a:prstGeom>
          <a:solidFill>
            <a:srgbClr val="FFFF00">
              <a:alpha val="10000"/>
            </a:srgbClr>
          </a:solidFill>
          <a:ln w="158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B68AA68B-B813-BB7E-FE46-06CB1FF2417D}"/>
              </a:ext>
            </a:extLst>
          </p:cNvPr>
          <p:cNvSpPr txBox="1"/>
          <p:nvPr/>
        </p:nvSpPr>
        <p:spPr>
          <a:xfrm>
            <a:off x="9311832" y="3393416"/>
            <a:ext cx="2716311" cy="1631216"/>
          </a:xfrm>
          <a:prstGeom prst="rect">
            <a:avLst/>
          </a:prstGeom>
          <a:solidFill>
            <a:srgbClr val="FFFF00">
              <a:alpha val="10000"/>
            </a:srgbClr>
          </a:solidFill>
          <a:ln w="12700">
            <a:solidFill>
              <a:schemeClr val="accent1"/>
            </a:solidFill>
          </a:ln>
        </p:spPr>
        <p:txBody>
          <a:bodyPr wrap="square" rtlCol="0">
            <a:spAutoFit/>
          </a:bodyPr>
          <a:lstStyle/>
          <a:p>
            <a:pPr algn="ctr"/>
            <a:r>
              <a:rPr lang="en-US" sz="2000" i="1" dirty="0"/>
              <a:t>OS is now free to use this memory for other applications (or maybe your own application later on).</a:t>
            </a:r>
          </a:p>
        </p:txBody>
      </p:sp>
      <p:sp>
        <p:nvSpPr>
          <p:cNvPr id="15" name="TextBox 14">
            <a:extLst>
              <a:ext uri="{FF2B5EF4-FFF2-40B4-BE49-F238E27FC236}">
                <a16:creationId xmlns:a16="http://schemas.microsoft.com/office/drawing/2014/main" id="{56E2FCE7-AACC-40C8-85A5-BC2B422EF2D7}"/>
              </a:ext>
            </a:extLst>
          </p:cNvPr>
          <p:cNvSpPr txBox="1"/>
          <p:nvPr/>
        </p:nvSpPr>
        <p:spPr>
          <a:xfrm>
            <a:off x="9507541" y="365125"/>
            <a:ext cx="2444205" cy="1421928"/>
          </a:xfrm>
          <a:prstGeom prst="rect">
            <a:avLst/>
          </a:prstGeom>
          <a:solidFill>
            <a:srgbClr val="FFFF00">
              <a:alpha val="10000"/>
            </a:srgbClr>
          </a:solidFill>
          <a:ln w="12700">
            <a:solidFill>
              <a:schemeClr val="accent1"/>
            </a:solidFill>
          </a:ln>
        </p:spPr>
        <p:txBody>
          <a:bodyPr wrap="square" rtlCol="0">
            <a:spAutoFit/>
          </a:bodyPr>
          <a:lstStyle/>
          <a:p>
            <a:pPr marR="0" lvl="0" algn="l" defTabSz="914400" rtl="0" eaLnBrk="1" fontAlgn="auto" latinLnBrk="0" hangingPunct="1">
              <a:lnSpc>
                <a:spcPct val="90000"/>
              </a:lnSpc>
              <a:spcBef>
                <a:spcPts val="1000"/>
              </a:spcBef>
              <a:spcAft>
                <a:spcPts val="0"/>
              </a:spcAft>
              <a:buClrTx/>
              <a:buSzTx/>
              <a:tabLst/>
              <a:defRPr/>
            </a:pPr>
            <a:r>
              <a:rPr kumimoji="0" lang="en-US" sz="2400" b="1" i="1" u="sng" strike="noStrike" kern="1200" cap="none" spc="0" normalizeH="0" baseline="0" noProof="0" dirty="0">
                <a:ln>
                  <a:noFill/>
                </a:ln>
                <a:solidFill>
                  <a:prstClr val="black"/>
                </a:solidFill>
                <a:effectLst/>
                <a:uLnTx/>
                <a:uFillTx/>
                <a:latin typeface="Aptos"/>
                <a:ea typeface="+mn-ea"/>
                <a:cs typeface="+mn-cs"/>
              </a:rPr>
              <a:t>Note</a:t>
            </a:r>
            <a:r>
              <a:rPr kumimoji="0" lang="en-US" sz="2400" b="0" i="1" u="none" strike="noStrike" kern="1200" cap="none" spc="0" normalizeH="0" baseline="0" noProof="0" dirty="0">
                <a:ln>
                  <a:noFill/>
                </a:ln>
                <a:solidFill>
                  <a:prstClr val="black"/>
                </a:solidFill>
                <a:effectLst/>
                <a:uLnTx/>
                <a:uFillTx/>
                <a:latin typeface="Aptos"/>
                <a:ea typeface="+mn-ea"/>
                <a:cs typeface="+mn-cs"/>
              </a:rPr>
              <a:t> </a:t>
            </a:r>
            <a:br>
              <a:rPr kumimoji="0" lang="en-US" sz="2400" b="0" i="1" u="none" strike="noStrike" kern="1200" cap="none" spc="0" normalizeH="0" baseline="0" noProof="0" dirty="0">
                <a:ln>
                  <a:noFill/>
                </a:ln>
                <a:solidFill>
                  <a:prstClr val="black"/>
                </a:solidFill>
                <a:effectLst/>
                <a:uLnTx/>
                <a:uFillTx/>
                <a:latin typeface="Aptos"/>
                <a:ea typeface="+mn-ea"/>
                <a:cs typeface="+mn-cs"/>
              </a:rPr>
            </a:br>
            <a:r>
              <a:rPr lang="en-US" sz="2400" i="1" dirty="0">
                <a:solidFill>
                  <a:prstClr val="black"/>
                </a:solidFill>
                <a:latin typeface="Aptos"/>
              </a:rPr>
              <a:t>Y</a:t>
            </a:r>
            <a:r>
              <a:rPr kumimoji="0" lang="en-US" sz="2400" b="0" i="1" u="none" strike="noStrike" kern="1200" cap="none" spc="0" normalizeH="0" baseline="0" noProof="0" dirty="0" err="1">
                <a:ln>
                  <a:noFill/>
                </a:ln>
                <a:solidFill>
                  <a:prstClr val="black"/>
                </a:solidFill>
                <a:effectLst/>
                <a:uLnTx/>
                <a:uFillTx/>
                <a:latin typeface="Aptos"/>
                <a:ea typeface="+mn-ea"/>
                <a:cs typeface="+mn-cs"/>
              </a:rPr>
              <a:t>ou’re</a:t>
            </a:r>
            <a:r>
              <a:rPr kumimoji="0" lang="en-US" sz="2400" b="0" i="1" u="none" strike="noStrike" kern="1200" cap="none" spc="0" normalizeH="0" baseline="0" noProof="0" dirty="0">
                <a:ln>
                  <a:noFill/>
                </a:ln>
                <a:solidFill>
                  <a:prstClr val="black"/>
                </a:solidFill>
                <a:effectLst/>
                <a:uLnTx/>
                <a:uFillTx/>
                <a:latin typeface="Aptos"/>
                <a:ea typeface="+mn-ea"/>
                <a:cs typeface="+mn-cs"/>
              </a:rPr>
              <a:t> using the same pointer for deallocation.</a:t>
            </a:r>
            <a:endParaRPr kumimoji="0" lang="en-US" sz="2400" b="0" i="1" u="none" strike="noStrike" kern="1200" cap="none" spc="0" normalizeH="0" baseline="0" noProof="0" dirty="0">
              <a:ln>
                <a:noFill/>
              </a:ln>
              <a:solidFill>
                <a:srgbClr val="00B050"/>
              </a:solidFill>
              <a:effectLst/>
              <a:uLnTx/>
              <a:uFillTx/>
              <a:latin typeface="Roboto Mono" panose="00000009000000000000" pitchFamily="49" charset="0"/>
              <a:ea typeface="Roboto Mono" panose="00000009000000000000" pitchFamily="49" charset="0"/>
              <a:cs typeface="+mn-cs"/>
            </a:endParaRPr>
          </a:p>
        </p:txBody>
      </p:sp>
    </p:spTree>
    <p:extLst>
      <p:ext uri="{BB962C8B-B14F-4D97-AF65-F5344CB8AC3E}">
        <p14:creationId xmlns:p14="http://schemas.microsoft.com/office/powerpoint/2010/main" val="3956735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3">
                                            <p:txEl>
                                              <p:pRg st="2" end="2"/>
                                            </p:txEl>
                                          </p:spTgt>
                                        </p:tgtEl>
                                        <p:attrNameLst>
                                          <p:attrName>style.visibility</p:attrName>
                                        </p:attrNameLst>
                                      </p:cBhvr>
                                      <p:to>
                                        <p:strVal val="visible"/>
                                      </p:to>
                                    </p:set>
                                    <p:animEffect transition="in" filter="wipe(left)">
                                      <p:cBhvr>
                                        <p:cTn id="29"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p:bldP spid="7" grpId="0" animBg="1"/>
      <p:bldP spid="8" grpId="0"/>
      <p:bldP spid="9" grpId="0"/>
      <p:bldP spid="11" grpId="0" animBg="1"/>
      <p:bldP spid="1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E1CDA-FD53-A6B1-600F-BEDA303D1F93}"/>
              </a:ext>
            </a:extLst>
          </p:cNvPr>
          <p:cNvSpPr>
            <a:spLocks noGrp="1"/>
          </p:cNvSpPr>
          <p:nvPr>
            <p:ph type="title"/>
          </p:nvPr>
        </p:nvSpPr>
        <p:spPr/>
        <p:txBody>
          <a:bodyPr/>
          <a:lstStyle/>
          <a:p>
            <a:r>
              <a:rPr lang="en-US" dirty="0"/>
              <a:t>Dynamic Memory Allocation</a:t>
            </a:r>
          </a:p>
        </p:txBody>
      </p:sp>
      <p:sp>
        <p:nvSpPr>
          <p:cNvPr id="3" name="Content Placeholder 2">
            <a:extLst>
              <a:ext uri="{FF2B5EF4-FFF2-40B4-BE49-F238E27FC236}">
                <a16:creationId xmlns:a16="http://schemas.microsoft.com/office/drawing/2014/main" id="{F78889F9-CE36-865C-34E1-F957AA513C39}"/>
              </a:ext>
            </a:extLst>
          </p:cNvPr>
          <p:cNvSpPr>
            <a:spLocks noGrp="1"/>
          </p:cNvSpPr>
          <p:nvPr>
            <p:ph idx="1"/>
          </p:nvPr>
        </p:nvSpPr>
        <p:spPr/>
        <p:txBody>
          <a:bodyPr/>
          <a:lstStyle/>
          <a:p>
            <a:pPr marL="0" indent="0" algn="ctr">
              <a:buNone/>
            </a:pPr>
            <a:r>
              <a:rPr lang="en-US" b="1" dirty="0">
                <a:latin typeface="Roboto Mono" panose="00000009000000000000" pitchFamily="49" charset="0"/>
                <a:ea typeface="Roboto Mono" panose="00000009000000000000" pitchFamily="49" charset="0"/>
              </a:rPr>
              <a:t>delete </a:t>
            </a:r>
            <a:r>
              <a:rPr lang="en-US" dirty="0" err="1">
                <a:latin typeface="Roboto Mono" panose="00000009000000000000" pitchFamily="49" charset="0"/>
                <a:ea typeface="Roboto Mono" panose="00000009000000000000" pitchFamily="49" charset="0"/>
              </a:rPr>
              <a:t>ptr</a:t>
            </a:r>
            <a:r>
              <a:rPr lang="en-US" dirty="0">
                <a:latin typeface="Roboto Mono" panose="00000009000000000000" pitchFamily="49" charset="0"/>
                <a:ea typeface="Roboto Mono" panose="00000009000000000000" pitchFamily="49" charset="0"/>
              </a:rPr>
              <a:t>;	</a:t>
            </a:r>
            <a:r>
              <a:rPr lang="en-US" dirty="0">
                <a:solidFill>
                  <a:srgbClr val="00B050"/>
                </a:solidFill>
                <a:latin typeface="Roboto Mono" panose="00000009000000000000" pitchFamily="49" charset="0"/>
                <a:ea typeface="Roboto Mono" panose="00000009000000000000" pitchFamily="49" charset="0"/>
              </a:rPr>
              <a:t>// deallocation</a:t>
            </a:r>
          </a:p>
          <a:p>
            <a:pPr marL="0" indent="0">
              <a:buNone/>
            </a:pPr>
            <a:endParaRPr lang="en-US" sz="2800" b="1" dirty="0">
              <a:solidFill>
                <a:schemeClr val="accent1"/>
              </a:solidFill>
              <a:latin typeface="Roboto Mono" panose="00000009000000000000" pitchFamily="49" charset="0"/>
              <a:ea typeface="Roboto Mono" panose="00000009000000000000" pitchFamily="49" charset="0"/>
            </a:endParaRPr>
          </a:p>
          <a:p>
            <a:r>
              <a:rPr lang="en-US" sz="2800" b="1" dirty="0">
                <a:solidFill>
                  <a:schemeClr val="accent1"/>
                </a:solidFill>
                <a:latin typeface="Roboto Mono" panose="00000009000000000000" pitchFamily="49" charset="0"/>
                <a:ea typeface="Roboto Mono" panose="00000009000000000000" pitchFamily="49" charset="0"/>
              </a:rPr>
              <a:t>delete </a:t>
            </a:r>
            <a:r>
              <a:rPr lang="en-US" sz="2800" b="1" dirty="0" err="1">
                <a:solidFill>
                  <a:schemeClr val="accent1"/>
                </a:solidFill>
                <a:latin typeface="Roboto Mono" panose="00000009000000000000" pitchFamily="49" charset="0"/>
                <a:ea typeface="Roboto Mono" panose="00000009000000000000" pitchFamily="49" charset="0"/>
              </a:rPr>
              <a:t>ptr</a:t>
            </a:r>
            <a:r>
              <a:rPr lang="en-US" sz="2800" b="1" dirty="0">
                <a:solidFill>
                  <a:schemeClr val="accent1"/>
                </a:solidFill>
                <a:latin typeface="Roboto Mono" panose="00000009000000000000" pitchFamily="49" charset="0"/>
                <a:ea typeface="Roboto Mono" panose="00000009000000000000" pitchFamily="49" charset="0"/>
              </a:rPr>
              <a:t> </a:t>
            </a:r>
            <a:r>
              <a:rPr lang="en-US" sz="2800" i="1" dirty="0"/>
              <a:t>is essentially</a:t>
            </a:r>
            <a:r>
              <a:rPr lang="en-US" sz="2800" i="1" dirty="0">
                <a:latin typeface="Roboto Mono" panose="00000009000000000000" pitchFamily="49" charset="0"/>
                <a:ea typeface="Roboto Mono" panose="00000009000000000000" pitchFamily="49" charset="0"/>
              </a:rPr>
              <a:t> </a:t>
            </a:r>
            <a:r>
              <a:rPr lang="en-US" sz="2800" b="1" dirty="0">
                <a:solidFill>
                  <a:schemeClr val="accent1"/>
                </a:solidFill>
                <a:latin typeface="Roboto Mono" panose="00000009000000000000" pitchFamily="49" charset="0"/>
                <a:ea typeface="Roboto Mono" panose="00000009000000000000" pitchFamily="49" charset="0"/>
              </a:rPr>
              <a:t>delete 0x10</a:t>
            </a:r>
          </a:p>
        </p:txBody>
      </p:sp>
      <p:sp>
        <p:nvSpPr>
          <p:cNvPr id="4" name="TextBox 3">
            <a:extLst>
              <a:ext uri="{FF2B5EF4-FFF2-40B4-BE49-F238E27FC236}">
                <a16:creationId xmlns:a16="http://schemas.microsoft.com/office/drawing/2014/main" id="{2D3EE18E-0458-05A8-5DE2-ADC6C7E2DC18}"/>
              </a:ext>
            </a:extLst>
          </p:cNvPr>
          <p:cNvSpPr txBox="1"/>
          <p:nvPr/>
        </p:nvSpPr>
        <p:spPr>
          <a:xfrm>
            <a:off x="7092077" y="4276492"/>
            <a:ext cx="1643132" cy="523220"/>
          </a:xfrm>
          <a:prstGeom prst="rect">
            <a:avLst/>
          </a:prstGeom>
          <a:solidFill>
            <a:schemeClr val="accent1">
              <a:lumMod val="20000"/>
              <a:lumOff val="80000"/>
            </a:schemeClr>
          </a:solidFill>
          <a:ln>
            <a:solidFill>
              <a:schemeClr val="accent1"/>
            </a:solidFill>
          </a:ln>
        </p:spPr>
        <p:txBody>
          <a:bodyPr wrap="square" rtlCol="0">
            <a:spAutoFit/>
          </a:bodyPr>
          <a:lstStyle/>
          <a:p>
            <a:pPr algn="ctr"/>
            <a:r>
              <a:rPr lang="en-US" sz="2800" b="1" dirty="0">
                <a:solidFill>
                  <a:schemeClr val="accent1"/>
                </a:solidFill>
                <a:latin typeface="Roboto Mono" panose="00000009000000000000" pitchFamily="49" charset="0"/>
                <a:ea typeface="Roboto Mono" panose="00000009000000000000" pitchFamily="49" charset="0"/>
              </a:rPr>
              <a:t>???</a:t>
            </a:r>
            <a:endParaRPr lang="en-US" sz="2000" b="1" dirty="0">
              <a:solidFill>
                <a:schemeClr val="accent1"/>
              </a:solidFill>
              <a:latin typeface="Roboto Mono" panose="00000009000000000000" pitchFamily="49" charset="0"/>
              <a:ea typeface="Roboto Mono" panose="00000009000000000000" pitchFamily="49" charset="0"/>
            </a:endParaRPr>
          </a:p>
        </p:txBody>
      </p:sp>
      <p:sp>
        <p:nvSpPr>
          <p:cNvPr id="5" name="TextBox 4">
            <a:extLst>
              <a:ext uri="{FF2B5EF4-FFF2-40B4-BE49-F238E27FC236}">
                <a16:creationId xmlns:a16="http://schemas.microsoft.com/office/drawing/2014/main" id="{D6D3AF8C-F700-1663-AC94-45333867B222}"/>
              </a:ext>
            </a:extLst>
          </p:cNvPr>
          <p:cNvSpPr txBox="1"/>
          <p:nvPr/>
        </p:nvSpPr>
        <p:spPr>
          <a:xfrm>
            <a:off x="7255033" y="3747359"/>
            <a:ext cx="1343377" cy="461665"/>
          </a:xfrm>
          <a:prstGeom prst="rect">
            <a:avLst/>
          </a:prstGeom>
          <a:noFill/>
          <a:ln>
            <a:noFill/>
          </a:ln>
        </p:spPr>
        <p:txBody>
          <a:bodyPr wrap="square" rtlCol="0">
            <a:spAutoFit/>
          </a:bodyPr>
          <a:lstStyle/>
          <a:p>
            <a:pPr algn="ctr"/>
            <a:r>
              <a:rPr lang="en-US" sz="2400" b="1" dirty="0">
                <a:solidFill>
                  <a:schemeClr val="accent1"/>
                </a:solidFill>
                <a:latin typeface="Roboto Mono" panose="00000009000000000000" pitchFamily="49" charset="0"/>
                <a:ea typeface="Roboto Mono" panose="00000009000000000000" pitchFamily="49" charset="0"/>
              </a:rPr>
              <a:t>???</a:t>
            </a:r>
          </a:p>
        </p:txBody>
      </p:sp>
      <p:sp>
        <p:nvSpPr>
          <p:cNvPr id="6" name="TextBox 5">
            <a:extLst>
              <a:ext uri="{FF2B5EF4-FFF2-40B4-BE49-F238E27FC236}">
                <a16:creationId xmlns:a16="http://schemas.microsoft.com/office/drawing/2014/main" id="{ED429D09-C25A-37D9-CF46-6C805D8EF4BA}"/>
              </a:ext>
            </a:extLst>
          </p:cNvPr>
          <p:cNvSpPr txBox="1"/>
          <p:nvPr/>
        </p:nvSpPr>
        <p:spPr>
          <a:xfrm>
            <a:off x="7255032" y="4867181"/>
            <a:ext cx="1343377" cy="461665"/>
          </a:xfrm>
          <a:prstGeom prst="rect">
            <a:avLst/>
          </a:prstGeom>
          <a:noFill/>
          <a:ln>
            <a:noFill/>
          </a:ln>
        </p:spPr>
        <p:txBody>
          <a:bodyPr wrap="square" rtlCol="0">
            <a:spAutoFit/>
          </a:bodyPr>
          <a:lstStyle/>
          <a:p>
            <a:pPr algn="ctr"/>
            <a:r>
              <a:rPr lang="en-US" sz="2400" b="1" dirty="0">
                <a:solidFill>
                  <a:schemeClr val="accent1"/>
                </a:solidFill>
                <a:latin typeface="Roboto Mono" panose="00000009000000000000" pitchFamily="49" charset="0"/>
                <a:ea typeface="Roboto Mono" panose="00000009000000000000" pitchFamily="49" charset="0"/>
              </a:rPr>
              <a:t>0x10</a:t>
            </a:r>
          </a:p>
        </p:txBody>
      </p:sp>
      <p:sp>
        <p:nvSpPr>
          <p:cNvPr id="7" name="TextBox 6">
            <a:extLst>
              <a:ext uri="{FF2B5EF4-FFF2-40B4-BE49-F238E27FC236}">
                <a16:creationId xmlns:a16="http://schemas.microsoft.com/office/drawing/2014/main" id="{89E4AA0B-FCE0-BB1C-38FA-1B24F683651A}"/>
              </a:ext>
            </a:extLst>
          </p:cNvPr>
          <p:cNvSpPr txBox="1"/>
          <p:nvPr/>
        </p:nvSpPr>
        <p:spPr>
          <a:xfrm>
            <a:off x="1512543" y="4276492"/>
            <a:ext cx="1643131" cy="523220"/>
          </a:xfrm>
          <a:prstGeom prst="rect">
            <a:avLst/>
          </a:prstGeom>
          <a:solidFill>
            <a:schemeClr val="accent6">
              <a:lumMod val="20000"/>
              <a:lumOff val="80000"/>
            </a:schemeClr>
          </a:solidFill>
          <a:ln>
            <a:solidFill>
              <a:srgbClr val="00B050"/>
            </a:solidFill>
          </a:ln>
        </p:spPr>
        <p:txBody>
          <a:bodyPr wrap="square" rtlCol="0">
            <a:spAutoFit/>
          </a:bodyPr>
          <a:lstStyle/>
          <a:p>
            <a:pPr algn="ctr"/>
            <a:r>
              <a:rPr lang="en-US" sz="2800" b="1" dirty="0">
                <a:solidFill>
                  <a:srgbClr val="00B050"/>
                </a:solidFill>
                <a:latin typeface="Roboto Mono" panose="00000009000000000000" pitchFamily="49" charset="0"/>
                <a:ea typeface="Roboto Mono" panose="00000009000000000000" pitchFamily="49" charset="0"/>
              </a:rPr>
              <a:t>0x10</a:t>
            </a:r>
            <a:endParaRPr lang="en-US" sz="2000" b="1" dirty="0">
              <a:solidFill>
                <a:srgbClr val="00B050"/>
              </a:solidFill>
              <a:latin typeface="Roboto Mono" panose="00000009000000000000" pitchFamily="49" charset="0"/>
              <a:ea typeface="Roboto Mono" panose="00000009000000000000" pitchFamily="49" charset="0"/>
            </a:endParaRPr>
          </a:p>
        </p:txBody>
      </p:sp>
      <p:sp>
        <p:nvSpPr>
          <p:cNvPr id="8" name="TextBox 7">
            <a:extLst>
              <a:ext uri="{FF2B5EF4-FFF2-40B4-BE49-F238E27FC236}">
                <a16:creationId xmlns:a16="http://schemas.microsoft.com/office/drawing/2014/main" id="{C4286C43-2EB1-7A10-7EF1-7CB1B0049C27}"/>
              </a:ext>
            </a:extLst>
          </p:cNvPr>
          <p:cNvSpPr txBox="1"/>
          <p:nvPr/>
        </p:nvSpPr>
        <p:spPr>
          <a:xfrm>
            <a:off x="1231537" y="3747359"/>
            <a:ext cx="2231300" cy="461665"/>
          </a:xfrm>
          <a:prstGeom prst="rect">
            <a:avLst/>
          </a:prstGeom>
          <a:noFill/>
          <a:ln>
            <a:noFill/>
          </a:ln>
        </p:spPr>
        <p:txBody>
          <a:bodyPr wrap="square" rtlCol="0">
            <a:spAutoFit/>
          </a:bodyPr>
          <a:lstStyle/>
          <a:p>
            <a:pPr algn="ctr"/>
            <a:r>
              <a:rPr lang="en-US" sz="2400" b="1" dirty="0">
                <a:solidFill>
                  <a:srgbClr val="00B050"/>
                </a:solidFill>
                <a:latin typeface="Roboto Mono" panose="00000009000000000000" pitchFamily="49" charset="0"/>
                <a:ea typeface="Roboto Mono" panose="00000009000000000000" pitchFamily="49" charset="0"/>
              </a:rPr>
              <a:t>double* </a:t>
            </a:r>
            <a:r>
              <a:rPr lang="en-US" sz="2400" b="1" dirty="0" err="1">
                <a:solidFill>
                  <a:srgbClr val="00B050"/>
                </a:solidFill>
                <a:latin typeface="Roboto Mono" panose="00000009000000000000" pitchFamily="49" charset="0"/>
                <a:ea typeface="Roboto Mono" panose="00000009000000000000" pitchFamily="49" charset="0"/>
              </a:rPr>
              <a:t>ptr</a:t>
            </a:r>
            <a:endParaRPr lang="en-US" sz="2400" b="1" dirty="0">
              <a:solidFill>
                <a:srgbClr val="00B050"/>
              </a:solidFill>
              <a:latin typeface="Roboto Mono" panose="00000009000000000000" pitchFamily="49" charset="0"/>
              <a:ea typeface="Roboto Mono" panose="00000009000000000000" pitchFamily="49" charset="0"/>
            </a:endParaRPr>
          </a:p>
        </p:txBody>
      </p:sp>
      <p:sp>
        <p:nvSpPr>
          <p:cNvPr id="9" name="TextBox 8">
            <a:extLst>
              <a:ext uri="{FF2B5EF4-FFF2-40B4-BE49-F238E27FC236}">
                <a16:creationId xmlns:a16="http://schemas.microsoft.com/office/drawing/2014/main" id="{1D132366-4214-8C31-177A-15ACBB779256}"/>
              </a:ext>
            </a:extLst>
          </p:cNvPr>
          <p:cNvSpPr txBox="1"/>
          <p:nvPr/>
        </p:nvSpPr>
        <p:spPr>
          <a:xfrm>
            <a:off x="1675499" y="4867182"/>
            <a:ext cx="1343377" cy="461665"/>
          </a:xfrm>
          <a:prstGeom prst="rect">
            <a:avLst/>
          </a:prstGeom>
          <a:noFill/>
          <a:ln>
            <a:noFill/>
          </a:ln>
        </p:spPr>
        <p:txBody>
          <a:bodyPr wrap="square" rtlCol="0">
            <a:spAutoFit/>
          </a:bodyPr>
          <a:lstStyle/>
          <a:p>
            <a:pPr algn="ctr"/>
            <a:r>
              <a:rPr lang="en-US" sz="2400" b="1" dirty="0">
                <a:solidFill>
                  <a:srgbClr val="00B050"/>
                </a:solidFill>
                <a:latin typeface="Roboto Mono" panose="00000009000000000000" pitchFamily="49" charset="0"/>
                <a:ea typeface="Roboto Mono" panose="00000009000000000000" pitchFamily="49" charset="0"/>
              </a:rPr>
              <a:t>0x40</a:t>
            </a:r>
          </a:p>
        </p:txBody>
      </p:sp>
      <p:cxnSp>
        <p:nvCxnSpPr>
          <p:cNvPr id="10" name="Straight Arrow Connector 9">
            <a:extLst>
              <a:ext uri="{FF2B5EF4-FFF2-40B4-BE49-F238E27FC236}">
                <a16:creationId xmlns:a16="http://schemas.microsoft.com/office/drawing/2014/main" id="{CCA662BD-96C6-F836-C389-545D50610267}"/>
              </a:ext>
            </a:extLst>
          </p:cNvPr>
          <p:cNvCxnSpPr>
            <a:cxnSpLocks/>
            <a:stCxn id="7" idx="3"/>
            <a:endCxn id="4" idx="1"/>
          </p:cNvCxnSpPr>
          <p:nvPr/>
        </p:nvCxnSpPr>
        <p:spPr>
          <a:xfrm>
            <a:off x="3155674" y="4538102"/>
            <a:ext cx="3936403" cy="0"/>
          </a:xfrm>
          <a:prstGeom prst="straightConnector1">
            <a:avLst/>
          </a:prstGeom>
          <a:ln w="19050">
            <a:solidFill>
              <a:srgbClr val="00B050"/>
            </a:solidFill>
            <a:prstDash val="dash"/>
            <a:tailEnd type="triangle" w="lg" len="lg"/>
          </a:ln>
        </p:spPr>
        <p:style>
          <a:lnRef idx="1">
            <a:schemeClr val="dk1"/>
          </a:lnRef>
          <a:fillRef idx="0">
            <a:schemeClr val="dk1"/>
          </a:fillRef>
          <a:effectRef idx="0">
            <a:schemeClr val="dk1"/>
          </a:effectRef>
          <a:fontRef idx="minor">
            <a:schemeClr val="tx1"/>
          </a:fontRef>
        </p:style>
      </p:cxnSp>
      <p:sp>
        <p:nvSpPr>
          <p:cNvPr id="11" name="Rectangle 10">
            <a:extLst>
              <a:ext uri="{FF2B5EF4-FFF2-40B4-BE49-F238E27FC236}">
                <a16:creationId xmlns:a16="http://schemas.microsoft.com/office/drawing/2014/main" id="{06481305-F7BA-BE3B-9E55-678FBD39BA4B}"/>
              </a:ext>
            </a:extLst>
          </p:cNvPr>
          <p:cNvSpPr/>
          <p:nvPr/>
        </p:nvSpPr>
        <p:spPr>
          <a:xfrm>
            <a:off x="6675468" y="3539764"/>
            <a:ext cx="2476349" cy="1996675"/>
          </a:xfrm>
          <a:prstGeom prst="rect">
            <a:avLst/>
          </a:prstGeom>
          <a:solidFill>
            <a:srgbClr val="FFFF00">
              <a:alpha val="10000"/>
            </a:srgbClr>
          </a:solidFill>
          <a:ln w="158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B68AA68B-B813-BB7E-FE46-06CB1FF2417D}"/>
              </a:ext>
            </a:extLst>
          </p:cNvPr>
          <p:cNvSpPr txBox="1"/>
          <p:nvPr/>
        </p:nvSpPr>
        <p:spPr>
          <a:xfrm>
            <a:off x="9311832" y="3393416"/>
            <a:ext cx="2716311" cy="1631216"/>
          </a:xfrm>
          <a:prstGeom prst="rect">
            <a:avLst/>
          </a:prstGeom>
          <a:solidFill>
            <a:srgbClr val="FFFF00">
              <a:alpha val="10000"/>
            </a:srgbClr>
          </a:solidFill>
          <a:ln w="12700">
            <a:solidFill>
              <a:schemeClr val="accent1"/>
            </a:solidFill>
          </a:ln>
        </p:spPr>
        <p:txBody>
          <a:bodyPr wrap="square" rtlCol="0">
            <a:spAutoFit/>
          </a:bodyPr>
          <a:lstStyle/>
          <a:p>
            <a:pPr algn="ctr"/>
            <a:r>
              <a:rPr lang="en-US" sz="2000" i="1" dirty="0"/>
              <a:t>OS is now free to use this memory for other applications (or maybe your own application later on).</a:t>
            </a:r>
          </a:p>
        </p:txBody>
      </p:sp>
      <p:sp>
        <p:nvSpPr>
          <p:cNvPr id="15" name="TextBox 14">
            <a:extLst>
              <a:ext uri="{FF2B5EF4-FFF2-40B4-BE49-F238E27FC236}">
                <a16:creationId xmlns:a16="http://schemas.microsoft.com/office/drawing/2014/main" id="{56E2FCE7-AACC-40C8-85A5-BC2B422EF2D7}"/>
              </a:ext>
            </a:extLst>
          </p:cNvPr>
          <p:cNvSpPr txBox="1"/>
          <p:nvPr/>
        </p:nvSpPr>
        <p:spPr>
          <a:xfrm>
            <a:off x="9507541" y="365125"/>
            <a:ext cx="2444205" cy="1421928"/>
          </a:xfrm>
          <a:prstGeom prst="rect">
            <a:avLst/>
          </a:prstGeom>
          <a:solidFill>
            <a:srgbClr val="FFFF00">
              <a:alpha val="10000"/>
            </a:srgbClr>
          </a:solidFill>
          <a:ln w="12700">
            <a:solidFill>
              <a:schemeClr val="accent1"/>
            </a:solidFill>
          </a:ln>
        </p:spPr>
        <p:txBody>
          <a:bodyPr wrap="square" rtlCol="0">
            <a:spAutoFit/>
          </a:bodyPr>
          <a:lstStyle/>
          <a:p>
            <a:pPr marR="0" lvl="0" algn="l" defTabSz="914400" rtl="0" eaLnBrk="1" fontAlgn="auto" latinLnBrk="0" hangingPunct="1">
              <a:lnSpc>
                <a:spcPct val="90000"/>
              </a:lnSpc>
              <a:spcBef>
                <a:spcPts val="1000"/>
              </a:spcBef>
              <a:spcAft>
                <a:spcPts val="0"/>
              </a:spcAft>
              <a:buClrTx/>
              <a:buSzTx/>
              <a:tabLst/>
              <a:defRPr/>
            </a:pPr>
            <a:r>
              <a:rPr kumimoji="0" lang="en-US" sz="2400" b="1" i="1" u="sng" strike="noStrike" kern="1200" cap="none" spc="0" normalizeH="0" baseline="0" noProof="0" dirty="0">
                <a:ln>
                  <a:noFill/>
                </a:ln>
                <a:solidFill>
                  <a:prstClr val="black"/>
                </a:solidFill>
                <a:effectLst/>
                <a:uLnTx/>
                <a:uFillTx/>
                <a:latin typeface="Aptos"/>
                <a:ea typeface="+mn-ea"/>
                <a:cs typeface="+mn-cs"/>
              </a:rPr>
              <a:t>Note</a:t>
            </a:r>
            <a:r>
              <a:rPr kumimoji="0" lang="en-US" sz="2400" b="0" i="1" u="none" strike="noStrike" kern="1200" cap="none" spc="0" normalizeH="0" baseline="0" noProof="0" dirty="0">
                <a:ln>
                  <a:noFill/>
                </a:ln>
                <a:solidFill>
                  <a:prstClr val="black"/>
                </a:solidFill>
                <a:effectLst/>
                <a:uLnTx/>
                <a:uFillTx/>
                <a:latin typeface="Aptos"/>
                <a:ea typeface="+mn-ea"/>
                <a:cs typeface="+mn-cs"/>
              </a:rPr>
              <a:t> </a:t>
            </a:r>
            <a:br>
              <a:rPr kumimoji="0" lang="en-US" sz="2400" b="0" i="1" u="none" strike="noStrike" kern="1200" cap="none" spc="0" normalizeH="0" baseline="0" noProof="0" dirty="0">
                <a:ln>
                  <a:noFill/>
                </a:ln>
                <a:solidFill>
                  <a:prstClr val="black"/>
                </a:solidFill>
                <a:effectLst/>
                <a:uLnTx/>
                <a:uFillTx/>
                <a:latin typeface="Aptos"/>
                <a:ea typeface="+mn-ea"/>
                <a:cs typeface="+mn-cs"/>
              </a:rPr>
            </a:br>
            <a:r>
              <a:rPr lang="en-US" sz="2400" i="1" dirty="0">
                <a:solidFill>
                  <a:prstClr val="black"/>
                </a:solidFill>
                <a:latin typeface="Aptos"/>
              </a:rPr>
              <a:t>Y</a:t>
            </a:r>
            <a:r>
              <a:rPr kumimoji="0" lang="en-US" sz="2400" b="0" i="1" u="none" strike="noStrike" kern="1200" cap="none" spc="0" normalizeH="0" baseline="0" noProof="0" dirty="0" err="1">
                <a:ln>
                  <a:noFill/>
                </a:ln>
                <a:solidFill>
                  <a:prstClr val="black"/>
                </a:solidFill>
                <a:effectLst/>
                <a:uLnTx/>
                <a:uFillTx/>
                <a:latin typeface="Aptos"/>
                <a:ea typeface="+mn-ea"/>
                <a:cs typeface="+mn-cs"/>
              </a:rPr>
              <a:t>ou’re</a:t>
            </a:r>
            <a:r>
              <a:rPr kumimoji="0" lang="en-US" sz="2400" b="0" i="1" u="none" strike="noStrike" kern="1200" cap="none" spc="0" normalizeH="0" baseline="0" noProof="0" dirty="0">
                <a:ln>
                  <a:noFill/>
                </a:ln>
                <a:solidFill>
                  <a:prstClr val="black"/>
                </a:solidFill>
                <a:effectLst/>
                <a:uLnTx/>
                <a:uFillTx/>
                <a:latin typeface="Aptos"/>
                <a:ea typeface="+mn-ea"/>
                <a:cs typeface="+mn-cs"/>
              </a:rPr>
              <a:t> using the same pointer for deallocation.</a:t>
            </a:r>
            <a:endParaRPr kumimoji="0" lang="en-US" sz="2400" b="0" i="1" u="none" strike="noStrike" kern="1200" cap="none" spc="0" normalizeH="0" baseline="0" noProof="0" dirty="0">
              <a:ln>
                <a:noFill/>
              </a:ln>
              <a:solidFill>
                <a:srgbClr val="00B050"/>
              </a:solidFill>
              <a:effectLst/>
              <a:uLnTx/>
              <a:uFillTx/>
              <a:latin typeface="Roboto Mono" panose="00000009000000000000" pitchFamily="49" charset="0"/>
              <a:ea typeface="Roboto Mono" panose="00000009000000000000" pitchFamily="49" charset="0"/>
              <a:cs typeface="+mn-cs"/>
            </a:endParaRPr>
          </a:p>
        </p:txBody>
      </p:sp>
      <p:sp>
        <p:nvSpPr>
          <p:cNvPr id="13" name="TextBox 12">
            <a:extLst>
              <a:ext uri="{FF2B5EF4-FFF2-40B4-BE49-F238E27FC236}">
                <a16:creationId xmlns:a16="http://schemas.microsoft.com/office/drawing/2014/main" id="{5ECC23F8-83B5-E6E5-CB5F-5250F4F0A043}"/>
              </a:ext>
            </a:extLst>
          </p:cNvPr>
          <p:cNvSpPr txBox="1"/>
          <p:nvPr/>
        </p:nvSpPr>
        <p:spPr>
          <a:xfrm>
            <a:off x="4014503" y="4100732"/>
            <a:ext cx="1828800" cy="830997"/>
          </a:xfrm>
          <a:prstGeom prst="rect">
            <a:avLst/>
          </a:prstGeom>
          <a:solidFill>
            <a:srgbClr val="FFFF00">
              <a:alpha val="10000"/>
            </a:srgbClr>
          </a:solidFill>
          <a:ln w="12700">
            <a:solidFill>
              <a:schemeClr val="accent1"/>
            </a:solidFill>
          </a:ln>
        </p:spPr>
        <p:txBody>
          <a:bodyPr wrap="square" rtlCol="0">
            <a:spAutoFit/>
          </a:bodyPr>
          <a:lstStyle/>
          <a:p>
            <a:pPr algn="ctr"/>
            <a:r>
              <a:rPr lang="en-US" sz="2400" b="1" dirty="0" err="1">
                <a:latin typeface="Roboto Mono" panose="00000009000000000000" pitchFamily="49" charset="0"/>
                <a:ea typeface="Roboto Mono" panose="00000009000000000000" pitchFamily="49" charset="0"/>
              </a:rPr>
              <a:t>ptr</a:t>
            </a:r>
            <a:r>
              <a:rPr lang="en-US" sz="2400" dirty="0">
                <a:latin typeface="Roboto Mono" panose="00000009000000000000" pitchFamily="49" charset="0"/>
                <a:ea typeface="Roboto Mono" panose="00000009000000000000" pitchFamily="49" charset="0"/>
              </a:rPr>
              <a:t> </a:t>
            </a:r>
            <a:r>
              <a:rPr lang="en-US" sz="2400" i="1" dirty="0"/>
              <a:t>is left dangling.</a:t>
            </a:r>
          </a:p>
        </p:txBody>
      </p:sp>
    </p:spTree>
    <p:extLst>
      <p:ext uri="{BB962C8B-B14F-4D97-AF65-F5344CB8AC3E}">
        <p14:creationId xmlns:p14="http://schemas.microsoft.com/office/powerpoint/2010/main" val="15205253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E1CDA-FD53-A6B1-600F-BEDA303D1F93}"/>
              </a:ext>
            </a:extLst>
          </p:cNvPr>
          <p:cNvSpPr>
            <a:spLocks noGrp="1"/>
          </p:cNvSpPr>
          <p:nvPr>
            <p:ph type="title"/>
          </p:nvPr>
        </p:nvSpPr>
        <p:spPr/>
        <p:txBody>
          <a:bodyPr/>
          <a:lstStyle/>
          <a:p>
            <a:r>
              <a:rPr lang="en-US" dirty="0"/>
              <a:t>Dynamic Memory Allocation</a:t>
            </a:r>
          </a:p>
        </p:txBody>
      </p:sp>
      <p:sp>
        <p:nvSpPr>
          <p:cNvPr id="3" name="Content Placeholder 2">
            <a:extLst>
              <a:ext uri="{FF2B5EF4-FFF2-40B4-BE49-F238E27FC236}">
                <a16:creationId xmlns:a16="http://schemas.microsoft.com/office/drawing/2014/main" id="{F78889F9-CE36-865C-34E1-F957AA513C39}"/>
              </a:ext>
            </a:extLst>
          </p:cNvPr>
          <p:cNvSpPr>
            <a:spLocks noGrp="1"/>
          </p:cNvSpPr>
          <p:nvPr>
            <p:ph idx="1"/>
          </p:nvPr>
        </p:nvSpPr>
        <p:spPr/>
        <p:txBody>
          <a:bodyPr/>
          <a:lstStyle/>
          <a:p>
            <a:pPr marL="0" indent="0" algn="ctr">
              <a:buNone/>
            </a:pPr>
            <a:r>
              <a:rPr lang="en-US" b="1" dirty="0">
                <a:latin typeface="Roboto Mono" panose="00000009000000000000" pitchFamily="49" charset="0"/>
                <a:ea typeface="Roboto Mono" panose="00000009000000000000" pitchFamily="49" charset="0"/>
              </a:rPr>
              <a:t>delete </a:t>
            </a:r>
            <a:r>
              <a:rPr lang="en-US" dirty="0" err="1">
                <a:latin typeface="Roboto Mono" panose="00000009000000000000" pitchFamily="49" charset="0"/>
                <a:ea typeface="Roboto Mono" panose="00000009000000000000" pitchFamily="49" charset="0"/>
              </a:rPr>
              <a:t>ptr</a:t>
            </a:r>
            <a:r>
              <a:rPr lang="en-US" dirty="0">
                <a:latin typeface="Roboto Mono" panose="00000009000000000000" pitchFamily="49" charset="0"/>
                <a:ea typeface="Roboto Mono" panose="00000009000000000000" pitchFamily="49" charset="0"/>
              </a:rPr>
              <a:t>;	</a:t>
            </a:r>
            <a:r>
              <a:rPr lang="en-US" dirty="0">
                <a:solidFill>
                  <a:srgbClr val="00B050"/>
                </a:solidFill>
                <a:latin typeface="Roboto Mono" panose="00000009000000000000" pitchFamily="49" charset="0"/>
                <a:ea typeface="Roboto Mono" panose="00000009000000000000" pitchFamily="49" charset="0"/>
              </a:rPr>
              <a:t>// deallocation</a:t>
            </a:r>
          </a:p>
          <a:p>
            <a:pPr marL="0" indent="0" algn="ctr">
              <a:buNone/>
            </a:pPr>
            <a:r>
              <a:rPr lang="en-US" dirty="0" err="1">
                <a:latin typeface="Roboto Mono" panose="00000009000000000000" pitchFamily="49" charset="0"/>
                <a:ea typeface="Roboto Mono" panose="00000009000000000000" pitchFamily="49" charset="0"/>
              </a:rPr>
              <a:t>ptr</a:t>
            </a:r>
            <a:r>
              <a:rPr lang="en-US" dirty="0">
                <a:latin typeface="Roboto Mono" panose="00000009000000000000" pitchFamily="49" charset="0"/>
                <a:ea typeface="Roboto Mono" panose="00000009000000000000" pitchFamily="49" charset="0"/>
              </a:rPr>
              <a:t> = </a:t>
            </a:r>
            <a:r>
              <a:rPr lang="en-US" b="1" dirty="0" err="1">
                <a:latin typeface="Roboto Mono" panose="00000009000000000000" pitchFamily="49" charset="0"/>
                <a:ea typeface="Roboto Mono" panose="00000009000000000000" pitchFamily="49" charset="0"/>
              </a:rPr>
              <a:t>nullptr</a:t>
            </a:r>
            <a:r>
              <a:rPr lang="en-US" dirty="0">
                <a:latin typeface="Roboto Mono" panose="00000009000000000000" pitchFamily="49" charset="0"/>
                <a:ea typeface="Roboto Mono" panose="00000009000000000000" pitchFamily="49" charset="0"/>
              </a:rPr>
              <a:t>;	</a:t>
            </a:r>
            <a:r>
              <a:rPr lang="en-US" dirty="0">
                <a:solidFill>
                  <a:srgbClr val="00B050"/>
                </a:solidFill>
                <a:latin typeface="Roboto Mono" panose="00000009000000000000" pitchFamily="49" charset="0"/>
                <a:ea typeface="Roboto Mono" panose="00000009000000000000" pitchFamily="49" charset="0"/>
              </a:rPr>
              <a:t>// set to </a:t>
            </a:r>
            <a:r>
              <a:rPr lang="en-US" dirty="0" err="1">
                <a:solidFill>
                  <a:srgbClr val="00B050"/>
                </a:solidFill>
                <a:latin typeface="Roboto Mono" panose="00000009000000000000" pitchFamily="49" charset="0"/>
                <a:ea typeface="Roboto Mono" panose="00000009000000000000" pitchFamily="49" charset="0"/>
              </a:rPr>
              <a:t>nullptr</a:t>
            </a:r>
            <a:endParaRPr lang="en-US" dirty="0">
              <a:solidFill>
                <a:srgbClr val="00B050"/>
              </a:solidFill>
              <a:latin typeface="Roboto Mono" panose="00000009000000000000" pitchFamily="49" charset="0"/>
              <a:ea typeface="Roboto Mono" panose="00000009000000000000" pitchFamily="49" charset="0"/>
            </a:endParaRPr>
          </a:p>
          <a:p>
            <a:pPr marL="0" indent="0">
              <a:buNone/>
            </a:pPr>
            <a:endParaRPr lang="en-US" dirty="0"/>
          </a:p>
          <a:p>
            <a:r>
              <a:rPr lang="en-US" dirty="0"/>
              <a:t>Set the pointer to </a:t>
            </a:r>
            <a:r>
              <a:rPr lang="en-US" b="1" dirty="0" err="1">
                <a:latin typeface="Roboto Mono" panose="00000009000000000000" pitchFamily="49" charset="0"/>
                <a:ea typeface="Roboto Mono" panose="00000009000000000000" pitchFamily="49" charset="0"/>
              </a:rPr>
              <a:t>nullptr</a:t>
            </a:r>
            <a:r>
              <a:rPr lang="en-US" b="1" dirty="0">
                <a:latin typeface="Roboto Mono" panose="00000009000000000000" pitchFamily="49" charset="0"/>
                <a:ea typeface="Roboto Mono" panose="00000009000000000000" pitchFamily="49" charset="0"/>
              </a:rPr>
              <a:t> </a:t>
            </a:r>
            <a:r>
              <a:rPr lang="en-US" dirty="0"/>
              <a:t>once you’ve freed the memory that it was pointing at.</a:t>
            </a:r>
            <a:endParaRPr lang="en-US" dirty="0">
              <a:solidFill>
                <a:srgbClr val="00B050"/>
              </a:solidFill>
              <a:latin typeface="Roboto Mono" panose="00000009000000000000" pitchFamily="49" charset="0"/>
              <a:ea typeface="Roboto Mono" panose="00000009000000000000" pitchFamily="49" charset="0"/>
            </a:endParaRPr>
          </a:p>
        </p:txBody>
      </p:sp>
    </p:spTree>
    <p:extLst>
      <p:ext uri="{BB962C8B-B14F-4D97-AF65-F5344CB8AC3E}">
        <p14:creationId xmlns:p14="http://schemas.microsoft.com/office/powerpoint/2010/main" val="23463659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1D72EA3-BFDE-5FDF-584C-2823F6D312E7}"/>
              </a:ext>
            </a:extLst>
          </p:cNvPr>
          <p:cNvSpPr>
            <a:spLocks noGrp="1"/>
          </p:cNvSpPr>
          <p:nvPr>
            <p:ph type="ctrTitle"/>
          </p:nvPr>
        </p:nvSpPr>
        <p:spPr/>
        <p:txBody>
          <a:bodyPr/>
          <a:lstStyle/>
          <a:p>
            <a:r>
              <a:rPr lang="en-US" dirty="0"/>
              <a:t>What does it mean to</a:t>
            </a:r>
            <a:r>
              <a:rPr lang="en-US" dirty="0">
                <a:latin typeface="Roboto Mono" panose="00000009000000000000" pitchFamily="49" charset="0"/>
                <a:ea typeface="Roboto Mono" panose="00000009000000000000" pitchFamily="49" charset="0"/>
              </a:rPr>
              <a:t> </a:t>
            </a:r>
            <a:r>
              <a:rPr lang="en-US" dirty="0">
                <a:solidFill>
                  <a:schemeClr val="accent1"/>
                </a:solidFill>
                <a:latin typeface="Roboto Mono" panose="00000009000000000000" pitchFamily="49" charset="0"/>
                <a:ea typeface="Roboto Mono" panose="00000009000000000000" pitchFamily="49" charset="0"/>
              </a:rPr>
              <a:t>delete </a:t>
            </a:r>
            <a:r>
              <a:rPr lang="en-US" dirty="0" err="1">
                <a:solidFill>
                  <a:schemeClr val="accent1"/>
                </a:solidFill>
                <a:latin typeface="Roboto Mono" panose="00000009000000000000" pitchFamily="49" charset="0"/>
                <a:ea typeface="Roboto Mono" panose="00000009000000000000" pitchFamily="49" charset="0"/>
              </a:rPr>
              <a:t>ptr</a:t>
            </a:r>
            <a:r>
              <a:rPr lang="en-US" dirty="0">
                <a:solidFill>
                  <a:schemeClr val="accent1"/>
                </a:solidFill>
                <a:latin typeface="Roboto Mono" panose="00000009000000000000" pitchFamily="49" charset="0"/>
                <a:ea typeface="Roboto Mono" panose="00000009000000000000" pitchFamily="49" charset="0"/>
              </a:rPr>
              <a:t>; </a:t>
            </a:r>
            <a:r>
              <a:rPr lang="en-US" dirty="0">
                <a:ea typeface="Roboto Mono" panose="00000009000000000000" pitchFamily="49" charset="0"/>
              </a:rPr>
              <a:t>?</a:t>
            </a:r>
            <a:endParaRPr lang="en-US" dirty="0"/>
          </a:p>
        </p:txBody>
      </p:sp>
      <p:sp>
        <p:nvSpPr>
          <p:cNvPr id="6" name="Subtitle 5">
            <a:extLst>
              <a:ext uri="{FF2B5EF4-FFF2-40B4-BE49-F238E27FC236}">
                <a16:creationId xmlns:a16="http://schemas.microsoft.com/office/drawing/2014/main" id="{253ED4E4-0AAD-7CF1-CF57-B1225E02B3D8}"/>
              </a:ext>
            </a:extLst>
          </p:cNvPr>
          <p:cNvSpPr>
            <a:spLocks noGrp="1"/>
          </p:cNvSpPr>
          <p:nvPr>
            <p:ph type="subTitle" idx="1"/>
          </p:nvPr>
        </p:nvSpPr>
        <p:spPr/>
        <p:txBody>
          <a:bodyPr>
            <a:normAutofit/>
          </a:bodyPr>
          <a:lstStyle/>
          <a:p>
            <a:endParaRPr lang="en-US" sz="2800" i="1" dirty="0"/>
          </a:p>
          <a:p>
            <a:r>
              <a:rPr lang="en-US" sz="2800" i="1" dirty="0"/>
              <a:t>Some common misunderstandings…</a:t>
            </a:r>
          </a:p>
        </p:txBody>
      </p:sp>
    </p:spTree>
    <p:extLst>
      <p:ext uri="{BB962C8B-B14F-4D97-AF65-F5344CB8AC3E}">
        <p14:creationId xmlns:p14="http://schemas.microsoft.com/office/powerpoint/2010/main" val="5186303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E1CDA-FD53-A6B1-600F-BEDA303D1F93}"/>
              </a:ext>
            </a:extLst>
          </p:cNvPr>
          <p:cNvSpPr>
            <a:spLocks noGrp="1"/>
          </p:cNvSpPr>
          <p:nvPr>
            <p:ph type="title"/>
          </p:nvPr>
        </p:nvSpPr>
        <p:spPr/>
        <p:txBody>
          <a:bodyPr/>
          <a:lstStyle/>
          <a:p>
            <a:r>
              <a:rPr lang="en-US" dirty="0"/>
              <a:t>What does it mean to</a:t>
            </a:r>
            <a:r>
              <a:rPr lang="en-US" dirty="0">
                <a:latin typeface="Roboto Mono" panose="00000009000000000000" pitchFamily="49" charset="0"/>
                <a:ea typeface="Roboto Mono" panose="00000009000000000000" pitchFamily="49" charset="0"/>
              </a:rPr>
              <a:t> </a:t>
            </a:r>
            <a:r>
              <a:rPr lang="en-US" dirty="0">
                <a:solidFill>
                  <a:schemeClr val="accent1"/>
                </a:solidFill>
                <a:latin typeface="Roboto Mono" panose="00000009000000000000" pitchFamily="49" charset="0"/>
                <a:ea typeface="Roboto Mono" panose="00000009000000000000" pitchFamily="49" charset="0"/>
              </a:rPr>
              <a:t>delete </a:t>
            </a:r>
            <a:r>
              <a:rPr lang="en-US" dirty="0" err="1">
                <a:solidFill>
                  <a:schemeClr val="accent1"/>
                </a:solidFill>
                <a:latin typeface="Roboto Mono" panose="00000009000000000000" pitchFamily="49" charset="0"/>
                <a:ea typeface="Roboto Mono" panose="00000009000000000000" pitchFamily="49" charset="0"/>
              </a:rPr>
              <a:t>ptr</a:t>
            </a:r>
            <a:r>
              <a:rPr lang="en-US" dirty="0">
                <a:solidFill>
                  <a:schemeClr val="accent1"/>
                </a:solidFill>
                <a:latin typeface="Roboto Mono" panose="00000009000000000000" pitchFamily="49" charset="0"/>
                <a:ea typeface="Roboto Mono" panose="00000009000000000000" pitchFamily="49" charset="0"/>
              </a:rPr>
              <a:t>; </a:t>
            </a:r>
            <a:r>
              <a:rPr lang="en-US" dirty="0">
                <a:ea typeface="Roboto Mono" panose="00000009000000000000" pitchFamily="49" charset="0"/>
              </a:rPr>
              <a:t>?</a:t>
            </a:r>
            <a:endParaRPr lang="en-US" dirty="0"/>
          </a:p>
        </p:txBody>
      </p:sp>
      <p:sp>
        <p:nvSpPr>
          <p:cNvPr id="3" name="Content Placeholder 2">
            <a:extLst>
              <a:ext uri="{FF2B5EF4-FFF2-40B4-BE49-F238E27FC236}">
                <a16:creationId xmlns:a16="http://schemas.microsoft.com/office/drawing/2014/main" id="{F78889F9-CE36-865C-34E1-F957AA513C39}"/>
              </a:ext>
            </a:extLst>
          </p:cNvPr>
          <p:cNvSpPr>
            <a:spLocks noGrp="1"/>
          </p:cNvSpPr>
          <p:nvPr>
            <p:ph idx="1"/>
          </p:nvPr>
        </p:nvSpPr>
        <p:spPr/>
        <p:txBody>
          <a:bodyPr>
            <a:normAutofit/>
          </a:bodyPr>
          <a:lstStyle/>
          <a:p>
            <a:r>
              <a:rPr lang="en-US" dirty="0">
                <a:ea typeface="Roboto Mono" panose="00000009000000000000" pitchFamily="49" charset="0"/>
              </a:rPr>
              <a:t>The memory that </a:t>
            </a:r>
            <a:r>
              <a:rPr lang="en-US" b="1" dirty="0" err="1">
                <a:solidFill>
                  <a:schemeClr val="accent1"/>
                </a:solidFill>
                <a:latin typeface="Roboto Mono" panose="00000009000000000000" pitchFamily="49" charset="0"/>
                <a:ea typeface="Roboto Mono" panose="00000009000000000000" pitchFamily="49" charset="0"/>
              </a:rPr>
              <a:t>ptr</a:t>
            </a:r>
            <a:r>
              <a:rPr lang="en-US" b="1" dirty="0">
                <a:solidFill>
                  <a:schemeClr val="accent1"/>
                </a:solidFill>
                <a:latin typeface="Roboto Mono" panose="00000009000000000000" pitchFamily="49" charset="0"/>
                <a:ea typeface="Roboto Mono" panose="00000009000000000000" pitchFamily="49" charset="0"/>
              </a:rPr>
              <a:t> </a:t>
            </a:r>
            <a:r>
              <a:rPr lang="en-US" dirty="0">
                <a:ea typeface="Roboto Mono" panose="00000009000000000000" pitchFamily="49" charset="0"/>
              </a:rPr>
              <a:t>is pointing to is </a:t>
            </a:r>
            <a:r>
              <a:rPr lang="en-US" u="sng" dirty="0">
                <a:ea typeface="Roboto Mono" panose="00000009000000000000" pitchFamily="49" charset="0"/>
              </a:rPr>
              <a:t>returned back</a:t>
            </a:r>
            <a:r>
              <a:rPr lang="en-US" dirty="0">
                <a:ea typeface="Roboto Mono" panose="00000009000000000000" pitchFamily="49" charset="0"/>
              </a:rPr>
              <a:t> to the operating system. </a:t>
            </a:r>
          </a:p>
          <a:p>
            <a:endParaRPr lang="en-US" dirty="0">
              <a:ea typeface="Roboto Mono" panose="00000009000000000000" pitchFamily="49" charset="0"/>
            </a:endParaRPr>
          </a:p>
          <a:p>
            <a:r>
              <a:rPr lang="en-US" dirty="0">
                <a:ea typeface="Roboto Mono" panose="00000009000000000000" pitchFamily="49" charset="0"/>
              </a:rPr>
              <a:t>The OS is then </a:t>
            </a:r>
            <a:r>
              <a:rPr lang="en-US" u="sng" dirty="0">
                <a:ea typeface="Roboto Mono" panose="00000009000000000000" pitchFamily="49" charset="0"/>
              </a:rPr>
              <a:t>free to reassign that memory</a:t>
            </a:r>
            <a:r>
              <a:rPr lang="en-US" dirty="0">
                <a:ea typeface="Roboto Mono" panose="00000009000000000000" pitchFamily="49" charset="0"/>
              </a:rPr>
              <a:t> to another application (or to this application again later).</a:t>
            </a:r>
          </a:p>
          <a:p>
            <a:endParaRPr lang="en-US" dirty="0">
              <a:ea typeface="Roboto Mono" panose="00000009000000000000" pitchFamily="49" charset="0"/>
            </a:endParaRPr>
          </a:p>
          <a:p>
            <a:r>
              <a:rPr lang="en-US" dirty="0">
                <a:ea typeface="Roboto Mono" panose="00000009000000000000" pitchFamily="49" charset="0"/>
              </a:rPr>
              <a:t>The delete operator does not actually </a:t>
            </a:r>
            <a:r>
              <a:rPr lang="en-US" b="1" dirty="0">
                <a:ea typeface="Roboto Mono" panose="00000009000000000000" pitchFamily="49" charset="0"/>
              </a:rPr>
              <a:t>delete or remove </a:t>
            </a:r>
            <a:r>
              <a:rPr lang="en-US" dirty="0">
                <a:ea typeface="Roboto Mono" panose="00000009000000000000" pitchFamily="49" charset="0"/>
              </a:rPr>
              <a:t>anything. </a:t>
            </a:r>
          </a:p>
          <a:p>
            <a:pPr lvl="1"/>
            <a:r>
              <a:rPr lang="en-US" dirty="0">
                <a:ea typeface="Roboto Mono" panose="00000009000000000000" pitchFamily="49" charset="0"/>
              </a:rPr>
              <a:t>The number of available memory locations does not shrink.</a:t>
            </a:r>
          </a:p>
          <a:p>
            <a:pPr lvl="1"/>
            <a:r>
              <a:rPr lang="en-US" dirty="0">
                <a:ea typeface="Roboto Mono" panose="00000009000000000000" pitchFamily="49" charset="0"/>
              </a:rPr>
              <a:t>In fact, the pool of free memory has increased because of deallocation.</a:t>
            </a:r>
          </a:p>
          <a:p>
            <a:endParaRPr lang="en-US" dirty="0">
              <a:ea typeface="Roboto Mono" panose="00000009000000000000" pitchFamily="49" charset="0"/>
            </a:endParaRPr>
          </a:p>
        </p:txBody>
      </p:sp>
    </p:spTree>
    <p:extLst>
      <p:ext uri="{BB962C8B-B14F-4D97-AF65-F5344CB8AC3E}">
        <p14:creationId xmlns:p14="http://schemas.microsoft.com/office/powerpoint/2010/main" val="286647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E1CDA-FD53-A6B1-600F-BEDA303D1F93}"/>
              </a:ext>
            </a:extLst>
          </p:cNvPr>
          <p:cNvSpPr>
            <a:spLocks noGrp="1"/>
          </p:cNvSpPr>
          <p:nvPr>
            <p:ph type="title"/>
          </p:nvPr>
        </p:nvSpPr>
        <p:spPr/>
        <p:txBody>
          <a:bodyPr/>
          <a:lstStyle/>
          <a:p>
            <a:r>
              <a:rPr lang="en-US" dirty="0"/>
              <a:t>What does it mean to</a:t>
            </a:r>
            <a:r>
              <a:rPr lang="en-US" dirty="0">
                <a:latin typeface="Roboto Mono" panose="00000009000000000000" pitchFamily="49" charset="0"/>
                <a:ea typeface="Roboto Mono" panose="00000009000000000000" pitchFamily="49" charset="0"/>
              </a:rPr>
              <a:t> </a:t>
            </a:r>
            <a:r>
              <a:rPr lang="en-US" dirty="0">
                <a:solidFill>
                  <a:schemeClr val="accent1"/>
                </a:solidFill>
                <a:latin typeface="Roboto Mono" panose="00000009000000000000" pitchFamily="49" charset="0"/>
                <a:ea typeface="Roboto Mono" panose="00000009000000000000" pitchFamily="49" charset="0"/>
              </a:rPr>
              <a:t>delete </a:t>
            </a:r>
            <a:r>
              <a:rPr lang="en-US" dirty="0" err="1">
                <a:solidFill>
                  <a:schemeClr val="accent1"/>
                </a:solidFill>
                <a:latin typeface="Roboto Mono" panose="00000009000000000000" pitchFamily="49" charset="0"/>
                <a:ea typeface="Roboto Mono" panose="00000009000000000000" pitchFamily="49" charset="0"/>
              </a:rPr>
              <a:t>ptr</a:t>
            </a:r>
            <a:r>
              <a:rPr lang="en-US" dirty="0">
                <a:solidFill>
                  <a:schemeClr val="accent1"/>
                </a:solidFill>
                <a:latin typeface="Roboto Mono" panose="00000009000000000000" pitchFamily="49" charset="0"/>
                <a:ea typeface="Roboto Mono" panose="00000009000000000000" pitchFamily="49" charset="0"/>
              </a:rPr>
              <a:t>; </a:t>
            </a:r>
            <a:r>
              <a:rPr lang="en-US" dirty="0">
                <a:ea typeface="Roboto Mono" panose="00000009000000000000" pitchFamily="49" charset="0"/>
              </a:rPr>
              <a:t>?</a:t>
            </a:r>
            <a:endParaRPr lang="en-US" dirty="0"/>
          </a:p>
        </p:txBody>
      </p:sp>
      <p:sp>
        <p:nvSpPr>
          <p:cNvPr id="3" name="Content Placeholder 2">
            <a:extLst>
              <a:ext uri="{FF2B5EF4-FFF2-40B4-BE49-F238E27FC236}">
                <a16:creationId xmlns:a16="http://schemas.microsoft.com/office/drawing/2014/main" id="{F78889F9-CE36-865C-34E1-F957AA513C39}"/>
              </a:ext>
            </a:extLst>
          </p:cNvPr>
          <p:cNvSpPr>
            <a:spLocks noGrp="1"/>
          </p:cNvSpPr>
          <p:nvPr>
            <p:ph idx="1"/>
          </p:nvPr>
        </p:nvSpPr>
        <p:spPr/>
        <p:txBody>
          <a:bodyPr>
            <a:normAutofit fontScale="92500" lnSpcReduction="20000"/>
          </a:bodyPr>
          <a:lstStyle/>
          <a:p>
            <a:r>
              <a:rPr lang="en-US" dirty="0">
                <a:ea typeface="Roboto Mono" panose="00000009000000000000" pitchFamily="49" charset="0"/>
              </a:rPr>
              <a:t>Also, we are not deleting the pointer variable, </a:t>
            </a:r>
            <a:r>
              <a:rPr lang="en-US" b="1" dirty="0" err="1">
                <a:solidFill>
                  <a:schemeClr val="accent1"/>
                </a:solidFill>
                <a:latin typeface="Roboto Mono" panose="00000009000000000000" pitchFamily="49" charset="0"/>
                <a:ea typeface="Roboto Mono" panose="00000009000000000000" pitchFamily="49" charset="0"/>
              </a:rPr>
              <a:t>ptr</a:t>
            </a:r>
            <a:r>
              <a:rPr lang="en-US" dirty="0">
                <a:ea typeface="Roboto Mono" panose="00000009000000000000" pitchFamily="49" charset="0"/>
              </a:rPr>
              <a:t>.</a:t>
            </a:r>
          </a:p>
          <a:p>
            <a:pPr lvl="1"/>
            <a:r>
              <a:rPr lang="en-US" dirty="0">
                <a:ea typeface="Roboto Mono" panose="00000009000000000000" pitchFamily="49" charset="0"/>
              </a:rPr>
              <a:t>You can still work with </a:t>
            </a:r>
            <a:r>
              <a:rPr lang="en-US" b="1" dirty="0" err="1">
                <a:solidFill>
                  <a:schemeClr val="accent1"/>
                </a:solidFill>
                <a:latin typeface="Roboto Mono" panose="00000009000000000000" pitchFamily="49" charset="0"/>
                <a:ea typeface="Roboto Mono" panose="00000009000000000000" pitchFamily="49" charset="0"/>
              </a:rPr>
              <a:t>ptr</a:t>
            </a:r>
            <a:r>
              <a:rPr lang="en-US" b="1" dirty="0">
                <a:solidFill>
                  <a:schemeClr val="accent1"/>
                </a:solidFill>
                <a:latin typeface="Roboto Mono" panose="00000009000000000000" pitchFamily="49" charset="0"/>
                <a:ea typeface="Roboto Mono" panose="00000009000000000000" pitchFamily="49" charset="0"/>
              </a:rPr>
              <a:t> </a:t>
            </a:r>
            <a:r>
              <a:rPr lang="en-US" dirty="0">
                <a:ea typeface="Roboto Mono" panose="00000009000000000000" pitchFamily="49" charset="0"/>
              </a:rPr>
              <a:t>as long as it’s in scope.</a:t>
            </a:r>
          </a:p>
          <a:p>
            <a:endParaRPr lang="en-US" dirty="0">
              <a:ea typeface="Roboto Mono" panose="00000009000000000000" pitchFamily="49" charset="0"/>
            </a:endParaRPr>
          </a:p>
          <a:p>
            <a:r>
              <a:rPr lang="en-US" dirty="0">
                <a:ea typeface="Roboto Mono" panose="00000009000000000000" pitchFamily="49" charset="0"/>
              </a:rPr>
              <a:t>Once you have performed </a:t>
            </a:r>
            <a:r>
              <a:rPr lang="en-US" b="1" dirty="0">
                <a:latin typeface="Roboto Mono" panose="00000009000000000000" pitchFamily="49" charset="0"/>
                <a:ea typeface="Roboto Mono" panose="00000009000000000000" pitchFamily="49" charset="0"/>
              </a:rPr>
              <a:t>delete</a:t>
            </a:r>
            <a:r>
              <a:rPr lang="en-US" dirty="0">
                <a:ea typeface="Roboto Mono" panose="00000009000000000000" pitchFamily="49" charset="0"/>
              </a:rPr>
              <a:t>, you can have </a:t>
            </a:r>
            <a:r>
              <a:rPr lang="en-US" b="1" dirty="0" err="1">
                <a:solidFill>
                  <a:schemeClr val="accent1"/>
                </a:solidFill>
                <a:latin typeface="Roboto Mono" panose="00000009000000000000" pitchFamily="49" charset="0"/>
                <a:ea typeface="Roboto Mono" panose="00000009000000000000" pitchFamily="49" charset="0"/>
              </a:rPr>
              <a:t>ptr</a:t>
            </a:r>
            <a:r>
              <a:rPr lang="en-US" b="1" dirty="0">
                <a:solidFill>
                  <a:schemeClr val="accent1"/>
                </a:solidFill>
                <a:latin typeface="Roboto Mono" panose="00000009000000000000" pitchFamily="49" charset="0"/>
                <a:ea typeface="Roboto Mono" panose="00000009000000000000" pitchFamily="49" charset="0"/>
              </a:rPr>
              <a:t> </a:t>
            </a:r>
            <a:r>
              <a:rPr lang="en-US" dirty="0">
                <a:ea typeface="Roboto Mono" panose="00000009000000000000" pitchFamily="49" charset="0"/>
              </a:rPr>
              <a:t>point to some other entity.</a:t>
            </a:r>
          </a:p>
          <a:p>
            <a:pPr lvl="1"/>
            <a:r>
              <a:rPr lang="en-US" dirty="0" err="1">
                <a:solidFill>
                  <a:schemeClr val="accent1"/>
                </a:solidFill>
                <a:latin typeface="Roboto Mono" panose="00000009000000000000" pitchFamily="49" charset="0"/>
                <a:ea typeface="Roboto Mono" panose="00000009000000000000" pitchFamily="49" charset="0"/>
              </a:rPr>
              <a:t>ptr</a:t>
            </a:r>
            <a:r>
              <a:rPr lang="en-US" dirty="0">
                <a:solidFill>
                  <a:schemeClr val="accent1"/>
                </a:solidFill>
                <a:latin typeface="Roboto Mono" panose="00000009000000000000" pitchFamily="49" charset="0"/>
                <a:ea typeface="Roboto Mono" panose="00000009000000000000" pitchFamily="49" charset="0"/>
              </a:rPr>
              <a:t> = &amp;</a:t>
            </a:r>
            <a:r>
              <a:rPr lang="en-US" dirty="0" err="1">
                <a:solidFill>
                  <a:schemeClr val="accent1"/>
                </a:solidFill>
                <a:latin typeface="Roboto Mono" panose="00000009000000000000" pitchFamily="49" charset="0"/>
                <a:ea typeface="Roboto Mono" panose="00000009000000000000" pitchFamily="49" charset="0"/>
              </a:rPr>
              <a:t>another_entity</a:t>
            </a:r>
            <a:r>
              <a:rPr lang="en-US" dirty="0">
                <a:solidFill>
                  <a:schemeClr val="accent1"/>
                </a:solidFill>
                <a:latin typeface="Roboto Mono" panose="00000009000000000000" pitchFamily="49" charset="0"/>
                <a:ea typeface="Roboto Mono" panose="00000009000000000000" pitchFamily="49" charset="0"/>
              </a:rPr>
              <a:t>;</a:t>
            </a:r>
          </a:p>
          <a:p>
            <a:endParaRPr lang="en-US" dirty="0">
              <a:ea typeface="Roboto Mono" panose="00000009000000000000" pitchFamily="49" charset="0"/>
            </a:endParaRPr>
          </a:p>
          <a:p>
            <a:r>
              <a:rPr lang="en-US" dirty="0">
                <a:ea typeface="Roboto Mono" panose="00000009000000000000" pitchFamily="49" charset="0"/>
              </a:rPr>
              <a:t>You also saw that it could be set to </a:t>
            </a:r>
            <a:r>
              <a:rPr lang="en-US" b="1" dirty="0" err="1">
                <a:solidFill>
                  <a:schemeClr val="accent1"/>
                </a:solidFill>
                <a:latin typeface="Roboto Mono" panose="00000009000000000000" pitchFamily="49" charset="0"/>
                <a:ea typeface="Roboto Mono" panose="00000009000000000000" pitchFamily="49" charset="0"/>
              </a:rPr>
              <a:t>nullptr</a:t>
            </a:r>
            <a:r>
              <a:rPr lang="en-US" dirty="0">
                <a:ea typeface="Roboto Mono" panose="00000009000000000000" pitchFamily="49" charset="0"/>
              </a:rPr>
              <a:t>.</a:t>
            </a:r>
          </a:p>
          <a:p>
            <a:pPr lvl="1"/>
            <a:r>
              <a:rPr lang="en-US" dirty="0" err="1">
                <a:solidFill>
                  <a:schemeClr val="accent1"/>
                </a:solidFill>
                <a:latin typeface="Roboto Mono" panose="00000009000000000000" pitchFamily="49" charset="0"/>
                <a:ea typeface="Roboto Mono" panose="00000009000000000000" pitchFamily="49" charset="0"/>
              </a:rPr>
              <a:t>ptr</a:t>
            </a:r>
            <a:r>
              <a:rPr lang="en-US" dirty="0">
                <a:solidFill>
                  <a:schemeClr val="accent1"/>
                </a:solidFill>
                <a:latin typeface="Roboto Mono" panose="00000009000000000000" pitchFamily="49" charset="0"/>
                <a:ea typeface="Roboto Mono" panose="00000009000000000000" pitchFamily="49" charset="0"/>
              </a:rPr>
              <a:t> = </a:t>
            </a:r>
            <a:r>
              <a:rPr lang="en-US" b="1" dirty="0" err="1">
                <a:solidFill>
                  <a:schemeClr val="accent1"/>
                </a:solidFill>
                <a:latin typeface="Roboto Mono" panose="00000009000000000000" pitchFamily="49" charset="0"/>
                <a:ea typeface="Roboto Mono" panose="00000009000000000000" pitchFamily="49" charset="0"/>
              </a:rPr>
              <a:t>nullptr</a:t>
            </a:r>
            <a:r>
              <a:rPr lang="en-US" dirty="0">
                <a:solidFill>
                  <a:schemeClr val="accent1"/>
                </a:solidFill>
                <a:latin typeface="Roboto Mono" panose="00000009000000000000" pitchFamily="49" charset="0"/>
                <a:ea typeface="Roboto Mono" panose="00000009000000000000" pitchFamily="49" charset="0"/>
              </a:rPr>
              <a:t>;</a:t>
            </a:r>
          </a:p>
          <a:p>
            <a:endParaRPr lang="en-US" dirty="0">
              <a:solidFill>
                <a:schemeClr val="accent1"/>
              </a:solidFill>
              <a:latin typeface="Roboto Mono" panose="00000009000000000000" pitchFamily="49" charset="0"/>
              <a:ea typeface="Roboto Mono" panose="00000009000000000000" pitchFamily="49" charset="0"/>
            </a:endParaRPr>
          </a:p>
          <a:p>
            <a:r>
              <a:rPr lang="en-US" dirty="0">
                <a:ea typeface="Roboto Mono" panose="00000009000000000000" pitchFamily="49" charset="0"/>
              </a:rPr>
              <a:t>You can dynamically allocate memory again.</a:t>
            </a:r>
          </a:p>
          <a:p>
            <a:pPr lvl="1"/>
            <a:r>
              <a:rPr lang="en-US" dirty="0" err="1">
                <a:solidFill>
                  <a:schemeClr val="accent1"/>
                </a:solidFill>
                <a:latin typeface="Roboto Mono" panose="00000009000000000000" pitchFamily="49" charset="0"/>
                <a:ea typeface="Roboto Mono" panose="00000009000000000000" pitchFamily="49" charset="0"/>
              </a:rPr>
              <a:t>ptr</a:t>
            </a:r>
            <a:r>
              <a:rPr lang="en-US" dirty="0">
                <a:solidFill>
                  <a:schemeClr val="accent1"/>
                </a:solidFill>
                <a:latin typeface="Roboto Mono" panose="00000009000000000000" pitchFamily="49" charset="0"/>
                <a:ea typeface="Roboto Mono" panose="00000009000000000000" pitchFamily="49" charset="0"/>
              </a:rPr>
              <a:t> = new int{-13};</a:t>
            </a:r>
          </a:p>
          <a:p>
            <a:endParaRPr lang="en-US" dirty="0">
              <a:solidFill>
                <a:schemeClr val="accent1"/>
              </a:solidFill>
              <a:latin typeface="Roboto Mono" panose="00000009000000000000" pitchFamily="49" charset="0"/>
              <a:ea typeface="Roboto Mono" panose="00000009000000000000" pitchFamily="49" charset="0"/>
            </a:endParaRPr>
          </a:p>
          <a:p>
            <a:endParaRPr lang="en-US" dirty="0">
              <a:solidFill>
                <a:schemeClr val="accent1"/>
              </a:solidFill>
              <a:ea typeface="Roboto Mono" panose="00000009000000000000" pitchFamily="49" charset="0"/>
            </a:endParaRPr>
          </a:p>
        </p:txBody>
      </p:sp>
    </p:spTree>
    <p:extLst>
      <p:ext uri="{BB962C8B-B14F-4D97-AF65-F5344CB8AC3E}">
        <p14:creationId xmlns:p14="http://schemas.microsoft.com/office/powerpoint/2010/main" val="930009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CADAF90-DC0A-850B-A1E5-2CD9906AB71D}"/>
              </a:ext>
            </a:extLst>
          </p:cNvPr>
          <p:cNvSpPr>
            <a:spLocks noGrp="1"/>
          </p:cNvSpPr>
          <p:nvPr>
            <p:ph type="ctrTitle"/>
          </p:nvPr>
        </p:nvSpPr>
        <p:spPr/>
        <p:txBody>
          <a:bodyPr/>
          <a:lstStyle/>
          <a:p>
            <a:r>
              <a:rPr lang="en-US" dirty="0"/>
              <a:t>An Implication of </a:t>
            </a:r>
            <a:r>
              <a:rPr lang="en-US" dirty="0">
                <a:latin typeface="Roboto Mono" panose="00000009000000000000" pitchFamily="49" charset="0"/>
                <a:ea typeface="Roboto Mono" panose="00000009000000000000" pitchFamily="49" charset="0"/>
              </a:rPr>
              <a:t>delete</a:t>
            </a:r>
            <a:endParaRPr lang="en-US" dirty="0"/>
          </a:p>
        </p:txBody>
      </p:sp>
    </p:spTree>
    <p:extLst>
      <p:ext uri="{BB962C8B-B14F-4D97-AF65-F5344CB8AC3E}">
        <p14:creationId xmlns:p14="http://schemas.microsoft.com/office/powerpoint/2010/main" val="35551025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B1CEA-1D3C-CFD5-740F-73D9711F113C}"/>
              </a:ext>
            </a:extLst>
          </p:cNvPr>
          <p:cNvSpPr>
            <a:spLocks noGrp="1"/>
          </p:cNvSpPr>
          <p:nvPr>
            <p:ph type="title"/>
          </p:nvPr>
        </p:nvSpPr>
        <p:spPr/>
        <p:txBody>
          <a:bodyPr/>
          <a:lstStyle/>
          <a:p>
            <a:r>
              <a:rPr lang="en-US" dirty="0"/>
              <a:t>An Implication of </a:t>
            </a:r>
            <a:r>
              <a:rPr lang="en-US" dirty="0">
                <a:latin typeface="Roboto Mono" panose="00000009000000000000" pitchFamily="49" charset="0"/>
                <a:ea typeface="Roboto Mono" panose="00000009000000000000" pitchFamily="49" charset="0"/>
              </a:rPr>
              <a:t>delete</a:t>
            </a:r>
            <a:endParaRPr lang="en-US" dirty="0"/>
          </a:p>
        </p:txBody>
      </p:sp>
      <p:sp>
        <p:nvSpPr>
          <p:cNvPr id="3" name="Content Placeholder 2">
            <a:extLst>
              <a:ext uri="{FF2B5EF4-FFF2-40B4-BE49-F238E27FC236}">
                <a16:creationId xmlns:a16="http://schemas.microsoft.com/office/drawing/2014/main" id="{74EF7C04-A6AC-02A9-DC75-649D7319E658}"/>
              </a:ext>
            </a:extLst>
          </p:cNvPr>
          <p:cNvSpPr>
            <a:spLocks noGrp="1"/>
          </p:cNvSpPr>
          <p:nvPr>
            <p:ph idx="1"/>
          </p:nvPr>
        </p:nvSpPr>
        <p:spPr/>
        <p:txBody>
          <a:bodyPr/>
          <a:lstStyle/>
          <a:p>
            <a:r>
              <a:rPr lang="en-US" dirty="0"/>
              <a:t>Couple of questions…</a:t>
            </a:r>
          </a:p>
          <a:p>
            <a:endParaRPr lang="en-US" dirty="0"/>
          </a:p>
          <a:p>
            <a:r>
              <a:rPr lang="en-US" dirty="0">
                <a:solidFill>
                  <a:srgbClr val="FF0000"/>
                </a:solidFill>
              </a:rPr>
              <a:t>What if you had two (or more) pointers pointing at the same memory address, and that address gets deallocated?</a:t>
            </a:r>
          </a:p>
          <a:p>
            <a:endParaRPr lang="en-US" dirty="0">
              <a:solidFill>
                <a:srgbClr val="FF0000"/>
              </a:solidFill>
            </a:endParaRPr>
          </a:p>
          <a:p>
            <a:r>
              <a:rPr lang="en-US" dirty="0">
                <a:solidFill>
                  <a:srgbClr val="FF0000"/>
                </a:solidFill>
              </a:rPr>
              <a:t>Similarly, what if you had two (or more) pointers pointing at the same variable, and that variable goes out of scope?</a:t>
            </a:r>
          </a:p>
          <a:p>
            <a:endParaRPr lang="en-US" dirty="0"/>
          </a:p>
        </p:txBody>
      </p:sp>
    </p:spTree>
    <p:extLst>
      <p:ext uri="{BB962C8B-B14F-4D97-AF65-F5344CB8AC3E}">
        <p14:creationId xmlns:p14="http://schemas.microsoft.com/office/powerpoint/2010/main" val="7993672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B7B4F3F-B0D9-04F8-1813-494C0113D1D9}"/>
              </a:ext>
            </a:extLst>
          </p:cNvPr>
          <p:cNvSpPr txBox="1"/>
          <p:nvPr/>
        </p:nvSpPr>
        <p:spPr>
          <a:xfrm>
            <a:off x="9964371" y="963136"/>
            <a:ext cx="1643132" cy="461665"/>
          </a:xfrm>
          <a:prstGeom prst="rect">
            <a:avLst/>
          </a:prstGeom>
          <a:solidFill>
            <a:schemeClr val="accent1">
              <a:lumMod val="20000"/>
              <a:lumOff val="80000"/>
            </a:schemeClr>
          </a:solidFill>
          <a:ln>
            <a:solidFill>
              <a:schemeClr val="accent1"/>
            </a:solidFill>
          </a:ln>
        </p:spPr>
        <p:txBody>
          <a:bodyPr wrap="square" rtlCol="0">
            <a:spAutoFit/>
          </a:bodyPr>
          <a:lstStyle/>
          <a:p>
            <a:pPr algn="ctr"/>
            <a:r>
              <a:rPr lang="en-US" sz="2400" b="1" dirty="0">
                <a:solidFill>
                  <a:schemeClr val="accent1"/>
                </a:solidFill>
                <a:latin typeface="Roboto Mono" panose="00000009000000000000" pitchFamily="49" charset="0"/>
                <a:ea typeface="Roboto Mono" panose="00000009000000000000" pitchFamily="49" charset="0"/>
              </a:rPr>
              <a:t>17</a:t>
            </a:r>
            <a:endParaRPr lang="en-US" b="1" dirty="0">
              <a:solidFill>
                <a:schemeClr val="accent1"/>
              </a:solidFill>
              <a:latin typeface="Roboto Mono" panose="00000009000000000000" pitchFamily="49" charset="0"/>
              <a:ea typeface="Roboto Mono" panose="00000009000000000000" pitchFamily="49" charset="0"/>
            </a:endParaRPr>
          </a:p>
        </p:txBody>
      </p:sp>
      <p:sp>
        <p:nvSpPr>
          <p:cNvPr id="5" name="TextBox 4">
            <a:extLst>
              <a:ext uri="{FF2B5EF4-FFF2-40B4-BE49-F238E27FC236}">
                <a16:creationId xmlns:a16="http://schemas.microsoft.com/office/drawing/2014/main" id="{9876E76D-4F84-D5C1-BB32-00A81AA6D064}"/>
              </a:ext>
            </a:extLst>
          </p:cNvPr>
          <p:cNvSpPr txBox="1"/>
          <p:nvPr/>
        </p:nvSpPr>
        <p:spPr>
          <a:xfrm>
            <a:off x="10127327" y="434003"/>
            <a:ext cx="1343377" cy="400110"/>
          </a:xfrm>
          <a:prstGeom prst="rect">
            <a:avLst/>
          </a:prstGeom>
          <a:noFill/>
          <a:ln>
            <a:noFill/>
          </a:ln>
        </p:spPr>
        <p:txBody>
          <a:bodyPr wrap="square" rtlCol="0">
            <a:spAutoFit/>
          </a:bodyPr>
          <a:lstStyle/>
          <a:p>
            <a:pPr algn="ctr"/>
            <a:r>
              <a:rPr lang="en-US" sz="2000" b="1" dirty="0">
                <a:solidFill>
                  <a:schemeClr val="accent1"/>
                </a:solidFill>
                <a:latin typeface="Roboto Mono" panose="00000009000000000000" pitchFamily="49" charset="0"/>
                <a:ea typeface="Roboto Mono" panose="00000009000000000000" pitchFamily="49" charset="0"/>
              </a:rPr>
              <a:t>double</a:t>
            </a:r>
          </a:p>
        </p:txBody>
      </p:sp>
      <p:sp>
        <p:nvSpPr>
          <p:cNvPr id="6" name="TextBox 5">
            <a:extLst>
              <a:ext uri="{FF2B5EF4-FFF2-40B4-BE49-F238E27FC236}">
                <a16:creationId xmlns:a16="http://schemas.microsoft.com/office/drawing/2014/main" id="{142E2364-8714-6932-3F3F-6A0661F1A1CC}"/>
              </a:ext>
            </a:extLst>
          </p:cNvPr>
          <p:cNvSpPr txBox="1"/>
          <p:nvPr/>
        </p:nvSpPr>
        <p:spPr>
          <a:xfrm>
            <a:off x="10127326" y="1553825"/>
            <a:ext cx="1343377" cy="400110"/>
          </a:xfrm>
          <a:prstGeom prst="rect">
            <a:avLst/>
          </a:prstGeom>
          <a:noFill/>
          <a:ln>
            <a:noFill/>
          </a:ln>
        </p:spPr>
        <p:txBody>
          <a:bodyPr wrap="square" rtlCol="0">
            <a:spAutoFit/>
          </a:bodyPr>
          <a:lstStyle/>
          <a:p>
            <a:pPr algn="ctr"/>
            <a:r>
              <a:rPr lang="en-US" sz="2000" b="1" dirty="0">
                <a:solidFill>
                  <a:schemeClr val="accent1"/>
                </a:solidFill>
                <a:latin typeface="Roboto Mono" panose="00000009000000000000" pitchFamily="49" charset="0"/>
                <a:ea typeface="Roboto Mono" panose="00000009000000000000" pitchFamily="49" charset="0"/>
              </a:rPr>
              <a:t>0x10</a:t>
            </a:r>
          </a:p>
        </p:txBody>
      </p:sp>
      <p:sp>
        <p:nvSpPr>
          <p:cNvPr id="7" name="TextBox 6">
            <a:extLst>
              <a:ext uri="{FF2B5EF4-FFF2-40B4-BE49-F238E27FC236}">
                <a16:creationId xmlns:a16="http://schemas.microsoft.com/office/drawing/2014/main" id="{5FE1C68C-C130-260C-0D44-A509E08CE9D2}"/>
              </a:ext>
            </a:extLst>
          </p:cNvPr>
          <p:cNvSpPr txBox="1"/>
          <p:nvPr/>
        </p:nvSpPr>
        <p:spPr>
          <a:xfrm>
            <a:off x="6616137" y="963135"/>
            <a:ext cx="1643131" cy="461665"/>
          </a:xfrm>
          <a:prstGeom prst="rect">
            <a:avLst/>
          </a:prstGeom>
          <a:solidFill>
            <a:schemeClr val="accent6">
              <a:lumMod val="20000"/>
              <a:lumOff val="80000"/>
            </a:schemeClr>
          </a:solidFill>
          <a:ln>
            <a:solidFill>
              <a:srgbClr val="00B050"/>
            </a:solidFill>
          </a:ln>
        </p:spPr>
        <p:txBody>
          <a:bodyPr wrap="square" rtlCol="0">
            <a:spAutoFit/>
          </a:bodyPr>
          <a:lstStyle/>
          <a:p>
            <a:pPr algn="ctr"/>
            <a:r>
              <a:rPr lang="en-US" sz="2400" b="1" dirty="0">
                <a:solidFill>
                  <a:srgbClr val="00B050"/>
                </a:solidFill>
                <a:latin typeface="Roboto Mono" panose="00000009000000000000" pitchFamily="49" charset="0"/>
                <a:ea typeface="Roboto Mono" panose="00000009000000000000" pitchFamily="49" charset="0"/>
              </a:rPr>
              <a:t>0x10</a:t>
            </a:r>
            <a:endParaRPr lang="en-US" b="1" dirty="0">
              <a:solidFill>
                <a:srgbClr val="00B050"/>
              </a:solidFill>
              <a:latin typeface="Roboto Mono" panose="00000009000000000000" pitchFamily="49" charset="0"/>
              <a:ea typeface="Roboto Mono" panose="00000009000000000000" pitchFamily="49" charset="0"/>
            </a:endParaRPr>
          </a:p>
        </p:txBody>
      </p:sp>
      <p:sp>
        <p:nvSpPr>
          <p:cNvPr id="8" name="TextBox 7">
            <a:extLst>
              <a:ext uri="{FF2B5EF4-FFF2-40B4-BE49-F238E27FC236}">
                <a16:creationId xmlns:a16="http://schemas.microsoft.com/office/drawing/2014/main" id="{02232ECD-1376-F47E-ED20-B68CC6663360}"/>
              </a:ext>
            </a:extLst>
          </p:cNvPr>
          <p:cNvSpPr txBox="1"/>
          <p:nvPr/>
        </p:nvSpPr>
        <p:spPr>
          <a:xfrm>
            <a:off x="6335131" y="434002"/>
            <a:ext cx="2231300" cy="400110"/>
          </a:xfrm>
          <a:prstGeom prst="rect">
            <a:avLst/>
          </a:prstGeom>
          <a:noFill/>
          <a:ln>
            <a:noFill/>
          </a:ln>
        </p:spPr>
        <p:txBody>
          <a:bodyPr wrap="square" rtlCol="0">
            <a:spAutoFit/>
          </a:bodyPr>
          <a:lstStyle/>
          <a:p>
            <a:pPr algn="ctr"/>
            <a:r>
              <a:rPr lang="en-US" sz="2000" b="1" dirty="0">
                <a:solidFill>
                  <a:srgbClr val="00B050"/>
                </a:solidFill>
                <a:latin typeface="Roboto Mono" panose="00000009000000000000" pitchFamily="49" charset="0"/>
                <a:ea typeface="Roboto Mono" panose="00000009000000000000" pitchFamily="49" charset="0"/>
              </a:rPr>
              <a:t>double* </a:t>
            </a:r>
            <a:r>
              <a:rPr lang="en-US" sz="2000" b="1" dirty="0" err="1">
                <a:solidFill>
                  <a:srgbClr val="00B050"/>
                </a:solidFill>
                <a:latin typeface="Roboto Mono" panose="00000009000000000000" pitchFamily="49" charset="0"/>
                <a:ea typeface="Roboto Mono" panose="00000009000000000000" pitchFamily="49" charset="0"/>
              </a:rPr>
              <a:t>ptr</a:t>
            </a:r>
            <a:endParaRPr lang="en-US" sz="2000" b="1" dirty="0">
              <a:solidFill>
                <a:srgbClr val="00B050"/>
              </a:solidFill>
              <a:latin typeface="Roboto Mono" panose="00000009000000000000" pitchFamily="49" charset="0"/>
              <a:ea typeface="Roboto Mono" panose="00000009000000000000" pitchFamily="49" charset="0"/>
            </a:endParaRPr>
          </a:p>
        </p:txBody>
      </p:sp>
      <p:sp>
        <p:nvSpPr>
          <p:cNvPr id="9" name="TextBox 8">
            <a:extLst>
              <a:ext uri="{FF2B5EF4-FFF2-40B4-BE49-F238E27FC236}">
                <a16:creationId xmlns:a16="http://schemas.microsoft.com/office/drawing/2014/main" id="{614EFDCE-8D5B-E5A0-D252-140A44A4C81E}"/>
              </a:ext>
            </a:extLst>
          </p:cNvPr>
          <p:cNvSpPr txBox="1"/>
          <p:nvPr/>
        </p:nvSpPr>
        <p:spPr>
          <a:xfrm>
            <a:off x="6779093" y="1553825"/>
            <a:ext cx="1343377" cy="400110"/>
          </a:xfrm>
          <a:prstGeom prst="rect">
            <a:avLst/>
          </a:prstGeom>
          <a:noFill/>
          <a:ln>
            <a:noFill/>
          </a:ln>
        </p:spPr>
        <p:txBody>
          <a:bodyPr wrap="square" rtlCol="0">
            <a:spAutoFit/>
          </a:bodyPr>
          <a:lstStyle/>
          <a:p>
            <a:pPr algn="ctr"/>
            <a:r>
              <a:rPr lang="en-US" sz="2000" b="1" dirty="0">
                <a:solidFill>
                  <a:srgbClr val="00B050"/>
                </a:solidFill>
                <a:latin typeface="Roboto Mono" panose="00000009000000000000" pitchFamily="49" charset="0"/>
                <a:ea typeface="Roboto Mono" panose="00000009000000000000" pitchFamily="49" charset="0"/>
              </a:rPr>
              <a:t>0x40</a:t>
            </a:r>
          </a:p>
        </p:txBody>
      </p:sp>
      <p:cxnSp>
        <p:nvCxnSpPr>
          <p:cNvPr id="10" name="Straight Arrow Connector 9">
            <a:extLst>
              <a:ext uri="{FF2B5EF4-FFF2-40B4-BE49-F238E27FC236}">
                <a16:creationId xmlns:a16="http://schemas.microsoft.com/office/drawing/2014/main" id="{175E374C-51A9-3100-6135-45B33F042CEA}"/>
              </a:ext>
            </a:extLst>
          </p:cNvPr>
          <p:cNvCxnSpPr>
            <a:cxnSpLocks/>
            <a:stCxn id="7" idx="3"/>
            <a:endCxn id="4" idx="1"/>
          </p:cNvCxnSpPr>
          <p:nvPr/>
        </p:nvCxnSpPr>
        <p:spPr>
          <a:xfrm>
            <a:off x="8259268" y="1193968"/>
            <a:ext cx="1705103" cy="1"/>
          </a:xfrm>
          <a:prstGeom prst="straightConnector1">
            <a:avLst/>
          </a:prstGeom>
          <a:ln w="19050">
            <a:solidFill>
              <a:srgbClr val="00B050"/>
            </a:solidFill>
            <a:tailEnd type="triangle" w="lg" len="lg"/>
          </a:ln>
        </p:spPr>
        <p:style>
          <a:lnRef idx="1">
            <a:schemeClr val="dk1"/>
          </a:lnRef>
          <a:fillRef idx="0">
            <a:schemeClr val="dk1"/>
          </a:fillRef>
          <a:effectRef idx="0">
            <a:schemeClr val="dk1"/>
          </a:effectRef>
          <a:fontRef idx="minor">
            <a:schemeClr val="tx1"/>
          </a:fontRef>
        </p:style>
      </p:cxnSp>
      <p:sp>
        <p:nvSpPr>
          <p:cNvPr id="15" name="TextBox 14">
            <a:extLst>
              <a:ext uri="{FF2B5EF4-FFF2-40B4-BE49-F238E27FC236}">
                <a16:creationId xmlns:a16="http://schemas.microsoft.com/office/drawing/2014/main" id="{1FFB7590-F4FA-F72F-5166-491D86D58219}"/>
              </a:ext>
            </a:extLst>
          </p:cNvPr>
          <p:cNvSpPr txBox="1"/>
          <p:nvPr/>
        </p:nvSpPr>
        <p:spPr>
          <a:xfrm>
            <a:off x="240925" y="434001"/>
            <a:ext cx="5615945" cy="2554545"/>
          </a:xfrm>
          <a:prstGeom prst="rect">
            <a:avLst/>
          </a:prstGeom>
          <a:noFill/>
        </p:spPr>
        <p:txBody>
          <a:bodyPr wrap="square">
            <a:spAutoFit/>
          </a:bodyPr>
          <a:lstStyle/>
          <a:p>
            <a:pPr marL="0" indent="0">
              <a:buNone/>
            </a:pPr>
            <a:r>
              <a:rPr lang="en-US" sz="2000" dirty="0">
                <a:solidFill>
                  <a:schemeClr val="accent1"/>
                </a:solidFill>
                <a:latin typeface="Roboto Mono" panose="00000009000000000000" pitchFamily="49" charset="0"/>
                <a:ea typeface="Roboto Mono" panose="00000009000000000000" pitchFamily="49" charset="0"/>
              </a:rPr>
              <a:t>double</a:t>
            </a:r>
            <a:r>
              <a:rPr lang="en-US" sz="2000" dirty="0">
                <a:latin typeface="Roboto Mono" panose="00000009000000000000" pitchFamily="49" charset="0"/>
                <a:ea typeface="Roboto Mono" panose="00000009000000000000" pitchFamily="49" charset="0"/>
              </a:rPr>
              <a:t>* </a:t>
            </a:r>
            <a:r>
              <a:rPr lang="en-US" sz="2000" dirty="0" err="1">
                <a:latin typeface="Roboto Mono" panose="00000009000000000000" pitchFamily="49" charset="0"/>
                <a:ea typeface="Roboto Mono" panose="00000009000000000000" pitchFamily="49" charset="0"/>
              </a:rPr>
              <a:t>ptr</a:t>
            </a:r>
            <a:r>
              <a:rPr lang="en-US" sz="2000" dirty="0">
                <a:latin typeface="Roboto Mono" panose="00000009000000000000" pitchFamily="49" charset="0"/>
                <a:ea typeface="Roboto Mono" panose="00000009000000000000" pitchFamily="49" charset="0"/>
              </a:rPr>
              <a:t>{ </a:t>
            </a:r>
            <a:r>
              <a:rPr lang="en-US" sz="2000" b="1" dirty="0">
                <a:latin typeface="Roboto Mono" panose="00000009000000000000" pitchFamily="49" charset="0"/>
                <a:ea typeface="Roboto Mono" panose="00000009000000000000" pitchFamily="49" charset="0"/>
              </a:rPr>
              <a:t>new </a:t>
            </a:r>
            <a:r>
              <a:rPr lang="en-US" sz="2000" dirty="0">
                <a:solidFill>
                  <a:schemeClr val="accent1"/>
                </a:solidFill>
                <a:latin typeface="Roboto Mono" panose="00000009000000000000" pitchFamily="49" charset="0"/>
                <a:ea typeface="Roboto Mono" panose="00000009000000000000" pitchFamily="49" charset="0"/>
              </a:rPr>
              <a:t>double</a:t>
            </a:r>
            <a:r>
              <a:rPr lang="en-US" sz="2000" dirty="0">
                <a:latin typeface="Roboto Mono" panose="00000009000000000000" pitchFamily="49" charset="0"/>
                <a:ea typeface="Roboto Mono" panose="00000009000000000000" pitchFamily="49" charset="0"/>
              </a:rPr>
              <a:t>{ 17 } };</a:t>
            </a:r>
          </a:p>
          <a:p>
            <a:pPr marL="0" indent="0">
              <a:buNone/>
            </a:pPr>
            <a:endParaRPr lang="en-US" sz="2000" dirty="0">
              <a:latin typeface="Roboto Mono" panose="00000009000000000000" pitchFamily="49" charset="0"/>
              <a:ea typeface="Roboto Mono" panose="00000009000000000000" pitchFamily="49" charset="0"/>
            </a:endParaRPr>
          </a:p>
          <a:p>
            <a:pPr marL="0" indent="0">
              <a:buNone/>
            </a:pPr>
            <a:endParaRPr lang="en-US" sz="2000" dirty="0">
              <a:latin typeface="Roboto Mono" panose="00000009000000000000" pitchFamily="49" charset="0"/>
              <a:ea typeface="Roboto Mono" panose="00000009000000000000" pitchFamily="49" charset="0"/>
            </a:endParaRPr>
          </a:p>
          <a:p>
            <a:pPr marL="0" indent="0">
              <a:buNone/>
            </a:pPr>
            <a:r>
              <a:rPr lang="en-US" sz="2000" dirty="0">
                <a:solidFill>
                  <a:schemeClr val="accent1"/>
                </a:solidFill>
                <a:latin typeface="Roboto Mono" panose="00000009000000000000" pitchFamily="49" charset="0"/>
                <a:ea typeface="Roboto Mono" panose="00000009000000000000" pitchFamily="49" charset="0"/>
              </a:rPr>
              <a:t>double</a:t>
            </a:r>
            <a:r>
              <a:rPr lang="en-US" sz="2000" dirty="0">
                <a:latin typeface="Roboto Mono" panose="00000009000000000000" pitchFamily="49" charset="0"/>
                <a:ea typeface="Roboto Mono" panose="00000009000000000000" pitchFamily="49" charset="0"/>
              </a:rPr>
              <a:t>* ptr2{ </a:t>
            </a:r>
            <a:r>
              <a:rPr lang="en-US" sz="2000" dirty="0" err="1">
                <a:latin typeface="Roboto Mono" panose="00000009000000000000" pitchFamily="49" charset="0"/>
                <a:ea typeface="Roboto Mono" panose="00000009000000000000" pitchFamily="49" charset="0"/>
              </a:rPr>
              <a:t>ptr</a:t>
            </a:r>
            <a:r>
              <a:rPr lang="en-US" sz="2000" dirty="0">
                <a:latin typeface="Roboto Mono" panose="00000009000000000000" pitchFamily="49" charset="0"/>
                <a:ea typeface="Roboto Mono" panose="00000009000000000000" pitchFamily="49" charset="0"/>
              </a:rPr>
              <a:t> };</a:t>
            </a:r>
          </a:p>
          <a:p>
            <a:pPr marL="0" indent="0">
              <a:buNone/>
            </a:pPr>
            <a:endParaRPr lang="en-US" sz="2000" dirty="0">
              <a:latin typeface="Roboto Mono" panose="00000009000000000000" pitchFamily="49" charset="0"/>
              <a:ea typeface="Roboto Mono" panose="00000009000000000000" pitchFamily="49" charset="0"/>
            </a:endParaRPr>
          </a:p>
          <a:p>
            <a:pPr marL="0" indent="0">
              <a:buNone/>
            </a:pPr>
            <a:endParaRPr lang="en-US" sz="2000" dirty="0">
              <a:latin typeface="Roboto Mono" panose="00000009000000000000" pitchFamily="49" charset="0"/>
              <a:ea typeface="Roboto Mono" panose="00000009000000000000" pitchFamily="49" charset="0"/>
            </a:endParaRPr>
          </a:p>
          <a:p>
            <a:pPr marL="0" indent="0">
              <a:buNone/>
            </a:pPr>
            <a:endParaRPr lang="en-US" sz="2000" dirty="0">
              <a:latin typeface="Roboto Mono" panose="00000009000000000000" pitchFamily="49" charset="0"/>
              <a:ea typeface="Roboto Mono" panose="00000009000000000000" pitchFamily="49" charset="0"/>
            </a:endParaRPr>
          </a:p>
          <a:p>
            <a:pPr marL="0" indent="0">
              <a:buNone/>
            </a:pPr>
            <a:endParaRPr lang="en-US" sz="2000" dirty="0">
              <a:latin typeface="Roboto Mono" panose="00000009000000000000" pitchFamily="49" charset="0"/>
              <a:ea typeface="Roboto Mono" panose="00000009000000000000" pitchFamily="49" charset="0"/>
            </a:endParaRPr>
          </a:p>
        </p:txBody>
      </p:sp>
      <p:sp>
        <p:nvSpPr>
          <p:cNvPr id="17" name="TextBox 16">
            <a:extLst>
              <a:ext uri="{FF2B5EF4-FFF2-40B4-BE49-F238E27FC236}">
                <a16:creationId xmlns:a16="http://schemas.microsoft.com/office/drawing/2014/main" id="{A3F8FAAE-4A1D-2C53-D9FF-370C5909423A}"/>
              </a:ext>
            </a:extLst>
          </p:cNvPr>
          <p:cNvSpPr txBox="1"/>
          <p:nvPr/>
        </p:nvSpPr>
        <p:spPr>
          <a:xfrm>
            <a:off x="6616137" y="3277822"/>
            <a:ext cx="1643131" cy="461665"/>
          </a:xfrm>
          <a:prstGeom prst="rect">
            <a:avLst/>
          </a:prstGeom>
          <a:solidFill>
            <a:srgbClr val="7030A0">
              <a:alpha val="10000"/>
            </a:srgbClr>
          </a:solidFill>
          <a:ln>
            <a:solidFill>
              <a:srgbClr val="7030A0"/>
            </a:solidFill>
          </a:ln>
        </p:spPr>
        <p:txBody>
          <a:bodyPr wrap="square" rtlCol="0">
            <a:spAutoFit/>
          </a:bodyPr>
          <a:lstStyle/>
          <a:p>
            <a:pPr algn="ctr"/>
            <a:r>
              <a:rPr lang="en-US" sz="2400" b="1" dirty="0">
                <a:solidFill>
                  <a:srgbClr val="7030A0"/>
                </a:solidFill>
                <a:latin typeface="Roboto Mono" panose="00000009000000000000" pitchFamily="49" charset="0"/>
                <a:ea typeface="Roboto Mono" panose="00000009000000000000" pitchFamily="49" charset="0"/>
              </a:rPr>
              <a:t>0x10</a:t>
            </a:r>
            <a:endParaRPr lang="en-US" b="1" dirty="0">
              <a:solidFill>
                <a:srgbClr val="7030A0"/>
              </a:solidFill>
              <a:latin typeface="Roboto Mono" panose="00000009000000000000" pitchFamily="49" charset="0"/>
              <a:ea typeface="Roboto Mono" panose="00000009000000000000" pitchFamily="49" charset="0"/>
            </a:endParaRPr>
          </a:p>
        </p:txBody>
      </p:sp>
      <p:sp>
        <p:nvSpPr>
          <p:cNvPr id="18" name="TextBox 17">
            <a:extLst>
              <a:ext uri="{FF2B5EF4-FFF2-40B4-BE49-F238E27FC236}">
                <a16:creationId xmlns:a16="http://schemas.microsoft.com/office/drawing/2014/main" id="{EC39065A-6A6E-BFB9-54A0-989B31B472BF}"/>
              </a:ext>
            </a:extLst>
          </p:cNvPr>
          <p:cNvSpPr txBox="1"/>
          <p:nvPr/>
        </p:nvSpPr>
        <p:spPr>
          <a:xfrm>
            <a:off x="6335131" y="2748689"/>
            <a:ext cx="2231300" cy="400110"/>
          </a:xfrm>
          <a:prstGeom prst="rect">
            <a:avLst/>
          </a:prstGeom>
          <a:noFill/>
          <a:ln>
            <a:noFill/>
          </a:ln>
        </p:spPr>
        <p:txBody>
          <a:bodyPr wrap="square" rtlCol="0">
            <a:spAutoFit/>
          </a:bodyPr>
          <a:lstStyle/>
          <a:p>
            <a:pPr algn="ctr"/>
            <a:r>
              <a:rPr lang="en-US" sz="2000" b="1" dirty="0">
                <a:solidFill>
                  <a:srgbClr val="7030A0"/>
                </a:solidFill>
                <a:latin typeface="Roboto Mono" panose="00000009000000000000" pitchFamily="49" charset="0"/>
                <a:ea typeface="Roboto Mono" panose="00000009000000000000" pitchFamily="49" charset="0"/>
              </a:rPr>
              <a:t>double* ptr2</a:t>
            </a:r>
          </a:p>
        </p:txBody>
      </p:sp>
      <p:sp>
        <p:nvSpPr>
          <p:cNvPr id="19" name="TextBox 18">
            <a:extLst>
              <a:ext uri="{FF2B5EF4-FFF2-40B4-BE49-F238E27FC236}">
                <a16:creationId xmlns:a16="http://schemas.microsoft.com/office/drawing/2014/main" id="{63C5E45F-7EA5-BEB8-4165-5B5081FF586B}"/>
              </a:ext>
            </a:extLst>
          </p:cNvPr>
          <p:cNvSpPr txBox="1"/>
          <p:nvPr/>
        </p:nvSpPr>
        <p:spPr>
          <a:xfrm>
            <a:off x="6779093" y="3868512"/>
            <a:ext cx="1343377" cy="400110"/>
          </a:xfrm>
          <a:prstGeom prst="rect">
            <a:avLst/>
          </a:prstGeom>
          <a:noFill/>
          <a:ln>
            <a:noFill/>
          </a:ln>
        </p:spPr>
        <p:txBody>
          <a:bodyPr wrap="square" rtlCol="0">
            <a:spAutoFit/>
          </a:bodyPr>
          <a:lstStyle/>
          <a:p>
            <a:pPr algn="ctr"/>
            <a:r>
              <a:rPr lang="en-US" sz="2000" b="1" dirty="0">
                <a:solidFill>
                  <a:srgbClr val="7030A0"/>
                </a:solidFill>
                <a:latin typeface="Roboto Mono" panose="00000009000000000000" pitchFamily="49" charset="0"/>
                <a:ea typeface="Roboto Mono" panose="00000009000000000000" pitchFamily="49" charset="0"/>
              </a:rPr>
              <a:t>0x80</a:t>
            </a:r>
          </a:p>
        </p:txBody>
      </p:sp>
      <p:cxnSp>
        <p:nvCxnSpPr>
          <p:cNvPr id="20" name="Straight Arrow Connector 19">
            <a:extLst>
              <a:ext uri="{FF2B5EF4-FFF2-40B4-BE49-F238E27FC236}">
                <a16:creationId xmlns:a16="http://schemas.microsoft.com/office/drawing/2014/main" id="{FC678DAD-57E7-0BF0-84AE-43B9949F6670}"/>
              </a:ext>
            </a:extLst>
          </p:cNvPr>
          <p:cNvCxnSpPr>
            <a:cxnSpLocks/>
            <a:stCxn id="17" idx="3"/>
            <a:endCxn id="4" idx="1"/>
          </p:cNvCxnSpPr>
          <p:nvPr/>
        </p:nvCxnSpPr>
        <p:spPr>
          <a:xfrm flipV="1">
            <a:off x="8259268" y="1193969"/>
            <a:ext cx="1705103" cy="2314686"/>
          </a:xfrm>
          <a:prstGeom prst="straightConnector1">
            <a:avLst/>
          </a:prstGeom>
          <a:ln w="19050">
            <a:solidFill>
              <a:srgbClr val="7030A0"/>
            </a:solidFill>
            <a:tailEnd type="triangle" w="lg" len="lg"/>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285914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p:bldP spid="19"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B7B4F3F-B0D9-04F8-1813-494C0113D1D9}"/>
              </a:ext>
            </a:extLst>
          </p:cNvPr>
          <p:cNvSpPr txBox="1"/>
          <p:nvPr/>
        </p:nvSpPr>
        <p:spPr>
          <a:xfrm>
            <a:off x="9964371" y="963136"/>
            <a:ext cx="1643132" cy="461665"/>
          </a:xfrm>
          <a:prstGeom prst="rect">
            <a:avLst/>
          </a:prstGeom>
          <a:solidFill>
            <a:schemeClr val="accent1">
              <a:lumMod val="20000"/>
              <a:lumOff val="80000"/>
            </a:schemeClr>
          </a:solidFill>
          <a:ln>
            <a:solidFill>
              <a:schemeClr val="accent1"/>
            </a:solidFill>
          </a:ln>
        </p:spPr>
        <p:txBody>
          <a:bodyPr wrap="square" rtlCol="0">
            <a:spAutoFit/>
          </a:bodyPr>
          <a:lstStyle/>
          <a:p>
            <a:pPr algn="ctr"/>
            <a:r>
              <a:rPr lang="en-US" sz="2400" b="1" dirty="0">
                <a:solidFill>
                  <a:schemeClr val="accent1"/>
                </a:solidFill>
                <a:latin typeface="Roboto Mono" panose="00000009000000000000" pitchFamily="49" charset="0"/>
                <a:ea typeface="Roboto Mono" panose="00000009000000000000" pitchFamily="49" charset="0"/>
              </a:rPr>
              <a:t>???</a:t>
            </a:r>
            <a:endParaRPr lang="en-US" b="1" dirty="0">
              <a:solidFill>
                <a:schemeClr val="accent1"/>
              </a:solidFill>
              <a:latin typeface="Roboto Mono" panose="00000009000000000000" pitchFamily="49" charset="0"/>
              <a:ea typeface="Roboto Mono" panose="00000009000000000000" pitchFamily="49" charset="0"/>
            </a:endParaRPr>
          </a:p>
        </p:txBody>
      </p:sp>
      <p:sp>
        <p:nvSpPr>
          <p:cNvPr id="5" name="TextBox 4">
            <a:extLst>
              <a:ext uri="{FF2B5EF4-FFF2-40B4-BE49-F238E27FC236}">
                <a16:creationId xmlns:a16="http://schemas.microsoft.com/office/drawing/2014/main" id="{9876E76D-4F84-D5C1-BB32-00A81AA6D064}"/>
              </a:ext>
            </a:extLst>
          </p:cNvPr>
          <p:cNvSpPr txBox="1"/>
          <p:nvPr/>
        </p:nvSpPr>
        <p:spPr>
          <a:xfrm>
            <a:off x="10127327" y="434003"/>
            <a:ext cx="1343377" cy="400110"/>
          </a:xfrm>
          <a:prstGeom prst="rect">
            <a:avLst/>
          </a:prstGeom>
          <a:noFill/>
          <a:ln>
            <a:noFill/>
          </a:ln>
        </p:spPr>
        <p:txBody>
          <a:bodyPr wrap="square" rtlCol="0">
            <a:spAutoFit/>
          </a:bodyPr>
          <a:lstStyle/>
          <a:p>
            <a:pPr algn="ctr"/>
            <a:r>
              <a:rPr lang="en-US" sz="2000" b="1" dirty="0">
                <a:solidFill>
                  <a:schemeClr val="accent1"/>
                </a:solidFill>
                <a:latin typeface="Roboto Mono" panose="00000009000000000000" pitchFamily="49" charset="0"/>
                <a:ea typeface="Roboto Mono" panose="00000009000000000000" pitchFamily="49" charset="0"/>
              </a:rPr>
              <a:t>???</a:t>
            </a:r>
          </a:p>
        </p:txBody>
      </p:sp>
      <p:sp>
        <p:nvSpPr>
          <p:cNvPr id="6" name="TextBox 5">
            <a:extLst>
              <a:ext uri="{FF2B5EF4-FFF2-40B4-BE49-F238E27FC236}">
                <a16:creationId xmlns:a16="http://schemas.microsoft.com/office/drawing/2014/main" id="{142E2364-8714-6932-3F3F-6A0661F1A1CC}"/>
              </a:ext>
            </a:extLst>
          </p:cNvPr>
          <p:cNvSpPr txBox="1"/>
          <p:nvPr/>
        </p:nvSpPr>
        <p:spPr>
          <a:xfrm>
            <a:off x="10127326" y="1553825"/>
            <a:ext cx="1343377" cy="400110"/>
          </a:xfrm>
          <a:prstGeom prst="rect">
            <a:avLst/>
          </a:prstGeom>
          <a:noFill/>
          <a:ln>
            <a:noFill/>
          </a:ln>
        </p:spPr>
        <p:txBody>
          <a:bodyPr wrap="square" rtlCol="0">
            <a:spAutoFit/>
          </a:bodyPr>
          <a:lstStyle/>
          <a:p>
            <a:pPr algn="ctr"/>
            <a:r>
              <a:rPr lang="en-US" sz="2000" b="1" dirty="0">
                <a:solidFill>
                  <a:schemeClr val="accent1"/>
                </a:solidFill>
                <a:latin typeface="Roboto Mono" panose="00000009000000000000" pitchFamily="49" charset="0"/>
                <a:ea typeface="Roboto Mono" panose="00000009000000000000" pitchFamily="49" charset="0"/>
              </a:rPr>
              <a:t>0x10</a:t>
            </a:r>
          </a:p>
        </p:txBody>
      </p:sp>
      <p:sp>
        <p:nvSpPr>
          <p:cNvPr id="7" name="TextBox 6">
            <a:extLst>
              <a:ext uri="{FF2B5EF4-FFF2-40B4-BE49-F238E27FC236}">
                <a16:creationId xmlns:a16="http://schemas.microsoft.com/office/drawing/2014/main" id="{5FE1C68C-C130-260C-0D44-A509E08CE9D2}"/>
              </a:ext>
            </a:extLst>
          </p:cNvPr>
          <p:cNvSpPr txBox="1"/>
          <p:nvPr/>
        </p:nvSpPr>
        <p:spPr>
          <a:xfrm>
            <a:off x="6616137" y="963135"/>
            <a:ext cx="1643131" cy="461665"/>
          </a:xfrm>
          <a:prstGeom prst="rect">
            <a:avLst/>
          </a:prstGeom>
          <a:solidFill>
            <a:schemeClr val="accent6">
              <a:lumMod val="20000"/>
              <a:lumOff val="80000"/>
            </a:schemeClr>
          </a:solidFill>
          <a:ln>
            <a:solidFill>
              <a:srgbClr val="00B050"/>
            </a:solidFill>
          </a:ln>
        </p:spPr>
        <p:txBody>
          <a:bodyPr wrap="square" rtlCol="0">
            <a:spAutoFit/>
          </a:bodyPr>
          <a:lstStyle/>
          <a:p>
            <a:pPr algn="ctr"/>
            <a:r>
              <a:rPr lang="en-US" sz="2400" b="1" dirty="0">
                <a:solidFill>
                  <a:srgbClr val="00B050"/>
                </a:solidFill>
                <a:latin typeface="Roboto Mono" panose="00000009000000000000" pitchFamily="49" charset="0"/>
                <a:ea typeface="Roboto Mono" panose="00000009000000000000" pitchFamily="49" charset="0"/>
              </a:rPr>
              <a:t>0x10</a:t>
            </a:r>
            <a:endParaRPr lang="en-US" b="1" dirty="0">
              <a:solidFill>
                <a:srgbClr val="00B050"/>
              </a:solidFill>
              <a:latin typeface="Roboto Mono" panose="00000009000000000000" pitchFamily="49" charset="0"/>
              <a:ea typeface="Roboto Mono" panose="00000009000000000000" pitchFamily="49" charset="0"/>
            </a:endParaRPr>
          </a:p>
        </p:txBody>
      </p:sp>
      <p:sp>
        <p:nvSpPr>
          <p:cNvPr id="8" name="TextBox 7">
            <a:extLst>
              <a:ext uri="{FF2B5EF4-FFF2-40B4-BE49-F238E27FC236}">
                <a16:creationId xmlns:a16="http://schemas.microsoft.com/office/drawing/2014/main" id="{02232ECD-1376-F47E-ED20-B68CC6663360}"/>
              </a:ext>
            </a:extLst>
          </p:cNvPr>
          <p:cNvSpPr txBox="1"/>
          <p:nvPr/>
        </p:nvSpPr>
        <p:spPr>
          <a:xfrm>
            <a:off x="6335131" y="434002"/>
            <a:ext cx="2231300" cy="400110"/>
          </a:xfrm>
          <a:prstGeom prst="rect">
            <a:avLst/>
          </a:prstGeom>
          <a:noFill/>
          <a:ln>
            <a:noFill/>
          </a:ln>
        </p:spPr>
        <p:txBody>
          <a:bodyPr wrap="square" rtlCol="0">
            <a:spAutoFit/>
          </a:bodyPr>
          <a:lstStyle/>
          <a:p>
            <a:pPr algn="ctr"/>
            <a:r>
              <a:rPr lang="en-US" sz="2000" b="1" dirty="0">
                <a:solidFill>
                  <a:srgbClr val="00B050"/>
                </a:solidFill>
                <a:latin typeface="Roboto Mono" panose="00000009000000000000" pitchFamily="49" charset="0"/>
                <a:ea typeface="Roboto Mono" panose="00000009000000000000" pitchFamily="49" charset="0"/>
              </a:rPr>
              <a:t>double* </a:t>
            </a:r>
            <a:r>
              <a:rPr lang="en-US" sz="2000" b="1" dirty="0" err="1">
                <a:solidFill>
                  <a:srgbClr val="00B050"/>
                </a:solidFill>
                <a:latin typeface="Roboto Mono" panose="00000009000000000000" pitchFamily="49" charset="0"/>
                <a:ea typeface="Roboto Mono" panose="00000009000000000000" pitchFamily="49" charset="0"/>
              </a:rPr>
              <a:t>ptr</a:t>
            </a:r>
            <a:endParaRPr lang="en-US" sz="2000" b="1" dirty="0">
              <a:solidFill>
                <a:srgbClr val="00B050"/>
              </a:solidFill>
              <a:latin typeface="Roboto Mono" panose="00000009000000000000" pitchFamily="49" charset="0"/>
              <a:ea typeface="Roboto Mono" panose="00000009000000000000" pitchFamily="49" charset="0"/>
            </a:endParaRPr>
          </a:p>
        </p:txBody>
      </p:sp>
      <p:sp>
        <p:nvSpPr>
          <p:cNvPr id="9" name="TextBox 8">
            <a:extLst>
              <a:ext uri="{FF2B5EF4-FFF2-40B4-BE49-F238E27FC236}">
                <a16:creationId xmlns:a16="http://schemas.microsoft.com/office/drawing/2014/main" id="{614EFDCE-8D5B-E5A0-D252-140A44A4C81E}"/>
              </a:ext>
            </a:extLst>
          </p:cNvPr>
          <p:cNvSpPr txBox="1"/>
          <p:nvPr/>
        </p:nvSpPr>
        <p:spPr>
          <a:xfrm>
            <a:off x="6779093" y="1553825"/>
            <a:ext cx="1343377" cy="400110"/>
          </a:xfrm>
          <a:prstGeom prst="rect">
            <a:avLst/>
          </a:prstGeom>
          <a:noFill/>
          <a:ln>
            <a:noFill/>
          </a:ln>
        </p:spPr>
        <p:txBody>
          <a:bodyPr wrap="square" rtlCol="0">
            <a:spAutoFit/>
          </a:bodyPr>
          <a:lstStyle/>
          <a:p>
            <a:pPr algn="ctr"/>
            <a:r>
              <a:rPr lang="en-US" sz="2000" b="1" dirty="0">
                <a:solidFill>
                  <a:srgbClr val="00B050"/>
                </a:solidFill>
                <a:latin typeface="Roboto Mono" panose="00000009000000000000" pitchFamily="49" charset="0"/>
                <a:ea typeface="Roboto Mono" panose="00000009000000000000" pitchFamily="49" charset="0"/>
              </a:rPr>
              <a:t>0x40</a:t>
            </a:r>
          </a:p>
        </p:txBody>
      </p:sp>
      <p:cxnSp>
        <p:nvCxnSpPr>
          <p:cNvPr id="10" name="Straight Arrow Connector 9">
            <a:extLst>
              <a:ext uri="{FF2B5EF4-FFF2-40B4-BE49-F238E27FC236}">
                <a16:creationId xmlns:a16="http://schemas.microsoft.com/office/drawing/2014/main" id="{175E374C-51A9-3100-6135-45B33F042CEA}"/>
              </a:ext>
            </a:extLst>
          </p:cNvPr>
          <p:cNvCxnSpPr>
            <a:cxnSpLocks/>
            <a:stCxn id="7" idx="3"/>
            <a:endCxn id="4" idx="1"/>
          </p:cNvCxnSpPr>
          <p:nvPr/>
        </p:nvCxnSpPr>
        <p:spPr>
          <a:xfrm>
            <a:off x="8259268" y="1193968"/>
            <a:ext cx="1705103" cy="1"/>
          </a:xfrm>
          <a:prstGeom prst="straightConnector1">
            <a:avLst/>
          </a:prstGeom>
          <a:ln w="19050">
            <a:solidFill>
              <a:srgbClr val="00B050"/>
            </a:solidFill>
            <a:prstDash val="dash"/>
            <a:tailEnd type="triangle" w="lg" len="lg"/>
          </a:ln>
        </p:spPr>
        <p:style>
          <a:lnRef idx="1">
            <a:schemeClr val="dk1"/>
          </a:lnRef>
          <a:fillRef idx="0">
            <a:schemeClr val="dk1"/>
          </a:fillRef>
          <a:effectRef idx="0">
            <a:schemeClr val="dk1"/>
          </a:effectRef>
          <a:fontRef idx="minor">
            <a:schemeClr val="tx1"/>
          </a:fontRef>
        </p:style>
      </p:cxnSp>
      <p:sp>
        <p:nvSpPr>
          <p:cNvPr id="15" name="TextBox 14">
            <a:extLst>
              <a:ext uri="{FF2B5EF4-FFF2-40B4-BE49-F238E27FC236}">
                <a16:creationId xmlns:a16="http://schemas.microsoft.com/office/drawing/2014/main" id="{1FFB7590-F4FA-F72F-5166-491D86D58219}"/>
              </a:ext>
            </a:extLst>
          </p:cNvPr>
          <p:cNvSpPr txBox="1"/>
          <p:nvPr/>
        </p:nvSpPr>
        <p:spPr>
          <a:xfrm>
            <a:off x="240925" y="434001"/>
            <a:ext cx="5615945" cy="3662541"/>
          </a:xfrm>
          <a:prstGeom prst="rect">
            <a:avLst/>
          </a:prstGeom>
          <a:noFill/>
        </p:spPr>
        <p:txBody>
          <a:bodyPr wrap="square">
            <a:spAutoFit/>
          </a:bodyPr>
          <a:lstStyle/>
          <a:p>
            <a:pPr marL="0" indent="0">
              <a:buNone/>
            </a:pPr>
            <a:r>
              <a:rPr lang="en-US" sz="2000" dirty="0">
                <a:solidFill>
                  <a:schemeClr val="accent1"/>
                </a:solidFill>
                <a:latin typeface="Roboto Mono" panose="00000009000000000000" pitchFamily="49" charset="0"/>
                <a:ea typeface="Roboto Mono" panose="00000009000000000000" pitchFamily="49" charset="0"/>
              </a:rPr>
              <a:t>double</a:t>
            </a:r>
            <a:r>
              <a:rPr lang="en-US" sz="2000" dirty="0">
                <a:latin typeface="Roboto Mono" panose="00000009000000000000" pitchFamily="49" charset="0"/>
                <a:ea typeface="Roboto Mono" panose="00000009000000000000" pitchFamily="49" charset="0"/>
              </a:rPr>
              <a:t>* </a:t>
            </a:r>
            <a:r>
              <a:rPr lang="en-US" sz="2000" dirty="0" err="1">
                <a:latin typeface="Roboto Mono" panose="00000009000000000000" pitchFamily="49" charset="0"/>
                <a:ea typeface="Roboto Mono" panose="00000009000000000000" pitchFamily="49" charset="0"/>
              </a:rPr>
              <a:t>ptr</a:t>
            </a:r>
            <a:r>
              <a:rPr lang="en-US" sz="2000" dirty="0">
                <a:latin typeface="Roboto Mono" panose="00000009000000000000" pitchFamily="49" charset="0"/>
                <a:ea typeface="Roboto Mono" panose="00000009000000000000" pitchFamily="49" charset="0"/>
              </a:rPr>
              <a:t>{ </a:t>
            </a:r>
            <a:r>
              <a:rPr lang="en-US" sz="2000" b="1" dirty="0">
                <a:latin typeface="Roboto Mono" panose="00000009000000000000" pitchFamily="49" charset="0"/>
                <a:ea typeface="Roboto Mono" panose="00000009000000000000" pitchFamily="49" charset="0"/>
              </a:rPr>
              <a:t>new </a:t>
            </a:r>
            <a:r>
              <a:rPr lang="en-US" sz="2000" dirty="0">
                <a:solidFill>
                  <a:schemeClr val="accent1"/>
                </a:solidFill>
                <a:latin typeface="Roboto Mono" panose="00000009000000000000" pitchFamily="49" charset="0"/>
                <a:ea typeface="Roboto Mono" panose="00000009000000000000" pitchFamily="49" charset="0"/>
              </a:rPr>
              <a:t>double</a:t>
            </a:r>
            <a:r>
              <a:rPr lang="en-US" sz="2000" dirty="0">
                <a:latin typeface="Roboto Mono" panose="00000009000000000000" pitchFamily="49" charset="0"/>
                <a:ea typeface="Roboto Mono" panose="00000009000000000000" pitchFamily="49" charset="0"/>
              </a:rPr>
              <a:t>{ 17 } };</a:t>
            </a:r>
          </a:p>
          <a:p>
            <a:pPr marL="0" indent="0">
              <a:buNone/>
            </a:pPr>
            <a:endParaRPr lang="en-US" sz="2000" dirty="0">
              <a:latin typeface="Roboto Mono" panose="00000009000000000000" pitchFamily="49" charset="0"/>
              <a:ea typeface="Roboto Mono" panose="00000009000000000000" pitchFamily="49" charset="0"/>
            </a:endParaRPr>
          </a:p>
          <a:p>
            <a:pPr marL="0" indent="0">
              <a:buNone/>
            </a:pPr>
            <a:endParaRPr lang="en-US" sz="2000" dirty="0">
              <a:latin typeface="Roboto Mono" panose="00000009000000000000" pitchFamily="49" charset="0"/>
              <a:ea typeface="Roboto Mono" panose="00000009000000000000" pitchFamily="49" charset="0"/>
            </a:endParaRPr>
          </a:p>
          <a:p>
            <a:pPr marL="0" indent="0">
              <a:buNone/>
            </a:pPr>
            <a:r>
              <a:rPr lang="en-US" sz="2000" dirty="0">
                <a:solidFill>
                  <a:schemeClr val="accent1"/>
                </a:solidFill>
                <a:latin typeface="Roboto Mono" panose="00000009000000000000" pitchFamily="49" charset="0"/>
                <a:ea typeface="Roboto Mono" panose="00000009000000000000" pitchFamily="49" charset="0"/>
              </a:rPr>
              <a:t>double</a:t>
            </a:r>
            <a:r>
              <a:rPr lang="en-US" sz="2000" dirty="0">
                <a:latin typeface="Roboto Mono" panose="00000009000000000000" pitchFamily="49" charset="0"/>
                <a:ea typeface="Roboto Mono" panose="00000009000000000000" pitchFamily="49" charset="0"/>
              </a:rPr>
              <a:t>* ptr2{ </a:t>
            </a:r>
            <a:r>
              <a:rPr lang="en-US" sz="2000" dirty="0" err="1">
                <a:latin typeface="Roboto Mono" panose="00000009000000000000" pitchFamily="49" charset="0"/>
                <a:ea typeface="Roboto Mono" panose="00000009000000000000" pitchFamily="49" charset="0"/>
              </a:rPr>
              <a:t>ptr</a:t>
            </a:r>
            <a:r>
              <a:rPr lang="en-US" sz="2000" dirty="0">
                <a:latin typeface="Roboto Mono" panose="00000009000000000000" pitchFamily="49" charset="0"/>
                <a:ea typeface="Roboto Mono" panose="00000009000000000000" pitchFamily="49" charset="0"/>
              </a:rPr>
              <a:t> };</a:t>
            </a:r>
          </a:p>
          <a:p>
            <a:pPr marL="0" indent="0">
              <a:buNone/>
            </a:pPr>
            <a:endParaRPr lang="en-US" sz="2000" dirty="0">
              <a:latin typeface="Roboto Mono" panose="00000009000000000000" pitchFamily="49" charset="0"/>
              <a:ea typeface="Roboto Mono" panose="00000009000000000000" pitchFamily="49" charset="0"/>
            </a:endParaRPr>
          </a:p>
          <a:p>
            <a:pPr marL="0" indent="0">
              <a:buNone/>
            </a:pPr>
            <a:r>
              <a:rPr lang="en-US" sz="2000" dirty="0">
                <a:solidFill>
                  <a:srgbClr val="00B050"/>
                </a:solidFill>
                <a:latin typeface="Roboto Mono" panose="00000009000000000000" pitchFamily="49" charset="0"/>
                <a:ea typeface="Roboto Mono" panose="00000009000000000000" pitchFamily="49" charset="0"/>
              </a:rPr>
              <a:t>// </a:t>
            </a:r>
            <a:r>
              <a:rPr lang="en-US" sz="2000" dirty="0" err="1">
                <a:solidFill>
                  <a:srgbClr val="00B050"/>
                </a:solidFill>
                <a:latin typeface="Roboto Mono" panose="00000009000000000000" pitchFamily="49" charset="0"/>
                <a:ea typeface="Roboto Mono" panose="00000009000000000000" pitchFamily="49" charset="0"/>
              </a:rPr>
              <a:t>ptr</a:t>
            </a:r>
            <a:r>
              <a:rPr lang="en-US" sz="2000" dirty="0">
                <a:solidFill>
                  <a:srgbClr val="00B050"/>
                </a:solidFill>
                <a:latin typeface="Roboto Mono" panose="00000009000000000000" pitchFamily="49" charset="0"/>
                <a:ea typeface="Roboto Mono" panose="00000009000000000000" pitchFamily="49" charset="0"/>
              </a:rPr>
              <a:t> is left dangling</a:t>
            </a:r>
            <a:endParaRPr lang="en-US" sz="2000" dirty="0">
              <a:latin typeface="Roboto Mono" panose="00000009000000000000" pitchFamily="49" charset="0"/>
              <a:ea typeface="Roboto Mono" panose="00000009000000000000" pitchFamily="49" charset="0"/>
            </a:endParaRPr>
          </a:p>
          <a:p>
            <a:pPr marL="0" indent="0">
              <a:buNone/>
            </a:pPr>
            <a:r>
              <a:rPr lang="en-US" sz="2000" b="1" dirty="0">
                <a:latin typeface="Roboto Mono" panose="00000009000000000000" pitchFamily="49" charset="0"/>
                <a:ea typeface="Roboto Mono" panose="00000009000000000000" pitchFamily="49" charset="0"/>
              </a:rPr>
              <a:t>delete </a:t>
            </a:r>
            <a:r>
              <a:rPr lang="en-US" sz="2000" dirty="0" err="1">
                <a:latin typeface="Roboto Mono" panose="00000009000000000000" pitchFamily="49" charset="0"/>
                <a:ea typeface="Roboto Mono" panose="00000009000000000000" pitchFamily="49" charset="0"/>
              </a:rPr>
              <a:t>ptr</a:t>
            </a:r>
            <a:r>
              <a:rPr lang="en-US" sz="2000" dirty="0">
                <a:latin typeface="Roboto Mono" panose="00000009000000000000" pitchFamily="49" charset="0"/>
                <a:ea typeface="Roboto Mono" panose="00000009000000000000" pitchFamily="49" charset="0"/>
              </a:rPr>
              <a:t>;	</a:t>
            </a:r>
            <a:r>
              <a:rPr lang="en-US" sz="2000" dirty="0">
                <a:solidFill>
                  <a:srgbClr val="00B050"/>
                </a:solidFill>
                <a:latin typeface="Roboto Mono" panose="00000009000000000000" pitchFamily="49" charset="0"/>
                <a:ea typeface="Roboto Mono" panose="00000009000000000000" pitchFamily="49" charset="0"/>
              </a:rPr>
              <a:t>// delete 0x10</a:t>
            </a:r>
          </a:p>
          <a:p>
            <a:pPr marL="0" indent="0">
              <a:buNone/>
            </a:pPr>
            <a:endParaRPr lang="en-US" sz="2000" dirty="0">
              <a:latin typeface="Roboto Mono" panose="00000009000000000000" pitchFamily="49" charset="0"/>
              <a:ea typeface="Roboto Mono" panose="00000009000000000000" pitchFamily="49" charset="0"/>
            </a:endParaRPr>
          </a:p>
          <a:p>
            <a:pPr marL="0" indent="0">
              <a:buNone/>
            </a:pPr>
            <a:endParaRPr lang="en-US" sz="2000" dirty="0">
              <a:ea typeface="Roboto Mono" panose="00000009000000000000" pitchFamily="49" charset="0"/>
            </a:endParaRPr>
          </a:p>
          <a:p>
            <a:pPr marL="0" indent="0">
              <a:buNone/>
            </a:pPr>
            <a:endParaRPr lang="en-US" sz="2000" dirty="0">
              <a:ea typeface="Roboto Mono" panose="00000009000000000000" pitchFamily="49" charset="0"/>
            </a:endParaRPr>
          </a:p>
          <a:p>
            <a:pPr marL="0" indent="0" algn="ctr">
              <a:buNone/>
            </a:pPr>
            <a:r>
              <a:rPr lang="en-US" sz="3200" dirty="0">
                <a:solidFill>
                  <a:srgbClr val="FF0000"/>
                </a:solidFill>
                <a:ea typeface="Roboto Mono" panose="00000009000000000000" pitchFamily="49" charset="0"/>
              </a:rPr>
              <a:t>What about </a:t>
            </a:r>
            <a:r>
              <a:rPr lang="en-US" sz="3200" b="1" dirty="0">
                <a:solidFill>
                  <a:srgbClr val="FF0000"/>
                </a:solidFill>
                <a:latin typeface="Roboto Mono" panose="00000009000000000000" pitchFamily="49" charset="0"/>
                <a:ea typeface="Roboto Mono" panose="00000009000000000000" pitchFamily="49" charset="0"/>
              </a:rPr>
              <a:t>ptr2</a:t>
            </a:r>
            <a:r>
              <a:rPr lang="en-US" sz="3200" b="1" dirty="0">
                <a:solidFill>
                  <a:srgbClr val="FF0000"/>
                </a:solidFill>
                <a:ea typeface="Roboto Mono" panose="00000009000000000000" pitchFamily="49" charset="0"/>
              </a:rPr>
              <a:t> </a:t>
            </a:r>
            <a:r>
              <a:rPr lang="en-US" sz="3200" dirty="0">
                <a:solidFill>
                  <a:srgbClr val="FF0000"/>
                </a:solidFill>
                <a:ea typeface="Roboto Mono" panose="00000009000000000000" pitchFamily="49" charset="0"/>
              </a:rPr>
              <a:t>though?</a:t>
            </a:r>
          </a:p>
        </p:txBody>
      </p:sp>
      <p:sp>
        <p:nvSpPr>
          <p:cNvPr id="17" name="TextBox 16">
            <a:extLst>
              <a:ext uri="{FF2B5EF4-FFF2-40B4-BE49-F238E27FC236}">
                <a16:creationId xmlns:a16="http://schemas.microsoft.com/office/drawing/2014/main" id="{A3F8FAAE-4A1D-2C53-D9FF-370C5909423A}"/>
              </a:ext>
            </a:extLst>
          </p:cNvPr>
          <p:cNvSpPr txBox="1"/>
          <p:nvPr/>
        </p:nvSpPr>
        <p:spPr>
          <a:xfrm>
            <a:off x="6616137" y="3277822"/>
            <a:ext cx="1643131" cy="461665"/>
          </a:xfrm>
          <a:prstGeom prst="rect">
            <a:avLst/>
          </a:prstGeom>
          <a:solidFill>
            <a:srgbClr val="7030A0">
              <a:alpha val="10000"/>
            </a:srgbClr>
          </a:solidFill>
          <a:ln>
            <a:solidFill>
              <a:srgbClr val="7030A0"/>
            </a:solidFill>
          </a:ln>
        </p:spPr>
        <p:txBody>
          <a:bodyPr wrap="square" rtlCol="0">
            <a:spAutoFit/>
          </a:bodyPr>
          <a:lstStyle/>
          <a:p>
            <a:pPr algn="ctr"/>
            <a:r>
              <a:rPr lang="en-US" sz="2400" b="1" dirty="0">
                <a:solidFill>
                  <a:srgbClr val="7030A0"/>
                </a:solidFill>
                <a:latin typeface="Roboto Mono" panose="00000009000000000000" pitchFamily="49" charset="0"/>
                <a:ea typeface="Roboto Mono" panose="00000009000000000000" pitchFamily="49" charset="0"/>
              </a:rPr>
              <a:t>0x10</a:t>
            </a:r>
            <a:endParaRPr lang="en-US" b="1" dirty="0">
              <a:solidFill>
                <a:srgbClr val="7030A0"/>
              </a:solidFill>
              <a:latin typeface="Roboto Mono" panose="00000009000000000000" pitchFamily="49" charset="0"/>
              <a:ea typeface="Roboto Mono" panose="00000009000000000000" pitchFamily="49" charset="0"/>
            </a:endParaRPr>
          </a:p>
        </p:txBody>
      </p:sp>
      <p:sp>
        <p:nvSpPr>
          <p:cNvPr id="18" name="TextBox 17">
            <a:extLst>
              <a:ext uri="{FF2B5EF4-FFF2-40B4-BE49-F238E27FC236}">
                <a16:creationId xmlns:a16="http://schemas.microsoft.com/office/drawing/2014/main" id="{EC39065A-6A6E-BFB9-54A0-989B31B472BF}"/>
              </a:ext>
            </a:extLst>
          </p:cNvPr>
          <p:cNvSpPr txBox="1"/>
          <p:nvPr/>
        </p:nvSpPr>
        <p:spPr>
          <a:xfrm>
            <a:off x="6335131" y="2748689"/>
            <a:ext cx="2231300" cy="400110"/>
          </a:xfrm>
          <a:prstGeom prst="rect">
            <a:avLst/>
          </a:prstGeom>
          <a:noFill/>
          <a:ln>
            <a:noFill/>
          </a:ln>
        </p:spPr>
        <p:txBody>
          <a:bodyPr wrap="square" rtlCol="0">
            <a:spAutoFit/>
          </a:bodyPr>
          <a:lstStyle/>
          <a:p>
            <a:pPr algn="ctr"/>
            <a:r>
              <a:rPr lang="en-US" sz="2000" b="1" dirty="0">
                <a:solidFill>
                  <a:srgbClr val="7030A0"/>
                </a:solidFill>
                <a:latin typeface="Roboto Mono" panose="00000009000000000000" pitchFamily="49" charset="0"/>
                <a:ea typeface="Roboto Mono" panose="00000009000000000000" pitchFamily="49" charset="0"/>
              </a:rPr>
              <a:t>double* ptr2</a:t>
            </a:r>
          </a:p>
        </p:txBody>
      </p:sp>
      <p:sp>
        <p:nvSpPr>
          <p:cNvPr id="19" name="TextBox 18">
            <a:extLst>
              <a:ext uri="{FF2B5EF4-FFF2-40B4-BE49-F238E27FC236}">
                <a16:creationId xmlns:a16="http://schemas.microsoft.com/office/drawing/2014/main" id="{63C5E45F-7EA5-BEB8-4165-5B5081FF586B}"/>
              </a:ext>
            </a:extLst>
          </p:cNvPr>
          <p:cNvSpPr txBox="1"/>
          <p:nvPr/>
        </p:nvSpPr>
        <p:spPr>
          <a:xfrm>
            <a:off x="6779093" y="3868512"/>
            <a:ext cx="1343377" cy="400110"/>
          </a:xfrm>
          <a:prstGeom prst="rect">
            <a:avLst/>
          </a:prstGeom>
          <a:noFill/>
          <a:ln>
            <a:noFill/>
          </a:ln>
        </p:spPr>
        <p:txBody>
          <a:bodyPr wrap="square" rtlCol="0">
            <a:spAutoFit/>
          </a:bodyPr>
          <a:lstStyle/>
          <a:p>
            <a:pPr algn="ctr"/>
            <a:r>
              <a:rPr lang="en-US" sz="2000" b="1" dirty="0">
                <a:solidFill>
                  <a:srgbClr val="7030A0"/>
                </a:solidFill>
                <a:latin typeface="Roboto Mono" panose="00000009000000000000" pitchFamily="49" charset="0"/>
                <a:ea typeface="Roboto Mono" panose="00000009000000000000" pitchFamily="49" charset="0"/>
              </a:rPr>
              <a:t>0x80</a:t>
            </a:r>
          </a:p>
        </p:txBody>
      </p:sp>
      <p:cxnSp>
        <p:nvCxnSpPr>
          <p:cNvPr id="20" name="Straight Arrow Connector 19">
            <a:extLst>
              <a:ext uri="{FF2B5EF4-FFF2-40B4-BE49-F238E27FC236}">
                <a16:creationId xmlns:a16="http://schemas.microsoft.com/office/drawing/2014/main" id="{FC678DAD-57E7-0BF0-84AE-43B9949F6670}"/>
              </a:ext>
            </a:extLst>
          </p:cNvPr>
          <p:cNvCxnSpPr>
            <a:cxnSpLocks/>
            <a:stCxn id="17" idx="3"/>
            <a:endCxn id="4" idx="1"/>
          </p:cNvCxnSpPr>
          <p:nvPr/>
        </p:nvCxnSpPr>
        <p:spPr>
          <a:xfrm flipV="1">
            <a:off x="8259268" y="1193969"/>
            <a:ext cx="1705103" cy="2314686"/>
          </a:xfrm>
          <a:prstGeom prst="straightConnector1">
            <a:avLst/>
          </a:prstGeom>
          <a:ln w="19050">
            <a:solidFill>
              <a:srgbClr val="7030A0"/>
            </a:solidFill>
            <a:tailEnd type="triangle" w="lg" len="lg"/>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998046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B7B4F3F-B0D9-04F8-1813-494C0113D1D9}"/>
              </a:ext>
            </a:extLst>
          </p:cNvPr>
          <p:cNvSpPr txBox="1"/>
          <p:nvPr/>
        </p:nvSpPr>
        <p:spPr>
          <a:xfrm>
            <a:off x="9964371" y="963136"/>
            <a:ext cx="1643132" cy="461665"/>
          </a:xfrm>
          <a:prstGeom prst="rect">
            <a:avLst/>
          </a:prstGeom>
          <a:solidFill>
            <a:schemeClr val="accent1">
              <a:lumMod val="20000"/>
              <a:lumOff val="80000"/>
            </a:schemeClr>
          </a:solidFill>
          <a:ln>
            <a:solidFill>
              <a:schemeClr val="accent1"/>
            </a:solidFill>
          </a:ln>
        </p:spPr>
        <p:txBody>
          <a:bodyPr wrap="square" rtlCol="0">
            <a:spAutoFit/>
          </a:bodyPr>
          <a:lstStyle/>
          <a:p>
            <a:pPr algn="ctr"/>
            <a:r>
              <a:rPr lang="en-US" sz="2400" b="1" dirty="0">
                <a:solidFill>
                  <a:schemeClr val="accent1"/>
                </a:solidFill>
                <a:latin typeface="Roboto Mono" panose="00000009000000000000" pitchFamily="49" charset="0"/>
                <a:ea typeface="Roboto Mono" panose="00000009000000000000" pitchFamily="49" charset="0"/>
              </a:rPr>
              <a:t>???</a:t>
            </a:r>
            <a:endParaRPr lang="en-US" b="1" dirty="0">
              <a:solidFill>
                <a:schemeClr val="accent1"/>
              </a:solidFill>
              <a:latin typeface="Roboto Mono" panose="00000009000000000000" pitchFamily="49" charset="0"/>
              <a:ea typeface="Roboto Mono" panose="00000009000000000000" pitchFamily="49" charset="0"/>
            </a:endParaRPr>
          </a:p>
        </p:txBody>
      </p:sp>
      <p:sp>
        <p:nvSpPr>
          <p:cNvPr id="5" name="TextBox 4">
            <a:extLst>
              <a:ext uri="{FF2B5EF4-FFF2-40B4-BE49-F238E27FC236}">
                <a16:creationId xmlns:a16="http://schemas.microsoft.com/office/drawing/2014/main" id="{9876E76D-4F84-D5C1-BB32-00A81AA6D064}"/>
              </a:ext>
            </a:extLst>
          </p:cNvPr>
          <p:cNvSpPr txBox="1"/>
          <p:nvPr/>
        </p:nvSpPr>
        <p:spPr>
          <a:xfrm>
            <a:off x="10127327" y="434003"/>
            <a:ext cx="1343377" cy="400110"/>
          </a:xfrm>
          <a:prstGeom prst="rect">
            <a:avLst/>
          </a:prstGeom>
          <a:noFill/>
          <a:ln>
            <a:noFill/>
          </a:ln>
        </p:spPr>
        <p:txBody>
          <a:bodyPr wrap="square" rtlCol="0">
            <a:spAutoFit/>
          </a:bodyPr>
          <a:lstStyle/>
          <a:p>
            <a:pPr algn="ctr"/>
            <a:r>
              <a:rPr lang="en-US" sz="2000" b="1" dirty="0">
                <a:solidFill>
                  <a:schemeClr val="accent1"/>
                </a:solidFill>
                <a:latin typeface="Roboto Mono" panose="00000009000000000000" pitchFamily="49" charset="0"/>
                <a:ea typeface="Roboto Mono" panose="00000009000000000000" pitchFamily="49" charset="0"/>
              </a:rPr>
              <a:t>???</a:t>
            </a:r>
          </a:p>
        </p:txBody>
      </p:sp>
      <p:sp>
        <p:nvSpPr>
          <p:cNvPr id="6" name="TextBox 5">
            <a:extLst>
              <a:ext uri="{FF2B5EF4-FFF2-40B4-BE49-F238E27FC236}">
                <a16:creationId xmlns:a16="http://schemas.microsoft.com/office/drawing/2014/main" id="{142E2364-8714-6932-3F3F-6A0661F1A1CC}"/>
              </a:ext>
            </a:extLst>
          </p:cNvPr>
          <p:cNvSpPr txBox="1"/>
          <p:nvPr/>
        </p:nvSpPr>
        <p:spPr>
          <a:xfrm>
            <a:off x="10127326" y="1553825"/>
            <a:ext cx="1343377" cy="400110"/>
          </a:xfrm>
          <a:prstGeom prst="rect">
            <a:avLst/>
          </a:prstGeom>
          <a:noFill/>
          <a:ln>
            <a:noFill/>
          </a:ln>
        </p:spPr>
        <p:txBody>
          <a:bodyPr wrap="square" rtlCol="0">
            <a:spAutoFit/>
          </a:bodyPr>
          <a:lstStyle/>
          <a:p>
            <a:pPr algn="ctr"/>
            <a:r>
              <a:rPr lang="en-US" sz="2000" b="1" dirty="0">
                <a:solidFill>
                  <a:schemeClr val="accent1"/>
                </a:solidFill>
                <a:latin typeface="Roboto Mono" panose="00000009000000000000" pitchFamily="49" charset="0"/>
                <a:ea typeface="Roboto Mono" panose="00000009000000000000" pitchFamily="49" charset="0"/>
              </a:rPr>
              <a:t>0x10</a:t>
            </a:r>
          </a:p>
        </p:txBody>
      </p:sp>
      <p:sp>
        <p:nvSpPr>
          <p:cNvPr id="7" name="TextBox 6">
            <a:extLst>
              <a:ext uri="{FF2B5EF4-FFF2-40B4-BE49-F238E27FC236}">
                <a16:creationId xmlns:a16="http://schemas.microsoft.com/office/drawing/2014/main" id="{5FE1C68C-C130-260C-0D44-A509E08CE9D2}"/>
              </a:ext>
            </a:extLst>
          </p:cNvPr>
          <p:cNvSpPr txBox="1"/>
          <p:nvPr/>
        </p:nvSpPr>
        <p:spPr>
          <a:xfrm>
            <a:off x="6616137" y="963135"/>
            <a:ext cx="1643131" cy="461665"/>
          </a:xfrm>
          <a:prstGeom prst="rect">
            <a:avLst/>
          </a:prstGeom>
          <a:solidFill>
            <a:schemeClr val="accent6">
              <a:lumMod val="20000"/>
              <a:lumOff val="80000"/>
            </a:schemeClr>
          </a:solidFill>
          <a:ln>
            <a:solidFill>
              <a:srgbClr val="00B050"/>
            </a:solidFill>
          </a:ln>
        </p:spPr>
        <p:txBody>
          <a:bodyPr wrap="square" rtlCol="0">
            <a:spAutoFit/>
          </a:bodyPr>
          <a:lstStyle/>
          <a:p>
            <a:pPr algn="ctr"/>
            <a:r>
              <a:rPr lang="en-US" sz="2400" b="1" dirty="0">
                <a:solidFill>
                  <a:srgbClr val="00B050"/>
                </a:solidFill>
                <a:latin typeface="Roboto Mono" panose="00000009000000000000" pitchFamily="49" charset="0"/>
                <a:ea typeface="Roboto Mono" panose="00000009000000000000" pitchFamily="49" charset="0"/>
              </a:rPr>
              <a:t>0x10</a:t>
            </a:r>
            <a:endParaRPr lang="en-US" b="1" dirty="0">
              <a:solidFill>
                <a:srgbClr val="00B050"/>
              </a:solidFill>
              <a:latin typeface="Roboto Mono" panose="00000009000000000000" pitchFamily="49" charset="0"/>
              <a:ea typeface="Roboto Mono" panose="00000009000000000000" pitchFamily="49" charset="0"/>
            </a:endParaRPr>
          </a:p>
        </p:txBody>
      </p:sp>
      <p:sp>
        <p:nvSpPr>
          <p:cNvPr id="8" name="TextBox 7">
            <a:extLst>
              <a:ext uri="{FF2B5EF4-FFF2-40B4-BE49-F238E27FC236}">
                <a16:creationId xmlns:a16="http://schemas.microsoft.com/office/drawing/2014/main" id="{02232ECD-1376-F47E-ED20-B68CC6663360}"/>
              </a:ext>
            </a:extLst>
          </p:cNvPr>
          <p:cNvSpPr txBox="1"/>
          <p:nvPr/>
        </p:nvSpPr>
        <p:spPr>
          <a:xfrm>
            <a:off x="6335131" y="434002"/>
            <a:ext cx="2231300" cy="400110"/>
          </a:xfrm>
          <a:prstGeom prst="rect">
            <a:avLst/>
          </a:prstGeom>
          <a:noFill/>
          <a:ln>
            <a:noFill/>
          </a:ln>
        </p:spPr>
        <p:txBody>
          <a:bodyPr wrap="square" rtlCol="0">
            <a:spAutoFit/>
          </a:bodyPr>
          <a:lstStyle/>
          <a:p>
            <a:pPr algn="ctr"/>
            <a:r>
              <a:rPr lang="en-US" sz="2000" b="1" dirty="0">
                <a:solidFill>
                  <a:srgbClr val="00B050"/>
                </a:solidFill>
                <a:latin typeface="Roboto Mono" panose="00000009000000000000" pitchFamily="49" charset="0"/>
                <a:ea typeface="Roboto Mono" panose="00000009000000000000" pitchFamily="49" charset="0"/>
              </a:rPr>
              <a:t>double* </a:t>
            </a:r>
            <a:r>
              <a:rPr lang="en-US" sz="2000" b="1" dirty="0" err="1">
                <a:solidFill>
                  <a:srgbClr val="00B050"/>
                </a:solidFill>
                <a:latin typeface="Roboto Mono" panose="00000009000000000000" pitchFamily="49" charset="0"/>
                <a:ea typeface="Roboto Mono" panose="00000009000000000000" pitchFamily="49" charset="0"/>
              </a:rPr>
              <a:t>ptr</a:t>
            </a:r>
            <a:endParaRPr lang="en-US" sz="2000" b="1" dirty="0">
              <a:solidFill>
                <a:srgbClr val="00B050"/>
              </a:solidFill>
              <a:latin typeface="Roboto Mono" panose="00000009000000000000" pitchFamily="49" charset="0"/>
              <a:ea typeface="Roboto Mono" panose="00000009000000000000" pitchFamily="49" charset="0"/>
            </a:endParaRPr>
          </a:p>
        </p:txBody>
      </p:sp>
      <p:sp>
        <p:nvSpPr>
          <p:cNvPr id="9" name="TextBox 8">
            <a:extLst>
              <a:ext uri="{FF2B5EF4-FFF2-40B4-BE49-F238E27FC236}">
                <a16:creationId xmlns:a16="http://schemas.microsoft.com/office/drawing/2014/main" id="{614EFDCE-8D5B-E5A0-D252-140A44A4C81E}"/>
              </a:ext>
            </a:extLst>
          </p:cNvPr>
          <p:cNvSpPr txBox="1"/>
          <p:nvPr/>
        </p:nvSpPr>
        <p:spPr>
          <a:xfrm>
            <a:off x="6779093" y="1553825"/>
            <a:ext cx="1343377" cy="400110"/>
          </a:xfrm>
          <a:prstGeom prst="rect">
            <a:avLst/>
          </a:prstGeom>
          <a:noFill/>
          <a:ln>
            <a:noFill/>
          </a:ln>
        </p:spPr>
        <p:txBody>
          <a:bodyPr wrap="square" rtlCol="0">
            <a:spAutoFit/>
          </a:bodyPr>
          <a:lstStyle/>
          <a:p>
            <a:pPr algn="ctr"/>
            <a:r>
              <a:rPr lang="en-US" sz="2000" b="1" dirty="0">
                <a:solidFill>
                  <a:srgbClr val="00B050"/>
                </a:solidFill>
                <a:latin typeface="Roboto Mono" panose="00000009000000000000" pitchFamily="49" charset="0"/>
                <a:ea typeface="Roboto Mono" panose="00000009000000000000" pitchFamily="49" charset="0"/>
              </a:rPr>
              <a:t>0x40</a:t>
            </a:r>
          </a:p>
        </p:txBody>
      </p:sp>
      <p:cxnSp>
        <p:nvCxnSpPr>
          <p:cNvPr id="10" name="Straight Arrow Connector 9">
            <a:extLst>
              <a:ext uri="{FF2B5EF4-FFF2-40B4-BE49-F238E27FC236}">
                <a16:creationId xmlns:a16="http://schemas.microsoft.com/office/drawing/2014/main" id="{175E374C-51A9-3100-6135-45B33F042CEA}"/>
              </a:ext>
            </a:extLst>
          </p:cNvPr>
          <p:cNvCxnSpPr>
            <a:cxnSpLocks/>
            <a:stCxn id="7" idx="3"/>
            <a:endCxn id="4" idx="1"/>
          </p:cNvCxnSpPr>
          <p:nvPr/>
        </p:nvCxnSpPr>
        <p:spPr>
          <a:xfrm>
            <a:off x="8259268" y="1193968"/>
            <a:ext cx="1705103" cy="1"/>
          </a:xfrm>
          <a:prstGeom prst="straightConnector1">
            <a:avLst/>
          </a:prstGeom>
          <a:ln w="19050">
            <a:solidFill>
              <a:srgbClr val="00B050"/>
            </a:solidFill>
            <a:prstDash val="dash"/>
            <a:tailEnd type="triangle" w="lg" len="lg"/>
          </a:ln>
        </p:spPr>
        <p:style>
          <a:lnRef idx="1">
            <a:schemeClr val="dk1"/>
          </a:lnRef>
          <a:fillRef idx="0">
            <a:schemeClr val="dk1"/>
          </a:fillRef>
          <a:effectRef idx="0">
            <a:schemeClr val="dk1"/>
          </a:effectRef>
          <a:fontRef idx="minor">
            <a:schemeClr val="tx1"/>
          </a:fontRef>
        </p:style>
      </p:cxnSp>
      <p:sp>
        <p:nvSpPr>
          <p:cNvPr id="15" name="TextBox 14">
            <a:extLst>
              <a:ext uri="{FF2B5EF4-FFF2-40B4-BE49-F238E27FC236}">
                <a16:creationId xmlns:a16="http://schemas.microsoft.com/office/drawing/2014/main" id="{1FFB7590-F4FA-F72F-5166-491D86D58219}"/>
              </a:ext>
            </a:extLst>
          </p:cNvPr>
          <p:cNvSpPr txBox="1"/>
          <p:nvPr/>
        </p:nvSpPr>
        <p:spPr>
          <a:xfrm>
            <a:off x="240925" y="434001"/>
            <a:ext cx="5615945" cy="4154984"/>
          </a:xfrm>
          <a:prstGeom prst="rect">
            <a:avLst/>
          </a:prstGeom>
          <a:noFill/>
        </p:spPr>
        <p:txBody>
          <a:bodyPr wrap="square">
            <a:spAutoFit/>
          </a:bodyPr>
          <a:lstStyle/>
          <a:p>
            <a:pPr marL="0" indent="0">
              <a:buNone/>
            </a:pPr>
            <a:r>
              <a:rPr lang="en-US" sz="2000" dirty="0">
                <a:solidFill>
                  <a:schemeClr val="accent1"/>
                </a:solidFill>
                <a:latin typeface="Roboto Mono" panose="00000009000000000000" pitchFamily="49" charset="0"/>
                <a:ea typeface="Roboto Mono" panose="00000009000000000000" pitchFamily="49" charset="0"/>
              </a:rPr>
              <a:t>double</a:t>
            </a:r>
            <a:r>
              <a:rPr lang="en-US" sz="2000" dirty="0">
                <a:latin typeface="Roboto Mono" panose="00000009000000000000" pitchFamily="49" charset="0"/>
                <a:ea typeface="Roboto Mono" panose="00000009000000000000" pitchFamily="49" charset="0"/>
              </a:rPr>
              <a:t>* </a:t>
            </a:r>
            <a:r>
              <a:rPr lang="en-US" sz="2000" dirty="0" err="1">
                <a:latin typeface="Roboto Mono" panose="00000009000000000000" pitchFamily="49" charset="0"/>
                <a:ea typeface="Roboto Mono" panose="00000009000000000000" pitchFamily="49" charset="0"/>
              </a:rPr>
              <a:t>ptr</a:t>
            </a:r>
            <a:r>
              <a:rPr lang="en-US" sz="2000" dirty="0">
                <a:latin typeface="Roboto Mono" panose="00000009000000000000" pitchFamily="49" charset="0"/>
                <a:ea typeface="Roboto Mono" panose="00000009000000000000" pitchFamily="49" charset="0"/>
              </a:rPr>
              <a:t>{ </a:t>
            </a:r>
            <a:r>
              <a:rPr lang="en-US" sz="2000" b="1" dirty="0">
                <a:latin typeface="Roboto Mono" panose="00000009000000000000" pitchFamily="49" charset="0"/>
                <a:ea typeface="Roboto Mono" panose="00000009000000000000" pitchFamily="49" charset="0"/>
              </a:rPr>
              <a:t>new </a:t>
            </a:r>
            <a:r>
              <a:rPr lang="en-US" sz="2000" dirty="0">
                <a:solidFill>
                  <a:schemeClr val="accent1"/>
                </a:solidFill>
                <a:latin typeface="Roboto Mono" panose="00000009000000000000" pitchFamily="49" charset="0"/>
                <a:ea typeface="Roboto Mono" panose="00000009000000000000" pitchFamily="49" charset="0"/>
              </a:rPr>
              <a:t>double</a:t>
            </a:r>
            <a:r>
              <a:rPr lang="en-US" sz="2000" dirty="0">
                <a:latin typeface="Roboto Mono" panose="00000009000000000000" pitchFamily="49" charset="0"/>
                <a:ea typeface="Roboto Mono" panose="00000009000000000000" pitchFamily="49" charset="0"/>
              </a:rPr>
              <a:t>{ 17 } };</a:t>
            </a:r>
          </a:p>
          <a:p>
            <a:pPr marL="0" indent="0">
              <a:buNone/>
            </a:pPr>
            <a:endParaRPr lang="en-US" sz="2000" dirty="0">
              <a:latin typeface="Roboto Mono" panose="00000009000000000000" pitchFamily="49" charset="0"/>
              <a:ea typeface="Roboto Mono" panose="00000009000000000000" pitchFamily="49" charset="0"/>
            </a:endParaRPr>
          </a:p>
          <a:p>
            <a:pPr marL="0" indent="0">
              <a:buNone/>
            </a:pPr>
            <a:endParaRPr lang="en-US" sz="2000" dirty="0">
              <a:latin typeface="Roboto Mono" panose="00000009000000000000" pitchFamily="49" charset="0"/>
              <a:ea typeface="Roboto Mono" panose="00000009000000000000" pitchFamily="49" charset="0"/>
            </a:endParaRPr>
          </a:p>
          <a:p>
            <a:pPr marL="0" indent="0">
              <a:buNone/>
            </a:pPr>
            <a:r>
              <a:rPr lang="en-US" sz="2000" dirty="0">
                <a:solidFill>
                  <a:schemeClr val="accent1"/>
                </a:solidFill>
                <a:latin typeface="Roboto Mono" panose="00000009000000000000" pitchFamily="49" charset="0"/>
                <a:ea typeface="Roboto Mono" panose="00000009000000000000" pitchFamily="49" charset="0"/>
              </a:rPr>
              <a:t>double</a:t>
            </a:r>
            <a:r>
              <a:rPr lang="en-US" sz="2000" dirty="0">
                <a:latin typeface="Roboto Mono" panose="00000009000000000000" pitchFamily="49" charset="0"/>
                <a:ea typeface="Roboto Mono" panose="00000009000000000000" pitchFamily="49" charset="0"/>
              </a:rPr>
              <a:t>* ptr2{ </a:t>
            </a:r>
            <a:r>
              <a:rPr lang="en-US" sz="2000" dirty="0" err="1">
                <a:latin typeface="Roboto Mono" panose="00000009000000000000" pitchFamily="49" charset="0"/>
                <a:ea typeface="Roboto Mono" panose="00000009000000000000" pitchFamily="49" charset="0"/>
              </a:rPr>
              <a:t>ptr</a:t>
            </a:r>
            <a:r>
              <a:rPr lang="en-US" sz="2000" dirty="0">
                <a:latin typeface="Roboto Mono" panose="00000009000000000000" pitchFamily="49" charset="0"/>
                <a:ea typeface="Roboto Mono" panose="00000009000000000000" pitchFamily="49" charset="0"/>
              </a:rPr>
              <a:t> };</a:t>
            </a:r>
          </a:p>
          <a:p>
            <a:pPr marL="0" indent="0">
              <a:buNone/>
            </a:pPr>
            <a:endParaRPr lang="en-US" sz="2000" dirty="0">
              <a:latin typeface="Roboto Mono" panose="00000009000000000000" pitchFamily="49" charset="0"/>
              <a:ea typeface="Roboto Mono" panose="00000009000000000000" pitchFamily="49" charset="0"/>
            </a:endParaRPr>
          </a:p>
          <a:p>
            <a:pPr marL="0" indent="0">
              <a:buNone/>
            </a:pPr>
            <a:r>
              <a:rPr lang="en-US" sz="2000" dirty="0">
                <a:solidFill>
                  <a:srgbClr val="00B050"/>
                </a:solidFill>
                <a:latin typeface="Roboto Mono" panose="00000009000000000000" pitchFamily="49" charset="0"/>
                <a:ea typeface="Roboto Mono" panose="00000009000000000000" pitchFamily="49" charset="0"/>
              </a:rPr>
              <a:t>// </a:t>
            </a:r>
            <a:r>
              <a:rPr lang="en-US" sz="2000" dirty="0" err="1">
                <a:solidFill>
                  <a:srgbClr val="00B050"/>
                </a:solidFill>
                <a:latin typeface="Roboto Mono" panose="00000009000000000000" pitchFamily="49" charset="0"/>
                <a:ea typeface="Roboto Mono" panose="00000009000000000000" pitchFamily="49" charset="0"/>
              </a:rPr>
              <a:t>ptr</a:t>
            </a:r>
            <a:r>
              <a:rPr lang="en-US" sz="2000" dirty="0">
                <a:solidFill>
                  <a:srgbClr val="00B050"/>
                </a:solidFill>
                <a:latin typeface="Roboto Mono" panose="00000009000000000000" pitchFamily="49" charset="0"/>
                <a:ea typeface="Roboto Mono" panose="00000009000000000000" pitchFamily="49" charset="0"/>
              </a:rPr>
              <a:t> is left dangling</a:t>
            </a:r>
            <a:endParaRPr lang="en-US" sz="2000" dirty="0">
              <a:latin typeface="Roboto Mono" panose="00000009000000000000" pitchFamily="49" charset="0"/>
              <a:ea typeface="Roboto Mono" panose="00000009000000000000" pitchFamily="49" charset="0"/>
            </a:endParaRPr>
          </a:p>
          <a:p>
            <a:pPr marL="0" indent="0">
              <a:buNone/>
            </a:pPr>
            <a:r>
              <a:rPr lang="en-US" sz="2000" b="1" dirty="0">
                <a:latin typeface="Roboto Mono" panose="00000009000000000000" pitchFamily="49" charset="0"/>
                <a:ea typeface="Roboto Mono" panose="00000009000000000000" pitchFamily="49" charset="0"/>
              </a:rPr>
              <a:t>delete </a:t>
            </a:r>
            <a:r>
              <a:rPr lang="en-US" sz="2000" dirty="0" err="1">
                <a:latin typeface="Roboto Mono" panose="00000009000000000000" pitchFamily="49" charset="0"/>
                <a:ea typeface="Roboto Mono" panose="00000009000000000000" pitchFamily="49" charset="0"/>
              </a:rPr>
              <a:t>ptr</a:t>
            </a:r>
            <a:r>
              <a:rPr lang="en-US" sz="2000" dirty="0">
                <a:latin typeface="Roboto Mono" panose="00000009000000000000" pitchFamily="49" charset="0"/>
                <a:ea typeface="Roboto Mono" panose="00000009000000000000" pitchFamily="49" charset="0"/>
              </a:rPr>
              <a:t>;	</a:t>
            </a:r>
            <a:r>
              <a:rPr lang="en-US" sz="2000" dirty="0">
                <a:solidFill>
                  <a:srgbClr val="00B050"/>
                </a:solidFill>
                <a:latin typeface="Roboto Mono" panose="00000009000000000000" pitchFamily="49" charset="0"/>
                <a:ea typeface="Roboto Mono" panose="00000009000000000000" pitchFamily="49" charset="0"/>
              </a:rPr>
              <a:t>// delete 0x10</a:t>
            </a:r>
          </a:p>
          <a:p>
            <a:pPr marL="0" indent="0">
              <a:buNone/>
            </a:pPr>
            <a:endParaRPr lang="en-US" sz="2000" dirty="0">
              <a:latin typeface="Roboto Mono" panose="00000009000000000000" pitchFamily="49" charset="0"/>
              <a:ea typeface="Roboto Mono" panose="00000009000000000000" pitchFamily="49" charset="0"/>
            </a:endParaRPr>
          </a:p>
          <a:p>
            <a:pPr marL="0" indent="0">
              <a:buNone/>
            </a:pPr>
            <a:endParaRPr lang="en-US" sz="2000" dirty="0">
              <a:ea typeface="Roboto Mono" panose="00000009000000000000" pitchFamily="49" charset="0"/>
            </a:endParaRPr>
          </a:p>
          <a:p>
            <a:pPr marL="0" indent="0">
              <a:buNone/>
            </a:pPr>
            <a:endParaRPr lang="en-US" sz="2000" dirty="0">
              <a:ea typeface="Roboto Mono" panose="00000009000000000000" pitchFamily="49" charset="0"/>
            </a:endParaRPr>
          </a:p>
          <a:p>
            <a:pPr marL="0" indent="0" algn="ctr">
              <a:buNone/>
            </a:pPr>
            <a:r>
              <a:rPr lang="en-US" sz="3200" dirty="0">
                <a:solidFill>
                  <a:srgbClr val="FF0000"/>
                </a:solidFill>
                <a:ea typeface="Roboto Mono" panose="00000009000000000000" pitchFamily="49" charset="0"/>
              </a:rPr>
              <a:t>What about </a:t>
            </a:r>
            <a:r>
              <a:rPr lang="en-US" sz="3200" b="1" dirty="0">
                <a:solidFill>
                  <a:srgbClr val="FF0000"/>
                </a:solidFill>
                <a:latin typeface="Roboto Mono" panose="00000009000000000000" pitchFamily="49" charset="0"/>
                <a:ea typeface="Roboto Mono" panose="00000009000000000000" pitchFamily="49" charset="0"/>
              </a:rPr>
              <a:t>ptr2</a:t>
            </a:r>
            <a:r>
              <a:rPr lang="en-US" sz="3200" b="1" dirty="0">
                <a:solidFill>
                  <a:srgbClr val="FF0000"/>
                </a:solidFill>
                <a:ea typeface="Roboto Mono" panose="00000009000000000000" pitchFamily="49" charset="0"/>
              </a:rPr>
              <a:t> </a:t>
            </a:r>
            <a:r>
              <a:rPr lang="en-US" sz="3200" dirty="0">
                <a:solidFill>
                  <a:srgbClr val="FF0000"/>
                </a:solidFill>
                <a:ea typeface="Roboto Mono" panose="00000009000000000000" pitchFamily="49" charset="0"/>
              </a:rPr>
              <a:t>though?</a:t>
            </a:r>
          </a:p>
          <a:p>
            <a:pPr marL="0" indent="0" algn="ctr">
              <a:buNone/>
            </a:pPr>
            <a:r>
              <a:rPr lang="en-US" sz="3200" i="1" dirty="0">
                <a:solidFill>
                  <a:schemeClr val="accent1"/>
                </a:solidFill>
                <a:ea typeface="Roboto Mono" panose="00000009000000000000" pitchFamily="49" charset="0"/>
              </a:rPr>
              <a:t>Also left in a dangling state.</a:t>
            </a:r>
          </a:p>
        </p:txBody>
      </p:sp>
      <p:sp>
        <p:nvSpPr>
          <p:cNvPr id="17" name="TextBox 16">
            <a:extLst>
              <a:ext uri="{FF2B5EF4-FFF2-40B4-BE49-F238E27FC236}">
                <a16:creationId xmlns:a16="http://schemas.microsoft.com/office/drawing/2014/main" id="{A3F8FAAE-4A1D-2C53-D9FF-370C5909423A}"/>
              </a:ext>
            </a:extLst>
          </p:cNvPr>
          <p:cNvSpPr txBox="1"/>
          <p:nvPr/>
        </p:nvSpPr>
        <p:spPr>
          <a:xfrm>
            <a:off x="6616137" y="3277822"/>
            <a:ext cx="1643131" cy="461665"/>
          </a:xfrm>
          <a:prstGeom prst="rect">
            <a:avLst/>
          </a:prstGeom>
          <a:solidFill>
            <a:srgbClr val="7030A0">
              <a:alpha val="10000"/>
            </a:srgbClr>
          </a:solidFill>
          <a:ln>
            <a:solidFill>
              <a:srgbClr val="7030A0"/>
            </a:solidFill>
          </a:ln>
        </p:spPr>
        <p:txBody>
          <a:bodyPr wrap="square" rtlCol="0">
            <a:spAutoFit/>
          </a:bodyPr>
          <a:lstStyle/>
          <a:p>
            <a:pPr algn="ctr"/>
            <a:r>
              <a:rPr lang="en-US" sz="2400" b="1" dirty="0">
                <a:solidFill>
                  <a:srgbClr val="7030A0"/>
                </a:solidFill>
                <a:latin typeface="Roboto Mono" panose="00000009000000000000" pitchFamily="49" charset="0"/>
                <a:ea typeface="Roboto Mono" panose="00000009000000000000" pitchFamily="49" charset="0"/>
              </a:rPr>
              <a:t>0x10</a:t>
            </a:r>
            <a:endParaRPr lang="en-US" b="1" dirty="0">
              <a:solidFill>
                <a:srgbClr val="7030A0"/>
              </a:solidFill>
              <a:latin typeface="Roboto Mono" panose="00000009000000000000" pitchFamily="49" charset="0"/>
              <a:ea typeface="Roboto Mono" panose="00000009000000000000" pitchFamily="49" charset="0"/>
            </a:endParaRPr>
          </a:p>
        </p:txBody>
      </p:sp>
      <p:sp>
        <p:nvSpPr>
          <p:cNvPr id="18" name="TextBox 17">
            <a:extLst>
              <a:ext uri="{FF2B5EF4-FFF2-40B4-BE49-F238E27FC236}">
                <a16:creationId xmlns:a16="http://schemas.microsoft.com/office/drawing/2014/main" id="{EC39065A-6A6E-BFB9-54A0-989B31B472BF}"/>
              </a:ext>
            </a:extLst>
          </p:cNvPr>
          <p:cNvSpPr txBox="1"/>
          <p:nvPr/>
        </p:nvSpPr>
        <p:spPr>
          <a:xfrm>
            <a:off x="6335131" y="2748689"/>
            <a:ext cx="2231300" cy="400110"/>
          </a:xfrm>
          <a:prstGeom prst="rect">
            <a:avLst/>
          </a:prstGeom>
          <a:noFill/>
          <a:ln>
            <a:noFill/>
          </a:ln>
        </p:spPr>
        <p:txBody>
          <a:bodyPr wrap="square" rtlCol="0">
            <a:spAutoFit/>
          </a:bodyPr>
          <a:lstStyle/>
          <a:p>
            <a:pPr algn="ctr"/>
            <a:r>
              <a:rPr lang="en-US" sz="2000" b="1" dirty="0">
                <a:solidFill>
                  <a:srgbClr val="7030A0"/>
                </a:solidFill>
                <a:latin typeface="Roboto Mono" panose="00000009000000000000" pitchFamily="49" charset="0"/>
                <a:ea typeface="Roboto Mono" panose="00000009000000000000" pitchFamily="49" charset="0"/>
              </a:rPr>
              <a:t>double* ptr2</a:t>
            </a:r>
          </a:p>
        </p:txBody>
      </p:sp>
      <p:sp>
        <p:nvSpPr>
          <p:cNvPr id="19" name="TextBox 18">
            <a:extLst>
              <a:ext uri="{FF2B5EF4-FFF2-40B4-BE49-F238E27FC236}">
                <a16:creationId xmlns:a16="http://schemas.microsoft.com/office/drawing/2014/main" id="{63C5E45F-7EA5-BEB8-4165-5B5081FF586B}"/>
              </a:ext>
            </a:extLst>
          </p:cNvPr>
          <p:cNvSpPr txBox="1"/>
          <p:nvPr/>
        </p:nvSpPr>
        <p:spPr>
          <a:xfrm>
            <a:off x="6779093" y="3868512"/>
            <a:ext cx="1343377" cy="400110"/>
          </a:xfrm>
          <a:prstGeom prst="rect">
            <a:avLst/>
          </a:prstGeom>
          <a:noFill/>
          <a:ln>
            <a:noFill/>
          </a:ln>
        </p:spPr>
        <p:txBody>
          <a:bodyPr wrap="square" rtlCol="0">
            <a:spAutoFit/>
          </a:bodyPr>
          <a:lstStyle/>
          <a:p>
            <a:pPr algn="ctr"/>
            <a:r>
              <a:rPr lang="en-US" sz="2000" b="1" dirty="0">
                <a:solidFill>
                  <a:srgbClr val="7030A0"/>
                </a:solidFill>
                <a:latin typeface="Roboto Mono" panose="00000009000000000000" pitchFamily="49" charset="0"/>
                <a:ea typeface="Roboto Mono" panose="00000009000000000000" pitchFamily="49" charset="0"/>
              </a:rPr>
              <a:t>0x80</a:t>
            </a:r>
          </a:p>
        </p:txBody>
      </p:sp>
      <p:cxnSp>
        <p:nvCxnSpPr>
          <p:cNvPr id="20" name="Straight Arrow Connector 19">
            <a:extLst>
              <a:ext uri="{FF2B5EF4-FFF2-40B4-BE49-F238E27FC236}">
                <a16:creationId xmlns:a16="http://schemas.microsoft.com/office/drawing/2014/main" id="{FC678DAD-57E7-0BF0-84AE-43B9949F6670}"/>
              </a:ext>
            </a:extLst>
          </p:cNvPr>
          <p:cNvCxnSpPr>
            <a:cxnSpLocks/>
            <a:stCxn id="17" idx="3"/>
            <a:endCxn id="4" idx="1"/>
          </p:cNvCxnSpPr>
          <p:nvPr/>
        </p:nvCxnSpPr>
        <p:spPr>
          <a:xfrm flipV="1">
            <a:off x="8259268" y="1193969"/>
            <a:ext cx="1705103" cy="2314686"/>
          </a:xfrm>
          <a:prstGeom prst="straightConnector1">
            <a:avLst/>
          </a:prstGeom>
          <a:ln w="19050">
            <a:solidFill>
              <a:srgbClr val="7030A0"/>
            </a:solidFill>
            <a:prstDash val="dash"/>
            <a:tailEnd type="triangle" w="lg" len="lg"/>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896679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B7B4F3F-B0D9-04F8-1813-494C0113D1D9}"/>
              </a:ext>
            </a:extLst>
          </p:cNvPr>
          <p:cNvSpPr txBox="1"/>
          <p:nvPr/>
        </p:nvSpPr>
        <p:spPr>
          <a:xfrm>
            <a:off x="9964371" y="963136"/>
            <a:ext cx="1643132" cy="461665"/>
          </a:xfrm>
          <a:prstGeom prst="rect">
            <a:avLst/>
          </a:prstGeom>
          <a:solidFill>
            <a:schemeClr val="accent1">
              <a:lumMod val="20000"/>
              <a:lumOff val="80000"/>
            </a:schemeClr>
          </a:solidFill>
          <a:ln>
            <a:solidFill>
              <a:schemeClr val="accent1"/>
            </a:solidFill>
          </a:ln>
        </p:spPr>
        <p:txBody>
          <a:bodyPr wrap="square" rtlCol="0">
            <a:spAutoFit/>
          </a:bodyPr>
          <a:lstStyle/>
          <a:p>
            <a:pPr algn="ctr"/>
            <a:r>
              <a:rPr lang="en-US" sz="2400" b="1" dirty="0">
                <a:solidFill>
                  <a:schemeClr val="accent1"/>
                </a:solidFill>
                <a:latin typeface="Roboto Mono" panose="00000009000000000000" pitchFamily="49" charset="0"/>
                <a:ea typeface="Roboto Mono" panose="00000009000000000000" pitchFamily="49" charset="0"/>
              </a:rPr>
              <a:t>???</a:t>
            </a:r>
            <a:endParaRPr lang="en-US" b="1" dirty="0">
              <a:solidFill>
                <a:schemeClr val="accent1"/>
              </a:solidFill>
              <a:latin typeface="Roboto Mono" panose="00000009000000000000" pitchFamily="49" charset="0"/>
              <a:ea typeface="Roboto Mono" panose="00000009000000000000" pitchFamily="49" charset="0"/>
            </a:endParaRPr>
          </a:p>
        </p:txBody>
      </p:sp>
      <p:sp>
        <p:nvSpPr>
          <p:cNvPr id="5" name="TextBox 4">
            <a:extLst>
              <a:ext uri="{FF2B5EF4-FFF2-40B4-BE49-F238E27FC236}">
                <a16:creationId xmlns:a16="http://schemas.microsoft.com/office/drawing/2014/main" id="{9876E76D-4F84-D5C1-BB32-00A81AA6D064}"/>
              </a:ext>
            </a:extLst>
          </p:cNvPr>
          <p:cNvSpPr txBox="1"/>
          <p:nvPr/>
        </p:nvSpPr>
        <p:spPr>
          <a:xfrm>
            <a:off x="10127327" y="434003"/>
            <a:ext cx="1343377" cy="400110"/>
          </a:xfrm>
          <a:prstGeom prst="rect">
            <a:avLst/>
          </a:prstGeom>
          <a:noFill/>
          <a:ln>
            <a:noFill/>
          </a:ln>
        </p:spPr>
        <p:txBody>
          <a:bodyPr wrap="square" rtlCol="0">
            <a:spAutoFit/>
          </a:bodyPr>
          <a:lstStyle/>
          <a:p>
            <a:pPr algn="ctr"/>
            <a:r>
              <a:rPr lang="en-US" sz="2000" b="1" dirty="0">
                <a:solidFill>
                  <a:schemeClr val="accent1"/>
                </a:solidFill>
                <a:latin typeface="Roboto Mono" panose="00000009000000000000" pitchFamily="49" charset="0"/>
                <a:ea typeface="Roboto Mono" panose="00000009000000000000" pitchFamily="49" charset="0"/>
              </a:rPr>
              <a:t>???</a:t>
            </a:r>
          </a:p>
        </p:txBody>
      </p:sp>
      <p:sp>
        <p:nvSpPr>
          <p:cNvPr id="6" name="TextBox 5">
            <a:extLst>
              <a:ext uri="{FF2B5EF4-FFF2-40B4-BE49-F238E27FC236}">
                <a16:creationId xmlns:a16="http://schemas.microsoft.com/office/drawing/2014/main" id="{142E2364-8714-6932-3F3F-6A0661F1A1CC}"/>
              </a:ext>
            </a:extLst>
          </p:cNvPr>
          <p:cNvSpPr txBox="1"/>
          <p:nvPr/>
        </p:nvSpPr>
        <p:spPr>
          <a:xfrm>
            <a:off x="10127326" y="1553825"/>
            <a:ext cx="1343377" cy="400110"/>
          </a:xfrm>
          <a:prstGeom prst="rect">
            <a:avLst/>
          </a:prstGeom>
          <a:noFill/>
          <a:ln>
            <a:noFill/>
          </a:ln>
        </p:spPr>
        <p:txBody>
          <a:bodyPr wrap="square" rtlCol="0">
            <a:spAutoFit/>
          </a:bodyPr>
          <a:lstStyle/>
          <a:p>
            <a:pPr algn="ctr"/>
            <a:r>
              <a:rPr lang="en-US" sz="2000" b="1" dirty="0">
                <a:solidFill>
                  <a:schemeClr val="accent1"/>
                </a:solidFill>
                <a:latin typeface="Roboto Mono" panose="00000009000000000000" pitchFamily="49" charset="0"/>
                <a:ea typeface="Roboto Mono" panose="00000009000000000000" pitchFamily="49" charset="0"/>
              </a:rPr>
              <a:t>0x10</a:t>
            </a:r>
          </a:p>
        </p:txBody>
      </p:sp>
      <p:sp>
        <p:nvSpPr>
          <p:cNvPr id="7" name="TextBox 6">
            <a:extLst>
              <a:ext uri="{FF2B5EF4-FFF2-40B4-BE49-F238E27FC236}">
                <a16:creationId xmlns:a16="http://schemas.microsoft.com/office/drawing/2014/main" id="{5FE1C68C-C130-260C-0D44-A509E08CE9D2}"/>
              </a:ext>
            </a:extLst>
          </p:cNvPr>
          <p:cNvSpPr txBox="1"/>
          <p:nvPr/>
        </p:nvSpPr>
        <p:spPr>
          <a:xfrm>
            <a:off x="6616137" y="963135"/>
            <a:ext cx="1643131" cy="461665"/>
          </a:xfrm>
          <a:prstGeom prst="rect">
            <a:avLst/>
          </a:prstGeom>
          <a:solidFill>
            <a:schemeClr val="accent6">
              <a:lumMod val="20000"/>
              <a:lumOff val="80000"/>
            </a:schemeClr>
          </a:solidFill>
          <a:ln>
            <a:solidFill>
              <a:srgbClr val="00B050"/>
            </a:solidFill>
          </a:ln>
        </p:spPr>
        <p:txBody>
          <a:bodyPr wrap="square" rtlCol="0">
            <a:spAutoFit/>
          </a:bodyPr>
          <a:lstStyle/>
          <a:p>
            <a:pPr algn="ctr"/>
            <a:r>
              <a:rPr lang="en-US" sz="2400" b="1" dirty="0">
                <a:solidFill>
                  <a:srgbClr val="00B050"/>
                </a:solidFill>
                <a:latin typeface="Roboto Mono" panose="00000009000000000000" pitchFamily="49" charset="0"/>
                <a:ea typeface="Roboto Mono" panose="00000009000000000000" pitchFamily="49" charset="0"/>
              </a:rPr>
              <a:t>0x0</a:t>
            </a:r>
            <a:endParaRPr lang="en-US" b="1" dirty="0">
              <a:solidFill>
                <a:srgbClr val="00B050"/>
              </a:solidFill>
              <a:latin typeface="Roboto Mono" panose="00000009000000000000" pitchFamily="49" charset="0"/>
              <a:ea typeface="Roboto Mono" panose="00000009000000000000" pitchFamily="49" charset="0"/>
            </a:endParaRPr>
          </a:p>
        </p:txBody>
      </p:sp>
      <p:sp>
        <p:nvSpPr>
          <p:cNvPr id="8" name="TextBox 7">
            <a:extLst>
              <a:ext uri="{FF2B5EF4-FFF2-40B4-BE49-F238E27FC236}">
                <a16:creationId xmlns:a16="http://schemas.microsoft.com/office/drawing/2014/main" id="{02232ECD-1376-F47E-ED20-B68CC6663360}"/>
              </a:ext>
            </a:extLst>
          </p:cNvPr>
          <p:cNvSpPr txBox="1"/>
          <p:nvPr/>
        </p:nvSpPr>
        <p:spPr>
          <a:xfrm>
            <a:off x="6335131" y="434002"/>
            <a:ext cx="2231300" cy="400110"/>
          </a:xfrm>
          <a:prstGeom prst="rect">
            <a:avLst/>
          </a:prstGeom>
          <a:noFill/>
          <a:ln>
            <a:noFill/>
          </a:ln>
        </p:spPr>
        <p:txBody>
          <a:bodyPr wrap="square" rtlCol="0">
            <a:spAutoFit/>
          </a:bodyPr>
          <a:lstStyle/>
          <a:p>
            <a:pPr algn="ctr"/>
            <a:r>
              <a:rPr lang="en-US" sz="2000" b="1" dirty="0">
                <a:solidFill>
                  <a:srgbClr val="00B050"/>
                </a:solidFill>
                <a:latin typeface="Roboto Mono" panose="00000009000000000000" pitchFamily="49" charset="0"/>
                <a:ea typeface="Roboto Mono" panose="00000009000000000000" pitchFamily="49" charset="0"/>
              </a:rPr>
              <a:t>double* </a:t>
            </a:r>
            <a:r>
              <a:rPr lang="en-US" sz="2000" b="1" dirty="0" err="1">
                <a:solidFill>
                  <a:srgbClr val="00B050"/>
                </a:solidFill>
                <a:latin typeface="Roboto Mono" panose="00000009000000000000" pitchFamily="49" charset="0"/>
                <a:ea typeface="Roboto Mono" panose="00000009000000000000" pitchFamily="49" charset="0"/>
              </a:rPr>
              <a:t>ptr</a:t>
            </a:r>
            <a:endParaRPr lang="en-US" sz="2000" b="1" dirty="0">
              <a:solidFill>
                <a:srgbClr val="00B050"/>
              </a:solidFill>
              <a:latin typeface="Roboto Mono" panose="00000009000000000000" pitchFamily="49" charset="0"/>
              <a:ea typeface="Roboto Mono" panose="00000009000000000000" pitchFamily="49" charset="0"/>
            </a:endParaRPr>
          </a:p>
        </p:txBody>
      </p:sp>
      <p:sp>
        <p:nvSpPr>
          <p:cNvPr id="9" name="TextBox 8">
            <a:extLst>
              <a:ext uri="{FF2B5EF4-FFF2-40B4-BE49-F238E27FC236}">
                <a16:creationId xmlns:a16="http://schemas.microsoft.com/office/drawing/2014/main" id="{614EFDCE-8D5B-E5A0-D252-140A44A4C81E}"/>
              </a:ext>
            </a:extLst>
          </p:cNvPr>
          <p:cNvSpPr txBox="1"/>
          <p:nvPr/>
        </p:nvSpPr>
        <p:spPr>
          <a:xfrm>
            <a:off x="6779093" y="1553825"/>
            <a:ext cx="1343377" cy="400110"/>
          </a:xfrm>
          <a:prstGeom prst="rect">
            <a:avLst/>
          </a:prstGeom>
          <a:noFill/>
          <a:ln>
            <a:noFill/>
          </a:ln>
        </p:spPr>
        <p:txBody>
          <a:bodyPr wrap="square" rtlCol="0">
            <a:spAutoFit/>
          </a:bodyPr>
          <a:lstStyle/>
          <a:p>
            <a:pPr algn="ctr"/>
            <a:r>
              <a:rPr lang="en-US" sz="2000" b="1" dirty="0">
                <a:solidFill>
                  <a:srgbClr val="00B050"/>
                </a:solidFill>
                <a:latin typeface="Roboto Mono" panose="00000009000000000000" pitchFamily="49" charset="0"/>
                <a:ea typeface="Roboto Mono" panose="00000009000000000000" pitchFamily="49" charset="0"/>
              </a:rPr>
              <a:t>0x40</a:t>
            </a:r>
          </a:p>
        </p:txBody>
      </p:sp>
      <p:sp>
        <p:nvSpPr>
          <p:cNvPr id="15" name="TextBox 14">
            <a:extLst>
              <a:ext uri="{FF2B5EF4-FFF2-40B4-BE49-F238E27FC236}">
                <a16:creationId xmlns:a16="http://schemas.microsoft.com/office/drawing/2014/main" id="{1FFB7590-F4FA-F72F-5166-491D86D58219}"/>
              </a:ext>
            </a:extLst>
          </p:cNvPr>
          <p:cNvSpPr txBox="1"/>
          <p:nvPr/>
        </p:nvSpPr>
        <p:spPr>
          <a:xfrm>
            <a:off x="240925" y="434001"/>
            <a:ext cx="5615945" cy="4462760"/>
          </a:xfrm>
          <a:prstGeom prst="rect">
            <a:avLst/>
          </a:prstGeom>
          <a:noFill/>
        </p:spPr>
        <p:txBody>
          <a:bodyPr wrap="square">
            <a:spAutoFit/>
          </a:bodyPr>
          <a:lstStyle/>
          <a:p>
            <a:pPr marL="0" indent="0">
              <a:buNone/>
            </a:pPr>
            <a:r>
              <a:rPr lang="en-US" sz="2000" dirty="0">
                <a:solidFill>
                  <a:schemeClr val="accent1"/>
                </a:solidFill>
                <a:latin typeface="Roboto Mono" panose="00000009000000000000" pitchFamily="49" charset="0"/>
                <a:ea typeface="Roboto Mono" panose="00000009000000000000" pitchFamily="49" charset="0"/>
              </a:rPr>
              <a:t>double</a:t>
            </a:r>
            <a:r>
              <a:rPr lang="en-US" sz="2000" dirty="0">
                <a:latin typeface="Roboto Mono" panose="00000009000000000000" pitchFamily="49" charset="0"/>
                <a:ea typeface="Roboto Mono" panose="00000009000000000000" pitchFamily="49" charset="0"/>
              </a:rPr>
              <a:t>* </a:t>
            </a:r>
            <a:r>
              <a:rPr lang="en-US" sz="2000" dirty="0" err="1">
                <a:latin typeface="Roboto Mono" panose="00000009000000000000" pitchFamily="49" charset="0"/>
                <a:ea typeface="Roboto Mono" panose="00000009000000000000" pitchFamily="49" charset="0"/>
              </a:rPr>
              <a:t>ptr</a:t>
            </a:r>
            <a:r>
              <a:rPr lang="en-US" sz="2000" dirty="0">
                <a:latin typeface="Roboto Mono" panose="00000009000000000000" pitchFamily="49" charset="0"/>
                <a:ea typeface="Roboto Mono" panose="00000009000000000000" pitchFamily="49" charset="0"/>
              </a:rPr>
              <a:t>{ </a:t>
            </a:r>
            <a:r>
              <a:rPr lang="en-US" sz="2000" b="1" dirty="0">
                <a:latin typeface="Roboto Mono" panose="00000009000000000000" pitchFamily="49" charset="0"/>
                <a:ea typeface="Roboto Mono" panose="00000009000000000000" pitchFamily="49" charset="0"/>
              </a:rPr>
              <a:t>new </a:t>
            </a:r>
            <a:r>
              <a:rPr lang="en-US" sz="2000" dirty="0">
                <a:solidFill>
                  <a:schemeClr val="accent1"/>
                </a:solidFill>
                <a:latin typeface="Roboto Mono" panose="00000009000000000000" pitchFamily="49" charset="0"/>
                <a:ea typeface="Roboto Mono" panose="00000009000000000000" pitchFamily="49" charset="0"/>
              </a:rPr>
              <a:t>double</a:t>
            </a:r>
            <a:r>
              <a:rPr lang="en-US" sz="2000" dirty="0">
                <a:latin typeface="Roboto Mono" panose="00000009000000000000" pitchFamily="49" charset="0"/>
                <a:ea typeface="Roboto Mono" panose="00000009000000000000" pitchFamily="49" charset="0"/>
              </a:rPr>
              <a:t>{ 17 } };</a:t>
            </a:r>
          </a:p>
          <a:p>
            <a:pPr marL="0" indent="0">
              <a:buNone/>
            </a:pPr>
            <a:endParaRPr lang="en-US" sz="2000" dirty="0">
              <a:latin typeface="Roboto Mono" panose="00000009000000000000" pitchFamily="49" charset="0"/>
              <a:ea typeface="Roboto Mono" panose="00000009000000000000" pitchFamily="49" charset="0"/>
            </a:endParaRPr>
          </a:p>
          <a:p>
            <a:pPr marL="0" indent="0">
              <a:buNone/>
            </a:pPr>
            <a:endParaRPr lang="en-US" sz="2000" dirty="0">
              <a:latin typeface="Roboto Mono" panose="00000009000000000000" pitchFamily="49" charset="0"/>
              <a:ea typeface="Roboto Mono" panose="00000009000000000000" pitchFamily="49" charset="0"/>
            </a:endParaRPr>
          </a:p>
          <a:p>
            <a:pPr marL="0" indent="0">
              <a:buNone/>
            </a:pPr>
            <a:r>
              <a:rPr lang="en-US" sz="2000" dirty="0">
                <a:solidFill>
                  <a:schemeClr val="accent1"/>
                </a:solidFill>
                <a:latin typeface="Roboto Mono" panose="00000009000000000000" pitchFamily="49" charset="0"/>
                <a:ea typeface="Roboto Mono" panose="00000009000000000000" pitchFamily="49" charset="0"/>
              </a:rPr>
              <a:t>double</a:t>
            </a:r>
            <a:r>
              <a:rPr lang="en-US" sz="2000" dirty="0">
                <a:latin typeface="Roboto Mono" panose="00000009000000000000" pitchFamily="49" charset="0"/>
                <a:ea typeface="Roboto Mono" panose="00000009000000000000" pitchFamily="49" charset="0"/>
              </a:rPr>
              <a:t>* ptr2{ </a:t>
            </a:r>
            <a:r>
              <a:rPr lang="en-US" sz="2000" dirty="0" err="1">
                <a:latin typeface="Roboto Mono" panose="00000009000000000000" pitchFamily="49" charset="0"/>
                <a:ea typeface="Roboto Mono" panose="00000009000000000000" pitchFamily="49" charset="0"/>
              </a:rPr>
              <a:t>ptr</a:t>
            </a:r>
            <a:r>
              <a:rPr lang="en-US" sz="2000" dirty="0">
                <a:latin typeface="Roboto Mono" panose="00000009000000000000" pitchFamily="49" charset="0"/>
                <a:ea typeface="Roboto Mono" panose="00000009000000000000" pitchFamily="49" charset="0"/>
              </a:rPr>
              <a:t> };</a:t>
            </a:r>
          </a:p>
          <a:p>
            <a:pPr marL="0" indent="0">
              <a:buNone/>
            </a:pPr>
            <a:endParaRPr lang="en-US" sz="2000" dirty="0">
              <a:latin typeface="Roboto Mono" panose="00000009000000000000" pitchFamily="49" charset="0"/>
              <a:ea typeface="Roboto Mono" panose="00000009000000000000" pitchFamily="49" charset="0"/>
            </a:endParaRPr>
          </a:p>
          <a:p>
            <a:pPr marL="0" indent="0">
              <a:buNone/>
            </a:pPr>
            <a:r>
              <a:rPr lang="en-US" sz="2000" dirty="0">
                <a:solidFill>
                  <a:srgbClr val="00B050"/>
                </a:solidFill>
                <a:latin typeface="Roboto Mono" panose="00000009000000000000" pitchFamily="49" charset="0"/>
                <a:ea typeface="Roboto Mono" panose="00000009000000000000" pitchFamily="49" charset="0"/>
              </a:rPr>
              <a:t>// </a:t>
            </a:r>
            <a:r>
              <a:rPr lang="en-US" sz="2000" dirty="0" err="1">
                <a:solidFill>
                  <a:srgbClr val="00B050"/>
                </a:solidFill>
                <a:latin typeface="Roboto Mono" panose="00000009000000000000" pitchFamily="49" charset="0"/>
                <a:ea typeface="Roboto Mono" panose="00000009000000000000" pitchFamily="49" charset="0"/>
              </a:rPr>
              <a:t>ptr</a:t>
            </a:r>
            <a:r>
              <a:rPr lang="en-US" sz="2000" dirty="0">
                <a:solidFill>
                  <a:srgbClr val="00B050"/>
                </a:solidFill>
                <a:latin typeface="Roboto Mono" panose="00000009000000000000" pitchFamily="49" charset="0"/>
                <a:ea typeface="Roboto Mono" panose="00000009000000000000" pitchFamily="49" charset="0"/>
              </a:rPr>
              <a:t> is left dangling</a:t>
            </a:r>
            <a:endParaRPr lang="en-US" sz="2000" dirty="0">
              <a:latin typeface="Roboto Mono" panose="00000009000000000000" pitchFamily="49" charset="0"/>
              <a:ea typeface="Roboto Mono" panose="00000009000000000000" pitchFamily="49" charset="0"/>
            </a:endParaRPr>
          </a:p>
          <a:p>
            <a:pPr marL="0" indent="0">
              <a:buNone/>
            </a:pPr>
            <a:r>
              <a:rPr lang="en-US" sz="2000" b="1" dirty="0">
                <a:latin typeface="Roboto Mono" panose="00000009000000000000" pitchFamily="49" charset="0"/>
                <a:ea typeface="Roboto Mono" panose="00000009000000000000" pitchFamily="49" charset="0"/>
              </a:rPr>
              <a:t>delete </a:t>
            </a:r>
            <a:r>
              <a:rPr lang="en-US" sz="2000" dirty="0" err="1">
                <a:latin typeface="Roboto Mono" panose="00000009000000000000" pitchFamily="49" charset="0"/>
                <a:ea typeface="Roboto Mono" panose="00000009000000000000" pitchFamily="49" charset="0"/>
              </a:rPr>
              <a:t>ptr</a:t>
            </a:r>
            <a:r>
              <a:rPr lang="en-US" sz="2000" dirty="0">
                <a:latin typeface="Roboto Mono" panose="00000009000000000000" pitchFamily="49" charset="0"/>
                <a:ea typeface="Roboto Mono" panose="00000009000000000000" pitchFamily="49" charset="0"/>
              </a:rPr>
              <a:t>;	</a:t>
            </a:r>
            <a:r>
              <a:rPr lang="en-US" sz="2000" dirty="0">
                <a:solidFill>
                  <a:srgbClr val="00B050"/>
                </a:solidFill>
                <a:latin typeface="Roboto Mono" panose="00000009000000000000" pitchFamily="49" charset="0"/>
                <a:ea typeface="Roboto Mono" panose="00000009000000000000" pitchFamily="49" charset="0"/>
              </a:rPr>
              <a:t>// delete 0x10</a:t>
            </a:r>
          </a:p>
          <a:p>
            <a:pPr marL="0" indent="0">
              <a:buNone/>
            </a:pPr>
            <a:endParaRPr lang="en-US" sz="2000" dirty="0">
              <a:latin typeface="Roboto Mono" panose="00000009000000000000" pitchFamily="49" charset="0"/>
              <a:ea typeface="Roboto Mono" panose="00000009000000000000" pitchFamily="49" charset="0"/>
            </a:endParaRPr>
          </a:p>
          <a:p>
            <a:pPr marL="0" indent="0">
              <a:buNone/>
            </a:pPr>
            <a:endParaRPr lang="en-US" sz="2000" dirty="0">
              <a:latin typeface="Roboto Mono" panose="00000009000000000000" pitchFamily="49" charset="0"/>
              <a:ea typeface="Roboto Mono" panose="00000009000000000000" pitchFamily="49" charset="0"/>
            </a:endParaRPr>
          </a:p>
          <a:p>
            <a:pPr marL="0" indent="0">
              <a:buNone/>
            </a:pPr>
            <a:r>
              <a:rPr lang="en-US" sz="2000" dirty="0" err="1">
                <a:latin typeface="Roboto Mono" panose="00000009000000000000" pitchFamily="49" charset="0"/>
                <a:ea typeface="Roboto Mono" panose="00000009000000000000" pitchFamily="49" charset="0"/>
              </a:rPr>
              <a:t>ptr</a:t>
            </a:r>
            <a:r>
              <a:rPr lang="en-US" sz="2000" dirty="0">
                <a:latin typeface="Roboto Mono" panose="00000009000000000000" pitchFamily="49" charset="0"/>
                <a:ea typeface="Roboto Mono" panose="00000009000000000000" pitchFamily="49" charset="0"/>
              </a:rPr>
              <a:t> = </a:t>
            </a:r>
            <a:r>
              <a:rPr lang="en-US" sz="2000" b="1" dirty="0" err="1">
                <a:latin typeface="Roboto Mono" panose="00000009000000000000" pitchFamily="49" charset="0"/>
                <a:ea typeface="Roboto Mono" panose="00000009000000000000" pitchFamily="49" charset="0"/>
              </a:rPr>
              <a:t>nullptr</a:t>
            </a:r>
            <a:r>
              <a:rPr lang="en-US" sz="2000" dirty="0">
                <a:latin typeface="Roboto Mono" panose="00000009000000000000" pitchFamily="49" charset="0"/>
                <a:ea typeface="Roboto Mono" panose="00000009000000000000" pitchFamily="49" charset="0"/>
              </a:rPr>
              <a:t>;</a:t>
            </a:r>
          </a:p>
          <a:p>
            <a:pPr marL="0" indent="0">
              <a:buNone/>
            </a:pPr>
            <a:r>
              <a:rPr lang="en-US" sz="2000" dirty="0">
                <a:latin typeface="Roboto Mono" panose="00000009000000000000" pitchFamily="49" charset="0"/>
                <a:ea typeface="Roboto Mono" panose="00000009000000000000" pitchFamily="49" charset="0"/>
              </a:rPr>
              <a:t>ptr2 = </a:t>
            </a:r>
            <a:r>
              <a:rPr lang="en-US" sz="2000" b="1" dirty="0" err="1">
                <a:latin typeface="Roboto Mono" panose="00000009000000000000" pitchFamily="49" charset="0"/>
                <a:ea typeface="Roboto Mono" panose="00000009000000000000" pitchFamily="49" charset="0"/>
              </a:rPr>
              <a:t>nullptr</a:t>
            </a:r>
            <a:r>
              <a:rPr lang="en-US" sz="2000" dirty="0">
                <a:latin typeface="Roboto Mono" panose="00000009000000000000" pitchFamily="49" charset="0"/>
                <a:ea typeface="Roboto Mono" panose="00000009000000000000" pitchFamily="49" charset="0"/>
              </a:rPr>
              <a:t>;</a:t>
            </a:r>
          </a:p>
          <a:p>
            <a:pPr marL="0" indent="0" algn="ctr">
              <a:buNone/>
            </a:pPr>
            <a:endParaRPr lang="en-US" sz="3200" i="1" dirty="0">
              <a:solidFill>
                <a:schemeClr val="accent1"/>
              </a:solidFill>
              <a:ea typeface="Roboto Mono" panose="00000009000000000000" pitchFamily="49" charset="0"/>
            </a:endParaRPr>
          </a:p>
          <a:p>
            <a:pPr marL="0" indent="0" algn="ctr">
              <a:buNone/>
            </a:pPr>
            <a:r>
              <a:rPr lang="en-US" sz="3200" i="1" dirty="0">
                <a:solidFill>
                  <a:schemeClr val="accent1"/>
                </a:solidFill>
                <a:ea typeface="Roboto Mono" panose="00000009000000000000" pitchFamily="49" charset="0"/>
              </a:rPr>
              <a:t>Set both to </a:t>
            </a:r>
            <a:r>
              <a:rPr lang="en-US" sz="3200" b="1" dirty="0" err="1">
                <a:solidFill>
                  <a:schemeClr val="accent1"/>
                </a:solidFill>
                <a:latin typeface="Roboto Mono" panose="00000009000000000000" pitchFamily="49" charset="0"/>
                <a:ea typeface="Roboto Mono" panose="00000009000000000000" pitchFamily="49" charset="0"/>
              </a:rPr>
              <a:t>nullptr</a:t>
            </a:r>
            <a:r>
              <a:rPr lang="en-US" sz="3200" i="1" dirty="0">
                <a:solidFill>
                  <a:schemeClr val="accent1"/>
                </a:solidFill>
                <a:ea typeface="Roboto Mono" panose="00000009000000000000" pitchFamily="49" charset="0"/>
              </a:rPr>
              <a:t>.</a:t>
            </a:r>
          </a:p>
        </p:txBody>
      </p:sp>
      <p:sp>
        <p:nvSpPr>
          <p:cNvPr id="17" name="TextBox 16">
            <a:extLst>
              <a:ext uri="{FF2B5EF4-FFF2-40B4-BE49-F238E27FC236}">
                <a16:creationId xmlns:a16="http://schemas.microsoft.com/office/drawing/2014/main" id="{A3F8FAAE-4A1D-2C53-D9FF-370C5909423A}"/>
              </a:ext>
            </a:extLst>
          </p:cNvPr>
          <p:cNvSpPr txBox="1"/>
          <p:nvPr/>
        </p:nvSpPr>
        <p:spPr>
          <a:xfrm>
            <a:off x="6616137" y="3277822"/>
            <a:ext cx="1643131" cy="461665"/>
          </a:xfrm>
          <a:prstGeom prst="rect">
            <a:avLst/>
          </a:prstGeom>
          <a:solidFill>
            <a:srgbClr val="7030A0">
              <a:alpha val="10000"/>
            </a:srgbClr>
          </a:solidFill>
          <a:ln>
            <a:solidFill>
              <a:srgbClr val="7030A0"/>
            </a:solidFill>
          </a:ln>
        </p:spPr>
        <p:txBody>
          <a:bodyPr wrap="square" rtlCol="0">
            <a:spAutoFit/>
          </a:bodyPr>
          <a:lstStyle/>
          <a:p>
            <a:pPr algn="ctr"/>
            <a:r>
              <a:rPr lang="en-US" sz="2400" b="1" dirty="0">
                <a:solidFill>
                  <a:srgbClr val="7030A0"/>
                </a:solidFill>
                <a:latin typeface="Roboto Mono" panose="00000009000000000000" pitchFamily="49" charset="0"/>
                <a:ea typeface="Roboto Mono" panose="00000009000000000000" pitchFamily="49" charset="0"/>
              </a:rPr>
              <a:t>0x0</a:t>
            </a:r>
            <a:endParaRPr lang="en-US" b="1" dirty="0">
              <a:solidFill>
                <a:srgbClr val="7030A0"/>
              </a:solidFill>
              <a:latin typeface="Roboto Mono" panose="00000009000000000000" pitchFamily="49" charset="0"/>
              <a:ea typeface="Roboto Mono" panose="00000009000000000000" pitchFamily="49" charset="0"/>
            </a:endParaRPr>
          </a:p>
        </p:txBody>
      </p:sp>
      <p:sp>
        <p:nvSpPr>
          <p:cNvPr id="18" name="TextBox 17">
            <a:extLst>
              <a:ext uri="{FF2B5EF4-FFF2-40B4-BE49-F238E27FC236}">
                <a16:creationId xmlns:a16="http://schemas.microsoft.com/office/drawing/2014/main" id="{EC39065A-6A6E-BFB9-54A0-989B31B472BF}"/>
              </a:ext>
            </a:extLst>
          </p:cNvPr>
          <p:cNvSpPr txBox="1"/>
          <p:nvPr/>
        </p:nvSpPr>
        <p:spPr>
          <a:xfrm>
            <a:off x="6335131" y="2748689"/>
            <a:ext cx="2231300" cy="400110"/>
          </a:xfrm>
          <a:prstGeom prst="rect">
            <a:avLst/>
          </a:prstGeom>
          <a:noFill/>
          <a:ln>
            <a:noFill/>
          </a:ln>
        </p:spPr>
        <p:txBody>
          <a:bodyPr wrap="square" rtlCol="0">
            <a:spAutoFit/>
          </a:bodyPr>
          <a:lstStyle/>
          <a:p>
            <a:pPr algn="ctr"/>
            <a:r>
              <a:rPr lang="en-US" sz="2000" b="1" dirty="0">
                <a:solidFill>
                  <a:srgbClr val="7030A0"/>
                </a:solidFill>
                <a:latin typeface="Roboto Mono" panose="00000009000000000000" pitchFamily="49" charset="0"/>
                <a:ea typeface="Roboto Mono" panose="00000009000000000000" pitchFamily="49" charset="0"/>
              </a:rPr>
              <a:t>double* ptr2</a:t>
            </a:r>
          </a:p>
        </p:txBody>
      </p:sp>
      <p:sp>
        <p:nvSpPr>
          <p:cNvPr id="19" name="TextBox 18">
            <a:extLst>
              <a:ext uri="{FF2B5EF4-FFF2-40B4-BE49-F238E27FC236}">
                <a16:creationId xmlns:a16="http://schemas.microsoft.com/office/drawing/2014/main" id="{63C5E45F-7EA5-BEB8-4165-5B5081FF586B}"/>
              </a:ext>
            </a:extLst>
          </p:cNvPr>
          <p:cNvSpPr txBox="1"/>
          <p:nvPr/>
        </p:nvSpPr>
        <p:spPr>
          <a:xfrm>
            <a:off x="6779093" y="3868512"/>
            <a:ext cx="1343377" cy="400110"/>
          </a:xfrm>
          <a:prstGeom prst="rect">
            <a:avLst/>
          </a:prstGeom>
          <a:noFill/>
          <a:ln>
            <a:noFill/>
          </a:ln>
        </p:spPr>
        <p:txBody>
          <a:bodyPr wrap="square" rtlCol="0">
            <a:spAutoFit/>
          </a:bodyPr>
          <a:lstStyle/>
          <a:p>
            <a:pPr algn="ctr"/>
            <a:r>
              <a:rPr lang="en-US" sz="2000" b="1" dirty="0">
                <a:solidFill>
                  <a:srgbClr val="7030A0"/>
                </a:solidFill>
                <a:latin typeface="Roboto Mono" panose="00000009000000000000" pitchFamily="49" charset="0"/>
                <a:ea typeface="Roboto Mono" panose="00000009000000000000" pitchFamily="49" charset="0"/>
              </a:rPr>
              <a:t>0x80</a:t>
            </a:r>
          </a:p>
        </p:txBody>
      </p:sp>
    </p:spTree>
    <p:extLst>
      <p:ext uri="{BB962C8B-B14F-4D97-AF65-F5344CB8AC3E}">
        <p14:creationId xmlns:p14="http://schemas.microsoft.com/office/powerpoint/2010/main" val="13322840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5E074-88C6-36A7-9BD4-9299B4D35633}"/>
              </a:ext>
            </a:extLst>
          </p:cNvPr>
          <p:cNvSpPr>
            <a:spLocks noGrp="1"/>
          </p:cNvSpPr>
          <p:nvPr>
            <p:ph type="title"/>
          </p:nvPr>
        </p:nvSpPr>
        <p:spPr/>
        <p:txBody>
          <a:bodyPr/>
          <a:lstStyle/>
          <a:p>
            <a:r>
              <a:rPr lang="en-US" dirty="0"/>
              <a:t>Recommendations to Avoid this Issue</a:t>
            </a:r>
          </a:p>
        </p:txBody>
      </p:sp>
      <p:sp>
        <p:nvSpPr>
          <p:cNvPr id="3" name="Content Placeholder 2">
            <a:extLst>
              <a:ext uri="{FF2B5EF4-FFF2-40B4-BE49-F238E27FC236}">
                <a16:creationId xmlns:a16="http://schemas.microsoft.com/office/drawing/2014/main" id="{2D6018CC-F897-95B6-1541-DA40A6238640}"/>
              </a:ext>
            </a:extLst>
          </p:cNvPr>
          <p:cNvSpPr>
            <a:spLocks noGrp="1"/>
          </p:cNvSpPr>
          <p:nvPr>
            <p:ph idx="1"/>
          </p:nvPr>
        </p:nvSpPr>
        <p:spPr/>
        <p:txBody>
          <a:bodyPr/>
          <a:lstStyle/>
          <a:p>
            <a:r>
              <a:rPr lang="en-US" dirty="0"/>
              <a:t>Try to avoid having multiple pointers pointing at the same memory location.</a:t>
            </a:r>
          </a:p>
          <a:p>
            <a:endParaRPr lang="en-US" dirty="0"/>
          </a:p>
          <a:p>
            <a:r>
              <a:rPr lang="en-US" dirty="0"/>
              <a:t>Set dangling pointers to </a:t>
            </a:r>
            <a:r>
              <a:rPr lang="en-US" b="1" dirty="0" err="1">
                <a:latin typeface="Roboto Mono" panose="00000009000000000000" pitchFamily="49" charset="0"/>
                <a:ea typeface="Roboto Mono" panose="00000009000000000000" pitchFamily="49" charset="0"/>
              </a:rPr>
              <a:t>nullptr</a:t>
            </a:r>
            <a:r>
              <a:rPr lang="en-US" dirty="0"/>
              <a:t>.</a:t>
            </a:r>
          </a:p>
        </p:txBody>
      </p:sp>
    </p:spTree>
    <p:extLst>
      <p:ext uri="{BB962C8B-B14F-4D97-AF65-F5344CB8AC3E}">
        <p14:creationId xmlns:p14="http://schemas.microsoft.com/office/powerpoint/2010/main" val="28511959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A33A3-C994-0B40-6F9A-26E5FB12606A}"/>
              </a:ext>
            </a:extLst>
          </p:cNvPr>
          <p:cNvSpPr>
            <a:spLocks noGrp="1"/>
          </p:cNvSpPr>
          <p:nvPr>
            <p:ph type="title"/>
          </p:nvPr>
        </p:nvSpPr>
        <p:spPr/>
        <p:txBody>
          <a:bodyPr/>
          <a:lstStyle/>
          <a:p>
            <a:r>
              <a:rPr lang="en-US" dirty="0"/>
              <a:t>An Implication of </a:t>
            </a:r>
            <a:r>
              <a:rPr lang="en-US" dirty="0">
                <a:latin typeface="Roboto Mono" panose="00000009000000000000" pitchFamily="49" charset="0"/>
                <a:ea typeface="Roboto Mono" panose="00000009000000000000" pitchFamily="49" charset="0"/>
              </a:rPr>
              <a:t>delete</a:t>
            </a:r>
          </a:p>
        </p:txBody>
      </p:sp>
      <p:pic>
        <p:nvPicPr>
          <p:cNvPr id="5" name="Picture 4">
            <a:extLst>
              <a:ext uri="{FF2B5EF4-FFF2-40B4-BE49-F238E27FC236}">
                <a16:creationId xmlns:a16="http://schemas.microsoft.com/office/drawing/2014/main" id="{EC79DD03-03DB-7DB9-C2E7-89385AC74060}"/>
              </a:ext>
            </a:extLst>
          </p:cNvPr>
          <p:cNvPicPr>
            <a:picLocks noChangeAspect="1"/>
          </p:cNvPicPr>
          <p:nvPr/>
        </p:nvPicPr>
        <p:blipFill>
          <a:blip r:embed="rId2"/>
          <a:stretch>
            <a:fillRect/>
          </a:stretch>
        </p:blipFill>
        <p:spPr>
          <a:xfrm>
            <a:off x="115598" y="1947135"/>
            <a:ext cx="11960803" cy="3496234"/>
          </a:xfrm>
          <a:prstGeom prst="rect">
            <a:avLst/>
          </a:prstGeom>
        </p:spPr>
      </p:pic>
      <p:sp>
        <p:nvSpPr>
          <p:cNvPr id="6" name="TextBox 5">
            <a:extLst>
              <a:ext uri="{FF2B5EF4-FFF2-40B4-BE49-F238E27FC236}">
                <a16:creationId xmlns:a16="http://schemas.microsoft.com/office/drawing/2014/main" id="{E00CC8CC-BCF2-D34F-0CF5-709CF4290F6D}"/>
              </a:ext>
            </a:extLst>
          </p:cNvPr>
          <p:cNvSpPr txBox="1"/>
          <p:nvPr/>
        </p:nvSpPr>
        <p:spPr>
          <a:xfrm>
            <a:off x="8520057" y="365125"/>
            <a:ext cx="3431690" cy="757130"/>
          </a:xfrm>
          <a:prstGeom prst="rect">
            <a:avLst/>
          </a:prstGeom>
          <a:solidFill>
            <a:srgbClr val="FFFF00"/>
          </a:solidFill>
          <a:ln w="12700">
            <a:solidFill>
              <a:schemeClr val="accent1"/>
            </a:solidFill>
          </a:ln>
        </p:spPr>
        <p:txBody>
          <a:bodyPr wrap="square" rtlCol="0">
            <a:spAutoFit/>
          </a:bodyPr>
          <a:lstStyle/>
          <a:p>
            <a:pPr marR="0" lvl="0" algn="l" defTabSz="914400" rtl="0" eaLnBrk="1" fontAlgn="auto" latinLnBrk="0" hangingPunct="1">
              <a:lnSpc>
                <a:spcPct val="90000"/>
              </a:lnSpc>
              <a:spcBef>
                <a:spcPts val="1000"/>
              </a:spcBef>
              <a:spcAft>
                <a:spcPts val="0"/>
              </a:spcAft>
              <a:buClrTx/>
              <a:buSzTx/>
              <a:tabLst/>
              <a:defRPr/>
            </a:pPr>
            <a:r>
              <a:rPr kumimoji="0" lang="en-US" sz="2400" b="1" i="1" u="sng" strike="noStrike" kern="1200" cap="none" spc="0" normalizeH="0" baseline="0" noProof="0" dirty="0">
                <a:ln>
                  <a:noFill/>
                </a:ln>
                <a:solidFill>
                  <a:prstClr val="black"/>
                </a:solidFill>
                <a:effectLst/>
                <a:uLnTx/>
                <a:uFillTx/>
                <a:latin typeface="Aptos"/>
                <a:ea typeface="+mn-ea"/>
                <a:cs typeface="+mn-cs"/>
              </a:rPr>
              <a:t>Self-study</a:t>
            </a:r>
            <a:br>
              <a:rPr kumimoji="0" lang="en-US" sz="2400" b="1" i="1" u="sng" strike="noStrike" kern="1200" cap="none" spc="0" normalizeH="0" baseline="0" noProof="0" dirty="0">
                <a:ln>
                  <a:noFill/>
                </a:ln>
                <a:solidFill>
                  <a:prstClr val="black"/>
                </a:solidFill>
                <a:effectLst/>
                <a:uLnTx/>
                <a:uFillTx/>
                <a:latin typeface="Aptos"/>
                <a:ea typeface="+mn-ea"/>
                <a:cs typeface="+mn-cs"/>
              </a:rPr>
            </a:br>
            <a:r>
              <a:rPr lang="en-US" sz="2400" i="1" dirty="0">
                <a:solidFill>
                  <a:prstClr val="black"/>
                </a:solidFill>
                <a:latin typeface="Aptos"/>
              </a:rPr>
              <a:t>Go through the program.</a:t>
            </a:r>
            <a:endParaRPr kumimoji="0" lang="en-US" sz="2400" i="1" strike="noStrike" kern="1200" cap="none" spc="0" normalizeH="0" baseline="0" noProof="0" dirty="0">
              <a:ln>
                <a:noFill/>
              </a:ln>
              <a:solidFill>
                <a:srgbClr val="00B050"/>
              </a:solidFill>
              <a:effectLst/>
              <a:uLnTx/>
              <a:uFillTx/>
              <a:latin typeface="Roboto Mono" panose="00000009000000000000" pitchFamily="49" charset="0"/>
              <a:ea typeface="Roboto Mono" panose="00000009000000000000" pitchFamily="49" charset="0"/>
              <a:cs typeface="+mn-cs"/>
            </a:endParaRPr>
          </a:p>
        </p:txBody>
      </p:sp>
    </p:spTree>
    <p:extLst>
      <p:ext uri="{BB962C8B-B14F-4D97-AF65-F5344CB8AC3E}">
        <p14:creationId xmlns:p14="http://schemas.microsoft.com/office/powerpoint/2010/main" val="40976984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A5CD68B-565A-782F-914B-29A2F2310199}"/>
              </a:ext>
            </a:extLst>
          </p:cNvPr>
          <p:cNvSpPr>
            <a:spLocks noGrp="1"/>
          </p:cNvSpPr>
          <p:nvPr>
            <p:ph type="ctrTitle"/>
          </p:nvPr>
        </p:nvSpPr>
        <p:spPr/>
        <p:txBody>
          <a:bodyPr/>
          <a:lstStyle/>
          <a:p>
            <a:r>
              <a:rPr lang="en-US" dirty="0"/>
              <a:t>Dynamically Allocating Arrays</a:t>
            </a:r>
          </a:p>
        </p:txBody>
      </p:sp>
      <p:sp>
        <p:nvSpPr>
          <p:cNvPr id="6" name="Subtitle 5">
            <a:extLst>
              <a:ext uri="{FF2B5EF4-FFF2-40B4-BE49-F238E27FC236}">
                <a16:creationId xmlns:a16="http://schemas.microsoft.com/office/drawing/2014/main" id="{6B075509-765D-F886-0821-4070D65B302E}"/>
              </a:ext>
            </a:extLst>
          </p:cNvPr>
          <p:cNvSpPr>
            <a:spLocks noGrp="1"/>
          </p:cNvSpPr>
          <p:nvPr>
            <p:ph type="subTitle" idx="1"/>
          </p:nvPr>
        </p:nvSpPr>
        <p:spPr/>
        <p:txBody>
          <a:bodyPr>
            <a:normAutofit/>
          </a:bodyPr>
          <a:lstStyle/>
          <a:p>
            <a:endParaRPr lang="en-US" sz="2800" i="1" dirty="0"/>
          </a:p>
          <a:p>
            <a:r>
              <a:rPr lang="en-US" sz="2800" i="1" dirty="0"/>
              <a:t>Choosing lengths at runtime…</a:t>
            </a:r>
          </a:p>
        </p:txBody>
      </p:sp>
    </p:spTree>
    <p:extLst>
      <p:ext uri="{BB962C8B-B14F-4D97-AF65-F5344CB8AC3E}">
        <p14:creationId xmlns:p14="http://schemas.microsoft.com/office/powerpoint/2010/main" val="39822774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8AF469-085A-2238-2E03-3F5EEEEC9985}"/>
              </a:ext>
            </a:extLst>
          </p:cNvPr>
          <p:cNvSpPr>
            <a:spLocks noGrp="1"/>
          </p:cNvSpPr>
          <p:nvPr>
            <p:ph type="title"/>
          </p:nvPr>
        </p:nvSpPr>
        <p:spPr/>
        <p:txBody>
          <a:bodyPr/>
          <a:lstStyle/>
          <a:p>
            <a:r>
              <a:rPr lang="en-US" dirty="0"/>
              <a:t>Dynamically Allocating Arrays</a:t>
            </a:r>
          </a:p>
        </p:txBody>
      </p:sp>
      <p:sp>
        <p:nvSpPr>
          <p:cNvPr id="3" name="Content Placeholder 2">
            <a:extLst>
              <a:ext uri="{FF2B5EF4-FFF2-40B4-BE49-F238E27FC236}">
                <a16:creationId xmlns:a16="http://schemas.microsoft.com/office/drawing/2014/main" id="{41D39D71-9891-4B91-4166-F32C2FCE0386}"/>
              </a:ext>
            </a:extLst>
          </p:cNvPr>
          <p:cNvSpPr>
            <a:spLocks noGrp="1"/>
          </p:cNvSpPr>
          <p:nvPr>
            <p:ph idx="1"/>
          </p:nvPr>
        </p:nvSpPr>
        <p:spPr>
          <a:xfrm>
            <a:off x="838200" y="1825625"/>
            <a:ext cx="10515600" cy="1384995"/>
          </a:xfrm>
        </p:spPr>
        <p:txBody>
          <a:bodyPr>
            <a:normAutofit/>
          </a:bodyPr>
          <a:lstStyle/>
          <a:p>
            <a:r>
              <a:rPr lang="en-US" dirty="0"/>
              <a:t>Lengths of dynamically allocated arrays </a:t>
            </a:r>
            <a:r>
              <a:rPr lang="en-US" b="1" dirty="0"/>
              <a:t>can be chosen at runtime</a:t>
            </a:r>
            <a:r>
              <a:rPr lang="en-US" dirty="0"/>
              <a:t>.</a:t>
            </a:r>
          </a:p>
          <a:p>
            <a:pPr lvl="1"/>
            <a:r>
              <a:rPr lang="en-US" dirty="0"/>
              <a:t>This is unlike fixed arrays.</a:t>
            </a:r>
          </a:p>
          <a:p>
            <a:pPr lvl="1"/>
            <a:endParaRPr lang="en-US" dirty="0"/>
          </a:p>
          <a:p>
            <a:pPr marL="0" indent="0">
              <a:buNone/>
            </a:pPr>
            <a:endParaRPr lang="en-US" dirty="0">
              <a:solidFill>
                <a:schemeClr val="accent1"/>
              </a:solidFill>
              <a:latin typeface="Roboto Mono" panose="00000009000000000000" pitchFamily="49" charset="0"/>
              <a:ea typeface="Roboto Mono" panose="00000009000000000000" pitchFamily="49" charset="0"/>
            </a:endParaRPr>
          </a:p>
        </p:txBody>
      </p:sp>
      <p:sp>
        <p:nvSpPr>
          <p:cNvPr id="5" name="TextBox 4">
            <a:extLst>
              <a:ext uri="{FF2B5EF4-FFF2-40B4-BE49-F238E27FC236}">
                <a16:creationId xmlns:a16="http://schemas.microsoft.com/office/drawing/2014/main" id="{A753F252-CDFB-F23F-2AC3-47643D55FA32}"/>
              </a:ext>
            </a:extLst>
          </p:cNvPr>
          <p:cNvSpPr txBox="1"/>
          <p:nvPr/>
        </p:nvSpPr>
        <p:spPr>
          <a:xfrm>
            <a:off x="5259594" y="3429000"/>
            <a:ext cx="6094206" cy="2431435"/>
          </a:xfrm>
          <a:prstGeom prst="rect">
            <a:avLst/>
          </a:prstGeom>
          <a:noFill/>
        </p:spPr>
        <p:txBody>
          <a:bodyPr wrap="square">
            <a:spAutoFit/>
          </a:bodyPr>
          <a:lstStyle/>
          <a:p>
            <a:pPr marL="0" indent="0">
              <a:buNone/>
            </a:pPr>
            <a:r>
              <a:rPr lang="en-US" sz="2800" dirty="0">
                <a:solidFill>
                  <a:schemeClr val="accent1"/>
                </a:solidFill>
                <a:latin typeface="Roboto Mono" panose="00000009000000000000" pitchFamily="49" charset="0"/>
                <a:ea typeface="Roboto Mono" panose="00000009000000000000" pitchFamily="49" charset="0"/>
              </a:rPr>
              <a:t>int</a:t>
            </a:r>
            <a:r>
              <a:rPr lang="en-US" sz="2800" dirty="0">
                <a:latin typeface="Roboto Mono" panose="00000009000000000000" pitchFamily="49" charset="0"/>
                <a:ea typeface="Roboto Mono" panose="00000009000000000000" pitchFamily="49" charset="0"/>
              </a:rPr>
              <a:t>* </a:t>
            </a:r>
            <a:r>
              <a:rPr lang="en-US" sz="2800" dirty="0" err="1">
                <a:latin typeface="Roboto Mono" panose="00000009000000000000" pitchFamily="49" charset="0"/>
                <a:ea typeface="Roboto Mono" panose="00000009000000000000" pitchFamily="49" charset="0"/>
              </a:rPr>
              <a:t>arr</a:t>
            </a:r>
            <a:r>
              <a:rPr lang="en-US" sz="3600" dirty="0">
                <a:latin typeface="Roboto Mono" panose="00000009000000000000" pitchFamily="49" charset="0"/>
                <a:ea typeface="Roboto Mono" panose="00000009000000000000" pitchFamily="49" charset="0"/>
              </a:rPr>
              <a:t>{</a:t>
            </a:r>
            <a:r>
              <a:rPr lang="en-US" sz="2800" dirty="0">
                <a:latin typeface="Roboto Mono" panose="00000009000000000000" pitchFamily="49" charset="0"/>
                <a:ea typeface="Roboto Mono" panose="00000009000000000000" pitchFamily="49" charset="0"/>
              </a:rPr>
              <a:t> </a:t>
            </a:r>
            <a:r>
              <a:rPr lang="en-US" sz="2800" b="1" dirty="0">
                <a:latin typeface="Roboto Mono" panose="00000009000000000000" pitchFamily="49" charset="0"/>
                <a:ea typeface="Roboto Mono" panose="00000009000000000000" pitchFamily="49" charset="0"/>
              </a:rPr>
              <a:t>new</a:t>
            </a:r>
            <a:r>
              <a:rPr lang="en-US" sz="2800" dirty="0">
                <a:latin typeface="Roboto Mono" panose="00000009000000000000" pitchFamily="49" charset="0"/>
                <a:ea typeface="Roboto Mono" panose="00000009000000000000" pitchFamily="49" charset="0"/>
              </a:rPr>
              <a:t> </a:t>
            </a:r>
            <a:r>
              <a:rPr lang="en-US" sz="2800" dirty="0">
                <a:solidFill>
                  <a:schemeClr val="accent1"/>
                </a:solidFill>
                <a:latin typeface="Roboto Mono" panose="00000009000000000000" pitchFamily="49" charset="0"/>
                <a:ea typeface="Roboto Mono" panose="00000009000000000000" pitchFamily="49" charset="0"/>
              </a:rPr>
              <a:t>int</a:t>
            </a:r>
            <a:r>
              <a:rPr lang="en-US" sz="2800" dirty="0">
                <a:latin typeface="Roboto Mono" panose="00000009000000000000" pitchFamily="49" charset="0"/>
                <a:ea typeface="Roboto Mono" panose="00000009000000000000" pitchFamily="49" charset="0"/>
              </a:rPr>
              <a:t>[</a:t>
            </a:r>
            <a:r>
              <a:rPr lang="en-US" sz="2800" dirty="0" err="1">
                <a:latin typeface="Roboto Mono" panose="00000009000000000000" pitchFamily="49" charset="0"/>
                <a:ea typeface="Roboto Mono" panose="00000009000000000000" pitchFamily="49" charset="0"/>
              </a:rPr>
              <a:t>len</a:t>
            </a:r>
            <a:r>
              <a:rPr lang="en-US" sz="2800" dirty="0">
                <a:latin typeface="Roboto Mono" panose="00000009000000000000" pitchFamily="49" charset="0"/>
                <a:ea typeface="Roboto Mono" panose="00000009000000000000" pitchFamily="49" charset="0"/>
              </a:rPr>
              <a:t>]{} </a:t>
            </a:r>
            <a:r>
              <a:rPr lang="en-US" sz="3600" dirty="0">
                <a:latin typeface="Roboto Mono" panose="00000009000000000000" pitchFamily="49" charset="0"/>
                <a:ea typeface="Roboto Mono" panose="00000009000000000000" pitchFamily="49" charset="0"/>
              </a:rPr>
              <a:t>}</a:t>
            </a:r>
            <a:r>
              <a:rPr lang="en-US" sz="2800" dirty="0">
                <a:latin typeface="Roboto Mono" panose="00000009000000000000" pitchFamily="49" charset="0"/>
                <a:ea typeface="Roboto Mono" panose="00000009000000000000" pitchFamily="49" charset="0"/>
              </a:rPr>
              <a:t>;</a:t>
            </a:r>
          </a:p>
          <a:p>
            <a:pPr marL="0" indent="0">
              <a:buNone/>
            </a:pPr>
            <a:endParaRPr lang="en-US" sz="2800" dirty="0">
              <a:latin typeface="Roboto Mono" panose="00000009000000000000" pitchFamily="49" charset="0"/>
              <a:ea typeface="Roboto Mono" panose="00000009000000000000" pitchFamily="49" charset="0"/>
            </a:endParaRPr>
          </a:p>
          <a:p>
            <a:pPr marL="0" indent="0">
              <a:buNone/>
            </a:pPr>
            <a:r>
              <a:rPr lang="en-US" sz="2800" b="1" dirty="0">
                <a:latin typeface="Roboto Mono" panose="00000009000000000000" pitchFamily="49" charset="0"/>
                <a:ea typeface="Roboto Mono" panose="00000009000000000000" pitchFamily="49" charset="0"/>
              </a:rPr>
              <a:t>delete</a:t>
            </a:r>
            <a:r>
              <a:rPr lang="en-US" sz="2800" dirty="0">
                <a:latin typeface="Roboto Mono" panose="00000009000000000000" pitchFamily="49" charset="0"/>
                <a:ea typeface="Roboto Mono" panose="00000009000000000000" pitchFamily="49" charset="0"/>
              </a:rPr>
              <a:t>[] </a:t>
            </a:r>
            <a:r>
              <a:rPr lang="en-US" sz="2800" dirty="0" err="1">
                <a:latin typeface="Roboto Mono" panose="00000009000000000000" pitchFamily="49" charset="0"/>
                <a:ea typeface="Roboto Mono" panose="00000009000000000000" pitchFamily="49" charset="0"/>
              </a:rPr>
              <a:t>arr</a:t>
            </a:r>
            <a:r>
              <a:rPr lang="en-US" sz="2800" dirty="0">
                <a:latin typeface="Roboto Mono" panose="00000009000000000000" pitchFamily="49" charset="0"/>
                <a:ea typeface="Roboto Mono" panose="00000009000000000000" pitchFamily="49" charset="0"/>
              </a:rPr>
              <a:t>;</a:t>
            </a:r>
          </a:p>
          <a:p>
            <a:pPr marL="0" indent="0">
              <a:buNone/>
            </a:pPr>
            <a:endParaRPr lang="en-US" sz="2800" dirty="0">
              <a:latin typeface="Roboto Mono" panose="00000009000000000000" pitchFamily="49" charset="0"/>
              <a:ea typeface="Roboto Mono" panose="00000009000000000000" pitchFamily="49" charset="0"/>
            </a:endParaRPr>
          </a:p>
          <a:p>
            <a:pPr marL="0" indent="0">
              <a:buNone/>
            </a:pPr>
            <a:r>
              <a:rPr lang="en-US" sz="2800" dirty="0" err="1">
                <a:latin typeface="Roboto Mono" panose="00000009000000000000" pitchFamily="49" charset="0"/>
                <a:ea typeface="Roboto Mono" panose="00000009000000000000" pitchFamily="49" charset="0"/>
              </a:rPr>
              <a:t>arr</a:t>
            </a:r>
            <a:r>
              <a:rPr lang="en-US" sz="2800" dirty="0">
                <a:latin typeface="Roboto Mono" panose="00000009000000000000" pitchFamily="49" charset="0"/>
                <a:ea typeface="Roboto Mono" panose="00000009000000000000" pitchFamily="49" charset="0"/>
              </a:rPr>
              <a:t> = </a:t>
            </a:r>
            <a:r>
              <a:rPr lang="en-US" sz="2800" b="1" dirty="0" err="1">
                <a:latin typeface="Roboto Mono" panose="00000009000000000000" pitchFamily="49" charset="0"/>
                <a:ea typeface="Roboto Mono" panose="00000009000000000000" pitchFamily="49" charset="0"/>
              </a:rPr>
              <a:t>nullptr</a:t>
            </a:r>
            <a:r>
              <a:rPr lang="en-US" sz="2800" dirty="0">
                <a:latin typeface="Roboto Mono" panose="00000009000000000000" pitchFamily="49" charset="0"/>
                <a:ea typeface="Roboto Mono" panose="00000009000000000000" pitchFamily="49" charset="0"/>
              </a:rPr>
              <a:t>;</a:t>
            </a:r>
          </a:p>
        </p:txBody>
      </p:sp>
      <p:sp>
        <p:nvSpPr>
          <p:cNvPr id="7" name="TextBox 6">
            <a:extLst>
              <a:ext uri="{FF2B5EF4-FFF2-40B4-BE49-F238E27FC236}">
                <a16:creationId xmlns:a16="http://schemas.microsoft.com/office/drawing/2014/main" id="{7DD414D3-7B40-C165-5454-2077E380CA33}"/>
              </a:ext>
            </a:extLst>
          </p:cNvPr>
          <p:cNvSpPr txBox="1"/>
          <p:nvPr/>
        </p:nvSpPr>
        <p:spPr>
          <a:xfrm>
            <a:off x="838200" y="3644443"/>
            <a:ext cx="3999155" cy="1384995"/>
          </a:xfrm>
          <a:prstGeom prst="rect">
            <a:avLst/>
          </a:prstGeom>
          <a:noFill/>
        </p:spPr>
        <p:txBody>
          <a:bodyPr wrap="square">
            <a:spAutoFit/>
          </a:bodyPr>
          <a:lstStyle/>
          <a:p>
            <a:pPr marL="0" indent="0">
              <a:buNone/>
            </a:pPr>
            <a:r>
              <a:rPr lang="en-US" sz="2800" dirty="0">
                <a:solidFill>
                  <a:schemeClr val="accent1"/>
                </a:solidFill>
                <a:latin typeface="Roboto Mono" panose="00000009000000000000" pitchFamily="49" charset="0"/>
                <a:ea typeface="Roboto Mono" panose="00000009000000000000" pitchFamily="49" charset="0"/>
              </a:rPr>
              <a:t>int </a:t>
            </a:r>
            <a:r>
              <a:rPr lang="en-US" sz="2800" dirty="0" err="1">
                <a:latin typeface="Roboto Mono" panose="00000009000000000000" pitchFamily="49" charset="0"/>
                <a:ea typeface="Roboto Mono" panose="00000009000000000000" pitchFamily="49" charset="0"/>
              </a:rPr>
              <a:t>len</a:t>
            </a:r>
            <a:r>
              <a:rPr lang="en-US" sz="2800" dirty="0">
                <a:latin typeface="Roboto Mono" panose="00000009000000000000" pitchFamily="49" charset="0"/>
                <a:ea typeface="Roboto Mono" panose="00000009000000000000" pitchFamily="49" charset="0"/>
              </a:rPr>
              <a:t>{};</a:t>
            </a:r>
          </a:p>
          <a:p>
            <a:pPr marL="0" indent="0">
              <a:buNone/>
            </a:pPr>
            <a:endParaRPr lang="en-US" sz="2800" dirty="0">
              <a:solidFill>
                <a:schemeClr val="accent1"/>
              </a:solidFill>
              <a:latin typeface="Roboto Mono" panose="00000009000000000000" pitchFamily="49" charset="0"/>
              <a:ea typeface="Roboto Mono" panose="00000009000000000000" pitchFamily="49" charset="0"/>
            </a:endParaRPr>
          </a:p>
          <a:p>
            <a:pPr marL="0" indent="0">
              <a:buNone/>
            </a:pPr>
            <a:r>
              <a:rPr lang="en-US" sz="2800" dirty="0">
                <a:latin typeface="Roboto Mono" panose="00000009000000000000" pitchFamily="49" charset="0"/>
                <a:ea typeface="Roboto Mono" panose="00000009000000000000" pitchFamily="49" charset="0"/>
              </a:rPr>
              <a:t>std::</a:t>
            </a:r>
            <a:r>
              <a:rPr lang="en-US" sz="2800" dirty="0" err="1">
                <a:latin typeface="Roboto Mono" panose="00000009000000000000" pitchFamily="49" charset="0"/>
                <a:ea typeface="Roboto Mono" panose="00000009000000000000" pitchFamily="49" charset="0"/>
              </a:rPr>
              <a:t>cin</a:t>
            </a:r>
            <a:r>
              <a:rPr lang="en-US" sz="2800" dirty="0">
                <a:latin typeface="Roboto Mono" panose="00000009000000000000" pitchFamily="49" charset="0"/>
                <a:ea typeface="Roboto Mono" panose="00000009000000000000" pitchFamily="49" charset="0"/>
              </a:rPr>
              <a:t> &gt;&gt; </a:t>
            </a:r>
            <a:r>
              <a:rPr lang="en-US" sz="2800" dirty="0" err="1">
                <a:latin typeface="Roboto Mono" panose="00000009000000000000" pitchFamily="49" charset="0"/>
                <a:ea typeface="Roboto Mono" panose="00000009000000000000" pitchFamily="49" charset="0"/>
              </a:rPr>
              <a:t>len</a:t>
            </a:r>
            <a:r>
              <a:rPr lang="en-US" sz="2800" dirty="0">
                <a:latin typeface="Roboto Mono" panose="00000009000000000000" pitchFamily="49" charset="0"/>
                <a:ea typeface="Roboto Mono" panose="00000009000000000000" pitchFamily="49" charset="0"/>
              </a:rPr>
              <a:t>; </a:t>
            </a:r>
          </a:p>
        </p:txBody>
      </p:sp>
      <p:sp>
        <p:nvSpPr>
          <p:cNvPr id="8" name="Rectangle 7">
            <a:extLst>
              <a:ext uri="{FF2B5EF4-FFF2-40B4-BE49-F238E27FC236}">
                <a16:creationId xmlns:a16="http://schemas.microsoft.com/office/drawing/2014/main" id="{590DBCD0-2466-29C1-3BED-3928E71B05D0}"/>
              </a:ext>
            </a:extLst>
          </p:cNvPr>
          <p:cNvSpPr/>
          <p:nvPr/>
        </p:nvSpPr>
        <p:spPr>
          <a:xfrm>
            <a:off x="9042217" y="3505200"/>
            <a:ext cx="1075764" cy="544898"/>
          </a:xfrm>
          <a:prstGeom prst="rect">
            <a:avLst/>
          </a:prstGeom>
          <a:solidFill>
            <a:srgbClr val="FFFF00">
              <a:alpha val="10000"/>
            </a:srgbClr>
          </a:solidFill>
          <a:ln w="158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09D274B8-9479-A627-6EDE-DA3D52A3A40C}"/>
              </a:ext>
            </a:extLst>
          </p:cNvPr>
          <p:cNvSpPr/>
          <p:nvPr/>
        </p:nvSpPr>
        <p:spPr>
          <a:xfrm>
            <a:off x="5259594" y="4394554"/>
            <a:ext cx="1818938" cy="479781"/>
          </a:xfrm>
          <a:prstGeom prst="rect">
            <a:avLst/>
          </a:prstGeom>
          <a:solidFill>
            <a:srgbClr val="FFFF00">
              <a:alpha val="10000"/>
            </a:srgbClr>
          </a:solidFill>
          <a:ln w="158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E46E39EF-F7BA-E342-ACB7-BFC54D8C8F10}"/>
              </a:ext>
            </a:extLst>
          </p:cNvPr>
          <p:cNvSpPr txBox="1"/>
          <p:nvPr/>
        </p:nvSpPr>
        <p:spPr>
          <a:xfrm>
            <a:off x="9509761" y="550852"/>
            <a:ext cx="2107602" cy="954107"/>
          </a:xfrm>
          <a:prstGeom prst="rect">
            <a:avLst/>
          </a:prstGeom>
          <a:solidFill>
            <a:srgbClr val="FFFF00">
              <a:alpha val="10000"/>
            </a:srgbClr>
          </a:solidFill>
          <a:ln>
            <a:solidFill>
              <a:schemeClr val="accent1"/>
            </a:solidFill>
          </a:ln>
        </p:spPr>
        <p:txBody>
          <a:bodyPr wrap="square">
            <a:spAutoFit/>
          </a:bodyPr>
          <a:lstStyle/>
          <a:p>
            <a:pPr marL="0" indent="0">
              <a:buNone/>
            </a:pPr>
            <a:r>
              <a:rPr lang="en-US" sz="2800" b="1" dirty="0">
                <a:latin typeface="Roboto Mono" panose="00000009000000000000" pitchFamily="49" charset="0"/>
                <a:ea typeface="Roboto Mono" panose="00000009000000000000" pitchFamily="49" charset="0"/>
              </a:rPr>
              <a:t>new[]</a:t>
            </a:r>
          </a:p>
          <a:p>
            <a:pPr marL="0" indent="0">
              <a:buNone/>
            </a:pPr>
            <a:r>
              <a:rPr lang="en-US" sz="2800" b="1" dirty="0">
                <a:latin typeface="Roboto Mono" panose="00000009000000000000" pitchFamily="49" charset="0"/>
                <a:ea typeface="Roboto Mono" panose="00000009000000000000" pitchFamily="49" charset="0"/>
              </a:rPr>
              <a:t>delete[]</a:t>
            </a:r>
          </a:p>
        </p:txBody>
      </p:sp>
      <p:cxnSp>
        <p:nvCxnSpPr>
          <p:cNvPr id="12" name="Straight Connector 11">
            <a:extLst>
              <a:ext uri="{FF2B5EF4-FFF2-40B4-BE49-F238E27FC236}">
                <a16:creationId xmlns:a16="http://schemas.microsoft.com/office/drawing/2014/main" id="{57ED62E1-608B-6B98-3972-00989F181DD2}"/>
              </a:ext>
            </a:extLst>
          </p:cNvPr>
          <p:cNvCxnSpPr/>
          <p:nvPr/>
        </p:nvCxnSpPr>
        <p:spPr>
          <a:xfrm>
            <a:off x="4776398" y="3429000"/>
            <a:ext cx="0" cy="2369372"/>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29802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8AF469-085A-2238-2E03-3F5EEEEC9985}"/>
              </a:ext>
            </a:extLst>
          </p:cNvPr>
          <p:cNvSpPr>
            <a:spLocks noGrp="1"/>
          </p:cNvSpPr>
          <p:nvPr>
            <p:ph type="title"/>
          </p:nvPr>
        </p:nvSpPr>
        <p:spPr/>
        <p:txBody>
          <a:bodyPr/>
          <a:lstStyle/>
          <a:p>
            <a:r>
              <a:rPr lang="en-US" dirty="0"/>
              <a:t>Dynamically Allocating Arrays</a:t>
            </a:r>
          </a:p>
        </p:txBody>
      </p:sp>
      <p:sp>
        <p:nvSpPr>
          <p:cNvPr id="3" name="Content Placeholder 2">
            <a:extLst>
              <a:ext uri="{FF2B5EF4-FFF2-40B4-BE49-F238E27FC236}">
                <a16:creationId xmlns:a16="http://schemas.microsoft.com/office/drawing/2014/main" id="{41D39D71-9891-4B91-4166-F32C2FCE0386}"/>
              </a:ext>
            </a:extLst>
          </p:cNvPr>
          <p:cNvSpPr>
            <a:spLocks noGrp="1"/>
          </p:cNvSpPr>
          <p:nvPr>
            <p:ph idx="1"/>
          </p:nvPr>
        </p:nvSpPr>
        <p:spPr>
          <a:xfrm>
            <a:off x="838200" y="1825625"/>
            <a:ext cx="10515600" cy="4481523"/>
          </a:xfrm>
        </p:spPr>
        <p:txBody>
          <a:bodyPr>
            <a:normAutofit/>
          </a:bodyPr>
          <a:lstStyle/>
          <a:p>
            <a:r>
              <a:rPr lang="en-US" dirty="0"/>
              <a:t>The pointer is pointing at the first element of the dynamic array.</a:t>
            </a:r>
          </a:p>
          <a:p>
            <a:endParaRPr lang="en-US" dirty="0"/>
          </a:p>
          <a:p>
            <a:r>
              <a:rPr lang="en-US" dirty="0"/>
              <a:t>With dynamically allocated arrays, you again need to </a:t>
            </a:r>
            <a:r>
              <a:rPr lang="en-US" b="1" dirty="0"/>
              <a:t>keep track of the length </a:t>
            </a:r>
            <a:r>
              <a:rPr lang="en-US" dirty="0"/>
              <a:t>using a separate variable.</a:t>
            </a:r>
          </a:p>
          <a:p>
            <a:pPr lvl="1"/>
            <a:r>
              <a:rPr lang="en-US" b="1" dirty="0" err="1">
                <a:latin typeface="Roboto Mono" panose="00000009000000000000" pitchFamily="49" charset="0"/>
                <a:ea typeface="Roboto Mono" panose="00000009000000000000" pitchFamily="49" charset="0"/>
              </a:rPr>
              <a:t>sizeof</a:t>
            </a:r>
            <a:r>
              <a:rPr lang="en-US" b="1" dirty="0">
                <a:latin typeface="Roboto Mono" panose="00000009000000000000" pitchFamily="49" charset="0"/>
                <a:ea typeface="Roboto Mono" panose="00000009000000000000" pitchFamily="49" charset="0"/>
              </a:rPr>
              <a:t>() </a:t>
            </a:r>
            <a:r>
              <a:rPr lang="en-US" dirty="0"/>
              <a:t>will just give you the size of the pointer.</a:t>
            </a:r>
          </a:p>
          <a:p>
            <a:pPr lvl="1"/>
            <a:endParaRPr lang="en-US" dirty="0"/>
          </a:p>
          <a:p>
            <a:r>
              <a:rPr lang="en-US" dirty="0"/>
              <a:t>Dynamically allocated arrays can have </a:t>
            </a:r>
            <a:r>
              <a:rPr lang="en-US" b="1" dirty="0"/>
              <a:t>much larger lengths</a:t>
            </a:r>
            <a:r>
              <a:rPr lang="en-US" dirty="0"/>
              <a:t> than fixed arrays.</a:t>
            </a:r>
          </a:p>
          <a:p>
            <a:pPr lvl="1"/>
            <a:r>
              <a:rPr lang="en-US" dirty="0"/>
              <a:t>This is because heap memory is much larger than stack memory </a:t>
            </a:r>
            <a:r>
              <a:rPr lang="en-US" i="1" dirty="0"/>
              <a:t>(later in the lecture)</a:t>
            </a:r>
            <a:r>
              <a:rPr lang="en-US" dirty="0"/>
              <a:t>.</a:t>
            </a:r>
          </a:p>
        </p:txBody>
      </p:sp>
      <p:sp>
        <p:nvSpPr>
          <p:cNvPr id="10" name="TextBox 9">
            <a:extLst>
              <a:ext uri="{FF2B5EF4-FFF2-40B4-BE49-F238E27FC236}">
                <a16:creationId xmlns:a16="http://schemas.microsoft.com/office/drawing/2014/main" id="{E46E39EF-F7BA-E342-ACB7-BFC54D8C8F10}"/>
              </a:ext>
            </a:extLst>
          </p:cNvPr>
          <p:cNvSpPr txBox="1"/>
          <p:nvPr/>
        </p:nvSpPr>
        <p:spPr>
          <a:xfrm>
            <a:off x="9509761" y="550852"/>
            <a:ext cx="2107602" cy="954107"/>
          </a:xfrm>
          <a:prstGeom prst="rect">
            <a:avLst/>
          </a:prstGeom>
          <a:solidFill>
            <a:srgbClr val="FFFF00">
              <a:alpha val="10000"/>
            </a:srgbClr>
          </a:solidFill>
          <a:ln>
            <a:solidFill>
              <a:schemeClr val="accent1"/>
            </a:solidFill>
          </a:ln>
        </p:spPr>
        <p:txBody>
          <a:bodyPr wrap="square">
            <a:spAutoFit/>
          </a:bodyPr>
          <a:lstStyle/>
          <a:p>
            <a:pPr marL="0" indent="0">
              <a:buNone/>
            </a:pPr>
            <a:r>
              <a:rPr lang="en-US" sz="2800" b="1" dirty="0">
                <a:latin typeface="Roboto Mono" panose="00000009000000000000" pitchFamily="49" charset="0"/>
                <a:ea typeface="Roboto Mono" panose="00000009000000000000" pitchFamily="49" charset="0"/>
              </a:rPr>
              <a:t>new[]</a:t>
            </a:r>
          </a:p>
          <a:p>
            <a:pPr marL="0" indent="0">
              <a:buNone/>
            </a:pPr>
            <a:r>
              <a:rPr lang="en-US" sz="2800" b="1" dirty="0">
                <a:latin typeface="Roboto Mono" panose="00000009000000000000" pitchFamily="49" charset="0"/>
                <a:ea typeface="Roboto Mono" panose="00000009000000000000" pitchFamily="49" charset="0"/>
              </a:rPr>
              <a:t>delete[]</a:t>
            </a:r>
          </a:p>
        </p:txBody>
      </p:sp>
    </p:spTree>
    <p:extLst>
      <p:ext uri="{BB962C8B-B14F-4D97-AF65-F5344CB8AC3E}">
        <p14:creationId xmlns:p14="http://schemas.microsoft.com/office/powerpoint/2010/main" val="2943053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8AF469-085A-2238-2E03-3F5EEEEC9985}"/>
              </a:ext>
            </a:extLst>
          </p:cNvPr>
          <p:cNvSpPr>
            <a:spLocks noGrp="1"/>
          </p:cNvSpPr>
          <p:nvPr>
            <p:ph type="title"/>
          </p:nvPr>
        </p:nvSpPr>
        <p:spPr/>
        <p:txBody>
          <a:bodyPr/>
          <a:lstStyle/>
          <a:p>
            <a:r>
              <a:rPr lang="en-US" dirty="0"/>
              <a:t>Dynamically Allocating Arrays</a:t>
            </a:r>
          </a:p>
        </p:txBody>
      </p:sp>
      <p:sp>
        <p:nvSpPr>
          <p:cNvPr id="3" name="Content Placeholder 2">
            <a:extLst>
              <a:ext uri="{FF2B5EF4-FFF2-40B4-BE49-F238E27FC236}">
                <a16:creationId xmlns:a16="http://schemas.microsoft.com/office/drawing/2014/main" id="{41D39D71-9891-4B91-4166-F32C2FCE0386}"/>
              </a:ext>
            </a:extLst>
          </p:cNvPr>
          <p:cNvSpPr>
            <a:spLocks noGrp="1"/>
          </p:cNvSpPr>
          <p:nvPr>
            <p:ph idx="1"/>
          </p:nvPr>
        </p:nvSpPr>
        <p:spPr>
          <a:xfrm>
            <a:off x="838200" y="1825625"/>
            <a:ext cx="10515600" cy="4481523"/>
          </a:xfrm>
        </p:spPr>
        <p:txBody>
          <a:bodyPr>
            <a:normAutofit/>
          </a:bodyPr>
          <a:lstStyle/>
          <a:p>
            <a:r>
              <a:rPr lang="en-US" dirty="0"/>
              <a:t>A natural question comes up.</a:t>
            </a:r>
          </a:p>
          <a:p>
            <a:endParaRPr lang="en-US" dirty="0"/>
          </a:p>
          <a:p>
            <a:r>
              <a:rPr lang="en-US" dirty="0">
                <a:solidFill>
                  <a:srgbClr val="FF0000"/>
                </a:solidFill>
              </a:rPr>
              <a:t>How does </a:t>
            </a:r>
            <a:r>
              <a:rPr lang="en-US" b="1" dirty="0">
                <a:solidFill>
                  <a:srgbClr val="FF0000"/>
                </a:solidFill>
                <a:latin typeface="Roboto Mono" panose="00000009000000000000" pitchFamily="49" charset="0"/>
                <a:ea typeface="Roboto Mono" panose="00000009000000000000" pitchFamily="49" charset="0"/>
              </a:rPr>
              <a:t>delete[] </a:t>
            </a:r>
            <a:r>
              <a:rPr lang="en-US" dirty="0">
                <a:solidFill>
                  <a:srgbClr val="FF0000"/>
                </a:solidFill>
              </a:rPr>
              <a:t>know how much memory to deallocate?</a:t>
            </a:r>
          </a:p>
          <a:p>
            <a:pPr lvl="1"/>
            <a:r>
              <a:rPr lang="en-US" dirty="0">
                <a:solidFill>
                  <a:srgbClr val="FF0000"/>
                </a:solidFill>
              </a:rPr>
              <a:t>We don’t pass the size of the dynamic array to it.</a:t>
            </a:r>
          </a:p>
          <a:p>
            <a:pPr lvl="1"/>
            <a:endParaRPr lang="en-US" dirty="0"/>
          </a:p>
          <a:p>
            <a:r>
              <a:rPr lang="en-US" b="1" dirty="0">
                <a:solidFill>
                  <a:schemeClr val="accent1"/>
                </a:solidFill>
                <a:latin typeface="Roboto Mono" panose="00000009000000000000" pitchFamily="49" charset="0"/>
                <a:ea typeface="Roboto Mono" panose="00000009000000000000" pitchFamily="49" charset="0"/>
              </a:rPr>
              <a:t>new[] </a:t>
            </a:r>
            <a:r>
              <a:rPr lang="en-US" dirty="0">
                <a:solidFill>
                  <a:schemeClr val="accent1"/>
                </a:solidFill>
              </a:rPr>
              <a:t>keeps track of how much memory was reserved, so that </a:t>
            </a:r>
            <a:r>
              <a:rPr lang="en-US" b="1" dirty="0">
                <a:solidFill>
                  <a:schemeClr val="accent1"/>
                </a:solidFill>
                <a:latin typeface="Roboto Mono" panose="00000009000000000000" pitchFamily="49" charset="0"/>
                <a:ea typeface="Roboto Mono" panose="00000009000000000000" pitchFamily="49" charset="0"/>
              </a:rPr>
              <a:t>delete[] </a:t>
            </a:r>
            <a:r>
              <a:rPr lang="en-US" dirty="0">
                <a:solidFill>
                  <a:schemeClr val="accent1"/>
                </a:solidFill>
              </a:rPr>
              <a:t>can deallocate the proper amount.</a:t>
            </a:r>
          </a:p>
          <a:p>
            <a:pPr lvl="1"/>
            <a:r>
              <a:rPr lang="en-US" dirty="0">
                <a:solidFill>
                  <a:schemeClr val="accent1"/>
                </a:solidFill>
              </a:rPr>
              <a:t>This information, however, is hidden away from us.</a:t>
            </a:r>
          </a:p>
        </p:txBody>
      </p:sp>
      <p:sp>
        <p:nvSpPr>
          <p:cNvPr id="10" name="TextBox 9">
            <a:extLst>
              <a:ext uri="{FF2B5EF4-FFF2-40B4-BE49-F238E27FC236}">
                <a16:creationId xmlns:a16="http://schemas.microsoft.com/office/drawing/2014/main" id="{E46E39EF-F7BA-E342-ACB7-BFC54D8C8F10}"/>
              </a:ext>
            </a:extLst>
          </p:cNvPr>
          <p:cNvSpPr txBox="1"/>
          <p:nvPr/>
        </p:nvSpPr>
        <p:spPr>
          <a:xfrm>
            <a:off x="9509761" y="550852"/>
            <a:ext cx="2107602" cy="954107"/>
          </a:xfrm>
          <a:prstGeom prst="rect">
            <a:avLst/>
          </a:prstGeom>
          <a:solidFill>
            <a:srgbClr val="FFFF00">
              <a:alpha val="10000"/>
            </a:srgbClr>
          </a:solidFill>
          <a:ln>
            <a:solidFill>
              <a:schemeClr val="accent1"/>
            </a:solidFill>
          </a:ln>
        </p:spPr>
        <p:txBody>
          <a:bodyPr wrap="square">
            <a:spAutoFit/>
          </a:bodyPr>
          <a:lstStyle/>
          <a:p>
            <a:pPr marL="0" indent="0">
              <a:buNone/>
            </a:pPr>
            <a:r>
              <a:rPr lang="en-US" sz="2800" b="1" dirty="0">
                <a:latin typeface="Roboto Mono" panose="00000009000000000000" pitchFamily="49" charset="0"/>
                <a:ea typeface="Roboto Mono" panose="00000009000000000000" pitchFamily="49" charset="0"/>
              </a:rPr>
              <a:t>new[]</a:t>
            </a:r>
          </a:p>
          <a:p>
            <a:pPr marL="0" indent="0">
              <a:buNone/>
            </a:pPr>
            <a:r>
              <a:rPr lang="en-US" sz="2800" b="1" dirty="0">
                <a:latin typeface="Roboto Mono" panose="00000009000000000000" pitchFamily="49" charset="0"/>
                <a:ea typeface="Roboto Mono" panose="00000009000000000000" pitchFamily="49" charset="0"/>
              </a:rPr>
              <a:t>delete[]</a:t>
            </a:r>
          </a:p>
        </p:txBody>
      </p:sp>
    </p:spTree>
    <p:extLst>
      <p:ext uri="{BB962C8B-B14F-4D97-AF65-F5344CB8AC3E}">
        <p14:creationId xmlns:p14="http://schemas.microsoft.com/office/powerpoint/2010/main" val="1776098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28D708A-6AF6-9D5B-D8C5-67E2C5AC337B}"/>
              </a:ext>
            </a:extLst>
          </p:cNvPr>
          <p:cNvSpPr>
            <a:spLocks noGrp="1"/>
          </p:cNvSpPr>
          <p:nvPr>
            <p:ph type="ctrTitle"/>
          </p:nvPr>
        </p:nvSpPr>
        <p:spPr/>
        <p:txBody>
          <a:bodyPr/>
          <a:lstStyle/>
          <a:p>
            <a:r>
              <a:rPr lang="en-US" dirty="0"/>
              <a:t>Stack vs. Heap</a:t>
            </a:r>
          </a:p>
        </p:txBody>
      </p:sp>
    </p:spTree>
    <p:extLst>
      <p:ext uri="{BB962C8B-B14F-4D97-AF65-F5344CB8AC3E}">
        <p14:creationId xmlns:p14="http://schemas.microsoft.com/office/powerpoint/2010/main" val="32504948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54023-249F-CF2C-37C0-0E047C06873E}"/>
              </a:ext>
            </a:extLst>
          </p:cNvPr>
          <p:cNvSpPr>
            <a:spLocks noGrp="1"/>
          </p:cNvSpPr>
          <p:nvPr>
            <p:ph type="title"/>
          </p:nvPr>
        </p:nvSpPr>
        <p:spPr/>
        <p:txBody>
          <a:bodyPr/>
          <a:lstStyle/>
          <a:p>
            <a:r>
              <a:rPr lang="en-US" dirty="0"/>
              <a:t>Stack vs. Heap</a:t>
            </a:r>
          </a:p>
        </p:txBody>
      </p:sp>
      <p:sp>
        <p:nvSpPr>
          <p:cNvPr id="3" name="Content Placeholder 2">
            <a:extLst>
              <a:ext uri="{FF2B5EF4-FFF2-40B4-BE49-F238E27FC236}">
                <a16:creationId xmlns:a16="http://schemas.microsoft.com/office/drawing/2014/main" id="{C3237515-FACC-13D3-1688-EEE44441181F}"/>
              </a:ext>
            </a:extLst>
          </p:cNvPr>
          <p:cNvSpPr>
            <a:spLocks noGrp="1"/>
          </p:cNvSpPr>
          <p:nvPr>
            <p:ph idx="1"/>
          </p:nvPr>
        </p:nvSpPr>
        <p:spPr/>
        <p:txBody>
          <a:bodyPr/>
          <a:lstStyle/>
          <a:p>
            <a:r>
              <a:rPr lang="en-US" dirty="0"/>
              <a:t>There are two types of memory that we should know about.</a:t>
            </a:r>
          </a:p>
          <a:p>
            <a:pPr lvl="1"/>
            <a:r>
              <a:rPr lang="en-US" dirty="0"/>
              <a:t>Stack </a:t>
            </a:r>
          </a:p>
          <a:p>
            <a:pPr lvl="1"/>
            <a:r>
              <a:rPr lang="en-US" dirty="0"/>
              <a:t>Heap</a:t>
            </a:r>
          </a:p>
          <a:p>
            <a:pPr lvl="1"/>
            <a:endParaRPr lang="en-US" dirty="0"/>
          </a:p>
          <a:p>
            <a:r>
              <a:rPr lang="en-US" b="1" dirty="0"/>
              <a:t>Stack </a:t>
            </a:r>
            <a:r>
              <a:rPr lang="en-US" dirty="0"/>
              <a:t>is used when you rely on </a:t>
            </a:r>
            <a:r>
              <a:rPr lang="en-US" b="1" dirty="0"/>
              <a:t>automatic memory allocation</a:t>
            </a:r>
            <a:r>
              <a:rPr lang="en-US" dirty="0"/>
              <a:t>.</a:t>
            </a:r>
          </a:p>
          <a:p>
            <a:endParaRPr lang="en-US" dirty="0"/>
          </a:p>
          <a:p>
            <a:r>
              <a:rPr lang="en-US" b="1" dirty="0"/>
              <a:t>Heap </a:t>
            </a:r>
            <a:r>
              <a:rPr lang="en-US" dirty="0"/>
              <a:t>is used when you rely on </a:t>
            </a:r>
            <a:r>
              <a:rPr lang="en-US" b="1" dirty="0"/>
              <a:t>dynamic memory allocation</a:t>
            </a:r>
            <a:r>
              <a:rPr lang="en-US" dirty="0"/>
              <a:t>.</a:t>
            </a:r>
          </a:p>
          <a:p>
            <a:endParaRPr lang="en-US" dirty="0"/>
          </a:p>
          <a:p>
            <a:r>
              <a:rPr lang="en-US" dirty="0"/>
              <a:t>Each type of memory has its own pros and cons.</a:t>
            </a:r>
          </a:p>
        </p:txBody>
      </p:sp>
    </p:spTree>
    <p:extLst>
      <p:ext uri="{BB962C8B-B14F-4D97-AF65-F5344CB8AC3E}">
        <p14:creationId xmlns:p14="http://schemas.microsoft.com/office/powerpoint/2010/main" val="1759574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54023-249F-CF2C-37C0-0E047C06873E}"/>
              </a:ext>
            </a:extLst>
          </p:cNvPr>
          <p:cNvSpPr>
            <a:spLocks noGrp="1"/>
          </p:cNvSpPr>
          <p:nvPr>
            <p:ph type="title"/>
          </p:nvPr>
        </p:nvSpPr>
        <p:spPr/>
        <p:txBody>
          <a:bodyPr/>
          <a:lstStyle/>
          <a:p>
            <a:r>
              <a:rPr lang="en-US" dirty="0"/>
              <a:t>Stack</a:t>
            </a:r>
            <a:br>
              <a:rPr lang="en-US" dirty="0"/>
            </a:br>
            <a:r>
              <a:rPr lang="en-US" dirty="0"/>
              <a:t>Automatic Memory </a:t>
            </a:r>
            <a:r>
              <a:rPr lang="en-US" dirty="0" err="1"/>
              <a:t>Alloc</a:t>
            </a:r>
            <a:r>
              <a:rPr lang="en-US" dirty="0"/>
              <a:t>.</a:t>
            </a:r>
          </a:p>
        </p:txBody>
      </p:sp>
      <p:sp>
        <p:nvSpPr>
          <p:cNvPr id="5" name="Content Placeholder 4">
            <a:extLst>
              <a:ext uri="{FF2B5EF4-FFF2-40B4-BE49-F238E27FC236}">
                <a16:creationId xmlns:a16="http://schemas.microsoft.com/office/drawing/2014/main" id="{D1BA5857-D267-F4E3-23DC-8B29C0A477DB}"/>
              </a:ext>
            </a:extLst>
          </p:cNvPr>
          <p:cNvSpPr>
            <a:spLocks noGrp="1"/>
          </p:cNvSpPr>
          <p:nvPr>
            <p:ph idx="1"/>
          </p:nvPr>
        </p:nvSpPr>
        <p:spPr>
          <a:xfrm>
            <a:off x="838201" y="1825625"/>
            <a:ext cx="5723964" cy="4667250"/>
          </a:xfrm>
        </p:spPr>
        <p:txBody>
          <a:bodyPr>
            <a:normAutofit fontScale="92500" lnSpcReduction="20000"/>
          </a:bodyPr>
          <a:lstStyle/>
          <a:p>
            <a:r>
              <a:rPr lang="en-US" dirty="0"/>
              <a:t>Accessing stack memory is fast and efficient.</a:t>
            </a:r>
          </a:p>
          <a:p>
            <a:endParaRPr lang="en-US" dirty="0"/>
          </a:p>
          <a:p>
            <a:r>
              <a:rPr lang="en-US" dirty="0"/>
              <a:t>Stack is limited in memory.</a:t>
            </a:r>
          </a:p>
          <a:p>
            <a:pPr lvl="1"/>
            <a:r>
              <a:rPr lang="en-US" dirty="0"/>
              <a:t>Generally, it’s </a:t>
            </a:r>
            <a:r>
              <a:rPr lang="en-US" b="1" dirty="0"/>
              <a:t>1 to 2 MB</a:t>
            </a:r>
            <a:r>
              <a:rPr lang="en-US" dirty="0"/>
              <a:t>.</a:t>
            </a:r>
          </a:p>
          <a:p>
            <a:pPr lvl="1"/>
            <a:r>
              <a:rPr lang="en-US" dirty="0"/>
              <a:t>If you try exceeding the limit </a:t>
            </a:r>
            <a:r>
              <a:rPr lang="en-US" dirty="0">
                <a:sym typeface="Wingdings" panose="05000000000000000000" pitchFamily="2" charset="2"/>
              </a:rPr>
              <a:t> </a:t>
            </a:r>
            <a:r>
              <a:rPr lang="en-US" b="1" i="1" dirty="0">
                <a:sym typeface="Wingdings" panose="05000000000000000000" pitchFamily="2" charset="2"/>
              </a:rPr>
              <a:t>program crash</a:t>
            </a:r>
            <a:r>
              <a:rPr lang="en-US" dirty="0">
                <a:sym typeface="Wingdings" panose="05000000000000000000" pitchFamily="2" charset="2"/>
              </a:rPr>
              <a:t>.</a:t>
            </a:r>
          </a:p>
          <a:p>
            <a:pPr lvl="1"/>
            <a:endParaRPr lang="en-US" dirty="0">
              <a:sym typeface="Wingdings" panose="05000000000000000000" pitchFamily="2" charset="2"/>
            </a:endParaRPr>
          </a:p>
          <a:p>
            <a:r>
              <a:rPr lang="en-US" dirty="0">
                <a:sym typeface="Wingdings" panose="05000000000000000000" pitchFamily="2" charset="2"/>
              </a:rPr>
              <a:t>Two examples to accomplish this.</a:t>
            </a:r>
          </a:p>
          <a:p>
            <a:pPr lvl="1"/>
            <a:r>
              <a:rPr lang="en-US" dirty="0">
                <a:sym typeface="Wingdings" panose="05000000000000000000" pitchFamily="2" charset="2"/>
              </a:rPr>
              <a:t>Mess around with the array lengths.</a:t>
            </a:r>
          </a:p>
          <a:p>
            <a:pPr lvl="1"/>
            <a:endParaRPr lang="en-US" dirty="0">
              <a:sym typeface="Wingdings" panose="05000000000000000000" pitchFamily="2" charset="2"/>
            </a:endParaRPr>
          </a:p>
          <a:p>
            <a:r>
              <a:rPr lang="en-US" dirty="0">
                <a:sym typeface="Wingdings" panose="05000000000000000000" pitchFamily="2" charset="2"/>
              </a:rPr>
              <a:t>Lengths have to be specified at compile time for arrays on stack.</a:t>
            </a:r>
            <a:endParaRPr lang="en-US" dirty="0"/>
          </a:p>
        </p:txBody>
      </p:sp>
      <p:pic>
        <p:nvPicPr>
          <p:cNvPr id="7" name="Picture 6">
            <a:extLst>
              <a:ext uri="{FF2B5EF4-FFF2-40B4-BE49-F238E27FC236}">
                <a16:creationId xmlns:a16="http://schemas.microsoft.com/office/drawing/2014/main" id="{4C0ADF3E-290F-5A9E-0ED1-ADCCC73CDD52}"/>
              </a:ext>
            </a:extLst>
          </p:cNvPr>
          <p:cNvPicPr>
            <a:picLocks noChangeAspect="1"/>
          </p:cNvPicPr>
          <p:nvPr/>
        </p:nvPicPr>
        <p:blipFill>
          <a:blip r:embed="rId2"/>
          <a:stretch>
            <a:fillRect/>
          </a:stretch>
        </p:blipFill>
        <p:spPr>
          <a:xfrm>
            <a:off x="7045755" y="2336150"/>
            <a:ext cx="4854361" cy="3840813"/>
          </a:xfrm>
          <a:prstGeom prst="rect">
            <a:avLst/>
          </a:prstGeom>
        </p:spPr>
      </p:pic>
      <p:pic>
        <p:nvPicPr>
          <p:cNvPr id="9" name="Picture 8">
            <a:extLst>
              <a:ext uri="{FF2B5EF4-FFF2-40B4-BE49-F238E27FC236}">
                <a16:creationId xmlns:a16="http://schemas.microsoft.com/office/drawing/2014/main" id="{823A7CB3-D51B-FEB6-AE6A-07326BC33568}"/>
              </a:ext>
            </a:extLst>
          </p:cNvPr>
          <p:cNvPicPr>
            <a:picLocks noChangeAspect="1"/>
          </p:cNvPicPr>
          <p:nvPr/>
        </p:nvPicPr>
        <p:blipFill>
          <a:blip r:embed="rId3"/>
          <a:stretch>
            <a:fillRect/>
          </a:stretch>
        </p:blipFill>
        <p:spPr>
          <a:xfrm>
            <a:off x="7045755" y="408293"/>
            <a:ext cx="4854361" cy="1795103"/>
          </a:xfrm>
          <a:prstGeom prst="rect">
            <a:avLst/>
          </a:prstGeom>
        </p:spPr>
      </p:pic>
    </p:spTree>
    <p:extLst>
      <p:ext uri="{BB962C8B-B14F-4D97-AF65-F5344CB8AC3E}">
        <p14:creationId xmlns:p14="http://schemas.microsoft.com/office/powerpoint/2010/main" val="1062098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D0B85-6E9A-B214-D1C5-138418E90055}"/>
              </a:ext>
            </a:extLst>
          </p:cNvPr>
          <p:cNvSpPr>
            <a:spLocks noGrp="1"/>
          </p:cNvSpPr>
          <p:nvPr>
            <p:ph type="title"/>
          </p:nvPr>
        </p:nvSpPr>
        <p:spPr/>
        <p:txBody>
          <a:bodyPr/>
          <a:lstStyle/>
          <a:p>
            <a:r>
              <a:rPr lang="en-US" dirty="0"/>
              <a:t>Heap</a:t>
            </a:r>
            <a:br>
              <a:rPr lang="en-US" dirty="0"/>
            </a:br>
            <a:r>
              <a:rPr lang="en-US" dirty="0"/>
              <a:t>Dynamic Memory </a:t>
            </a:r>
            <a:r>
              <a:rPr lang="en-US" dirty="0" err="1"/>
              <a:t>Alloc</a:t>
            </a:r>
            <a:r>
              <a:rPr lang="en-US" dirty="0"/>
              <a:t>.</a:t>
            </a:r>
          </a:p>
        </p:txBody>
      </p:sp>
      <p:sp>
        <p:nvSpPr>
          <p:cNvPr id="3" name="Content Placeholder 2">
            <a:extLst>
              <a:ext uri="{FF2B5EF4-FFF2-40B4-BE49-F238E27FC236}">
                <a16:creationId xmlns:a16="http://schemas.microsoft.com/office/drawing/2014/main" id="{AF0E9EA2-7CCE-3E3F-6B5B-B8B2CA22A089}"/>
              </a:ext>
            </a:extLst>
          </p:cNvPr>
          <p:cNvSpPr>
            <a:spLocks noGrp="1"/>
          </p:cNvSpPr>
          <p:nvPr>
            <p:ph idx="1"/>
          </p:nvPr>
        </p:nvSpPr>
        <p:spPr/>
        <p:txBody>
          <a:bodyPr/>
          <a:lstStyle/>
          <a:p>
            <a:r>
              <a:rPr lang="en-US" dirty="0"/>
              <a:t>Accessing heap memory is slower compared to stack.</a:t>
            </a:r>
          </a:p>
          <a:p>
            <a:pPr lvl="1"/>
            <a:r>
              <a:rPr lang="en-US" dirty="0"/>
              <a:t>Memory is accessed through a pointer.</a:t>
            </a:r>
          </a:p>
          <a:p>
            <a:pPr lvl="1"/>
            <a:r>
              <a:rPr lang="en-US" dirty="0"/>
              <a:t>Pointer takes you to the memory, and then you dereference it </a:t>
            </a:r>
            <a:r>
              <a:rPr lang="en-US" b="1" dirty="0"/>
              <a:t>(two steps)</a:t>
            </a:r>
            <a:r>
              <a:rPr lang="en-US" dirty="0"/>
              <a:t>.</a:t>
            </a:r>
          </a:p>
          <a:p>
            <a:endParaRPr lang="en-US" dirty="0"/>
          </a:p>
          <a:p>
            <a:r>
              <a:rPr lang="en-US" dirty="0"/>
              <a:t>Heaps, generally, have a lot of memory.</a:t>
            </a:r>
          </a:p>
          <a:p>
            <a:pPr lvl="1"/>
            <a:r>
              <a:rPr lang="en-US" dirty="0"/>
              <a:t>Can be gigabytes in size.</a:t>
            </a:r>
          </a:p>
          <a:p>
            <a:pPr lvl="1"/>
            <a:endParaRPr lang="en-US" dirty="0">
              <a:sym typeface="Wingdings" panose="05000000000000000000" pitchFamily="2" charset="2"/>
            </a:endParaRPr>
          </a:p>
          <a:p>
            <a:endParaRPr lang="en-US" dirty="0">
              <a:sym typeface="Wingdings" panose="05000000000000000000" pitchFamily="2" charset="2"/>
            </a:endParaRPr>
          </a:p>
          <a:p>
            <a:endParaRPr lang="en-US" dirty="0"/>
          </a:p>
          <a:p>
            <a:pPr lvl="1"/>
            <a:endParaRPr lang="en-US" dirty="0"/>
          </a:p>
          <a:p>
            <a:endParaRPr lang="en-US" dirty="0"/>
          </a:p>
        </p:txBody>
      </p:sp>
    </p:spTree>
    <p:extLst>
      <p:ext uri="{BB962C8B-B14F-4D97-AF65-F5344CB8AC3E}">
        <p14:creationId xmlns:p14="http://schemas.microsoft.com/office/powerpoint/2010/main" val="4289727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D0B85-6E9A-B214-D1C5-138418E90055}"/>
              </a:ext>
            </a:extLst>
          </p:cNvPr>
          <p:cNvSpPr>
            <a:spLocks noGrp="1"/>
          </p:cNvSpPr>
          <p:nvPr>
            <p:ph type="title"/>
          </p:nvPr>
        </p:nvSpPr>
        <p:spPr/>
        <p:txBody>
          <a:bodyPr/>
          <a:lstStyle/>
          <a:p>
            <a:r>
              <a:rPr lang="en-US" dirty="0"/>
              <a:t>Heap</a:t>
            </a:r>
            <a:br>
              <a:rPr lang="en-US" dirty="0"/>
            </a:br>
            <a:r>
              <a:rPr lang="en-US" dirty="0"/>
              <a:t>Dynamic Memory </a:t>
            </a:r>
            <a:r>
              <a:rPr lang="en-US" dirty="0" err="1"/>
              <a:t>Alloc</a:t>
            </a:r>
            <a:r>
              <a:rPr lang="en-US" dirty="0"/>
              <a:t>.</a:t>
            </a:r>
          </a:p>
        </p:txBody>
      </p:sp>
      <p:sp>
        <p:nvSpPr>
          <p:cNvPr id="3" name="Content Placeholder 2">
            <a:extLst>
              <a:ext uri="{FF2B5EF4-FFF2-40B4-BE49-F238E27FC236}">
                <a16:creationId xmlns:a16="http://schemas.microsoft.com/office/drawing/2014/main" id="{AF0E9EA2-7CCE-3E3F-6B5B-B8B2CA22A089}"/>
              </a:ext>
            </a:extLst>
          </p:cNvPr>
          <p:cNvSpPr>
            <a:spLocks noGrp="1"/>
          </p:cNvSpPr>
          <p:nvPr>
            <p:ph idx="1"/>
          </p:nvPr>
        </p:nvSpPr>
        <p:spPr/>
        <p:txBody>
          <a:bodyPr>
            <a:normAutofit fontScale="92500" lnSpcReduction="20000"/>
          </a:bodyPr>
          <a:lstStyle/>
          <a:p>
            <a:r>
              <a:rPr lang="en-US" dirty="0">
                <a:sym typeface="Wingdings" panose="05000000000000000000" pitchFamily="2" charset="2"/>
              </a:rPr>
              <a:t>May happen that you don’t have enough memory in the heap.</a:t>
            </a:r>
          </a:p>
          <a:p>
            <a:pPr lvl="1"/>
            <a:r>
              <a:rPr lang="en-US" dirty="0">
                <a:sym typeface="Wingdings" panose="05000000000000000000" pitchFamily="2" charset="2"/>
              </a:rPr>
              <a:t>If memory allocation fails, your program will crash.</a:t>
            </a:r>
          </a:p>
          <a:p>
            <a:endParaRPr lang="en-US" dirty="0">
              <a:sym typeface="Wingdings" panose="05000000000000000000" pitchFamily="2" charset="2"/>
            </a:endParaRPr>
          </a:p>
          <a:p>
            <a:r>
              <a:rPr lang="en-US" dirty="0">
                <a:sym typeface="Wingdings" panose="05000000000000000000" pitchFamily="2" charset="2"/>
              </a:rPr>
              <a:t>You can allocate memory with this modification.</a:t>
            </a:r>
          </a:p>
          <a:p>
            <a:pPr lvl="1"/>
            <a:endParaRPr lang="en-US" dirty="0">
              <a:sym typeface="Wingdings" panose="05000000000000000000" pitchFamily="2" charset="2"/>
            </a:endParaRPr>
          </a:p>
          <a:p>
            <a:pPr marL="0" indent="0" algn="ctr">
              <a:buNone/>
            </a:pPr>
            <a:r>
              <a:rPr lang="en-US" dirty="0">
                <a:solidFill>
                  <a:schemeClr val="accent1"/>
                </a:solidFill>
                <a:latin typeface="Roboto Mono" panose="00000009000000000000" pitchFamily="49" charset="0"/>
                <a:ea typeface="Roboto Mono" panose="00000009000000000000" pitchFamily="49" charset="0"/>
                <a:sym typeface="Wingdings" panose="05000000000000000000" pitchFamily="2" charset="2"/>
              </a:rPr>
              <a:t>int</a:t>
            </a:r>
            <a:r>
              <a:rPr lang="en-US" dirty="0">
                <a:latin typeface="Roboto Mono" panose="00000009000000000000" pitchFamily="49" charset="0"/>
                <a:ea typeface="Roboto Mono" panose="00000009000000000000" pitchFamily="49" charset="0"/>
                <a:sym typeface="Wingdings" panose="05000000000000000000" pitchFamily="2" charset="2"/>
              </a:rPr>
              <a:t>* </a:t>
            </a:r>
            <a:r>
              <a:rPr lang="en-US" dirty="0" err="1">
                <a:latin typeface="Roboto Mono" panose="00000009000000000000" pitchFamily="49" charset="0"/>
                <a:ea typeface="Roboto Mono" panose="00000009000000000000" pitchFamily="49" charset="0"/>
                <a:sym typeface="Wingdings" panose="05000000000000000000" pitchFamily="2" charset="2"/>
              </a:rPr>
              <a:t>arr</a:t>
            </a:r>
            <a:r>
              <a:rPr lang="en-US" dirty="0">
                <a:latin typeface="Roboto Mono" panose="00000009000000000000" pitchFamily="49" charset="0"/>
                <a:ea typeface="Roboto Mono" panose="00000009000000000000" pitchFamily="49" charset="0"/>
                <a:sym typeface="Wingdings" panose="05000000000000000000" pitchFamily="2" charset="2"/>
              </a:rPr>
              <a:t>{ </a:t>
            </a:r>
            <a:r>
              <a:rPr lang="en-US" dirty="0">
                <a:solidFill>
                  <a:schemeClr val="accent1"/>
                </a:solidFill>
                <a:latin typeface="Roboto Mono" panose="00000009000000000000" pitchFamily="49" charset="0"/>
                <a:ea typeface="Roboto Mono" panose="00000009000000000000" pitchFamily="49" charset="0"/>
                <a:sym typeface="Wingdings" panose="05000000000000000000" pitchFamily="2" charset="2"/>
              </a:rPr>
              <a:t>new</a:t>
            </a:r>
            <a:r>
              <a:rPr lang="en-US" dirty="0">
                <a:latin typeface="Roboto Mono" panose="00000009000000000000" pitchFamily="49" charset="0"/>
                <a:ea typeface="Roboto Mono" panose="00000009000000000000" pitchFamily="49" charset="0"/>
                <a:sym typeface="Wingdings" panose="05000000000000000000" pitchFamily="2" charset="2"/>
              </a:rPr>
              <a:t> </a:t>
            </a:r>
            <a:r>
              <a:rPr lang="en-US" b="1" dirty="0">
                <a:latin typeface="Roboto Mono" panose="00000009000000000000" pitchFamily="49" charset="0"/>
                <a:ea typeface="Roboto Mono" panose="00000009000000000000" pitchFamily="49" charset="0"/>
                <a:sym typeface="Wingdings" panose="05000000000000000000" pitchFamily="2" charset="2"/>
              </a:rPr>
              <a:t>(std::</a:t>
            </a:r>
            <a:r>
              <a:rPr lang="en-US" b="1" dirty="0" err="1">
                <a:latin typeface="Roboto Mono" panose="00000009000000000000" pitchFamily="49" charset="0"/>
                <a:ea typeface="Roboto Mono" panose="00000009000000000000" pitchFamily="49" charset="0"/>
                <a:sym typeface="Wingdings" panose="05000000000000000000" pitchFamily="2" charset="2"/>
              </a:rPr>
              <a:t>nothrow</a:t>
            </a:r>
            <a:r>
              <a:rPr lang="en-US" b="1" dirty="0">
                <a:latin typeface="Roboto Mono" panose="00000009000000000000" pitchFamily="49" charset="0"/>
                <a:ea typeface="Roboto Mono" panose="00000009000000000000" pitchFamily="49" charset="0"/>
                <a:sym typeface="Wingdings" panose="05000000000000000000" pitchFamily="2" charset="2"/>
              </a:rPr>
              <a:t>)</a:t>
            </a:r>
            <a:r>
              <a:rPr lang="en-US" dirty="0">
                <a:latin typeface="Roboto Mono" panose="00000009000000000000" pitchFamily="49" charset="0"/>
                <a:ea typeface="Roboto Mono" panose="00000009000000000000" pitchFamily="49" charset="0"/>
                <a:sym typeface="Wingdings" panose="05000000000000000000" pitchFamily="2" charset="2"/>
              </a:rPr>
              <a:t> </a:t>
            </a:r>
            <a:r>
              <a:rPr lang="en-US" dirty="0">
                <a:solidFill>
                  <a:schemeClr val="accent1"/>
                </a:solidFill>
                <a:latin typeface="Roboto Mono" panose="00000009000000000000" pitchFamily="49" charset="0"/>
                <a:ea typeface="Roboto Mono" panose="00000009000000000000" pitchFamily="49" charset="0"/>
                <a:sym typeface="Wingdings" panose="05000000000000000000" pitchFamily="2" charset="2"/>
              </a:rPr>
              <a:t>int</a:t>
            </a:r>
            <a:r>
              <a:rPr lang="en-US" dirty="0">
                <a:latin typeface="Roboto Mono" panose="00000009000000000000" pitchFamily="49" charset="0"/>
                <a:ea typeface="Roboto Mono" panose="00000009000000000000" pitchFamily="49" charset="0"/>
                <a:sym typeface="Wingdings" panose="05000000000000000000" pitchFamily="2" charset="2"/>
              </a:rPr>
              <a:t>[</a:t>
            </a:r>
            <a:r>
              <a:rPr lang="en-US" dirty="0" err="1">
                <a:latin typeface="Roboto Mono" panose="00000009000000000000" pitchFamily="49" charset="0"/>
                <a:ea typeface="Roboto Mono" panose="00000009000000000000" pitchFamily="49" charset="0"/>
                <a:sym typeface="Wingdings" panose="05000000000000000000" pitchFamily="2" charset="2"/>
              </a:rPr>
              <a:t>len</a:t>
            </a:r>
            <a:r>
              <a:rPr lang="en-US" dirty="0">
                <a:latin typeface="Roboto Mono" panose="00000009000000000000" pitchFamily="49" charset="0"/>
                <a:ea typeface="Roboto Mono" panose="00000009000000000000" pitchFamily="49" charset="0"/>
                <a:sym typeface="Wingdings" panose="05000000000000000000" pitchFamily="2" charset="2"/>
              </a:rPr>
              <a:t>]{} };</a:t>
            </a:r>
          </a:p>
          <a:p>
            <a:pPr marL="0" indent="0">
              <a:buNone/>
            </a:pPr>
            <a:endParaRPr lang="en-US" dirty="0">
              <a:latin typeface="Roboto Mono" panose="00000009000000000000" pitchFamily="49" charset="0"/>
              <a:ea typeface="Roboto Mono" panose="00000009000000000000" pitchFamily="49" charset="0"/>
              <a:sym typeface="Wingdings" panose="05000000000000000000" pitchFamily="2" charset="2"/>
            </a:endParaRPr>
          </a:p>
          <a:p>
            <a:r>
              <a:rPr lang="en-US" dirty="0">
                <a:ea typeface="Roboto Mono" panose="00000009000000000000" pitchFamily="49" charset="0"/>
                <a:sym typeface="Wingdings" panose="05000000000000000000" pitchFamily="2" charset="2"/>
              </a:rPr>
              <a:t>Returns a null pointer if memory allocation fails.</a:t>
            </a:r>
          </a:p>
          <a:p>
            <a:pPr lvl="1"/>
            <a:r>
              <a:rPr lang="en-US" dirty="0" err="1">
                <a:latin typeface="Roboto Mono" panose="00000009000000000000" pitchFamily="49" charset="0"/>
                <a:ea typeface="Roboto Mono" panose="00000009000000000000" pitchFamily="49" charset="0"/>
                <a:sym typeface="Wingdings" panose="05000000000000000000" pitchFamily="2" charset="2"/>
              </a:rPr>
              <a:t>arr</a:t>
            </a:r>
            <a:r>
              <a:rPr lang="en-US" dirty="0">
                <a:latin typeface="Roboto Mono" panose="00000009000000000000" pitchFamily="49" charset="0"/>
                <a:ea typeface="Roboto Mono" panose="00000009000000000000" pitchFamily="49" charset="0"/>
                <a:sym typeface="Wingdings" panose="05000000000000000000" pitchFamily="2" charset="2"/>
              </a:rPr>
              <a:t>  </a:t>
            </a:r>
            <a:r>
              <a:rPr lang="en-US" dirty="0" err="1">
                <a:solidFill>
                  <a:schemeClr val="accent1"/>
                </a:solidFill>
                <a:latin typeface="Roboto Mono" panose="00000009000000000000" pitchFamily="49" charset="0"/>
                <a:ea typeface="Roboto Mono" panose="00000009000000000000" pitchFamily="49" charset="0"/>
                <a:sym typeface="Wingdings" panose="05000000000000000000" pitchFamily="2" charset="2"/>
              </a:rPr>
              <a:t>nullptr</a:t>
            </a:r>
            <a:endParaRPr lang="en-US" dirty="0">
              <a:solidFill>
                <a:schemeClr val="accent1"/>
              </a:solidFill>
              <a:latin typeface="Roboto Mono" panose="00000009000000000000" pitchFamily="49" charset="0"/>
              <a:ea typeface="Roboto Mono" panose="00000009000000000000" pitchFamily="49" charset="0"/>
              <a:sym typeface="Wingdings" panose="05000000000000000000" pitchFamily="2" charset="2"/>
            </a:endParaRPr>
          </a:p>
          <a:p>
            <a:endParaRPr lang="en-US" dirty="0">
              <a:ea typeface="Roboto Mono" panose="00000009000000000000" pitchFamily="49" charset="0"/>
              <a:sym typeface="Wingdings" panose="05000000000000000000" pitchFamily="2" charset="2"/>
            </a:endParaRPr>
          </a:p>
          <a:p>
            <a:r>
              <a:rPr lang="en-US" b="1" dirty="0">
                <a:latin typeface="Roboto Mono" panose="00000009000000000000" pitchFamily="49" charset="0"/>
                <a:ea typeface="Roboto Mono" panose="00000009000000000000" pitchFamily="49" charset="0"/>
                <a:sym typeface="Wingdings" panose="05000000000000000000" pitchFamily="2" charset="2"/>
              </a:rPr>
              <a:t>while(</a:t>
            </a:r>
            <a:r>
              <a:rPr lang="en-US" b="1" dirty="0" err="1">
                <a:latin typeface="Roboto Mono" panose="00000009000000000000" pitchFamily="49" charset="0"/>
                <a:ea typeface="Roboto Mono" panose="00000009000000000000" pitchFamily="49" charset="0"/>
                <a:sym typeface="Wingdings" panose="05000000000000000000" pitchFamily="2" charset="2"/>
              </a:rPr>
              <a:t>arr</a:t>
            </a:r>
            <a:r>
              <a:rPr lang="en-US" b="1" dirty="0">
                <a:latin typeface="Roboto Mono" panose="00000009000000000000" pitchFamily="49" charset="0"/>
                <a:ea typeface="Roboto Mono" panose="00000009000000000000" pitchFamily="49" charset="0"/>
                <a:sym typeface="Wingdings" panose="05000000000000000000" pitchFamily="2" charset="2"/>
              </a:rPr>
              <a:t> == </a:t>
            </a:r>
            <a:r>
              <a:rPr lang="en-US" b="1" dirty="0" err="1">
                <a:solidFill>
                  <a:schemeClr val="accent1"/>
                </a:solidFill>
                <a:latin typeface="Roboto Mono" panose="00000009000000000000" pitchFamily="49" charset="0"/>
                <a:ea typeface="Roboto Mono" panose="00000009000000000000" pitchFamily="49" charset="0"/>
                <a:sym typeface="Wingdings" panose="05000000000000000000" pitchFamily="2" charset="2"/>
              </a:rPr>
              <a:t>nullptr</a:t>
            </a:r>
            <a:r>
              <a:rPr lang="en-US" b="1" dirty="0">
                <a:latin typeface="Roboto Mono" panose="00000009000000000000" pitchFamily="49" charset="0"/>
                <a:ea typeface="Roboto Mono" panose="00000009000000000000" pitchFamily="49" charset="0"/>
                <a:sym typeface="Wingdings" panose="05000000000000000000" pitchFamily="2" charset="2"/>
              </a:rPr>
              <a:t>)</a:t>
            </a:r>
            <a:r>
              <a:rPr lang="en-US" dirty="0">
                <a:ea typeface="Roboto Mono" panose="00000009000000000000" pitchFamily="49" charset="0"/>
                <a:sym typeface="Wingdings" panose="05000000000000000000" pitchFamily="2" charset="2"/>
              </a:rPr>
              <a:t>, keep taking input from the user.</a:t>
            </a:r>
          </a:p>
        </p:txBody>
      </p:sp>
      <p:sp>
        <p:nvSpPr>
          <p:cNvPr id="6" name="Rectangle 5">
            <a:extLst>
              <a:ext uri="{FF2B5EF4-FFF2-40B4-BE49-F238E27FC236}">
                <a16:creationId xmlns:a16="http://schemas.microsoft.com/office/drawing/2014/main" id="{0A4383F9-22CB-2789-FE4D-8B982D6B743B}"/>
              </a:ext>
            </a:extLst>
          </p:cNvPr>
          <p:cNvSpPr/>
          <p:nvPr/>
        </p:nvSpPr>
        <p:spPr>
          <a:xfrm>
            <a:off x="4634456" y="3461274"/>
            <a:ext cx="2895898" cy="623943"/>
          </a:xfrm>
          <a:prstGeom prst="rect">
            <a:avLst/>
          </a:prstGeom>
          <a:solidFill>
            <a:srgbClr val="FFFF00">
              <a:alpha val="10000"/>
            </a:srgbClr>
          </a:solidFill>
          <a:ln w="158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78562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19A53AC-18DD-FA7B-C4A9-909903632E91}"/>
              </a:ext>
            </a:extLst>
          </p:cNvPr>
          <p:cNvSpPr>
            <a:spLocks noGrp="1"/>
          </p:cNvSpPr>
          <p:nvPr>
            <p:ph type="ctrTitle"/>
          </p:nvPr>
        </p:nvSpPr>
        <p:spPr/>
        <p:txBody>
          <a:bodyPr/>
          <a:lstStyle/>
          <a:p>
            <a:r>
              <a:rPr lang="en-US" dirty="0"/>
              <a:t>Memory Leaks</a:t>
            </a:r>
          </a:p>
        </p:txBody>
      </p:sp>
    </p:spTree>
    <p:extLst>
      <p:ext uri="{BB962C8B-B14F-4D97-AF65-F5344CB8AC3E}">
        <p14:creationId xmlns:p14="http://schemas.microsoft.com/office/powerpoint/2010/main" val="65909367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88314-4650-825F-FA4C-2146AFE93DA7}"/>
              </a:ext>
            </a:extLst>
          </p:cNvPr>
          <p:cNvSpPr>
            <a:spLocks noGrp="1"/>
          </p:cNvSpPr>
          <p:nvPr>
            <p:ph type="title"/>
          </p:nvPr>
        </p:nvSpPr>
        <p:spPr/>
        <p:txBody>
          <a:bodyPr/>
          <a:lstStyle/>
          <a:p>
            <a:r>
              <a:rPr lang="en-US" dirty="0"/>
              <a:t>Memory Leaks</a:t>
            </a:r>
          </a:p>
        </p:txBody>
      </p:sp>
      <p:sp>
        <p:nvSpPr>
          <p:cNvPr id="3" name="Content Placeholder 2">
            <a:extLst>
              <a:ext uri="{FF2B5EF4-FFF2-40B4-BE49-F238E27FC236}">
                <a16:creationId xmlns:a16="http://schemas.microsoft.com/office/drawing/2014/main" id="{D1E6DEDB-9C7C-CAD7-26DD-35F8644A1B2A}"/>
              </a:ext>
            </a:extLst>
          </p:cNvPr>
          <p:cNvSpPr>
            <a:spLocks noGrp="1"/>
          </p:cNvSpPr>
          <p:nvPr>
            <p:ph idx="1"/>
          </p:nvPr>
        </p:nvSpPr>
        <p:spPr/>
        <p:txBody>
          <a:bodyPr/>
          <a:lstStyle/>
          <a:p>
            <a:r>
              <a:rPr lang="en-US" dirty="0"/>
              <a:t>Dynamically allocated memory </a:t>
            </a:r>
            <a:r>
              <a:rPr lang="en-US" b="1" dirty="0">
                <a:solidFill>
                  <a:schemeClr val="accent1"/>
                </a:solidFill>
              </a:rPr>
              <a:t>is not </a:t>
            </a:r>
            <a:r>
              <a:rPr lang="en-US" dirty="0"/>
              <a:t>automatically deallocated.</a:t>
            </a:r>
          </a:p>
          <a:p>
            <a:endParaRPr lang="en-US" dirty="0"/>
          </a:p>
          <a:p>
            <a:r>
              <a:rPr lang="en-US" dirty="0"/>
              <a:t>Note that this memory will stay reserved for you until, </a:t>
            </a:r>
          </a:p>
          <a:p>
            <a:pPr lvl="1"/>
            <a:r>
              <a:rPr lang="en-US" dirty="0"/>
              <a:t>You explicitly deallocate it.</a:t>
            </a:r>
          </a:p>
          <a:p>
            <a:pPr lvl="1"/>
            <a:r>
              <a:rPr lang="en-US" dirty="0"/>
              <a:t>Your program or application ends </a:t>
            </a:r>
            <a:r>
              <a:rPr lang="en-US" i="1" dirty="0"/>
              <a:t>(your OS will reclaim that memory)</a:t>
            </a:r>
            <a:r>
              <a:rPr lang="en-US" dirty="0"/>
              <a:t>.</a:t>
            </a:r>
          </a:p>
          <a:p>
            <a:pPr lvl="1"/>
            <a:endParaRPr lang="en-US" dirty="0"/>
          </a:p>
          <a:p>
            <a:r>
              <a:rPr lang="en-US" dirty="0">
                <a:solidFill>
                  <a:srgbClr val="FF0000"/>
                </a:solidFill>
              </a:rPr>
              <a:t>But what if you forget to deallocate the dynamic memory, and your program is still running?</a:t>
            </a:r>
          </a:p>
          <a:p>
            <a:pPr lvl="1"/>
            <a:r>
              <a:rPr lang="en-US" dirty="0">
                <a:solidFill>
                  <a:srgbClr val="FF0000"/>
                </a:solidFill>
              </a:rPr>
              <a:t>Basically you forgot to </a:t>
            </a:r>
            <a:r>
              <a:rPr lang="en-US" b="1" dirty="0">
                <a:solidFill>
                  <a:srgbClr val="FF0000"/>
                </a:solidFill>
                <a:latin typeface="Roboto Mono" panose="00000009000000000000" pitchFamily="49" charset="0"/>
                <a:ea typeface="Roboto Mono" panose="00000009000000000000" pitchFamily="49" charset="0"/>
              </a:rPr>
              <a:t>delete </a:t>
            </a:r>
            <a:r>
              <a:rPr lang="en-US" b="1" dirty="0" err="1">
                <a:solidFill>
                  <a:srgbClr val="FF0000"/>
                </a:solidFill>
                <a:latin typeface="Roboto Mono" panose="00000009000000000000" pitchFamily="49" charset="0"/>
                <a:ea typeface="Roboto Mono" panose="00000009000000000000" pitchFamily="49" charset="0"/>
              </a:rPr>
              <a:t>ptr</a:t>
            </a:r>
            <a:r>
              <a:rPr lang="en-US" dirty="0">
                <a:solidFill>
                  <a:srgbClr val="FF0000"/>
                </a:solidFill>
              </a:rPr>
              <a:t>.</a:t>
            </a:r>
          </a:p>
        </p:txBody>
      </p:sp>
    </p:spTree>
    <p:extLst>
      <p:ext uri="{BB962C8B-B14F-4D97-AF65-F5344CB8AC3E}">
        <p14:creationId xmlns:p14="http://schemas.microsoft.com/office/powerpoint/2010/main" val="36866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3D28FBB-CE52-C1F0-AA2C-5BE30F4777E6}"/>
              </a:ext>
            </a:extLst>
          </p:cNvPr>
          <p:cNvSpPr txBox="1"/>
          <p:nvPr/>
        </p:nvSpPr>
        <p:spPr>
          <a:xfrm>
            <a:off x="260873" y="338450"/>
            <a:ext cx="5451437" cy="1323439"/>
          </a:xfrm>
          <a:prstGeom prst="rect">
            <a:avLst/>
          </a:prstGeom>
          <a:noFill/>
        </p:spPr>
        <p:txBody>
          <a:bodyPr wrap="square">
            <a:spAutoFit/>
          </a:bodyPr>
          <a:lstStyle/>
          <a:p>
            <a:r>
              <a:rPr lang="en-US" sz="2000" b="0" dirty="0">
                <a:solidFill>
                  <a:srgbClr val="0000FF"/>
                </a:solidFill>
                <a:effectLst/>
                <a:latin typeface="Roboto Mono" panose="00000009000000000000" pitchFamily="49" charset="0"/>
              </a:rPr>
              <a:t>void</a:t>
            </a:r>
            <a:r>
              <a:rPr lang="en-US" sz="2000" b="0" dirty="0">
                <a:solidFill>
                  <a:srgbClr val="000000"/>
                </a:solidFill>
                <a:effectLst/>
                <a:latin typeface="Roboto Mono" panose="00000009000000000000" pitchFamily="49" charset="0"/>
              </a:rPr>
              <a:t> </a:t>
            </a:r>
            <a:r>
              <a:rPr lang="en-US" sz="2000" b="0" dirty="0" err="1">
                <a:solidFill>
                  <a:srgbClr val="74531F"/>
                </a:solidFill>
                <a:effectLst/>
                <a:latin typeface="Roboto Mono" panose="00000009000000000000" pitchFamily="49" charset="0"/>
              </a:rPr>
              <a:t>createArray</a:t>
            </a:r>
            <a:r>
              <a:rPr lang="en-US" sz="2000" b="0" dirty="0">
                <a:solidFill>
                  <a:srgbClr val="000000"/>
                </a:solidFill>
                <a:effectLst/>
                <a:latin typeface="Roboto Mono" panose="00000009000000000000" pitchFamily="49" charset="0"/>
              </a:rPr>
              <a:t>(</a:t>
            </a:r>
            <a:r>
              <a:rPr lang="en-US" sz="2000" b="0" dirty="0">
                <a:solidFill>
                  <a:srgbClr val="0000FF"/>
                </a:solidFill>
                <a:effectLst/>
                <a:latin typeface="Roboto Mono" panose="00000009000000000000" pitchFamily="49" charset="0"/>
              </a:rPr>
              <a:t>int</a:t>
            </a:r>
            <a:r>
              <a:rPr lang="en-US" sz="2000" b="0" dirty="0">
                <a:solidFill>
                  <a:srgbClr val="000000"/>
                </a:solidFill>
                <a:effectLst/>
                <a:latin typeface="Roboto Mono" panose="00000009000000000000" pitchFamily="49" charset="0"/>
              </a:rPr>
              <a:t> </a:t>
            </a:r>
            <a:r>
              <a:rPr lang="en-US" sz="2000" b="0" dirty="0">
                <a:solidFill>
                  <a:srgbClr val="808080"/>
                </a:solidFill>
                <a:effectLst/>
                <a:latin typeface="Roboto Mono" panose="00000009000000000000" pitchFamily="49" charset="0"/>
              </a:rPr>
              <a:t>length</a:t>
            </a:r>
            <a:r>
              <a:rPr lang="en-US" sz="2000" b="0" dirty="0">
                <a:solidFill>
                  <a:srgbClr val="000000"/>
                </a:solidFill>
                <a:effectLst/>
                <a:latin typeface="Roboto Mono" panose="00000009000000000000" pitchFamily="49" charset="0"/>
              </a:rPr>
              <a:t>)</a:t>
            </a:r>
          </a:p>
          <a:p>
            <a:r>
              <a:rPr lang="en-US" sz="2000" b="0" dirty="0">
                <a:solidFill>
                  <a:srgbClr val="000000"/>
                </a:solidFill>
                <a:effectLst/>
                <a:latin typeface="Roboto Mono" panose="00000009000000000000" pitchFamily="49" charset="0"/>
              </a:rPr>
              <a:t>{</a:t>
            </a:r>
          </a:p>
          <a:p>
            <a:r>
              <a:rPr lang="en-US" sz="2000" b="0" dirty="0">
                <a:solidFill>
                  <a:srgbClr val="000000"/>
                </a:solidFill>
                <a:effectLst/>
                <a:latin typeface="Roboto Mono" panose="00000009000000000000" pitchFamily="49" charset="0"/>
              </a:rPr>
              <a:t>    </a:t>
            </a:r>
            <a:r>
              <a:rPr lang="en-US" sz="2000" b="0" dirty="0">
                <a:solidFill>
                  <a:srgbClr val="0000FF"/>
                </a:solidFill>
                <a:effectLst/>
                <a:latin typeface="Roboto Mono" panose="00000009000000000000" pitchFamily="49" charset="0"/>
              </a:rPr>
              <a:t>int</a:t>
            </a:r>
            <a:r>
              <a:rPr lang="en-US" sz="2000" b="0" dirty="0">
                <a:solidFill>
                  <a:srgbClr val="000000"/>
                </a:solidFill>
                <a:effectLst/>
                <a:latin typeface="Roboto Mono" panose="00000009000000000000" pitchFamily="49" charset="0"/>
              </a:rPr>
              <a:t>* </a:t>
            </a:r>
            <a:r>
              <a:rPr lang="en-US" sz="2000" b="0" dirty="0" err="1">
                <a:solidFill>
                  <a:srgbClr val="1F377F"/>
                </a:solidFill>
                <a:effectLst/>
                <a:latin typeface="Roboto Mono" panose="00000009000000000000" pitchFamily="49" charset="0"/>
              </a:rPr>
              <a:t>ptr</a:t>
            </a:r>
            <a:r>
              <a:rPr lang="en-US" sz="2000" b="0" dirty="0">
                <a:solidFill>
                  <a:srgbClr val="000000"/>
                </a:solidFill>
                <a:effectLst/>
                <a:latin typeface="Roboto Mono" panose="00000009000000000000" pitchFamily="49" charset="0"/>
              </a:rPr>
              <a:t>{ </a:t>
            </a:r>
            <a:r>
              <a:rPr lang="en-US" sz="2000" b="0" dirty="0">
                <a:solidFill>
                  <a:srgbClr val="0000FF"/>
                </a:solidFill>
                <a:effectLst/>
                <a:latin typeface="Roboto Mono" panose="00000009000000000000" pitchFamily="49" charset="0"/>
              </a:rPr>
              <a:t>new</a:t>
            </a:r>
            <a:r>
              <a:rPr lang="en-US" sz="2000" b="0" dirty="0">
                <a:solidFill>
                  <a:srgbClr val="000000"/>
                </a:solidFill>
                <a:effectLst/>
                <a:latin typeface="Roboto Mono" panose="00000009000000000000" pitchFamily="49" charset="0"/>
              </a:rPr>
              <a:t> </a:t>
            </a:r>
            <a:r>
              <a:rPr lang="en-US" sz="2000" b="0" dirty="0">
                <a:solidFill>
                  <a:srgbClr val="0000FF"/>
                </a:solidFill>
                <a:effectLst/>
                <a:latin typeface="Roboto Mono" panose="00000009000000000000" pitchFamily="49" charset="0"/>
              </a:rPr>
              <a:t>int</a:t>
            </a:r>
            <a:r>
              <a:rPr lang="en-US" sz="2000" b="0" dirty="0">
                <a:solidFill>
                  <a:srgbClr val="000000"/>
                </a:solidFill>
                <a:effectLst/>
                <a:latin typeface="Roboto Mono" panose="00000009000000000000" pitchFamily="49" charset="0"/>
              </a:rPr>
              <a:t>[</a:t>
            </a:r>
            <a:r>
              <a:rPr lang="en-US" sz="2000" b="0" dirty="0">
                <a:solidFill>
                  <a:srgbClr val="808080"/>
                </a:solidFill>
                <a:effectLst/>
                <a:latin typeface="Roboto Mono" panose="00000009000000000000" pitchFamily="49" charset="0"/>
              </a:rPr>
              <a:t>length</a:t>
            </a:r>
            <a:r>
              <a:rPr lang="en-US" sz="2000" b="0" dirty="0">
                <a:solidFill>
                  <a:srgbClr val="000000"/>
                </a:solidFill>
                <a:effectLst/>
                <a:latin typeface="Roboto Mono" panose="00000009000000000000" pitchFamily="49" charset="0"/>
              </a:rPr>
              <a:t>]{} };</a:t>
            </a:r>
          </a:p>
          <a:p>
            <a:r>
              <a:rPr lang="en-US" sz="2000" b="0" dirty="0">
                <a:solidFill>
                  <a:srgbClr val="000000"/>
                </a:solidFill>
                <a:effectLst/>
                <a:latin typeface="Roboto Mono" panose="00000009000000000000" pitchFamily="49" charset="0"/>
              </a:rPr>
              <a:t>}</a:t>
            </a:r>
          </a:p>
        </p:txBody>
      </p:sp>
      <p:sp>
        <p:nvSpPr>
          <p:cNvPr id="9" name="TextBox 8">
            <a:extLst>
              <a:ext uri="{FF2B5EF4-FFF2-40B4-BE49-F238E27FC236}">
                <a16:creationId xmlns:a16="http://schemas.microsoft.com/office/drawing/2014/main" id="{0CDF4E67-B808-27AD-4D86-643A0FD9DB42}"/>
              </a:ext>
            </a:extLst>
          </p:cNvPr>
          <p:cNvSpPr txBox="1"/>
          <p:nvPr/>
        </p:nvSpPr>
        <p:spPr>
          <a:xfrm>
            <a:off x="260873" y="2117512"/>
            <a:ext cx="5451437" cy="3447098"/>
          </a:xfrm>
          <a:prstGeom prst="rect">
            <a:avLst/>
          </a:prstGeom>
          <a:noFill/>
        </p:spPr>
        <p:txBody>
          <a:bodyPr wrap="square">
            <a:spAutoFit/>
          </a:bodyPr>
          <a:lstStyle/>
          <a:p>
            <a:r>
              <a:rPr lang="en-US" sz="2000" b="0" dirty="0">
                <a:solidFill>
                  <a:srgbClr val="0000FF"/>
                </a:solidFill>
                <a:effectLst/>
                <a:latin typeface="Roboto Mono" panose="00000009000000000000" pitchFamily="49" charset="0"/>
              </a:rPr>
              <a:t>int</a:t>
            </a:r>
            <a:r>
              <a:rPr lang="en-US" sz="2000" b="0" dirty="0">
                <a:solidFill>
                  <a:srgbClr val="000000"/>
                </a:solidFill>
                <a:effectLst/>
                <a:latin typeface="Roboto Mono" panose="00000009000000000000" pitchFamily="49" charset="0"/>
              </a:rPr>
              <a:t> </a:t>
            </a:r>
            <a:r>
              <a:rPr lang="en-US" sz="2000" b="0" dirty="0">
                <a:solidFill>
                  <a:srgbClr val="74531F"/>
                </a:solidFill>
                <a:effectLst/>
                <a:latin typeface="Roboto Mono" panose="00000009000000000000" pitchFamily="49" charset="0"/>
              </a:rPr>
              <a:t>main</a:t>
            </a:r>
            <a:r>
              <a:rPr lang="en-US" sz="2000" b="0" dirty="0">
                <a:solidFill>
                  <a:srgbClr val="000000"/>
                </a:solidFill>
                <a:effectLst/>
                <a:latin typeface="Roboto Mono" panose="00000009000000000000" pitchFamily="49" charset="0"/>
              </a:rPr>
              <a:t>()</a:t>
            </a:r>
          </a:p>
          <a:p>
            <a:r>
              <a:rPr lang="en-US" sz="2000" b="0" dirty="0">
                <a:solidFill>
                  <a:srgbClr val="000000"/>
                </a:solidFill>
                <a:effectLst/>
                <a:latin typeface="Roboto Mono" panose="00000009000000000000" pitchFamily="49" charset="0"/>
              </a:rPr>
              <a:t>{</a:t>
            </a:r>
          </a:p>
          <a:p>
            <a:r>
              <a:rPr lang="en-US" sz="2000" b="0" dirty="0">
                <a:solidFill>
                  <a:srgbClr val="000000"/>
                </a:solidFill>
                <a:effectLst/>
                <a:latin typeface="Roboto Mono" panose="00000009000000000000" pitchFamily="49" charset="0"/>
              </a:rPr>
              <a:t>    </a:t>
            </a:r>
            <a:r>
              <a:rPr lang="en-US" sz="2000" b="0" dirty="0">
                <a:solidFill>
                  <a:srgbClr val="0000FF"/>
                </a:solidFill>
                <a:effectLst/>
                <a:latin typeface="Roboto Mono" panose="00000009000000000000" pitchFamily="49" charset="0"/>
              </a:rPr>
              <a:t>int</a:t>
            </a:r>
            <a:r>
              <a:rPr lang="en-US" sz="2000" b="0" dirty="0">
                <a:solidFill>
                  <a:srgbClr val="000000"/>
                </a:solidFill>
                <a:effectLst/>
                <a:latin typeface="Roboto Mono" panose="00000009000000000000" pitchFamily="49" charset="0"/>
              </a:rPr>
              <a:t> </a:t>
            </a:r>
            <a:r>
              <a:rPr lang="en-US" sz="2000" b="0" dirty="0" err="1">
                <a:solidFill>
                  <a:srgbClr val="1F377F"/>
                </a:solidFill>
                <a:effectLst/>
                <a:latin typeface="Roboto Mono" panose="00000009000000000000" pitchFamily="49" charset="0"/>
              </a:rPr>
              <a:t>len</a:t>
            </a:r>
            <a:r>
              <a:rPr lang="en-US" sz="2000" b="0" dirty="0">
                <a:solidFill>
                  <a:srgbClr val="000000"/>
                </a:solidFill>
                <a:effectLst/>
                <a:latin typeface="Roboto Mono" panose="00000009000000000000" pitchFamily="49" charset="0"/>
              </a:rPr>
              <a:t>{};</a:t>
            </a:r>
          </a:p>
          <a:p>
            <a:r>
              <a:rPr lang="en-US" sz="2000" b="0" dirty="0">
                <a:solidFill>
                  <a:srgbClr val="000000"/>
                </a:solidFill>
                <a:effectLst/>
                <a:latin typeface="Roboto Mono" panose="00000009000000000000" pitchFamily="49" charset="0"/>
              </a:rPr>
              <a:t>    std::</a:t>
            </a:r>
            <a:r>
              <a:rPr lang="en-US" sz="2000" b="0" dirty="0" err="1">
                <a:solidFill>
                  <a:srgbClr val="000000"/>
                </a:solidFill>
                <a:effectLst/>
                <a:latin typeface="Roboto Mono" panose="00000009000000000000" pitchFamily="49" charset="0"/>
              </a:rPr>
              <a:t>cin</a:t>
            </a:r>
            <a:r>
              <a:rPr lang="en-US" sz="2000" b="0" dirty="0">
                <a:solidFill>
                  <a:srgbClr val="000000"/>
                </a:solidFill>
                <a:effectLst/>
                <a:latin typeface="Roboto Mono" panose="00000009000000000000" pitchFamily="49" charset="0"/>
              </a:rPr>
              <a:t> &gt;&gt; </a:t>
            </a:r>
            <a:r>
              <a:rPr lang="en-US" sz="2000" b="0" dirty="0" err="1">
                <a:solidFill>
                  <a:srgbClr val="1F377F"/>
                </a:solidFill>
                <a:effectLst/>
                <a:latin typeface="Roboto Mono" panose="00000009000000000000" pitchFamily="49" charset="0"/>
              </a:rPr>
              <a:t>len</a:t>
            </a:r>
            <a:r>
              <a:rPr lang="en-US" sz="2000" b="0" dirty="0">
                <a:solidFill>
                  <a:srgbClr val="000000"/>
                </a:solidFill>
                <a:effectLst/>
                <a:latin typeface="Roboto Mono" panose="00000009000000000000" pitchFamily="49" charset="0"/>
              </a:rPr>
              <a:t>;</a:t>
            </a:r>
          </a:p>
          <a:p>
            <a:br>
              <a:rPr lang="en-US" sz="2000" b="0" dirty="0">
                <a:solidFill>
                  <a:srgbClr val="000000"/>
                </a:solidFill>
                <a:effectLst/>
                <a:latin typeface="Roboto Mono" panose="00000009000000000000" pitchFamily="49" charset="0"/>
              </a:rPr>
            </a:br>
            <a:r>
              <a:rPr lang="en-US" sz="2000" b="0" dirty="0">
                <a:solidFill>
                  <a:srgbClr val="000000"/>
                </a:solidFill>
                <a:effectLst/>
                <a:latin typeface="Roboto Mono" panose="00000009000000000000" pitchFamily="49" charset="0"/>
              </a:rPr>
              <a:t>    </a:t>
            </a:r>
            <a:r>
              <a:rPr lang="en-US" sz="2000" b="0" dirty="0" err="1">
                <a:solidFill>
                  <a:srgbClr val="74531F"/>
                </a:solidFill>
                <a:effectLst/>
                <a:latin typeface="Roboto Mono" panose="00000009000000000000" pitchFamily="49" charset="0"/>
              </a:rPr>
              <a:t>createArray</a:t>
            </a:r>
            <a:r>
              <a:rPr lang="en-US" sz="2000" b="0" dirty="0">
                <a:solidFill>
                  <a:srgbClr val="000000"/>
                </a:solidFill>
                <a:effectLst/>
                <a:latin typeface="Roboto Mono" panose="00000009000000000000" pitchFamily="49" charset="0"/>
              </a:rPr>
              <a:t>(</a:t>
            </a:r>
            <a:r>
              <a:rPr lang="en-US" sz="2000" b="0" dirty="0" err="1">
                <a:solidFill>
                  <a:srgbClr val="1F377F"/>
                </a:solidFill>
                <a:effectLst/>
                <a:latin typeface="Roboto Mono" panose="00000009000000000000" pitchFamily="49" charset="0"/>
              </a:rPr>
              <a:t>len</a:t>
            </a:r>
            <a:r>
              <a:rPr lang="en-US" sz="2000" b="0" dirty="0">
                <a:solidFill>
                  <a:srgbClr val="000000"/>
                </a:solidFill>
                <a:effectLst/>
                <a:latin typeface="Roboto Mono" panose="00000009000000000000" pitchFamily="49" charset="0"/>
              </a:rPr>
              <a:t>);</a:t>
            </a:r>
          </a:p>
          <a:p>
            <a:r>
              <a:rPr lang="en-US" sz="2000" b="0" dirty="0">
                <a:solidFill>
                  <a:srgbClr val="000000"/>
                </a:solidFill>
                <a:effectLst/>
                <a:latin typeface="Roboto Mono" panose="00000009000000000000" pitchFamily="49" charset="0"/>
              </a:rPr>
              <a:t>    </a:t>
            </a:r>
          </a:p>
          <a:p>
            <a:r>
              <a:rPr lang="en-US" sz="2000" dirty="0">
                <a:solidFill>
                  <a:srgbClr val="008000"/>
                </a:solidFill>
                <a:latin typeface="Roboto Mono" panose="00000009000000000000" pitchFamily="49" charset="0"/>
              </a:rPr>
              <a:t>    // More code...</a:t>
            </a:r>
            <a:endParaRPr lang="en-US" sz="2000" dirty="0">
              <a:solidFill>
                <a:srgbClr val="000000"/>
              </a:solidFill>
              <a:latin typeface="Roboto Mono" panose="00000009000000000000" pitchFamily="49" charset="0"/>
            </a:endParaRPr>
          </a:p>
          <a:p>
            <a:endParaRPr lang="en-US" sz="2000" b="0" dirty="0">
              <a:solidFill>
                <a:srgbClr val="000000"/>
              </a:solidFill>
              <a:effectLst/>
              <a:latin typeface="Roboto Mono" panose="00000009000000000000" pitchFamily="49" charset="0"/>
            </a:endParaRPr>
          </a:p>
          <a:p>
            <a:r>
              <a:rPr lang="en-US" sz="2000" b="0" dirty="0">
                <a:solidFill>
                  <a:srgbClr val="000000"/>
                </a:solidFill>
                <a:effectLst/>
                <a:latin typeface="Roboto Mono" panose="00000009000000000000" pitchFamily="49" charset="0"/>
              </a:rPr>
              <a:t>    </a:t>
            </a:r>
            <a:r>
              <a:rPr lang="en-US" sz="2000" b="0" dirty="0">
                <a:solidFill>
                  <a:srgbClr val="8F08C4"/>
                </a:solidFill>
                <a:effectLst/>
                <a:latin typeface="Roboto Mono" panose="00000009000000000000" pitchFamily="49" charset="0"/>
              </a:rPr>
              <a:t>return</a:t>
            </a:r>
            <a:r>
              <a:rPr lang="en-US" sz="2000" b="0" dirty="0">
                <a:solidFill>
                  <a:srgbClr val="000000"/>
                </a:solidFill>
                <a:effectLst/>
                <a:latin typeface="Roboto Mono" panose="00000009000000000000" pitchFamily="49" charset="0"/>
              </a:rPr>
              <a:t> </a:t>
            </a:r>
            <a:r>
              <a:rPr lang="en-US" sz="2000" b="0" dirty="0">
                <a:solidFill>
                  <a:srgbClr val="098658"/>
                </a:solidFill>
                <a:effectLst/>
                <a:latin typeface="Roboto Mono" panose="00000009000000000000" pitchFamily="49" charset="0"/>
              </a:rPr>
              <a:t>0</a:t>
            </a:r>
            <a:r>
              <a:rPr lang="en-US" sz="2000" b="0" dirty="0">
                <a:solidFill>
                  <a:srgbClr val="000000"/>
                </a:solidFill>
                <a:effectLst/>
                <a:latin typeface="Roboto Mono" panose="00000009000000000000" pitchFamily="49" charset="0"/>
              </a:rPr>
              <a:t>;</a:t>
            </a:r>
          </a:p>
          <a:p>
            <a:r>
              <a:rPr lang="en-US" sz="2000" b="0" dirty="0">
                <a:solidFill>
                  <a:srgbClr val="000000"/>
                </a:solidFill>
                <a:effectLst/>
                <a:latin typeface="Roboto Mono" panose="00000009000000000000" pitchFamily="49" charset="0"/>
              </a:rPr>
              <a:t>}</a:t>
            </a:r>
          </a:p>
        </p:txBody>
      </p:sp>
      <p:sp>
        <p:nvSpPr>
          <p:cNvPr id="10" name="TextBox 9">
            <a:extLst>
              <a:ext uri="{FF2B5EF4-FFF2-40B4-BE49-F238E27FC236}">
                <a16:creationId xmlns:a16="http://schemas.microsoft.com/office/drawing/2014/main" id="{F47FE4CD-7336-C93E-928D-5ACE8809114B}"/>
              </a:ext>
            </a:extLst>
          </p:cNvPr>
          <p:cNvSpPr txBox="1"/>
          <p:nvPr/>
        </p:nvSpPr>
        <p:spPr>
          <a:xfrm>
            <a:off x="8692179" y="338450"/>
            <a:ext cx="3238948" cy="1200329"/>
          </a:xfrm>
          <a:prstGeom prst="rect">
            <a:avLst/>
          </a:prstGeom>
          <a:noFill/>
          <a:ln w="19050">
            <a:solidFill>
              <a:schemeClr val="accent1"/>
            </a:solidFill>
          </a:ln>
        </p:spPr>
        <p:txBody>
          <a:bodyPr wrap="square">
            <a:spAutoFit/>
          </a:bodyPr>
          <a:lstStyle/>
          <a:p>
            <a:pPr marL="0" indent="0">
              <a:buNone/>
            </a:pPr>
            <a:r>
              <a:rPr lang="en-US" sz="2400" b="1" dirty="0" err="1">
                <a:solidFill>
                  <a:schemeClr val="accent1"/>
                </a:solidFill>
                <a:latin typeface="Roboto Mono" panose="00000009000000000000" pitchFamily="49" charset="0"/>
                <a:ea typeface="Roboto Mono" panose="00000009000000000000" pitchFamily="49" charset="0"/>
              </a:rPr>
              <a:t>ptr</a:t>
            </a:r>
            <a:r>
              <a:rPr lang="en-US" sz="2400" b="1" i="1" dirty="0">
                <a:solidFill>
                  <a:schemeClr val="accent1"/>
                </a:solidFill>
                <a:latin typeface="Roboto Mono" panose="00000009000000000000" pitchFamily="49" charset="0"/>
                <a:ea typeface="Roboto Mono" panose="00000009000000000000" pitchFamily="49" charset="0"/>
              </a:rPr>
              <a:t> </a:t>
            </a:r>
            <a:r>
              <a:rPr lang="en-US" sz="2400" i="1" dirty="0">
                <a:solidFill>
                  <a:schemeClr val="accent1"/>
                </a:solidFill>
                <a:ea typeface="Roboto Mono" panose="00000009000000000000" pitchFamily="49" charset="0"/>
              </a:rPr>
              <a:t>goes out of scope at the end of this function call.</a:t>
            </a:r>
          </a:p>
        </p:txBody>
      </p:sp>
      <p:sp>
        <p:nvSpPr>
          <p:cNvPr id="12" name="TextBox 11">
            <a:extLst>
              <a:ext uri="{FF2B5EF4-FFF2-40B4-BE49-F238E27FC236}">
                <a16:creationId xmlns:a16="http://schemas.microsoft.com/office/drawing/2014/main" id="{1CA6B139-3B65-918F-158A-3AE9F1779E94}"/>
              </a:ext>
            </a:extLst>
          </p:cNvPr>
          <p:cNvSpPr txBox="1"/>
          <p:nvPr/>
        </p:nvSpPr>
        <p:spPr>
          <a:xfrm>
            <a:off x="8692179" y="1979530"/>
            <a:ext cx="3238948" cy="3066545"/>
          </a:xfrm>
          <a:prstGeom prst="rect">
            <a:avLst/>
          </a:prstGeom>
          <a:noFill/>
          <a:ln w="19050">
            <a:solidFill>
              <a:schemeClr val="accent1"/>
            </a:solidFill>
          </a:ln>
        </p:spPr>
        <p:txBody>
          <a:bodyPr wrap="square">
            <a:spAutoFit/>
          </a:bodyPr>
          <a:lstStyle/>
          <a:p>
            <a:pPr marL="0" indent="0">
              <a:buNone/>
            </a:pPr>
            <a:r>
              <a:rPr lang="en-US" sz="2400" b="1" i="1" u="sng" dirty="0">
                <a:solidFill>
                  <a:schemeClr val="accent1"/>
                </a:solidFill>
                <a:ea typeface="Roboto Mono" panose="00000009000000000000" pitchFamily="49" charset="0"/>
              </a:rPr>
              <a:t>Recall</a:t>
            </a:r>
          </a:p>
          <a:p>
            <a:pPr marL="0" indent="0">
              <a:buNone/>
            </a:pPr>
            <a:r>
              <a:rPr lang="en-US" sz="2400" i="1" dirty="0">
                <a:solidFill>
                  <a:schemeClr val="accent1"/>
                </a:solidFill>
                <a:ea typeface="Roboto Mono" panose="00000009000000000000" pitchFamily="49" charset="0"/>
              </a:rPr>
              <a:t>The </a:t>
            </a:r>
            <a:r>
              <a:rPr lang="en-US" sz="2400" b="1" i="1" dirty="0">
                <a:solidFill>
                  <a:schemeClr val="accent1"/>
                </a:solidFill>
                <a:ea typeface="Roboto Mono" panose="00000009000000000000" pitchFamily="49" charset="0"/>
              </a:rPr>
              <a:t>dynamically allocated memory </a:t>
            </a:r>
            <a:r>
              <a:rPr lang="en-US" sz="2400" i="1" dirty="0">
                <a:solidFill>
                  <a:schemeClr val="accent1"/>
                </a:solidFill>
                <a:ea typeface="Roboto Mono" panose="00000009000000000000" pitchFamily="49" charset="0"/>
              </a:rPr>
              <a:t>will stay reserved for you until,</a:t>
            </a:r>
          </a:p>
          <a:p>
            <a:pPr marL="228600" indent="-228600">
              <a:lnSpc>
                <a:spcPct val="90000"/>
              </a:lnSpc>
              <a:spcBef>
                <a:spcPts val="500"/>
              </a:spcBef>
              <a:buFont typeface="Arial" panose="020B0604020202020204" pitchFamily="34" charset="0"/>
              <a:buChar char="•"/>
              <a:defRPr/>
            </a:pPr>
            <a:r>
              <a:rPr kumimoji="0" lang="en-US" sz="2400" b="0" i="1" u="none" strike="noStrike" kern="1200" cap="none" spc="0" normalizeH="0" baseline="0" noProof="0" dirty="0">
                <a:ln>
                  <a:noFill/>
                </a:ln>
                <a:solidFill>
                  <a:schemeClr val="accent1"/>
                </a:solidFill>
                <a:effectLst/>
                <a:uLnTx/>
                <a:uFillTx/>
                <a:latin typeface="Aptos"/>
                <a:ea typeface="+mn-ea"/>
                <a:cs typeface="+mn-cs"/>
              </a:rPr>
              <a:t>You explicitly deallocate it.</a:t>
            </a:r>
          </a:p>
          <a:p>
            <a:pPr marL="228600" indent="-228600">
              <a:lnSpc>
                <a:spcPct val="90000"/>
              </a:lnSpc>
              <a:spcBef>
                <a:spcPts val="500"/>
              </a:spcBef>
              <a:buFont typeface="Arial" panose="020B0604020202020204" pitchFamily="34" charset="0"/>
              <a:buChar char="•"/>
              <a:defRPr/>
            </a:pPr>
            <a:r>
              <a:rPr kumimoji="0" lang="en-US" sz="2400" b="0" i="1" u="none" strike="noStrike" kern="1200" cap="none" spc="0" normalizeH="0" baseline="0" noProof="0" dirty="0">
                <a:ln>
                  <a:noFill/>
                </a:ln>
                <a:solidFill>
                  <a:schemeClr val="accent1"/>
                </a:solidFill>
                <a:effectLst/>
                <a:uLnTx/>
                <a:uFillTx/>
                <a:latin typeface="Aptos"/>
              </a:rPr>
              <a:t>Your program ends.</a:t>
            </a:r>
            <a:endParaRPr lang="en-US" sz="2400" i="1" dirty="0">
              <a:solidFill>
                <a:schemeClr val="accent1"/>
              </a:solidFill>
              <a:ea typeface="Roboto Mono" panose="00000009000000000000" pitchFamily="49" charset="0"/>
            </a:endParaRPr>
          </a:p>
        </p:txBody>
      </p:sp>
      <p:cxnSp>
        <p:nvCxnSpPr>
          <p:cNvPr id="16" name="Connector: Curved 15">
            <a:extLst>
              <a:ext uri="{FF2B5EF4-FFF2-40B4-BE49-F238E27FC236}">
                <a16:creationId xmlns:a16="http://schemas.microsoft.com/office/drawing/2014/main" id="{DA172DC4-74EB-AD2C-95DF-73455F37AD73}"/>
              </a:ext>
            </a:extLst>
          </p:cNvPr>
          <p:cNvCxnSpPr>
            <a:cxnSpLocks/>
            <a:stCxn id="10" idx="1"/>
          </p:cNvCxnSpPr>
          <p:nvPr/>
        </p:nvCxnSpPr>
        <p:spPr>
          <a:xfrm rot="10800000" flipV="1">
            <a:off x="688489" y="938615"/>
            <a:ext cx="8003690" cy="600164"/>
          </a:xfrm>
          <a:prstGeom prst="curvedConnector3">
            <a:avLst>
              <a:gd name="adj1" fmla="val 9946"/>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CA9C906E-9B23-145C-0CB4-5BA28D8F517A}"/>
              </a:ext>
            </a:extLst>
          </p:cNvPr>
          <p:cNvSpPr txBox="1"/>
          <p:nvPr/>
        </p:nvSpPr>
        <p:spPr>
          <a:xfrm>
            <a:off x="4476526" y="2498065"/>
            <a:ext cx="3061412" cy="1569660"/>
          </a:xfrm>
          <a:prstGeom prst="rect">
            <a:avLst/>
          </a:prstGeom>
          <a:noFill/>
          <a:ln w="19050">
            <a:solidFill>
              <a:srgbClr val="FF0000"/>
            </a:solidFill>
          </a:ln>
        </p:spPr>
        <p:txBody>
          <a:bodyPr wrap="square">
            <a:spAutoFit/>
          </a:bodyPr>
          <a:lstStyle/>
          <a:p>
            <a:pPr marL="0" indent="0" algn="ctr">
              <a:buNone/>
            </a:pPr>
            <a:r>
              <a:rPr lang="en-US" sz="2400" dirty="0">
                <a:solidFill>
                  <a:srgbClr val="FF0000"/>
                </a:solidFill>
                <a:ea typeface="Roboto Mono" panose="00000009000000000000" pitchFamily="49" charset="0"/>
              </a:rPr>
              <a:t>Is </a:t>
            </a:r>
            <a:r>
              <a:rPr lang="en-US" sz="2400" b="1" dirty="0" err="1">
                <a:solidFill>
                  <a:srgbClr val="FF0000"/>
                </a:solidFill>
                <a:latin typeface="Roboto Mono" panose="00000009000000000000" pitchFamily="49" charset="0"/>
                <a:ea typeface="Roboto Mono" panose="00000009000000000000" pitchFamily="49" charset="0"/>
              </a:rPr>
              <a:t>ptr</a:t>
            </a:r>
            <a:r>
              <a:rPr lang="en-US" sz="2400" b="1" dirty="0">
                <a:solidFill>
                  <a:srgbClr val="FF0000"/>
                </a:solidFill>
                <a:latin typeface="Roboto Mono" panose="00000009000000000000" pitchFamily="49" charset="0"/>
                <a:ea typeface="Roboto Mono" panose="00000009000000000000" pitchFamily="49" charset="0"/>
              </a:rPr>
              <a:t> </a:t>
            </a:r>
            <a:r>
              <a:rPr lang="en-US" sz="2400" dirty="0">
                <a:solidFill>
                  <a:srgbClr val="FF0000"/>
                </a:solidFill>
                <a:ea typeface="Roboto Mono" panose="00000009000000000000" pitchFamily="49" charset="0"/>
              </a:rPr>
              <a:t>a dangling pointer?</a:t>
            </a:r>
          </a:p>
          <a:p>
            <a:pPr marL="0" indent="0" algn="ctr">
              <a:buNone/>
            </a:pPr>
            <a:endParaRPr lang="en-US" sz="2400" b="1" i="1" u="sng" dirty="0">
              <a:solidFill>
                <a:schemeClr val="accent1"/>
              </a:solidFill>
              <a:ea typeface="Roboto Mono" panose="00000009000000000000" pitchFamily="49" charset="0"/>
            </a:endParaRPr>
          </a:p>
          <a:p>
            <a:pPr marL="0" indent="0" algn="ctr">
              <a:buNone/>
            </a:pPr>
            <a:r>
              <a:rPr lang="en-US" sz="2400" b="1" i="1" dirty="0">
                <a:solidFill>
                  <a:schemeClr val="accent1"/>
                </a:solidFill>
                <a:ea typeface="Roboto Mono" panose="00000009000000000000" pitchFamily="49" charset="0"/>
              </a:rPr>
              <a:t>NO!</a:t>
            </a:r>
            <a:endParaRPr lang="en-US" sz="2400" i="1" dirty="0">
              <a:solidFill>
                <a:schemeClr val="accent1"/>
              </a:solidFill>
              <a:ea typeface="Roboto Mono" panose="00000009000000000000" pitchFamily="49" charset="0"/>
            </a:endParaRPr>
          </a:p>
        </p:txBody>
      </p:sp>
    </p:spTree>
    <p:extLst>
      <p:ext uri="{BB962C8B-B14F-4D97-AF65-F5344CB8AC3E}">
        <p14:creationId xmlns:p14="http://schemas.microsoft.com/office/powerpoint/2010/main" val="4241412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right)">
                                      <p:cBhvr>
                                        <p:cTn id="7" dur="500"/>
                                        <p:tgtEl>
                                          <p:spTgt spid="10"/>
                                        </p:tgtEl>
                                      </p:cBhvr>
                                    </p:animEffect>
                                  </p:childTnLst>
                                </p:cTn>
                              </p:par>
                            </p:childTnLst>
                          </p:cTn>
                        </p:par>
                        <p:par>
                          <p:cTn id="8" fill="hold">
                            <p:stCondLst>
                              <p:cond delay="500"/>
                            </p:stCondLst>
                            <p:childTnLst>
                              <p:par>
                                <p:cTn id="9" presetID="22" presetClass="entr" presetSubtype="2" fill="hold"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wipe(right)">
                                      <p:cBhvr>
                                        <p:cTn id="11" dur="500"/>
                                        <p:tgtEl>
                                          <p:spTgt spid="16"/>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20"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3D28FBB-CE52-C1F0-AA2C-5BE30F4777E6}"/>
              </a:ext>
            </a:extLst>
          </p:cNvPr>
          <p:cNvSpPr txBox="1"/>
          <p:nvPr/>
        </p:nvSpPr>
        <p:spPr>
          <a:xfrm>
            <a:off x="260873" y="338450"/>
            <a:ext cx="5451437" cy="1323439"/>
          </a:xfrm>
          <a:prstGeom prst="rect">
            <a:avLst/>
          </a:prstGeom>
          <a:noFill/>
        </p:spPr>
        <p:txBody>
          <a:bodyPr wrap="square">
            <a:spAutoFit/>
          </a:bodyPr>
          <a:lstStyle/>
          <a:p>
            <a:r>
              <a:rPr lang="en-US" sz="2000" b="0" dirty="0">
                <a:solidFill>
                  <a:srgbClr val="0000FF"/>
                </a:solidFill>
                <a:effectLst/>
                <a:latin typeface="Roboto Mono" panose="00000009000000000000" pitchFamily="49" charset="0"/>
              </a:rPr>
              <a:t>void</a:t>
            </a:r>
            <a:r>
              <a:rPr lang="en-US" sz="2000" b="0" dirty="0">
                <a:solidFill>
                  <a:srgbClr val="000000"/>
                </a:solidFill>
                <a:effectLst/>
                <a:latin typeface="Roboto Mono" panose="00000009000000000000" pitchFamily="49" charset="0"/>
              </a:rPr>
              <a:t> </a:t>
            </a:r>
            <a:r>
              <a:rPr lang="en-US" sz="2000" b="0" dirty="0" err="1">
                <a:solidFill>
                  <a:srgbClr val="74531F"/>
                </a:solidFill>
                <a:effectLst/>
                <a:latin typeface="Roboto Mono" panose="00000009000000000000" pitchFamily="49" charset="0"/>
              </a:rPr>
              <a:t>createArray</a:t>
            </a:r>
            <a:r>
              <a:rPr lang="en-US" sz="2000" b="0" dirty="0">
                <a:solidFill>
                  <a:srgbClr val="000000"/>
                </a:solidFill>
                <a:effectLst/>
                <a:latin typeface="Roboto Mono" panose="00000009000000000000" pitchFamily="49" charset="0"/>
              </a:rPr>
              <a:t>(</a:t>
            </a:r>
            <a:r>
              <a:rPr lang="en-US" sz="2000" b="0" dirty="0">
                <a:solidFill>
                  <a:srgbClr val="0000FF"/>
                </a:solidFill>
                <a:effectLst/>
                <a:latin typeface="Roboto Mono" panose="00000009000000000000" pitchFamily="49" charset="0"/>
              </a:rPr>
              <a:t>int</a:t>
            </a:r>
            <a:r>
              <a:rPr lang="en-US" sz="2000" b="0" dirty="0">
                <a:solidFill>
                  <a:srgbClr val="000000"/>
                </a:solidFill>
                <a:effectLst/>
                <a:latin typeface="Roboto Mono" panose="00000009000000000000" pitchFamily="49" charset="0"/>
              </a:rPr>
              <a:t> </a:t>
            </a:r>
            <a:r>
              <a:rPr lang="en-US" sz="2000" b="0" dirty="0">
                <a:solidFill>
                  <a:srgbClr val="808080"/>
                </a:solidFill>
                <a:effectLst/>
                <a:latin typeface="Roboto Mono" panose="00000009000000000000" pitchFamily="49" charset="0"/>
              </a:rPr>
              <a:t>length</a:t>
            </a:r>
            <a:r>
              <a:rPr lang="en-US" sz="2000" b="0" dirty="0">
                <a:solidFill>
                  <a:srgbClr val="000000"/>
                </a:solidFill>
                <a:effectLst/>
                <a:latin typeface="Roboto Mono" panose="00000009000000000000" pitchFamily="49" charset="0"/>
              </a:rPr>
              <a:t>)</a:t>
            </a:r>
          </a:p>
          <a:p>
            <a:r>
              <a:rPr lang="en-US" sz="2000" b="0" dirty="0">
                <a:solidFill>
                  <a:srgbClr val="000000"/>
                </a:solidFill>
                <a:effectLst/>
                <a:latin typeface="Roboto Mono" panose="00000009000000000000" pitchFamily="49" charset="0"/>
              </a:rPr>
              <a:t>{</a:t>
            </a:r>
          </a:p>
          <a:p>
            <a:r>
              <a:rPr lang="en-US" sz="2000" b="0" dirty="0">
                <a:solidFill>
                  <a:srgbClr val="000000"/>
                </a:solidFill>
                <a:effectLst/>
                <a:latin typeface="Roboto Mono" panose="00000009000000000000" pitchFamily="49" charset="0"/>
              </a:rPr>
              <a:t>    </a:t>
            </a:r>
            <a:r>
              <a:rPr lang="en-US" sz="2000" b="0" dirty="0">
                <a:solidFill>
                  <a:srgbClr val="0000FF"/>
                </a:solidFill>
                <a:effectLst/>
                <a:latin typeface="Roboto Mono" panose="00000009000000000000" pitchFamily="49" charset="0"/>
              </a:rPr>
              <a:t>int</a:t>
            </a:r>
            <a:r>
              <a:rPr lang="en-US" sz="2000" b="0" dirty="0">
                <a:solidFill>
                  <a:srgbClr val="000000"/>
                </a:solidFill>
                <a:effectLst/>
                <a:latin typeface="Roboto Mono" panose="00000009000000000000" pitchFamily="49" charset="0"/>
              </a:rPr>
              <a:t>* </a:t>
            </a:r>
            <a:r>
              <a:rPr lang="en-US" sz="2000" b="0" dirty="0" err="1">
                <a:solidFill>
                  <a:srgbClr val="1F377F"/>
                </a:solidFill>
                <a:effectLst/>
                <a:latin typeface="Roboto Mono" panose="00000009000000000000" pitchFamily="49" charset="0"/>
              </a:rPr>
              <a:t>ptr</a:t>
            </a:r>
            <a:r>
              <a:rPr lang="en-US" sz="2000" b="0" dirty="0">
                <a:solidFill>
                  <a:srgbClr val="000000"/>
                </a:solidFill>
                <a:effectLst/>
                <a:latin typeface="Roboto Mono" panose="00000009000000000000" pitchFamily="49" charset="0"/>
              </a:rPr>
              <a:t>{ </a:t>
            </a:r>
            <a:r>
              <a:rPr lang="en-US" sz="2000" b="0" dirty="0">
                <a:solidFill>
                  <a:srgbClr val="0000FF"/>
                </a:solidFill>
                <a:effectLst/>
                <a:latin typeface="Roboto Mono" panose="00000009000000000000" pitchFamily="49" charset="0"/>
              </a:rPr>
              <a:t>new</a:t>
            </a:r>
            <a:r>
              <a:rPr lang="en-US" sz="2000" b="0" dirty="0">
                <a:solidFill>
                  <a:srgbClr val="000000"/>
                </a:solidFill>
                <a:effectLst/>
                <a:latin typeface="Roboto Mono" panose="00000009000000000000" pitchFamily="49" charset="0"/>
              </a:rPr>
              <a:t> </a:t>
            </a:r>
            <a:r>
              <a:rPr lang="en-US" sz="2000" b="0" dirty="0">
                <a:solidFill>
                  <a:srgbClr val="0000FF"/>
                </a:solidFill>
                <a:effectLst/>
                <a:latin typeface="Roboto Mono" panose="00000009000000000000" pitchFamily="49" charset="0"/>
              </a:rPr>
              <a:t>int</a:t>
            </a:r>
            <a:r>
              <a:rPr lang="en-US" sz="2000" b="0" dirty="0">
                <a:solidFill>
                  <a:srgbClr val="000000"/>
                </a:solidFill>
                <a:effectLst/>
                <a:latin typeface="Roboto Mono" panose="00000009000000000000" pitchFamily="49" charset="0"/>
              </a:rPr>
              <a:t>[</a:t>
            </a:r>
            <a:r>
              <a:rPr lang="en-US" sz="2000" b="0" dirty="0">
                <a:solidFill>
                  <a:srgbClr val="808080"/>
                </a:solidFill>
                <a:effectLst/>
                <a:latin typeface="Roboto Mono" panose="00000009000000000000" pitchFamily="49" charset="0"/>
              </a:rPr>
              <a:t>length</a:t>
            </a:r>
            <a:r>
              <a:rPr lang="en-US" sz="2000" b="0" dirty="0">
                <a:solidFill>
                  <a:srgbClr val="000000"/>
                </a:solidFill>
                <a:effectLst/>
                <a:latin typeface="Roboto Mono" panose="00000009000000000000" pitchFamily="49" charset="0"/>
              </a:rPr>
              <a:t>]{} };</a:t>
            </a:r>
          </a:p>
          <a:p>
            <a:r>
              <a:rPr lang="en-US" sz="2000" b="0" dirty="0">
                <a:solidFill>
                  <a:srgbClr val="000000"/>
                </a:solidFill>
                <a:effectLst/>
                <a:latin typeface="Roboto Mono" panose="00000009000000000000" pitchFamily="49" charset="0"/>
              </a:rPr>
              <a:t>}</a:t>
            </a:r>
          </a:p>
        </p:txBody>
      </p:sp>
      <p:sp>
        <p:nvSpPr>
          <p:cNvPr id="9" name="TextBox 8">
            <a:extLst>
              <a:ext uri="{FF2B5EF4-FFF2-40B4-BE49-F238E27FC236}">
                <a16:creationId xmlns:a16="http://schemas.microsoft.com/office/drawing/2014/main" id="{0CDF4E67-B808-27AD-4D86-643A0FD9DB42}"/>
              </a:ext>
            </a:extLst>
          </p:cNvPr>
          <p:cNvSpPr txBox="1"/>
          <p:nvPr/>
        </p:nvSpPr>
        <p:spPr>
          <a:xfrm>
            <a:off x="260873" y="2117512"/>
            <a:ext cx="5451437" cy="3447098"/>
          </a:xfrm>
          <a:prstGeom prst="rect">
            <a:avLst/>
          </a:prstGeom>
          <a:noFill/>
        </p:spPr>
        <p:txBody>
          <a:bodyPr wrap="square">
            <a:spAutoFit/>
          </a:bodyPr>
          <a:lstStyle/>
          <a:p>
            <a:r>
              <a:rPr lang="en-US" sz="2000" b="0" dirty="0">
                <a:solidFill>
                  <a:srgbClr val="0000FF"/>
                </a:solidFill>
                <a:effectLst/>
                <a:latin typeface="Roboto Mono" panose="00000009000000000000" pitchFamily="49" charset="0"/>
              </a:rPr>
              <a:t>int</a:t>
            </a:r>
            <a:r>
              <a:rPr lang="en-US" sz="2000" b="0" dirty="0">
                <a:solidFill>
                  <a:srgbClr val="000000"/>
                </a:solidFill>
                <a:effectLst/>
                <a:latin typeface="Roboto Mono" panose="00000009000000000000" pitchFamily="49" charset="0"/>
              </a:rPr>
              <a:t> </a:t>
            </a:r>
            <a:r>
              <a:rPr lang="en-US" sz="2000" b="0" dirty="0">
                <a:solidFill>
                  <a:srgbClr val="74531F"/>
                </a:solidFill>
                <a:effectLst/>
                <a:latin typeface="Roboto Mono" panose="00000009000000000000" pitchFamily="49" charset="0"/>
              </a:rPr>
              <a:t>main</a:t>
            </a:r>
            <a:r>
              <a:rPr lang="en-US" sz="2000" b="0" dirty="0">
                <a:solidFill>
                  <a:srgbClr val="000000"/>
                </a:solidFill>
                <a:effectLst/>
                <a:latin typeface="Roboto Mono" panose="00000009000000000000" pitchFamily="49" charset="0"/>
              </a:rPr>
              <a:t>()</a:t>
            </a:r>
          </a:p>
          <a:p>
            <a:r>
              <a:rPr lang="en-US" sz="2000" b="0" dirty="0">
                <a:solidFill>
                  <a:srgbClr val="000000"/>
                </a:solidFill>
                <a:effectLst/>
                <a:latin typeface="Roboto Mono" panose="00000009000000000000" pitchFamily="49" charset="0"/>
              </a:rPr>
              <a:t>{</a:t>
            </a:r>
          </a:p>
          <a:p>
            <a:r>
              <a:rPr lang="en-US" sz="2000" b="0" dirty="0">
                <a:solidFill>
                  <a:srgbClr val="000000"/>
                </a:solidFill>
                <a:effectLst/>
                <a:latin typeface="Roboto Mono" panose="00000009000000000000" pitchFamily="49" charset="0"/>
              </a:rPr>
              <a:t>    </a:t>
            </a:r>
            <a:r>
              <a:rPr lang="en-US" sz="2000" b="0" dirty="0">
                <a:solidFill>
                  <a:srgbClr val="0000FF"/>
                </a:solidFill>
                <a:effectLst/>
                <a:latin typeface="Roboto Mono" panose="00000009000000000000" pitchFamily="49" charset="0"/>
              </a:rPr>
              <a:t>int</a:t>
            </a:r>
            <a:r>
              <a:rPr lang="en-US" sz="2000" b="0" dirty="0">
                <a:solidFill>
                  <a:srgbClr val="000000"/>
                </a:solidFill>
                <a:effectLst/>
                <a:latin typeface="Roboto Mono" panose="00000009000000000000" pitchFamily="49" charset="0"/>
              </a:rPr>
              <a:t> </a:t>
            </a:r>
            <a:r>
              <a:rPr lang="en-US" sz="2000" b="0" dirty="0" err="1">
                <a:solidFill>
                  <a:srgbClr val="1F377F"/>
                </a:solidFill>
                <a:effectLst/>
                <a:latin typeface="Roboto Mono" panose="00000009000000000000" pitchFamily="49" charset="0"/>
              </a:rPr>
              <a:t>len</a:t>
            </a:r>
            <a:r>
              <a:rPr lang="en-US" sz="2000" b="0" dirty="0">
                <a:solidFill>
                  <a:srgbClr val="000000"/>
                </a:solidFill>
                <a:effectLst/>
                <a:latin typeface="Roboto Mono" panose="00000009000000000000" pitchFamily="49" charset="0"/>
              </a:rPr>
              <a:t>{};</a:t>
            </a:r>
          </a:p>
          <a:p>
            <a:r>
              <a:rPr lang="en-US" sz="2000" b="0" dirty="0">
                <a:solidFill>
                  <a:srgbClr val="000000"/>
                </a:solidFill>
                <a:effectLst/>
                <a:latin typeface="Roboto Mono" panose="00000009000000000000" pitchFamily="49" charset="0"/>
              </a:rPr>
              <a:t>    std::</a:t>
            </a:r>
            <a:r>
              <a:rPr lang="en-US" sz="2000" b="0" dirty="0" err="1">
                <a:solidFill>
                  <a:srgbClr val="000000"/>
                </a:solidFill>
                <a:effectLst/>
                <a:latin typeface="Roboto Mono" panose="00000009000000000000" pitchFamily="49" charset="0"/>
              </a:rPr>
              <a:t>cin</a:t>
            </a:r>
            <a:r>
              <a:rPr lang="en-US" sz="2000" b="0" dirty="0">
                <a:solidFill>
                  <a:srgbClr val="000000"/>
                </a:solidFill>
                <a:effectLst/>
                <a:latin typeface="Roboto Mono" panose="00000009000000000000" pitchFamily="49" charset="0"/>
              </a:rPr>
              <a:t> &gt;&gt; </a:t>
            </a:r>
            <a:r>
              <a:rPr lang="en-US" sz="2000" b="0" dirty="0" err="1">
                <a:solidFill>
                  <a:srgbClr val="1F377F"/>
                </a:solidFill>
                <a:effectLst/>
                <a:latin typeface="Roboto Mono" panose="00000009000000000000" pitchFamily="49" charset="0"/>
              </a:rPr>
              <a:t>len</a:t>
            </a:r>
            <a:r>
              <a:rPr lang="en-US" sz="2000" b="0" dirty="0">
                <a:solidFill>
                  <a:srgbClr val="000000"/>
                </a:solidFill>
                <a:effectLst/>
                <a:latin typeface="Roboto Mono" panose="00000009000000000000" pitchFamily="49" charset="0"/>
              </a:rPr>
              <a:t>;</a:t>
            </a:r>
          </a:p>
          <a:p>
            <a:br>
              <a:rPr lang="en-US" sz="2000" b="0" dirty="0">
                <a:solidFill>
                  <a:srgbClr val="000000"/>
                </a:solidFill>
                <a:effectLst/>
                <a:latin typeface="Roboto Mono" panose="00000009000000000000" pitchFamily="49" charset="0"/>
              </a:rPr>
            </a:br>
            <a:r>
              <a:rPr lang="en-US" sz="2000" b="0" dirty="0">
                <a:solidFill>
                  <a:srgbClr val="000000"/>
                </a:solidFill>
                <a:effectLst/>
                <a:latin typeface="Roboto Mono" panose="00000009000000000000" pitchFamily="49" charset="0"/>
              </a:rPr>
              <a:t>    </a:t>
            </a:r>
            <a:r>
              <a:rPr lang="en-US" sz="2000" b="0" dirty="0" err="1">
                <a:solidFill>
                  <a:srgbClr val="74531F"/>
                </a:solidFill>
                <a:effectLst/>
                <a:latin typeface="Roboto Mono" panose="00000009000000000000" pitchFamily="49" charset="0"/>
              </a:rPr>
              <a:t>createArray</a:t>
            </a:r>
            <a:r>
              <a:rPr lang="en-US" sz="2000" b="0" dirty="0">
                <a:solidFill>
                  <a:srgbClr val="000000"/>
                </a:solidFill>
                <a:effectLst/>
                <a:latin typeface="Roboto Mono" panose="00000009000000000000" pitchFamily="49" charset="0"/>
              </a:rPr>
              <a:t>(</a:t>
            </a:r>
            <a:r>
              <a:rPr lang="en-US" sz="2000" b="0" dirty="0" err="1">
                <a:solidFill>
                  <a:srgbClr val="1F377F"/>
                </a:solidFill>
                <a:effectLst/>
                <a:latin typeface="Roboto Mono" panose="00000009000000000000" pitchFamily="49" charset="0"/>
              </a:rPr>
              <a:t>len</a:t>
            </a:r>
            <a:r>
              <a:rPr lang="en-US" sz="2000" b="0" dirty="0">
                <a:solidFill>
                  <a:srgbClr val="000000"/>
                </a:solidFill>
                <a:effectLst/>
                <a:latin typeface="Roboto Mono" panose="00000009000000000000" pitchFamily="49" charset="0"/>
              </a:rPr>
              <a:t>);</a:t>
            </a:r>
          </a:p>
          <a:p>
            <a:r>
              <a:rPr lang="en-US" sz="2000" b="0" dirty="0">
                <a:solidFill>
                  <a:srgbClr val="000000"/>
                </a:solidFill>
                <a:effectLst/>
                <a:latin typeface="Roboto Mono" panose="00000009000000000000" pitchFamily="49" charset="0"/>
              </a:rPr>
              <a:t>    </a:t>
            </a:r>
          </a:p>
          <a:p>
            <a:r>
              <a:rPr lang="en-US" sz="2000" dirty="0">
                <a:solidFill>
                  <a:srgbClr val="008000"/>
                </a:solidFill>
                <a:latin typeface="Roboto Mono" panose="00000009000000000000" pitchFamily="49" charset="0"/>
              </a:rPr>
              <a:t>    // More code...</a:t>
            </a:r>
            <a:endParaRPr lang="en-US" sz="2000" dirty="0">
              <a:solidFill>
                <a:srgbClr val="000000"/>
              </a:solidFill>
              <a:latin typeface="Roboto Mono" panose="00000009000000000000" pitchFamily="49" charset="0"/>
            </a:endParaRPr>
          </a:p>
          <a:p>
            <a:endParaRPr lang="en-US" sz="2000" b="0" dirty="0">
              <a:solidFill>
                <a:srgbClr val="000000"/>
              </a:solidFill>
              <a:effectLst/>
              <a:latin typeface="Roboto Mono" panose="00000009000000000000" pitchFamily="49" charset="0"/>
            </a:endParaRPr>
          </a:p>
          <a:p>
            <a:r>
              <a:rPr lang="en-US" sz="2000" b="0" dirty="0">
                <a:solidFill>
                  <a:srgbClr val="000000"/>
                </a:solidFill>
                <a:effectLst/>
                <a:latin typeface="Roboto Mono" panose="00000009000000000000" pitchFamily="49" charset="0"/>
              </a:rPr>
              <a:t>    </a:t>
            </a:r>
            <a:r>
              <a:rPr lang="en-US" sz="2000" b="0" dirty="0">
                <a:solidFill>
                  <a:srgbClr val="8F08C4"/>
                </a:solidFill>
                <a:effectLst/>
                <a:latin typeface="Roboto Mono" panose="00000009000000000000" pitchFamily="49" charset="0"/>
              </a:rPr>
              <a:t>return</a:t>
            </a:r>
            <a:r>
              <a:rPr lang="en-US" sz="2000" b="0" dirty="0">
                <a:solidFill>
                  <a:srgbClr val="000000"/>
                </a:solidFill>
                <a:effectLst/>
                <a:latin typeface="Roboto Mono" panose="00000009000000000000" pitchFamily="49" charset="0"/>
              </a:rPr>
              <a:t> </a:t>
            </a:r>
            <a:r>
              <a:rPr lang="en-US" sz="2000" b="0" dirty="0">
                <a:solidFill>
                  <a:srgbClr val="098658"/>
                </a:solidFill>
                <a:effectLst/>
                <a:latin typeface="Roboto Mono" panose="00000009000000000000" pitchFamily="49" charset="0"/>
              </a:rPr>
              <a:t>0</a:t>
            </a:r>
            <a:r>
              <a:rPr lang="en-US" sz="2000" b="0" dirty="0">
                <a:solidFill>
                  <a:srgbClr val="000000"/>
                </a:solidFill>
                <a:effectLst/>
                <a:latin typeface="Roboto Mono" panose="00000009000000000000" pitchFamily="49" charset="0"/>
              </a:rPr>
              <a:t>;</a:t>
            </a:r>
          </a:p>
          <a:p>
            <a:r>
              <a:rPr lang="en-US" sz="2000" b="0" dirty="0">
                <a:solidFill>
                  <a:srgbClr val="000000"/>
                </a:solidFill>
                <a:effectLst/>
                <a:latin typeface="Roboto Mono" panose="00000009000000000000" pitchFamily="49" charset="0"/>
              </a:rPr>
              <a:t>}</a:t>
            </a:r>
          </a:p>
        </p:txBody>
      </p:sp>
      <p:sp>
        <p:nvSpPr>
          <p:cNvPr id="10" name="TextBox 9">
            <a:extLst>
              <a:ext uri="{FF2B5EF4-FFF2-40B4-BE49-F238E27FC236}">
                <a16:creationId xmlns:a16="http://schemas.microsoft.com/office/drawing/2014/main" id="{F47FE4CD-7336-C93E-928D-5ACE8809114B}"/>
              </a:ext>
            </a:extLst>
          </p:cNvPr>
          <p:cNvSpPr txBox="1"/>
          <p:nvPr/>
        </p:nvSpPr>
        <p:spPr>
          <a:xfrm>
            <a:off x="8692179" y="338450"/>
            <a:ext cx="3238948" cy="1200329"/>
          </a:xfrm>
          <a:prstGeom prst="rect">
            <a:avLst/>
          </a:prstGeom>
          <a:noFill/>
          <a:ln w="19050">
            <a:solidFill>
              <a:schemeClr val="accent1"/>
            </a:solidFill>
          </a:ln>
        </p:spPr>
        <p:txBody>
          <a:bodyPr wrap="square">
            <a:spAutoFit/>
          </a:bodyPr>
          <a:lstStyle/>
          <a:p>
            <a:pPr marL="0" indent="0">
              <a:buNone/>
            </a:pPr>
            <a:r>
              <a:rPr lang="en-US" sz="2400" b="1" dirty="0" err="1">
                <a:solidFill>
                  <a:schemeClr val="accent1"/>
                </a:solidFill>
                <a:latin typeface="Roboto Mono" panose="00000009000000000000" pitchFamily="49" charset="0"/>
                <a:ea typeface="Roboto Mono" panose="00000009000000000000" pitchFamily="49" charset="0"/>
              </a:rPr>
              <a:t>ptr</a:t>
            </a:r>
            <a:r>
              <a:rPr lang="en-US" sz="2400" b="1" i="1" dirty="0">
                <a:solidFill>
                  <a:schemeClr val="accent1"/>
                </a:solidFill>
                <a:latin typeface="Roboto Mono" panose="00000009000000000000" pitchFamily="49" charset="0"/>
                <a:ea typeface="Roboto Mono" panose="00000009000000000000" pitchFamily="49" charset="0"/>
              </a:rPr>
              <a:t> </a:t>
            </a:r>
            <a:r>
              <a:rPr lang="en-US" sz="2400" i="1" dirty="0">
                <a:solidFill>
                  <a:schemeClr val="accent1"/>
                </a:solidFill>
                <a:ea typeface="Roboto Mono" panose="00000009000000000000" pitchFamily="49" charset="0"/>
              </a:rPr>
              <a:t>goes out of scope at the end of this function call.</a:t>
            </a:r>
          </a:p>
        </p:txBody>
      </p:sp>
      <p:cxnSp>
        <p:nvCxnSpPr>
          <p:cNvPr id="16" name="Connector: Curved 15">
            <a:extLst>
              <a:ext uri="{FF2B5EF4-FFF2-40B4-BE49-F238E27FC236}">
                <a16:creationId xmlns:a16="http://schemas.microsoft.com/office/drawing/2014/main" id="{DA172DC4-74EB-AD2C-95DF-73455F37AD73}"/>
              </a:ext>
            </a:extLst>
          </p:cNvPr>
          <p:cNvCxnSpPr>
            <a:cxnSpLocks/>
            <a:stCxn id="10" idx="1"/>
          </p:cNvCxnSpPr>
          <p:nvPr/>
        </p:nvCxnSpPr>
        <p:spPr>
          <a:xfrm rot="10800000" flipV="1">
            <a:off x="688489" y="938615"/>
            <a:ext cx="8003690" cy="600164"/>
          </a:xfrm>
          <a:prstGeom prst="curvedConnector3">
            <a:avLst>
              <a:gd name="adj1" fmla="val 9946"/>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1B8297BE-DFDA-A663-19E7-6B519C2A3948}"/>
              </a:ext>
            </a:extLst>
          </p:cNvPr>
          <p:cNvSpPr txBox="1"/>
          <p:nvPr/>
        </p:nvSpPr>
        <p:spPr>
          <a:xfrm>
            <a:off x="6096000" y="1948235"/>
            <a:ext cx="5835127" cy="4154984"/>
          </a:xfrm>
          <a:prstGeom prst="rect">
            <a:avLst/>
          </a:prstGeom>
          <a:noFill/>
          <a:ln w="19050">
            <a:solidFill>
              <a:schemeClr val="accent1"/>
            </a:solidFill>
          </a:ln>
        </p:spPr>
        <p:txBody>
          <a:bodyPr wrap="square">
            <a:spAutoFit/>
          </a:bodyPr>
          <a:lstStyle/>
          <a:p>
            <a:pPr marL="0" indent="0">
              <a:buNone/>
            </a:pPr>
            <a:r>
              <a:rPr lang="en-US" sz="2400" i="1" dirty="0">
                <a:solidFill>
                  <a:schemeClr val="accent1"/>
                </a:solidFill>
                <a:ea typeface="Roboto Mono" panose="00000009000000000000" pitchFamily="49" charset="0"/>
              </a:rPr>
              <a:t>When you return back to </a:t>
            </a:r>
            <a:r>
              <a:rPr lang="en-US" sz="2400" b="1" dirty="0">
                <a:solidFill>
                  <a:schemeClr val="accent1"/>
                </a:solidFill>
                <a:latin typeface="Roboto Mono" panose="00000009000000000000" pitchFamily="49" charset="0"/>
                <a:ea typeface="Roboto Mono" panose="00000009000000000000" pitchFamily="49" charset="0"/>
              </a:rPr>
              <a:t>main()</a:t>
            </a:r>
            <a:r>
              <a:rPr lang="en-US" sz="2400" i="1" dirty="0">
                <a:solidFill>
                  <a:schemeClr val="accent1"/>
                </a:solidFill>
                <a:ea typeface="Roboto Mono" panose="00000009000000000000" pitchFamily="49" charset="0"/>
              </a:rPr>
              <a:t>, you cannot access the memory that you just reserved.</a:t>
            </a:r>
          </a:p>
          <a:p>
            <a:pPr marL="342900" indent="-342900">
              <a:buFont typeface="Arial" panose="020B0604020202020204" pitchFamily="34" charset="0"/>
              <a:buChar char="•"/>
            </a:pPr>
            <a:r>
              <a:rPr lang="en-US" sz="2400" i="1" dirty="0">
                <a:solidFill>
                  <a:schemeClr val="accent1"/>
                </a:solidFill>
                <a:ea typeface="Roboto Mono" panose="00000009000000000000" pitchFamily="49" charset="0"/>
              </a:rPr>
              <a:t>You’ve </a:t>
            </a:r>
            <a:r>
              <a:rPr lang="en-US" sz="2400" b="1" i="1" dirty="0">
                <a:solidFill>
                  <a:schemeClr val="accent1"/>
                </a:solidFill>
                <a:ea typeface="Roboto Mono" panose="00000009000000000000" pitchFamily="49" charset="0"/>
              </a:rPr>
              <a:t>LOST </a:t>
            </a:r>
            <a:r>
              <a:rPr lang="en-US" sz="2400" i="1" dirty="0">
                <a:solidFill>
                  <a:schemeClr val="accent1"/>
                </a:solidFill>
                <a:ea typeface="Roboto Mono" panose="00000009000000000000" pitchFamily="49" charset="0"/>
              </a:rPr>
              <a:t>the address.</a:t>
            </a:r>
          </a:p>
          <a:p>
            <a:pPr marL="342900" indent="-342900">
              <a:buFont typeface="Arial" panose="020B0604020202020204" pitchFamily="34" charset="0"/>
              <a:buChar char="•"/>
            </a:pPr>
            <a:r>
              <a:rPr lang="en-US" sz="2400" i="1" dirty="0">
                <a:solidFill>
                  <a:schemeClr val="accent1"/>
                </a:solidFill>
                <a:ea typeface="Roboto Mono" panose="00000009000000000000" pitchFamily="49" charset="0"/>
              </a:rPr>
              <a:t>Also can’t explicitly deallocate it now.</a:t>
            </a:r>
          </a:p>
          <a:p>
            <a:pPr marL="0" indent="0">
              <a:buNone/>
            </a:pPr>
            <a:endParaRPr lang="en-US" sz="2400" i="1" dirty="0">
              <a:solidFill>
                <a:schemeClr val="accent1"/>
              </a:solidFill>
              <a:ea typeface="Roboto Mono" panose="00000009000000000000" pitchFamily="49" charset="0"/>
            </a:endParaRPr>
          </a:p>
          <a:p>
            <a:pPr marL="0" indent="0">
              <a:buNone/>
            </a:pPr>
            <a:r>
              <a:rPr lang="en-US" sz="2400" i="1" dirty="0">
                <a:solidFill>
                  <a:schemeClr val="accent1"/>
                </a:solidFill>
                <a:ea typeface="Roboto Mono" panose="00000009000000000000" pitchFamily="49" charset="0"/>
              </a:rPr>
              <a:t>The OS would also not use it for any other purpose.</a:t>
            </a:r>
          </a:p>
          <a:p>
            <a:pPr marL="0" indent="0">
              <a:buNone/>
            </a:pPr>
            <a:endParaRPr lang="en-US" sz="2400" i="1" dirty="0">
              <a:ea typeface="Roboto Mono" panose="00000009000000000000" pitchFamily="49" charset="0"/>
            </a:endParaRPr>
          </a:p>
          <a:p>
            <a:r>
              <a:rPr lang="en-US" sz="2400" i="1" dirty="0">
                <a:solidFill>
                  <a:srgbClr val="FF0000"/>
                </a:solidFill>
                <a:ea typeface="Roboto Mono" panose="00000009000000000000" pitchFamily="49" charset="0"/>
              </a:rPr>
              <a:t>Available free memory has been reduced – </a:t>
            </a:r>
            <a:r>
              <a:rPr lang="en-US" sz="2400" b="1" i="1" dirty="0">
                <a:solidFill>
                  <a:srgbClr val="FF0000"/>
                </a:solidFill>
                <a:ea typeface="Roboto Mono" panose="00000009000000000000" pitchFamily="49" charset="0"/>
              </a:rPr>
              <a:t>MEMORY HAS BEEN LEAKED</a:t>
            </a:r>
            <a:r>
              <a:rPr lang="en-US" sz="2400" i="1" dirty="0">
                <a:solidFill>
                  <a:schemeClr val="accent1"/>
                </a:solidFill>
                <a:ea typeface="Roboto Mono" panose="00000009000000000000" pitchFamily="49" charset="0"/>
              </a:rPr>
              <a:t>.</a:t>
            </a:r>
          </a:p>
        </p:txBody>
      </p:sp>
    </p:spTree>
    <p:extLst>
      <p:ext uri="{BB962C8B-B14F-4D97-AF65-F5344CB8AC3E}">
        <p14:creationId xmlns:p14="http://schemas.microsoft.com/office/powerpoint/2010/main" val="688264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88314-4650-825F-FA4C-2146AFE93DA7}"/>
              </a:ext>
            </a:extLst>
          </p:cNvPr>
          <p:cNvSpPr>
            <a:spLocks noGrp="1"/>
          </p:cNvSpPr>
          <p:nvPr>
            <p:ph type="title"/>
          </p:nvPr>
        </p:nvSpPr>
        <p:spPr/>
        <p:txBody>
          <a:bodyPr/>
          <a:lstStyle/>
          <a:p>
            <a:r>
              <a:rPr lang="en-US" dirty="0"/>
              <a:t>Memory Leaks</a:t>
            </a:r>
          </a:p>
        </p:txBody>
      </p:sp>
      <p:sp>
        <p:nvSpPr>
          <p:cNvPr id="3" name="Content Placeholder 2">
            <a:extLst>
              <a:ext uri="{FF2B5EF4-FFF2-40B4-BE49-F238E27FC236}">
                <a16:creationId xmlns:a16="http://schemas.microsoft.com/office/drawing/2014/main" id="{D1E6DEDB-9C7C-CAD7-26DD-35F8644A1B2A}"/>
              </a:ext>
            </a:extLst>
          </p:cNvPr>
          <p:cNvSpPr>
            <a:spLocks noGrp="1"/>
          </p:cNvSpPr>
          <p:nvPr>
            <p:ph idx="1"/>
          </p:nvPr>
        </p:nvSpPr>
        <p:spPr/>
        <p:txBody>
          <a:bodyPr/>
          <a:lstStyle/>
          <a:p>
            <a:pPr marL="0" indent="0">
              <a:buNone/>
            </a:pPr>
            <a:r>
              <a:rPr lang="en-US" sz="2800" b="0" dirty="0">
                <a:solidFill>
                  <a:srgbClr val="0000FF"/>
                </a:solidFill>
                <a:effectLst/>
                <a:latin typeface="Roboto Mono" panose="00000009000000000000" pitchFamily="49" charset="0"/>
              </a:rPr>
              <a:t>int</a:t>
            </a:r>
            <a:r>
              <a:rPr lang="en-US" sz="2800" b="0" dirty="0">
                <a:solidFill>
                  <a:srgbClr val="000000"/>
                </a:solidFill>
                <a:effectLst/>
                <a:latin typeface="Roboto Mono" panose="00000009000000000000" pitchFamily="49" charset="0"/>
              </a:rPr>
              <a:t>* </a:t>
            </a:r>
            <a:r>
              <a:rPr lang="en-US" sz="2800" b="0" dirty="0" err="1">
                <a:solidFill>
                  <a:srgbClr val="1F377F"/>
                </a:solidFill>
                <a:effectLst/>
                <a:latin typeface="Roboto Mono" panose="00000009000000000000" pitchFamily="49" charset="0"/>
              </a:rPr>
              <a:t>ptr</a:t>
            </a:r>
            <a:r>
              <a:rPr lang="en-US" sz="2800" b="0" dirty="0">
                <a:solidFill>
                  <a:srgbClr val="000000"/>
                </a:solidFill>
                <a:effectLst/>
                <a:latin typeface="Roboto Mono" panose="00000009000000000000" pitchFamily="49" charset="0"/>
              </a:rPr>
              <a:t>{ </a:t>
            </a:r>
            <a:r>
              <a:rPr lang="en-US" sz="2800" b="0" dirty="0">
                <a:solidFill>
                  <a:srgbClr val="0000FF"/>
                </a:solidFill>
                <a:effectLst/>
                <a:latin typeface="Roboto Mono" panose="00000009000000000000" pitchFamily="49" charset="0"/>
              </a:rPr>
              <a:t>new</a:t>
            </a:r>
            <a:r>
              <a:rPr lang="en-US" sz="2800" b="0" dirty="0">
                <a:solidFill>
                  <a:srgbClr val="000000"/>
                </a:solidFill>
                <a:effectLst/>
                <a:latin typeface="Roboto Mono" panose="00000009000000000000" pitchFamily="49" charset="0"/>
              </a:rPr>
              <a:t> </a:t>
            </a:r>
            <a:r>
              <a:rPr lang="en-US" sz="2800" b="0" dirty="0">
                <a:solidFill>
                  <a:srgbClr val="0000FF"/>
                </a:solidFill>
                <a:effectLst/>
                <a:latin typeface="Roboto Mono" panose="00000009000000000000" pitchFamily="49" charset="0"/>
              </a:rPr>
              <a:t>int</a:t>
            </a:r>
            <a:r>
              <a:rPr lang="en-US" sz="2800" b="0" dirty="0">
                <a:solidFill>
                  <a:srgbClr val="000000"/>
                </a:solidFill>
                <a:effectLst/>
                <a:latin typeface="Roboto Mono" panose="00000009000000000000" pitchFamily="49" charset="0"/>
              </a:rPr>
              <a:t>[</a:t>
            </a:r>
            <a:r>
              <a:rPr lang="en-US" sz="2800" b="0" dirty="0">
                <a:solidFill>
                  <a:srgbClr val="808080"/>
                </a:solidFill>
                <a:effectLst/>
                <a:latin typeface="Roboto Mono" panose="00000009000000000000" pitchFamily="49" charset="0"/>
              </a:rPr>
              <a:t>length</a:t>
            </a:r>
            <a:r>
              <a:rPr lang="en-US" sz="2800" b="0" dirty="0">
                <a:solidFill>
                  <a:srgbClr val="000000"/>
                </a:solidFill>
                <a:effectLst/>
                <a:latin typeface="Roboto Mono" panose="00000009000000000000" pitchFamily="49" charset="0"/>
              </a:rPr>
              <a:t>]{} };</a:t>
            </a:r>
            <a:endParaRPr lang="en-US" dirty="0"/>
          </a:p>
          <a:p>
            <a:endParaRPr lang="en-US" dirty="0"/>
          </a:p>
          <a:p>
            <a:r>
              <a:rPr lang="en-US" dirty="0"/>
              <a:t>Understand that </a:t>
            </a:r>
            <a:r>
              <a:rPr lang="en-US" b="1" dirty="0" err="1">
                <a:latin typeface="Roboto Mono" panose="00000009000000000000" pitchFamily="49" charset="0"/>
                <a:ea typeface="Roboto Mono" panose="00000009000000000000" pitchFamily="49" charset="0"/>
              </a:rPr>
              <a:t>ptr</a:t>
            </a:r>
            <a:r>
              <a:rPr lang="en-US" b="1" dirty="0">
                <a:latin typeface="Roboto Mono" panose="00000009000000000000" pitchFamily="49" charset="0"/>
                <a:ea typeface="Roboto Mono" panose="00000009000000000000" pitchFamily="49" charset="0"/>
              </a:rPr>
              <a:t> </a:t>
            </a:r>
            <a:r>
              <a:rPr lang="en-US" dirty="0"/>
              <a:t>is in the stack memory.</a:t>
            </a:r>
          </a:p>
          <a:p>
            <a:endParaRPr lang="en-US" dirty="0"/>
          </a:p>
          <a:p>
            <a:r>
              <a:rPr lang="en-US" dirty="0"/>
              <a:t>So before </a:t>
            </a:r>
            <a:r>
              <a:rPr lang="en-US" b="1" dirty="0" err="1">
                <a:latin typeface="Roboto Mono" panose="00000009000000000000" pitchFamily="49" charset="0"/>
                <a:ea typeface="Roboto Mono" panose="00000009000000000000" pitchFamily="49" charset="0"/>
              </a:rPr>
              <a:t>ptr</a:t>
            </a:r>
            <a:r>
              <a:rPr lang="en-US" b="1" dirty="0">
                <a:latin typeface="Roboto Mono" panose="00000009000000000000" pitchFamily="49" charset="0"/>
                <a:ea typeface="Roboto Mono" panose="00000009000000000000" pitchFamily="49" charset="0"/>
              </a:rPr>
              <a:t> </a:t>
            </a:r>
            <a:r>
              <a:rPr lang="en-US" dirty="0"/>
              <a:t>goes out of scope, make sure that,</a:t>
            </a:r>
          </a:p>
          <a:p>
            <a:pPr lvl="1"/>
            <a:r>
              <a:rPr lang="en-US" dirty="0"/>
              <a:t>Explicitly deallocate the memory using </a:t>
            </a:r>
            <a:r>
              <a:rPr lang="en-US" b="1" dirty="0">
                <a:latin typeface="Roboto Mono" panose="00000009000000000000" pitchFamily="49" charset="0"/>
                <a:ea typeface="Roboto Mono" panose="00000009000000000000" pitchFamily="49" charset="0"/>
              </a:rPr>
              <a:t>delete </a:t>
            </a:r>
            <a:r>
              <a:rPr lang="en-US" b="1" dirty="0" err="1">
                <a:latin typeface="Roboto Mono" panose="00000009000000000000" pitchFamily="49" charset="0"/>
                <a:ea typeface="Roboto Mono" panose="00000009000000000000" pitchFamily="49" charset="0"/>
              </a:rPr>
              <a:t>ptr</a:t>
            </a:r>
            <a:r>
              <a:rPr lang="en-US" dirty="0">
                <a:latin typeface="Roboto Mono" panose="00000009000000000000" pitchFamily="49" charset="0"/>
                <a:ea typeface="Roboto Mono" panose="00000009000000000000" pitchFamily="49" charset="0"/>
              </a:rPr>
              <a:t> </a:t>
            </a:r>
            <a:r>
              <a:rPr lang="en-US" dirty="0"/>
              <a:t>or,</a:t>
            </a:r>
          </a:p>
          <a:p>
            <a:pPr lvl="1"/>
            <a:r>
              <a:rPr lang="en-US" dirty="0"/>
              <a:t>Hold on to that address. </a:t>
            </a:r>
          </a:p>
          <a:p>
            <a:pPr lvl="2"/>
            <a:r>
              <a:rPr lang="en-US" dirty="0"/>
              <a:t>Copy/return </a:t>
            </a:r>
            <a:r>
              <a:rPr lang="en-US" b="1" dirty="0" err="1">
                <a:latin typeface="Roboto Mono" panose="00000009000000000000" pitchFamily="49" charset="0"/>
                <a:ea typeface="Roboto Mono" panose="00000009000000000000" pitchFamily="49" charset="0"/>
              </a:rPr>
              <a:t>ptr</a:t>
            </a:r>
            <a:r>
              <a:rPr lang="en-US" dirty="0" err="1"/>
              <a:t>’s</a:t>
            </a:r>
            <a:r>
              <a:rPr lang="en-US" dirty="0"/>
              <a:t> value to another pointer that would still be in scope.</a:t>
            </a:r>
          </a:p>
          <a:p>
            <a:pPr lvl="1"/>
            <a:endParaRPr lang="en-US" dirty="0"/>
          </a:p>
          <a:p>
            <a:endParaRPr lang="en-US" dirty="0"/>
          </a:p>
        </p:txBody>
      </p:sp>
    </p:spTree>
    <p:extLst>
      <p:ext uri="{BB962C8B-B14F-4D97-AF65-F5344CB8AC3E}">
        <p14:creationId xmlns:p14="http://schemas.microsoft.com/office/powerpoint/2010/main" val="3116482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88314-4650-825F-FA4C-2146AFE93DA7}"/>
              </a:ext>
            </a:extLst>
          </p:cNvPr>
          <p:cNvSpPr>
            <a:spLocks noGrp="1"/>
          </p:cNvSpPr>
          <p:nvPr>
            <p:ph type="title"/>
          </p:nvPr>
        </p:nvSpPr>
        <p:spPr>
          <a:xfrm>
            <a:off x="3685837" y="3011187"/>
            <a:ext cx="4820323" cy="835626"/>
          </a:xfrm>
          <a:ln>
            <a:solidFill>
              <a:schemeClr val="accent1"/>
            </a:solidFill>
          </a:ln>
        </p:spPr>
        <p:txBody>
          <a:bodyPr>
            <a:normAutofit/>
          </a:bodyPr>
          <a:lstStyle/>
          <a:p>
            <a:pPr algn="ctr"/>
            <a:r>
              <a:rPr lang="en-US" i="1" dirty="0">
                <a:solidFill>
                  <a:schemeClr val="accent1"/>
                </a:solidFill>
              </a:rPr>
              <a:t>More Memory Leaks</a:t>
            </a:r>
          </a:p>
        </p:txBody>
      </p:sp>
      <p:pic>
        <p:nvPicPr>
          <p:cNvPr id="7" name="Picture 6">
            <a:extLst>
              <a:ext uri="{FF2B5EF4-FFF2-40B4-BE49-F238E27FC236}">
                <a16:creationId xmlns:a16="http://schemas.microsoft.com/office/drawing/2014/main" id="{BE360565-CDBA-6D6D-4823-1A190DA6F319}"/>
              </a:ext>
            </a:extLst>
          </p:cNvPr>
          <p:cNvPicPr>
            <a:picLocks noChangeAspect="1"/>
          </p:cNvPicPr>
          <p:nvPr/>
        </p:nvPicPr>
        <p:blipFill>
          <a:blip r:embed="rId3"/>
          <a:stretch>
            <a:fillRect/>
          </a:stretch>
        </p:blipFill>
        <p:spPr>
          <a:xfrm>
            <a:off x="2058480" y="1597883"/>
            <a:ext cx="8075035" cy="1059935"/>
          </a:xfrm>
          <a:prstGeom prst="rect">
            <a:avLst/>
          </a:prstGeom>
        </p:spPr>
      </p:pic>
      <p:pic>
        <p:nvPicPr>
          <p:cNvPr id="9" name="Picture 8">
            <a:extLst>
              <a:ext uri="{FF2B5EF4-FFF2-40B4-BE49-F238E27FC236}">
                <a16:creationId xmlns:a16="http://schemas.microsoft.com/office/drawing/2014/main" id="{552A1157-892C-6BBE-8553-123681A81C68}"/>
              </a:ext>
            </a:extLst>
          </p:cNvPr>
          <p:cNvPicPr>
            <a:picLocks noChangeAspect="1"/>
          </p:cNvPicPr>
          <p:nvPr/>
        </p:nvPicPr>
        <p:blipFill>
          <a:blip r:embed="rId4"/>
          <a:stretch>
            <a:fillRect/>
          </a:stretch>
        </p:blipFill>
        <p:spPr>
          <a:xfrm>
            <a:off x="1391713" y="4200182"/>
            <a:ext cx="9408573" cy="862201"/>
          </a:xfrm>
          <a:prstGeom prst="rect">
            <a:avLst/>
          </a:prstGeom>
        </p:spPr>
      </p:pic>
      <p:sp>
        <p:nvSpPr>
          <p:cNvPr id="11" name="TextBox 10">
            <a:extLst>
              <a:ext uri="{FF2B5EF4-FFF2-40B4-BE49-F238E27FC236}">
                <a16:creationId xmlns:a16="http://schemas.microsoft.com/office/drawing/2014/main" id="{04F7B187-09F1-7135-7BC5-98DCE8119571}"/>
              </a:ext>
            </a:extLst>
          </p:cNvPr>
          <p:cNvSpPr txBox="1"/>
          <p:nvPr/>
        </p:nvSpPr>
        <p:spPr>
          <a:xfrm>
            <a:off x="8506160" y="157357"/>
            <a:ext cx="3431690" cy="1089529"/>
          </a:xfrm>
          <a:prstGeom prst="rect">
            <a:avLst/>
          </a:prstGeom>
          <a:solidFill>
            <a:srgbClr val="FFFF00"/>
          </a:solidFill>
          <a:ln w="12700">
            <a:solidFill>
              <a:schemeClr val="accent1"/>
            </a:solidFill>
          </a:ln>
        </p:spPr>
        <p:txBody>
          <a:bodyPr wrap="square" rtlCol="0">
            <a:spAutoFit/>
          </a:bodyPr>
          <a:lstStyle/>
          <a:p>
            <a:pPr marR="0" lvl="0" algn="l" defTabSz="914400" rtl="0" eaLnBrk="1" fontAlgn="auto" latinLnBrk="0" hangingPunct="1">
              <a:lnSpc>
                <a:spcPct val="90000"/>
              </a:lnSpc>
              <a:spcBef>
                <a:spcPts val="1000"/>
              </a:spcBef>
              <a:spcAft>
                <a:spcPts val="0"/>
              </a:spcAft>
              <a:buClrTx/>
              <a:buSzTx/>
              <a:tabLst/>
              <a:defRPr/>
            </a:pPr>
            <a:r>
              <a:rPr kumimoji="0" lang="en-US" sz="2400" b="1" i="1" u="sng" strike="noStrike" kern="1200" cap="none" spc="0" normalizeH="0" baseline="0" noProof="0" dirty="0">
                <a:ln>
                  <a:noFill/>
                </a:ln>
                <a:solidFill>
                  <a:prstClr val="black"/>
                </a:solidFill>
                <a:effectLst/>
                <a:uLnTx/>
                <a:uFillTx/>
                <a:latin typeface="Aptos"/>
                <a:ea typeface="+mn-ea"/>
                <a:cs typeface="+mn-cs"/>
              </a:rPr>
              <a:t>Self-study</a:t>
            </a:r>
            <a:br>
              <a:rPr kumimoji="0" lang="en-US" sz="2400" b="1" i="1" u="sng" strike="noStrike" kern="1200" cap="none" spc="0" normalizeH="0" baseline="0" noProof="0" dirty="0">
                <a:ln>
                  <a:noFill/>
                </a:ln>
                <a:solidFill>
                  <a:prstClr val="black"/>
                </a:solidFill>
                <a:effectLst/>
                <a:uLnTx/>
                <a:uFillTx/>
                <a:latin typeface="Aptos"/>
                <a:ea typeface="+mn-ea"/>
                <a:cs typeface="+mn-cs"/>
              </a:rPr>
            </a:br>
            <a:r>
              <a:rPr lang="en-US" sz="2400" i="1" dirty="0">
                <a:solidFill>
                  <a:prstClr val="black"/>
                </a:solidFill>
                <a:latin typeface="Aptos"/>
              </a:rPr>
              <a:t>Why are these leaks?</a:t>
            </a:r>
            <a:br>
              <a:rPr lang="en-US" sz="2400" i="1" dirty="0">
                <a:solidFill>
                  <a:prstClr val="black"/>
                </a:solidFill>
                <a:latin typeface="Aptos"/>
              </a:rPr>
            </a:br>
            <a:r>
              <a:rPr lang="en-US" sz="2400" i="1" dirty="0">
                <a:solidFill>
                  <a:prstClr val="black"/>
                </a:solidFill>
                <a:latin typeface="Aptos"/>
              </a:rPr>
              <a:t>How to resolve them?</a:t>
            </a:r>
            <a:endParaRPr lang="en-US" sz="2400" i="1" dirty="0">
              <a:solidFill>
                <a:srgbClr val="00B050"/>
              </a:solidFill>
              <a:latin typeface="Roboto Mono" panose="00000009000000000000" pitchFamily="49" charset="0"/>
              <a:ea typeface="Roboto Mono" panose="00000009000000000000" pitchFamily="49" charset="0"/>
            </a:endParaRPr>
          </a:p>
        </p:txBody>
      </p:sp>
    </p:spTree>
    <p:extLst>
      <p:ext uri="{BB962C8B-B14F-4D97-AF65-F5344CB8AC3E}">
        <p14:creationId xmlns:p14="http://schemas.microsoft.com/office/powerpoint/2010/main" val="407955829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07318-BE2C-2DE9-0BDF-F883490F46C7}"/>
              </a:ext>
            </a:extLst>
          </p:cNvPr>
          <p:cNvSpPr>
            <a:spLocks noGrp="1"/>
          </p:cNvSpPr>
          <p:nvPr>
            <p:ph type="title"/>
          </p:nvPr>
        </p:nvSpPr>
        <p:spPr/>
        <p:txBody>
          <a:bodyPr/>
          <a:lstStyle/>
          <a:p>
            <a:r>
              <a:rPr lang="en-US" dirty="0"/>
              <a:t>This is what a memory leak could look like…</a:t>
            </a:r>
          </a:p>
        </p:txBody>
      </p:sp>
      <p:sp>
        <p:nvSpPr>
          <p:cNvPr id="3" name="Content Placeholder 2">
            <a:extLst>
              <a:ext uri="{FF2B5EF4-FFF2-40B4-BE49-F238E27FC236}">
                <a16:creationId xmlns:a16="http://schemas.microsoft.com/office/drawing/2014/main" id="{0BCF1370-A60D-EFC1-C812-67FCA63EB7F2}"/>
              </a:ext>
            </a:extLst>
          </p:cNvPr>
          <p:cNvSpPr>
            <a:spLocks noGrp="1"/>
          </p:cNvSpPr>
          <p:nvPr>
            <p:ph idx="1"/>
          </p:nvPr>
        </p:nvSpPr>
        <p:spPr/>
        <p:txBody>
          <a:bodyPr/>
          <a:lstStyle/>
          <a:p>
            <a:pPr marL="0" indent="0" algn="ctr">
              <a:buNone/>
            </a:pPr>
            <a:r>
              <a:rPr lang="en-US" dirty="0">
                <a:hlinkClick r:id="rId2"/>
              </a:rPr>
              <a:t>https://www.youtube.com/watch?v=iEn0ozP-jxc</a:t>
            </a:r>
            <a:endParaRPr lang="en-US" dirty="0"/>
          </a:p>
          <a:p>
            <a:endParaRPr lang="en-US" dirty="0"/>
          </a:p>
          <a:p>
            <a:r>
              <a:rPr lang="en-US" dirty="0"/>
              <a:t>7:08 minute mark.</a:t>
            </a:r>
          </a:p>
        </p:txBody>
      </p:sp>
    </p:spTree>
    <p:extLst>
      <p:ext uri="{BB962C8B-B14F-4D97-AF65-F5344CB8AC3E}">
        <p14:creationId xmlns:p14="http://schemas.microsoft.com/office/powerpoint/2010/main" val="38255205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8A849-C2D8-4F51-A702-4C9AEC15B8B6}"/>
              </a:ext>
            </a:extLst>
          </p:cNvPr>
          <p:cNvSpPr>
            <a:spLocks noGrp="1"/>
          </p:cNvSpPr>
          <p:nvPr>
            <p:ph type="title"/>
          </p:nvPr>
        </p:nvSpPr>
        <p:spPr/>
        <p:txBody>
          <a:bodyPr/>
          <a:lstStyle/>
          <a:p>
            <a:r>
              <a:rPr lang="en-US" dirty="0"/>
              <a:t>Motivation for Learning Pointers</a:t>
            </a:r>
          </a:p>
        </p:txBody>
      </p:sp>
      <p:sp>
        <p:nvSpPr>
          <p:cNvPr id="3" name="Content Placeholder 2">
            <a:extLst>
              <a:ext uri="{FF2B5EF4-FFF2-40B4-BE49-F238E27FC236}">
                <a16:creationId xmlns:a16="http://schemas.microsoft.com/office/drawing/2014/main" id="{F8980A1A-7597-CE92-E1ED-CD36478ED8EA}"/>
              </a:ext>
            </a:extLst>
          </p:cNvPr>
          <p:cNvSpPr>
            <a:spLocks noGrp="1"/>
          </p:cNvSpPr>
          <p:nvPr>
            <p:ph idx="1"/>
          </p:nvPr>
        </p:nvSpPr>
        <p:spPr/>
        <p:txBody>
          <a:bodyPr/>
          <a:lstStyle/>
          <a:p>
            <a:r>
              <a:rPr lang="en-US" dirty="0"/>
              <a:t>Understanding how arrays work.</a:t>
            </a:r>
          </a:p>
          <a:p>
            <a:endParaRPr lang="en-US" dirty="0"/>
          </a:p>
          <a:p>
            <a:r>
              <a:rPr lang="en-US" dirty="0"/>
              <a:t>Allowing us to use dynamically allocated memory from the heap.</a:t>
            </a:r>
          </a:p>
          <a:p>
            <a:endParaRPr lang="en-US" dirty="0"/>
          </a:p>
          <a:p>
            <a:r>
              <a:rPr lang="en-US" b="1" dirty="0">
                <a:latin typeface="Roboto Mono" panose="00000009000000000000" pitchFamily="49" charset="0"/>
                <a:ea typeface="Roboto Mono" panose="00000009000000000000" pitchFamily="49" charset="0"/>
              </a:rPr>
              <a:t>&lt;LOCKED&gt;</a:t>
            </a:r>
          </a:p>
          <a:p>
            <a:endParaRPr lang="en-US" dirty="0"/>
          </a:p>
          <a:p>
            <a:r>
              <a:rPr lang="en-US" dirty="0" err="1"/>
              <a:t>etc</a:t>
            </a:r>
            <a:r>
              <a:rPr lang="en-US" dirty="0"/>
              <a:t>…</a:t>
            </a:r>
          </a:p>
        </p:txBody>
      </p:sp>
    </p:spTree>
    <p:extLst>
      <p:ext uri="{BB962C8B-B14F-4D97-AF65-F5344CB8AC3E}">
        <p14:creationId xmlns:p14="http://schemas.microsoft.com/office/powerpoint/2010/main" val="2450309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2">
      <a:majorFont>
        <a:latin typeface="Aptos Display"/>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3152</TotalTime>
  <Words>2274</Words>
  <Application>Microsoft Office PowerPoint</Application>
  <PresentationFormat>Widescreen</PresentationFormat>
  <Paragraphs>425</Paragraphs>
  <Slides>45</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45</vt:i4>
      </vt:variant>
    </vt:vector>
  </HeadingPairs>
  <TitlesOfParts>
    <vt:vector size="51" baseType="lpstr">
      <vt:lpstr>Aptos</vt:lpstr>
      <vt:lpstr>Aptos Display</vt:lpstr>
      <vt:lpstr>Arial</vt:lpstr>
      <vt:lpstr>Calibri</vt:lpstr>
      <vt:lpstr>Roboto Mono</vt:lpstr>
      <vt:lpstr>Office Theme</vt:lpstr>
      <vt:lpstr>Last time…</vt:lpstr>
      <vt:lpstr>Dynamic Memory Allocation</vt:lpstr>
      <vt:lpstr>PowerPoint Presentation</vt:lpstr>
      <vt:lpstr>Various Types of Memory Allocation</vt:lpstr>
      <vt:lpstr>Automatic Memory Allocation</vt:lpstr>
      <vt:lpstr>Automatic Memory Allocation</vt:lpstr>
      <vt:lpstr>Problems with Automatic Memory Allocation</vt:lpstr>
      <vt:lpstr>Dynamic Memory Allocation</vt:lpstr>
      <vt:lpstr>Dynamic Memory Allocation</vt:lpstr>
      <vt:lpstr>Dynamic Memory Allocation</vt:lpstr>
      <vt:lpstr>Dynamic Memory Allocation</vt:lpstr>
      <vt:lpstr>Dynamic Memory Allocation</vt:lpstr>
      <vt:lpstr>Dynamic Memory Allocation</vt:lpstr>
      <vt:lpstr>Dynamic Memory Allocation</vt:lpstr>
      <vt:lpstr>Dynamic Memory Allocation</vt:lpstr>
      <vt:lpstr>Dynamic Memory Allocation</vt:lpstr>
      <vt:lpstr>Dynamic Memory Allocation</vt:lpstr>
      <vt:lpstr>What does it mean to delete ptr; ?</vt:lpstr>
      <vt:lpstr>What does it mean to delete ptr; ?</vt:lpstr>
      <vt:lpstr>What does it mean to delete ptr; ?</vt:lpstr>
      <vt:lpstr>An Implication of delete</vt:lpstr>
      <vt:lpstr>An Implication of delete</vt:lpstr>
      <vt:lpstr>PowerPoint Presentation</vt:lpstr>
      <vt:lpstr>PowerPoint Presentation</vt:lpstr>
      <vt:lpstr>PowerPoint Presentation</vt:lpstr>
      <vt:lpstr>PowerPoint Presentation</vt:lpstr>
      <vt:lpstr>Recommendations to Avoid this Issue</vt:lpstr>
      <vt:lpstr>An Implication of delete</vt:lpstr>
      <vt:lpstr>Dynamically Allocating Arrays</vt:lpstr>
      <vt:lpstr>Dynamically Allocating Arrays</vt:lpstr>
      <vt:lpstr>Dynamically Allocating Arrays</vt:lpstr>
      <vt:lpstr>Dynamically Allocating Arrays</vt:lpstr>
      <vt:lpstr>Stack vs. Heap</vt:lpstr>
      <vt:lpstr>Stack vs. Heap</vt:lpstr>
      <vt:lpstr>Stack Automatic Memory Alloc.</vt:lpstr>
      <vt:lpstr>Heap Dynamic Memory Alloc.</vt:lpstr>
      <vt:lpstr>Heap Dynamic Memory Alloc.</vt:lpstr>
      <vt:lpstr>Memory Leaks</vt:lpstr>
      <vt:lpstr>Memory Leaks</vt:lpstr>
      <vt:lpstr>PowerPoint Presentation</vt:lpstr>
      <vt:lpstr>PowerPoint Presentation</vt:lpstr>
      <vt:lpstr>Memory Leaks</vt:lpstr>
      <vt:lpstr>More Memory Leaks</vt:lpstr>
      <vt:lpstr>This is what a memory leak could look like…</vt:lpstr>
      <vt:lpstr>Motivation for Learning Pointers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Last time…</dc:title>
  <dc:creator>Mohammad Salman</dc:creator>
  <cp:lastModifiedBy>Mohammad Salman</cp:lastModifiedBy>
  <cp:revision>1</cp:revision>
  <dcterms:created xsi:type="dcterms:W3CDTF">2023-09-09T08:07:49Z</dcterms:created>
  <dcterms:modified xsi:type="dcterms:W3CDTF">2023-09-11T12:47:01Z</dcterms:modified>
</cp:coreProperties>
</file>