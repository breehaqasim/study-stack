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309" r:id="rId3"/>
    <p:sldId id="311" r:id="rId4"/>
    <p:sldId id="312" r:id="rId5"/>
    <p:sldId id="314" r:id="rId6"/>
    <p:sldId id="315" r:id="rId7"/>
    <p:sldId id="310" r:id="rId8"/>
    <p:sldId id="317" r:id="rId9"/>
    <p:sldId id="318" r:id="rId10"/>
    <p:sldId id="319" r:id="rId11"/>
    <p:sldId id="320" r:id="rId12"/>
    <p:sldId id="321" r:id="rId13"/>
    <p:sldId id="322" r:id="rId14"/>
    <p:sldId id="345" r:id="rId15"/>
    <p:sldId id="340" r:id="rId16"/>
    <p:sldId id="341" r:id="rId17"/>
    <p:sldId id="342" r:id="rId18"/>
    <p:sldId id="347" r:id="rId19"/>
    <p:sldId id="348" r:id="rId20"/>
    <p:sldId id="346" r:id="rId21"/>
    <p:sldId id="323" r:id="rId22"/>
    <p:sldId id="326" r:id="rId23"/>
    <p:sldId id="325" r:id="rId24"/>
    <p:sldId id="327" r:id="rId25"/>
    <p:sldId id="328" r:id="rId26"/>
    <p:sldId id="324" r:id="rId27"/>
    <p:sldId id="329" r:id="rId28"/>
    <p:sldId id="349" r:id="rId29"/>
    <p:sldId id="331" r:id="rId30"/>
    <p:sldId id="330" r:id="rId31"/>
    <p:sldId id="350" r:id="rId32"/>
    <p:sldId id="351" r:id="rId33"/>
    <p:sldId id="352" r:id="rId34"/>
    <p:sldId id="353" r:id="rId35"/>
    <p:sldId id="338" r:id="rId36"/>
    <p:sldId id="332" r:id="rId37"/>
    <p:sldId id="336" r:id="rId38"/>
    <p:sldId id="337" r:id="rId39"/>
    <p:sldId id="295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910" autoAdjust="0"/>
  </p:normalViewPr>
  <p:slideViewPr>
    <p:cSldViewPr snapToGrid="0">
      <p:cViewPr>
        <p:scale>
          <a:sx n="59" d="100"/>
          <a:sy n="59" d="100"/>
        </p:scale>
        <p:origin x="869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Salman" userId="cfd6754c-e613-4f6f-bb98-36aef69d8c31" providerId="ADAL" clId="{736462BC-AC4B-4425-A2B4-6C569F847DA7}"/>
    <pc:docChg chg="undo redo custSel addSld delSld modSld sldOrd addSection delSection">
      <pc:chgData name="Mohammad Salman" userId="cfd6754c-e613-4f6f-bb98-36aef69d8c31" providerId="ADAL" clId="{736462BC-AC4B-4425-A2B4-6C569F847DA7}" dt="2023-09-25T11:42:54.249" v="8469" actId="20577"/>
      <pc:docMkLst>
        <pc:docMk/>
      </pc:docMkLst>
      <pc:sldChg chg="addSp delSp modSp new mod setBg">
        <pc:chgData name="Mohammad Salman" userId="cfd6754c-e613-4f6f-bb98-36aef69d8c31" providerId="ADAL" clId="{736462BC-AC4B-4425-A2B4-6C569F847DA7}" dt="2023-09-23T09:59:52.887" v="91" actId="20577"/>
        <pc:sldMkLst>
          <pc:docMk/>
          <pc:sldMk cId="3800496932" sldId="256"/>
        </pc:sldMkLst>
        <pc:spChg chg="mod">
          <ac:chgData name="Mohammad Salman" userId="cfd6754c-e613-4f6f-bb98-36aef69d8c31" providerId="ADAL" clId="{736462BC-AC4B-4425-A2B4-6C569F847DA7}" dt="2023-09-23T09:59:52.887" v="91" actId="20577"/>
          <ac:spMkLst>
            <pc:docMk/>
            <pc:sldMk cId="3800496932" sldId="256"/>
            <ac:spMk id="2" creationId="{E72C4582-2064-A733-1459-3C2BE46E4ED2}"/>
          </ac:spMkLst>
        </pc:spChg>
        <pc:spChg chg="mod">
          <ac:chgData name="Mohammad Salman" userId="cfd6754c-e613-4f6f-bb98-36aef69d8c31" providerId="ADAL" clId="{736462BC-AC4B-4425-A2B4-6C569F847DA7}" dt="2023-09-23T09:44:53.249" v="55" actId="20577"/>
          <ac:spMkLst>
            <pc:docMk/>
            <pc:sldMk cId="3800496932" sldId="256"/>
            <ac:spMk id="3" creationId="{71A04466-0494-210A-4863-CAA7940DC3B8}"/>
          </ac:spMkLst>
        </pc:spChg>
        <pc:spChg chg="add del">
          <ac:chgData name="Mohammad Salman" userId="cfd6754c-e613-4f6f-bb98-36aef69d8c31" providerId="ADAL" clId="{736462BC-AC4B-4425-A2B4-6C569F847DA7}" dt="2023-09-23T09:45:31.139" v="58" actId="22"/>
          <ac:spMkLst>
            <pc:docMk/>
            <pc:sldMk cId="3800496932" sldId="256"/>
            <ac:spMk id="5" creationId="{1071AE9A-7101-01AF-7A0E-A1F36D619CFC}"/>
          </ac:spMkLst>
        </pc:spChg>
      </pc:sldChg>
      <pc:sldChg chg="add del">
        <pc:chgData name="Mohammad Salman" userId="cfd6754c-e613-4f6f-bb98-36aef69d8c31" providerId="ADAL" clId="{736462BC-AC4B-4425-A2B4-6C569F847DA7}" dt="2023-09-25T11:10:12.103" v="7054" actId="47"/>
        <pc:sldMkLst>
          <pc:docMk/>
          <pc:sldMk cId="1657866945" sldId="277"/>
        </pc:sldMkLst>
      </pc:sldChg>
      <pc:sldChg chg="add del">
        <pc:chgData name="Mohammad Salman" userId="cfd6754c-e613-4f6f-bb98-36aef69d8c31" providerId="ADAL" clId="{736462BC-AC4B-4425-A2B4-6C569F847DA7}" dt="2023-09-25T11:10:11.741" v="7053" actId="47"/>
        <pc:sldMkLst>
          <pc:docMk/>
          <pc:sldMk cId="1443748962" sldId="278"/>
        </pc:sldMkLst>
      </pc:sldChg>
      <pc:sldChg chg="add del">
        <pc:chgData name="Mohammad Salman" userId="cfd6754c-e613-4f6f-bb98-36aef69d8c31" providerId="ADAL" clId="{736462BC-AC4B-4425-A2B4-6C569F847DA7}" dt="2023-09-25T11:10:13.122" v="7055" actId="47"/>
        <pc:sldMkLst>
          <pc:docMk/>
          <pc:sldMk cId="2581657597" sldId="282"/>
        </pc:sldMkLst>
      </pc:sldChg>
      <pc:sldChg chg="add del setBg">
        <pc:chgData name="Mohammad Salman" userId="cfd6754c-e613-4f6f-bb98-36aef69d8c31" providerId="ADAL" clId="{736462BC-AC4B-4425-A2B4-6C569F847DA7}" dt="2023-09-25T11:07:51.783" v="7046" actId="47"/>
        <pc:sldMkLst>
          <pc:docMk/>
          <pc:sldMk cId="1042326075" sldId="293"/>
        </pc:sldMkLst>
      </pc:sldChg>
      <pc:sldChg chg="modSp add mod setBg">
        <pc:chgData name="Mohammad Salman" userId="cfd6754c-e613-4f6f-bb98-36aef69d8c31" providerId="ADAL" clId="{736462BC-AC4B-4425-A2B4-6C569F847DA7}" dt="2023-09-25T11:11:11.595" v="7114" actId="20577"/>
        <pc:sldMkLst>
          <pc:docMk/>
          <pc:sldMk cId="2027236910" sldId="295"/>
        </pc:sldMkLst>
        <pc:spChg chg="mod">
          <ac:chgData name="Mohammad Salman" userId="cfd6754c-e613-4f6f-bb98-36aef69d8c31" providerId="ADAL" clId="{736462BC-AC4B-4425-A2B4-6C569F847DA7}" dt="2023-09-25T11:11:11.595" v="7114" actId="20577"/>
          <ac:spMkLst>
            <pc:docMk/>
            <pc:sldMk cId="2027236910" sldId="295"/>
            <ac:spMk id="2" creationId="{BF5E097C-5D41-0B8B-A52D-1284A19056B2}"/>
          </ac:spMkLst>
        </pc:spChg>
      </pc:sldChg>
      <pc:sldChg chg="add del">
        <pc:chgData name="Mohammad Salman" userId="cfd6754c-e613-4f6f-bb98-36aef69d8c31" providerId="ADAL" clId="{736462BC-AC4B-4425-A2B4-6C569F847DA7}" dt="2023-09-25T11:06:57.648" v="7044" actId="47"/>
        <pc:sldMkLst>
          <pc:docMk/>
          <pc:sldMk cId="108293083" sldId="297"/>
        </pc:sldMkLst>
      </pc:sldChg>
      <pc:sldChg chg="add del">
        <pc:chgData name="Mohammad Salman" userId="cfd6754c-e613-4f6f-bb98-36aef69d8c31" providerId="ADAL" clId="{736462BC-AC4B-4425-A2B4-6C569F847DA7}" dt="2023-09-25T11:10:46.267" v="7060" actId="47"/>
        <pc:sldMkLst>
          <pc:docMk/>
          <pc:sldMk cId="1706067249" sldId="300"/>
        </pc:sldMkLst>
      </pc:sldChg>
      <pc:sldChg chg="add del">
        <pc:chgData name="Mohammad Salman" userId="cfd6754c-e613-4f6f-bb98-36aef69d8c31" providerId="ADAL" clId="{736462BC-AC4B-4425-A2B4-6C569F847DA7}" dt="2023-09-25T11:06:53.721" v="7043" actId="47"/>
        <pc:sldMkLst>
          <pc:docMk/>
          <pc:sldMk cId="3703329307" sldId="301"/>
        </pc:sldMkLst>
      </pc:sldChg>
      <pc:sldChg chg="add del ord">
        <pc:chgData name="Mohammad Salman" userId="cfd6754c-e613-4f6f-bb98-36aef69d8c31" providerId="ADAL" clId="{736462BC-AC4B-4425-A2B4-6C569F847DA7}" dt="2023-09-25T11:10:18.726" v="7056" actId="47"/>
        <pc:sldMkLst>
          <pc:docMk/>
          <pc:sldMk cId="1970079010" sldId="307"/>
        </pc:sldMkLst>
      </pc:sldChg>
      <pc:sldChg chg="add setBg">
        <pc:chgData name="Mohammad Salman" userId="cfd6754c-e613-4f6f-bb98-36aef69d8c31" providerId="ADAL" clId="{736462BC-AC4B-4425-A2B4-6C569F847DA7}" dt="2023-09-23T09:45:49.924" v="60"/>
        <pc:sldMkLst>
          <pc:docMk/>
          <pc:sldMk cId="1200797114" sldId="309"/>
        </pc:sldMkLst>
      </pc:sldChg>
      <pc:sldChg chg="modSp add modAnim modNotesTx">
        <pc:chgData name="Mohammad Salman" userId="cfd6754c-e613-4f6f-bb98-36aef69d8c31" providerId="ADAL" clId="{736462BC-AC4B-4425-A2B4-6C569F847DA7}" dt="2023-09-25T11:12:54.816" v="7120" actId="20577"/>
        <pc:sldMkLst>
          <pc:docMk/>
          <pc:sldMk cId="1049378338" sldId="310"/>
        </pc:sldMkLst>
        <pc:spChg chg="mod">
          <ac:chgData name="Mohammad Salman" userId="cfd6754c-e613-4f6f-bb98-36aef69d8c31" providerId="ADAL" clId="{736462BC-AC4B-4425-A2B4-6C569F847DA7}" dt="2023-09-25T09:34:35.017" v="6994" actId="113"/>
          <ac:spMkLst>
            <pc:docMk/>
            <pc:sldMk cId="1049378338" sldId="310"/>
            <ac:spMk id="3" creationId="{82C7AF16-A4B2-51E1-19D1-8B46B2226561}"/>
          </ac:spMkLst>
        </pc:spChg>
      </pc:sldChg>
      <pc:sldChg chg="add">
        <pc:chgData name="Mohammad Salman" userId="cfd6754c-e613-4f6f-bb98-36aef69d8c31" providerId="ADAL" clId="{736462BC-AC4B-4425-A2B4-6C569F847DA7}" dt="2023-09-23T09:45:39.626" v="59"/>
        <pc:sldMkLst>
          <pc:docMk/>
          <pc:sldMk cId="4115593422" sldId="311"/>
        </pc:sldMkLst>
      </pc:sldChg>
      <pc:sldChg chg="modSp add mod setBg modNotesTx">
        <pc:chgData name="Mohammad Salman" userId="cfd6754c-e613-4f6f-bb98-36aef69d8c31" providerId="ADAL" clId="{736462BC-AC4B-4425-A2B4-6C569F847DA7}" dt="2023-09-25T11:12:44.127" v="7119" actId="20577"/>
        <pc:sldMkLst>
          <pc:docMk/>
          <pc:sldMk cId="1942571559" sldId="312"/>
        </pc:sldMkLst>
        <pc:spChg chg="mod">
          <ac:chgData name="Mohammad Salman" userId="cfd6754c-e613-4f6f-bb98-36aef69d8c31" providerId="ADAL" clId="{736462BC-AC4B-4425-A2B4-6C569F847DA7}" dt="2023-09-23T10:02:44.718" v="452" actId="114"/>
          <ac:spMkLst>
            <pc:docMk/>
            <pc:sldMk cId="1942571559" sldId="312"/>
            <ac:spMk id="3" creationId="{C56E699C-0ACE-C35B-412A-F165C5B9F1A2}"/>
          </ac:spMkLst>
        </pc:spChg>
      </pc:sldChg>
      <pc:sldChg chg="addSp modSp add mod modAnim">
        <pc:chgData name="Mohammad Salman" userId="cfd6754c-e613-4f6f-bb98-36aef69d8c31" providerId="ADAL" clId="{736462BC-AC4B-4425-A2B4-6C569F847DA7}" dt="2023-09-23T10:09:09.364" v="767"/>
        <pc:sldMkLst>
          <pc:docMk/>
          <pc:sldMk cId="2682966602" sldId="314"/>
        </pc:sldMkLst>
        <pc:spChg chg="add mod">
          <ac:chgData name="Mohammad Salman" userId="cfd6754c-e613-4f6f-bb98-36aef69d8c31" providerId="ADAL" clId="{736462BC-AC4B-4425-A2B4-6C569F847DA7}" dt="2023-09-23T10:08:55.360" v="766" actId="20577"/>
          <ac:spMkLst>
            <pc:docMk/>
            <pc:sldMk cId="2682966602" sldId="314"/>
            <ac:spMk id="2" creationId="{75FA1374-C765-678E-B411-40B9EE997DCB}"/>
          </ac:spMkLst>
        </pc:spChg>
      </pc:sldChg>
      <pc:sldChg chg="add">
        <pc:chgData name="Mohammad Salman" userId="cfd6754c-e613-4f6f-bb98-36aef69d8c31" providerId="ADAL" clId="{736462BC-AC4B-4425-A2B4-6C569F847DA7}" dt="2023-09-23T09:45:39.626" v="59"/>
        <pc:sldMkLst>
          <pc:docMk/>
          <pc:sldMk cId="1671028542" sldId="315"/>
        </pc:sldMkLst>
      </pc:sldChg>
      <pc:sldChg chg="add del">
        <pc:chgData name="Mohammad Salman" userId="cfd6754c-e613-4f6f-bb98-36aef69d8c31" providerId="ADAL" clId="{736462BC-AC4B-4425-A2B4-6C569F847DA7}" dt="2023-09-25T11:06:08.532" v="7042" actId="47"/>
        <pc:sldMkLst>
          <pc:docMk/>
          <pc:sldMk cId="1090348784" sldId="316"/>
        </pc:sldMkLst>
      </pc:sldChg>
      <pc:sldChg chg="modSp add mod modAnim">
        <pc:chgData name="Mohammad Salman" userId="cfd6754c-e613-4f6f-bb98-36aef69d8c31" providerId="ADAL" clId="{736462BC-AC4B-4425-A2B4-6C569F847DA7}" dt="2023-09-25T09:36:13.829" v="7041" actId="1076"/>
        <pc:sldMkLst>
          <pc:docMk/>
          <pc:sldMk cId="2548417361" sldId="317"/>
        </pc:sldMkLst>
        <pc:spChg chg="mod">
          <ac:chgData name="Mohammad Salman" userId="cfd6754c-e613-4f6f-bb98-36aef69d8c31" providerId="ADAL" clId="{736462BC-AC4B-4425-A2B4-6C569F847DA7}" dt="2023-09-25T09:36:09.359" v="7039" actId="14100"/>
          <ac:spMkLst>
            <pc:docMk/>
            <pc:sldMk cId="2548417361" sldId="317"/>
            <ac:spMk id="6" creationId="{D658C39E-9AA8-59BD-9283-DB5E40FB35D4}"/>
          </ac:spMkLst>
        </pc:spChg>
        <pc:picChg chg="mod">
          <ac:chgData name="Mohammad Salman" userId="cfd6754c-e613-4f6f-bb98-36aef69d8c31" providerId="ADAL" clId="{736462BC-AC4B-4425-A2B4-6C569F847DA7}" dt="2023-09-25T09:36:13.829" v="7041" actId="1076"/>
          <ac:picMkLst>
            <pc:docMk/>
            <pc:sldMk cId="2548417361" sldId="317"/>
            <ac:picMk id="8" creationId="{9D81E9D8-EE7B-C3C0-0115-5628433C6AC7}"/>
          </ac:picMkLst>
        </pc:picChg>
        <pc:picChg chg="mod">
          <ac:chgData name="Mohammad Salman" userId="cfd6754c-e613-4f6f-bb98-36aef69d8c31" providerId="ADAL" clId="{736462BC-AC4B-4425-A2B4-6C569F847DA7}" dt="2023-09-25T09:36:11.723" v="7040" actId="1076"/>
          <ac:picMkLst>
            <pc:docMk/>
            <pc:sldMk cId="2548417361" sldId="317"/>
            <ac:picMk id="11" creationId="{C9515A75-7302-AD9A-ECE1-3E87AD1797B5}"/>
          </ac:picMkLst>
        </pc:picChg>
      </pc:sldChg>
      <pc:sldChg chg="add">
        <pc:chgData name="Mohammad Salman" userId="cfd6754c-e613-4f6f-bb98-36aef69d8c31" providerId="ADAL" clId="{736462BC-AC4B-4425-A2B4-6C569F847DA7}" dt="2023-09-23T09:45:39.626" v="59"/>
        <pc:sldMkLst>
          <pc:docMk/>
          <pc:sldMk cId="3841035529" sldId="318"/>
        </pc:sldMkLst>
      </pc:sldChg>
      <pc:sldChg chg="add">
        <pc:chgData name="Mohammad Salman" userId="cfd6754c-e613-4f6f-bb98-36aef69d8c31" providerId="ADAL" clId="{736462BC-AC4B-4425-A2B4-6C569F847DA7}" dt="2023-09-23T09:45:39.626" v="59"/>
        <pc:sldMkLst>
          <pc:docMk/>
          <pc:sldMk cId="1937488764" sldId="319"/>
        </pc:sldMkLst>
      </pc:sldChg>
      <pc:sldChg chg="add">
        <pc:chgData name="Mohammad Salman" userId="cfd6754c-e613-4f6f-bb98-36aef69d8c31" providerId="ADAL" clId="{736462BC-AC4B-4425-A2B4-6C569F847DA7}" dt="2023-09-23T09:45:39.626" v="59"/>
        <pc:sldMkLst>
          <pc:docMk/>
          <pc:sldMk cId="1945870895" sldId="320"/>
        </pc:sldMkLst>
      </pc:sldChg>
      <pc:sldChg chg="add">
        <pc:chgData name="Mohammad Salman" userId="cfd6754c-e613-4f6f-bb98-36aef69d8c31" providerId="ADAL" clId="{736462BC-AC4B-4425-A2B4-6C569F847DA7}" dt="2023-09-23T09:45:39.626" v="59"/>
        <pc:sldMkLst>
          <pc:docMk/>
          <pc:sldMk cId="922465323" sldId="321"/>
        </pc:sldMkLst>
      </pc:sldChg>
      <pc:sldChg chg="addSp delSp modSp add mod setBg modNotesTx">
        <pc:chgData name="Mohammad Salman" userId="cfd6754c-e613-4f6f-bb98-36aef69d8c31" providerId="ADAL" clId="{736462BC-AC4B-4425-A2B4-6C569F847DA7}" dt="2023-09-25T11:13:09.505" v="7123"/>
        <pc:sldMkLst>
          <pc:docMk/>
          <pc:sldMk cId="1430756158" sldId="322"/>
        </pc:sldMkLst>
        <pc:spChg chg="add del mod">
          <ac:chgData name="Mohammad Salman" userId="cfd6754c-e613-4f6f-bb98-36aef69d8c31" providerId="ADAL" clId="{736462BC-AC4B-4425-A2B4-6C569F847DA7}" dt="2023-09-23T13:11:32.606" v="4030" actId="478"/>
          <ac:spMkLst>
            <pc:docMk/>
            <pc:sldMk cId="1430756158" sldId="322"/>
            <ac:spMk id="2" creationId="{38D29D4B-58B4-B219-CEBE-9728ADD782D5}"/>
          </ac:spMkLst>
        </pc:spChg>
        <pc:picChg chg="mod">
          <ac:chgData name="Mohammad Salman" userId="cfd6754c-e613-4f6f-bb98-36aef69d8c31" providerId="ADAL" clId="{736462BC-AC4B-4425-A2B4-6C569F847DA7}" dt="2023-09-23T13:11:35.166" v="4031" actId="1076"/>
          <ac:picMkLst>
            <pc:docMk/>
            <pc:sldMk cId="1430756158" sldId="322"/>
            <ac:picMk id="7" creationId="{06E9D70E-ABBB-5DE4-BFBC-7934F767A56B}"/>
          </ac:picMkLst>
        </pc:picChg>
      </pc:sldChg>
      <pc:sldChg chg="modSp add mod">
        <pc:chgData name="Mohammad Salman" userId="cfd6754c-e613-4f6f-bb98-36aef69d8c31" providerId="ADAL" clId="{736462BC-AC4B-4425-A2B4-6C569F847DA7}" dt="2023-09-23T10:21:14.378" v="887" actId="20577"/>
        <pc:sldMkLst>
          <pc:docMk/>
          <pc:sldMk cId="2568747649" sldId="323"/>
        </pc:sldMkLst>
        <pc:spChg chg="mod">
          <ac:chgData name="Mohammad Salman" userId="cfd6754c-e613-4f6f-bb98-36aef69d8c31" providerId="ADAL" clId="{736462BC-AC4B-4425-A2B4-6C569F847DA7}" dt="2023-09-23T10:21:14.378" v="887" actId="20577"/>
          <ac:spMkLst>
            <pc:docMk/>
            <pc:sldMk cId="2568747649" sldId="323"/>
            <ac:spMk id="3" creationId="{1201E0F5-9A2D-7E10-74B4-7085EAC8AE74}"/>
          </ac:spMkLst>
        </pc:spChg>
      </pc:sldChg>
      <pc:sldChg chg="add">
        <pc:chgData name="Mohammad Salman" userId="cfd6754c-e613-4f6f-bb98-36aef69d8c31" providerId="ADAL" clId="{736462BC-AC4B-4425-A2B4-6C569F847DA7}" dt="2023-09-23T09:45:39.626" v="59"/>
        <pc:sldMkLst>
          <pc:docMk/>
          <pc:sldMk cId="1268913008" sldId="324"/>
        </pc:sldMkLst>
      </pc:sldChg>
      <pc:sldChg chg="add">
        <pc:chgData name="Mohammad Salman" userId="cfd6754c-e613-4f6f-bb98-36aef69d8c31" providerId="ADAL" clId="{736462BC-AC4B-4425-A2B4-6C569F847DA7}" dt="2023-09-23T09:45:39.626" v="59"/>
        <pc:sldMkLst>
          <pc:docMk/>
          <pc:sldMk cId="4143519917" sldId="325"/>
        </pc:sldMkLst>
      </pc:sldChg>
      <pc:sldChg chg="add ord">
        <pc:chgData name="Mohammad Salman" userId="cfd6754c-e613-4f6f-bb98-36aef69d8c31" providerId="ADAL" clId="{736462BC-AC4B-4425-A2B4-6C569F847DA7}" dt="2023-09-23T10:22:52.099" v="889"/>
        <pc:sldMkLst>
          <pc:docMk/>
          <pc:sldMk cId="293834643" sldId="326"/>
        </pc:sldMkLst>
      </pc:sldChg>
      <pc:sldChg chg="add">
        <pc:chgData name="Mohammad Salman" userId="cfd6754c-e613-4f6f-bb98-36aef69d8c31" providerId="ADAL" clId="{736462BC-AC4B-4425-A2B4-6C569F847DA7}" dt="2023-09-23T09:45:39.626" v="59"/>
        <pc:sldMkLst>
          <pc:docMk/>
          <pc:sldMk cId="1942129302" sldId="327"/>
        </pc:sldMkLst>
      </pc:sldChg>
      <pc:sldChg chg="modSp add mod">
        <pc:chgData name="Mohammad Salman" userId="cfd6754c-e613-4f6f-bb98-36aef69d8c31" providerId="ADAL" clId="{736462BC-AC4B-4425-A2B4-6C569F847DA7}" dt="2023-09-25T11:21:34.820" v="7190" actId="113"/>
        <pc:sldMkLst>
          <pc:docMk/>
          <pc:sldMk cId="280971759" sldId="328"/>
        </pc:sldMkLst>
        <pc:spChg chg="mod">
          <ac:chgData name="Mohammad Salman" userId="cfd6754c-e613-4f6f-bb98-36aef69d8c31" providerId="ADAL" clId="{736462BC-AC4B-4425-A2B4-6C569F847DA7}" dt="2023-09-25T11:21:34.820" v="7190" actId="113"/>
          <ac:spMkLst>
            <pc:docMk/>
            <pc:sldMk cId="280971759" sldId="328"/>
            <ac:spMk id="2" creationId="{62ADCCDC-2B4B-B14D-6566-236EA25E9B33}"/>
          </ac:spMkLst>
        </pc:spChg>
      </pc:sldChg>
      <pc:sldChg chg="modSp add mod setBg">
        <pc:chgData name="Mohammad Salman" userId="cfd6754c-e613-4f6f-bb98-36aef69d8c31" providerId="ADAL" clId="{736462BC-AC4B-4425-A2B4-6C569F847DA7}" dt="2023-09-25T11:22:58.992" v="7226" actId="20577"/>
        <pc:sldMkLst>
          <pc:docMk/>
          <pc:sldMk cId="789730226" sldId="329"/>
        </pc:sldMkLst>
        <pc:spChg chg="mod">
          <ac:chgData name="Mohammad Salman" userId="cfd6754c-e613-4f6f-bb98-36aef69d8c31" providerId="ADAL" clId="{736462BC-AC4B-4425-A2B4-6C569F847DA7}" dt="2023-09-25T11:22:58.992" v="7226" actId="20577"/>
          <ac:spMkLst>
            <pc:docMk/>
            <pc:sldMk cId="789730226" sldId="329"/>
            <ac:spMk id="3" creationId="{0BC5E635-4039-266C-2F9D-B9DFEBB8050A}"/>
          </ac:spMkLst>
        </pc:spChg>
      </pc:sldChg>
      <pc:sldChg chg="addSp delSp modSp new mod modAnim modNotesTx">
        <pc:chgData name="Mohammad Salman" userId="cfd6754c-e613-4f6f-bb98-36aef69d8c31" providerId="ADAL" clId="{736462BC-AC4B-4425-A2B4-6C569F847DA7}" dt="2023-09-23T10:52:41.236" v="1891"/>
        <pc:sldMkLst>
          <pc:docMk/>
          <pc:sldMk cId="1481091319" sldId="330"/>
        </pc:sldMkLst>
        <pc:spChg chg="del">
          <ac:chgData name="Mohammad Salman" userId="cfd6754c-e613-4f6f-bb98-36aef69d8c31" providerId="ADAL" clId="{736462BC-AC4B-4425-A2B4-6C569F847DA7}" dt="2023-09-23T10:36:43.437" v="1370" actId="478"/>
          <ac:spMkLst>
            <pc:docMk/>
            <pc:sldMk cId="1481091319" sldId="330"/>
            <ac:spMk id="2" creationId="{BF853F6F-A54D-680B-A207-9A7B049EF3A8}"/>
          </ac:spMkLst>
        </pc:spChg>
        <pc:spChg chg="del">
          <ac:chgData name="Mohammad Salman" userId="cfd6754c-e613-4f6f-bb98-36aef69d8c31" providerId="ADAL" clId="{736462BC-AC4B-4425-A2B4-6C569F847DA7}" dt="2023-09-23T10:36:43.437" v="1370" actId="478"/>
          <ac:spMkLst>
            <pc:docMk/>
            <pc:sldMk cId="1481091319" sldId="330"/>
            <ac:spMk id="3" creationId="{FF83B43A-841C-C4FB-D0B9-E90CFC3369A9}"/>
          </ac:spMkLst>
        </pc:spChg>
        <pc:spChg chg="add mod">
          <ac:chgData name="Mohammad Salman" userId="cfd6754c-e613-4f6f-bb98-36aef69d8c31" providerId="ADAL" clId="{736462BC-AC4B-4425-A2B4-6C569F847DA7}" dt="2023-09-23T10:51:54.705" v="1876" actId="20577"/>
          <ac:spMkLst>
            <pc:docMk/>
            <pc:sldMk cId="1481091319" sldId="330"/>
            <ac:spMk id="6" creationId="{1060A379-A7DE-3F67-96E8-11337E1174AF}"/>
          </ac:spMkLst>
        </pc:spChg>
        <pc:spChg chg="add mod">
          <ac:chgData name="Mohammad Salman" userId="cfd6754c-e613-4f6f-bb98-36aef69d8c31" providerId="ADAL" clId="{736462BC-AC4B-4425-A2B4-6C569F847DA7}" dt="2023-09-23T10:47:27.209" v="1449" actId="1036"/>
          <ac:spMkLst>
            <pc:docMk/>
            <pc:sldMk cId="1481091319" sldId="330"/>
            <ac:spMk id="9" creationId="{06C9CC98-9F0E-FD9E-50B6-03F91F408426}"/>
          </ac:spMkLst>
        </pc:spChg>
        <pc:spChg chg="add mod">
          <ac:chgData name="Mohammad Salman" userId="cfd6754c-e613-4f6f-bb98-36aef69d8c31" providerId="ADAL" clId="{736462BC-AC4B-4425-A2B4-6C569F847DA7}" dt="2023-09-23T10:52:31.619" v="1889" actId="692"/>
          <ac:spMkLst>
            <pc:docMk/>
            <pc:sldMk cId="1481091319" sldId="330"/>
            <ac:spMk id="10" creationId="{4AD3D9ED-B9AE-96C8-DC93-C2F79C82243D}"/>
          </ac:spMkLst>
        </pc:spChg>
        <pc:picChg chg="add del mod">
          <ac:chgData name="Mohammad Salman" userId="cfd6754c-e613-4f6f-bb98-36aef69d8c31" providerId="ADAL" clId="{736462BC-AC4B-4425-A2B4-6C569F847DA7}" dt="2023-09-23T10:44:46.967" v="1430" actId="478"/>
          <ac:picMkLst>
            <pc:docMk/>
            <pc:sldMk cId="1481091319" sldId="330"/>
            <ac:picMk id="5" creationId="{FCE4B694-17D7-AA1C-B8F6-7B6D5D344B8D}"/>
          </ac:picMkLst>
        </pc:picChg>
        <pc:picChg chg="add mod">
          <ac:chgData name="Mohammad Salman" userId="cfd6754c-e613-4f6f-bb98-36aef69d8c31" providerId="ADAL" clId="{736462BC-AC4B-4425-A2B4-6C569F847DA7}" dt="2023-09-23T10:46:01.299" v="1433" actId="14100"/>
          <ac:picMkLst>
            <pc:docMk/>
            <pc:sldMk cId="1481091319" sldId="330"/>
            <ac:picMk id="8" creationId="{9FCB9DBA-EA83-D227-4F1B-A8B655831425}"/>
          </ac:picMkLst>
        </pc:picChg>
      </pc:sldChg>
      <pc:sldChg chg="addSp delSp modSp new del mod modClrScheme chgLayout">
        <pc:chgData name="Mohammad Salman" userId="cfd6754c-e613-4f6f-bb98-36aef69d8c31" providerId="ADAL" clId="{736462BC-AC4B-4425-A2B4-6C569F847DA7}" dt="2023-09-23T10:19:15.933" v="875" actId="47"/>
        <pc:sldMkLst>
          <pc:docMk/>
          <pc:sldMk cId="1119365636" sldId="331"/>
        </pc:sldMkLst>
        <pc:spChg chg="del mod ord">
          <ac:chgData name="Mohammad Salman" userId="cfd6754c-e613-4f6f-bb98-36aef69d8c31" providerId="ADAL" clId="{736462BC-AC4B-4425-A2B4-6C569F847DA7}" dt="2023-09-23T10:14:50.570" v="770" actId="700"/>
          <ac:spMkLst>
            <pc:docMk/>
            <pc:sldMk cId="1119365636" sldId="331"/>
            <ac:spMk id="2" creationId="{02F78537-1BE7-1794-83AB-FA8B7BDD347E}"/>
          </ac:spMkLst>
        </pc:spChg>
        <pc:spChg chg="del mod ord">
          <ac:chgData name="Mohammad Salman" userId="cfd6754c-e613-4f6f-bb98-36aef69d8c31" providerId="ADAL" clId="{736462BC-AC4B-4425-A2B4-6C569F847DA7}" dt="2023-09-23T10:14:50.570" v="770" actId="700"/>
          <ac:spMkLst>
            <pc:docMk/>
            <pc:sldMk cId="1119365636" sldId="331"/>
            <ac:spMk id="3" creationId="{0D2A2888-D82F-1293-872A-644EAD7978CF}"/>
          </ac:spMkLst>
        </pc:spChg>
        <pc:spChg chg="add mod ord">
          <ac:chgData name="Mohammad Salman" userId="cfd6754c-e613-4f6f-bb98-36aef69d8c31" providerId="ADAL" clId="{736462BC-AC4B-4425-A2B4-6C569F847DA7}" dt="2023-09-23T10:15:07.695" v="874" actId="20577"/>
          <ac:spMkLst>
            <pc:docMk/>
            <pc:sldMk cId="1119365636" sldId="331"/>
            <ac:spMk id="4" creationId="{431712D3-FF8D-ACB4-6C32-B271CE8F34BF}"/>
          </ac:spMkLst>
        </pc:spChg>
        <pc:spChg chg="add mod ord">
          <ac:chgData name="Mohammad Salman" userId="cfd6754c-e613-4f6f-bb98-36aef69d8c31" providerId="ADAL" clId="{736462BC-AC4B-4425-A2B4-6C569F847DA7}" dt="2023-09-23T10:14:50.570" v="770" actId="700"/>
          <ac:spMkLst>
            <pc:docMk/>
            <pc:sldMk cId="1119365636" sldId="331"/>
            <ac:spMk id="5" creationId="{0151EB6F-28D2-14FF-83D9-31C292821F59}"/>
          </ac:spMkLst>
        </pc:spChg>
      </pc:sldChg>
      <pc:sldChg chg="modSp new mod setBg modNotesTx">
        <pc:chgData name="Mohammad Salman" userId="cfd6754c-e613-4f6f-bb98-36aef69d8c31" providerId="ADAL" clId="{736462BC-AC4B-4425-A2B4-6C569F847DA7}" dt="2023-09-25T11:12:17.748" v="7117"/>
        <pc:sldMkLst>
          <pc:docMk/>
          <pc:sldMk cId="1987769127" sldId="331"/>
        </pc:sldMkLst>
        <pc:spChg chg="mod">
          <ac:chgData name="Mohammad Salman" userId="cfd6754c-e613-4f6f-bb98-36aef69d8c31" providerId="ADAL" clId="{736462BC-AC4B-4425-A2B4-6C569F847DA7}" dt="2023-09-23T10:33:07.792" v="942" actId="20577"/>
          <ac:spMkLst>
            <pc:docMk/>
            <pc:sldMk cId="1987769127" sldId="331"/>
            <ac:spMk id="2" creationId="{AA0DB619-66F3-042E-9A2D-AACA7581F2CA}"/>
          </ac:spMkLst>
        </pc:spChg>
        <pc:spChg chg="mod">
          <ac:chgData name="Mohammad Salman" userId="cfd6754c-e613-4f6f-bb98-36aef69d8c31" providerId="ADAL" clId="{736462BC-AC4B-4425-A2B4-6C569F847DA7}" dt="2023-09-23T10:34:42.255" v="1306" actId="20577"/>
          <ac:spMkLst>
            <pc:docMk/>
            <pc:sldMk cId="1987769127" sldId="331"/>
            <ac:spMk id="3" creationId="{ED2955AE-9874-7558-16B8-CE36A4C9E551}"/>
          </ac:spMkLst>
        </pc:spChg>
      </pc:sldChg>
      <pc:sldChg chg="addSp modSp new mod modAnim">
        <pc:chgData name="Mohammad Salman" userId="cfd6754c-e613-4f6f-bb98-36aef69d8c31" providerId="ADAL" clId="{736462BC-AC4B-4425-A2B4-6C569F847DA7}" dt="2023-09-23T11:19:22.646" v="3199" actId="20577"/>
        <pc:sldMkLst>
          <pc:docMk/>
          <pc:sldMk cId="1137202148" sldId="332"/>
        </pc:sldMkLst>
        <pc:spChg chg="mod">
          <ac:chgData name="Mohammad Salman" userId="cfd6754c-e613-4f6f-bb98-36aef69d8c31" providerId="ADAL" clId="{736462BC-AC4B-4425-A2B4-6C569F847DA7}" dt="2023-09-23T10:59:27.625" v="2093" actId="113"/>
          <ac:spMkLst>
            <pc:docMk/>
            <pc:sldMk cId="1137202148" sldId="332"/>
            <ac:spMk id="2" creationId="{9D8081E9-C6B0-D015-3170-D845AA58201C}"/>
          </ac:spMkLst>
        </pc:spChg>
        <pc:spChg chg="mod">
          <ac:chgData name="Mohammad Salman" userId="cfd6754c-e613-4f6f-bb98-36aef69d8c31" providerId="ADAL" clId="{736462BC-AC4B-4425-A2B4-6C569F847DA7}" dt="2023-09-23T11:19:22.646" v="3199" actId="20577"/>
          <ac:spMkLst>
            <pc:docMk/>
            <pc:sldMk cId="1137202148" sldId="332"/>
            <ac:spMk id="3" creationId="{05E55475-EF29-30FB-9999-DEC583CC0052}"/>
          </ac:spMkLst>
        </pc:spChg>
        <pc:spChg chg="add mod">
          <ac:chgData name="Mohammad Salman" userId="cfd6754c-e613-4f6f-bb98-36aef69d8c31" providerId="ADAL" clId="{736462BC-AC4B-4425-A2B4-6C569F847DA7}" dt="2023-09-23T11:04:01.743" v="2575" actId="692"/>
          <ac:spMkLst>
            <pc:docMk/>
            <pc:sldMk cId="1137202148" sldId="332"/>
            <ac:spMk id="5" creationId="{4BD7792C-DCB5-D588-779B-3EE782EDB475}"/>
          </ac:spMkLst>
        </pc:spChg>
      </pc:sldChg>
      <pc:sldChg chg="new del">
        <pc:chgData name="Mohammad Salman" userId="cfd6754c-e613-4f6f-bb98-36aef69d8c31" providerId="ADAL" clId="{736462BC-AC4B-4425-A2B4-6C569F847DA7}" dt="2023-09-25T11:10:20.996" v="7058" actId="47"/>
        <pc:sldMkLst>
          <pc:docMk/>
          <pc:sldMk cId="1537597320" sldId="333"/>
        </pc:sldMkLst>
      </pc:sldChg>
      <pc:sldChg chg="modSp new del mod setBg">
        <pc:chgData name="Mohammad Salman" userId="cfd6754c-e613-4f6f-bb98-36aef69d8c31" providerId="ADAL" clId="{736462BC-AC4B-4425-A2B4-6C569F847DA7}" dt="2023-09-25T11:12:00.555" v="7115" actId="47"/>
        <pc:sldMkLst>
          <pc:docMk/>
          <pc:sldMk cId="4246953000" sldId="334"/>
        </pc:sldMkLst>
        <pc:spChg chg="mod">
          <ac:chgData name="Mohammad Salman" userId="cfd6754c-e613-4f6f-bb98-36aef69d8c31" providerId="ADAL" clId="{736462BC-AC4B-4425-A2B4-6C569F847DA7}" dt="2023-09-23T10:54:24.739" v="1911" actId="20577"/>
          <ac:spMkLst>
            <pc:docMk/>
            <pc:sldMk cId="4246953000" sldId="334"/>
            <ac:spMk id="2" creationId="{8F542893-E54D-A000-B8D6-54955F3E8C60}"/>
          </ac:spMkLst>
        </pc:spChg>
        <pc:spChg chg="mod">
          <ac:chgData name="Mohammad Salman" userId="cfd6754c-e613-4f6f-bb98-36aef69d8c31" providerId="ADAL" clId="{736462BC-AC4B-4425-A2B4-6C569F847DA7}" dt="2023-09-23T11:27:34.528" v="3388" actId="20577"/>
          <ac:spMkLst>
            <pc:docMk/>
            <pc:sldMk cId="4246953000" sldId="334"/>
            <ac:spMk id="3" creationId="{084CC001-FF85-1C5F-E59F-CE8F2184DCA0}"/>
          </ac:spMkLst>
        </pc:spChg>
      </pc:sldChg>
      <pc:sldChg chg="new del">
        <pc:chgData name="Mohammad Salman" userId="cfd6754c-e613-4f6f-bb98-36aef69d8c31" providerId="ADAL" clId="{736462BC-AC4B-4425-A2B4-6C569F847DA7}" dt="2023-09-25T11:10:20.168" v="7057" actId="47"/>
        <pc:sldMkLst>
          <pc:docMk/>
          <pc:sldMk cId="3477298921" sldId="335"/>
        </pc:sldMkLst>
      </pc:sldChg>
      <pc:sldChg chg="addSp delSp modSp new mod modAnim">
        <pc:chgData name="Mohammad Salman" userId="cfd6754c-e613-4f6f-bb98-36aef69d8c31" providerId="ADAL" clId="{736462BC-AC4B-4425-A2B4-6C569F847DA7}" dt="2023-09-23T11:10:15.498" v="2709" actId="1076"/>
        <pc:sldMkLst>
          <pc:docMk/>
          <pc:sldMk cId="3620655750" sldId="336"/>
        </pc:sldMkLst>
        <pc:spChg chg="del">
          <ac:chgData name="Mohammad Salman" userId="cfd6754c-e613-4f6f-bb98-36aef69d8c31" providerId="ADAL" clId="{736462BC-AC4B-4425-A2B4-6C569F847DA7}" dt="2023-09-23T11:07:41.684" v="2578" actId="478"/>
          <ac:spMkLst>
            <pc:docMk/>
            <pc:sldMk cId="3620655750" sldId="336"/>
            <ac:spMk id="2" creationId="{F307B4BA-35A0-6477-4006-195877083BF2}"/>
          </ac:spMkLst>
        </pc:spChg>
        <pc:spChg chg="del">
          <ac:chgData name="Mohammad Salman" userId="cfd6754c-e613-4f6f-bb98-36aef69d8c31" providerId="ADAL" clId="{736462BC-AC4B-4425-A2B4-6C569F847DA7}" dt="2023-09-23T11:07:41.684" v="2578" actId="478"/>
          <ac:spMkLst>
            <pc:docMk/>
            <pc:sldMk cId="3620655750" sldId="336"/>
            <ac:spMk id="3" creationId="{B1E554C2-69F7-D7C7-718C-96DA571FB1F2}"/>
          </ac:spMkLst>
        </pc:spChg>
        <pc:spChg chg="add mod">
          <ac:chgData name="Mohammad Salman" userId="cfd6754c-e613-4f6f-bb98-36aef69d8c31" providerId="ADAL" clId="{736462BC-AC4B-4425-A2B4-6C569F847DA7}" dt="2023-09-23T11:10:00.615" v="2707" actId="20577"/>
          <ac:spMkLst>
            <pc:docMk/>
            <pc:sldMk cId="3620655750" sldId="336"/>
            <ac:spMk id="8" creationId="{E19FCB2A-F6C2-24A4-2C86-071A2A17BFFA}"/>
          </ac:spMkLst>
        </pc:spChg>
        <pc:picChg chg="add mod">
          <ac:chgData name="Mohammad Salman" userId="cfd6754c-e613-4f6f-bb98-36aef69d8c31" providerId="ADAL" clId="{736462BC-AC4B-4425-A2B4-6C569F847DA7}" dt="2023-09-23T11:10:15.498" v="2709" actId="1076"/>
          <ac:picMkLst>
            <pc:docMk/>
            <pc:sldMk cId="3620655750" sldId="336"/>
            <ac:picMk id="5" creationId="{BC303A1F-7D55-03CE-7B2E-301534F6439B}"/>
          </ac:picMkLst>
        </pc:picChg>
        <pc:picChg chg="add mod">
          <ac:chgData name="Mohammad Salman" userId="cfd6754c-e613-4f6f-bb98-36aef69d8c31" providerId="ADAL" clId="{736462BC-AC4B-4425-A2B4-6C569F847DA7}" dt="2023-09-23T11:10:10.815" v="2708" actId="1076"/>
          <ac:picMkLst>
            <pc:docMk/>
            <pc:sldMk cId="3620655750" sldId="336"/>
            <ac:picMk id="7" creationId="{EEF3A070-FD61-CC92-9DFD-DAFFDE212513}"/>
          </ac:picMkLst>
        </pc:picChg>
      </pc:sldChg>
      <pc:sldChg chg="addSp delSp modSp new mod modAnim">
        <pc:chgData name="Mohammad Salman" userId="cfd6754c-e613-4f6f-bb98-36aef69d8c31" providerId="ADAL" clId="{736462BC-AC4B-4425-A2B4-6C569F847DA7}" dt="2023-09-23T14:25:50.835" v="6796"/>
        <pc:sldMkLst>
          <pc:docMk/>
          <pc:sldMk cId="3027790104" sldId="337"/>
        </pc:sldMkLst>
        <pc:spChg chg="del">
          <ac:chgData name="Mohammad Salman" userId="cfd6754c-e613-4f6f-bb98-36aef69d8c31" providerId="ADAL" clId="{736462BC-AC4B-4425-A2B4-6C569F847DA7}" dt="2023-09-23T11:12:18.316" v="2711" actId="478"/>
          <ac:spMkLst>
            <pc:docMk/>
            <pc:sldMk cId="3027790104" sldId="337"/>
            <ac:spMk id="2" creationId="{6917BDB0-A1DB-AA3A-4D96-EB3E33114F8C}"/>
          </ac:spMkLst>
        </pc:spChg>
        <pc:spChg chg="del">
          <ac:chgData name="Mohammad Salman" userId="cfd6754c-e613-4f6f-bb98-36aef69d8c31" providerId="ADAL" clId="{736462BC-AC4B-4425-A2B4-6C569F847DA7}" dt="2023-09-23T11:12:18.316" v="2711" actId="478"/>
          <ac:spMkLst>
            <pc:docMk/>
            <pc:sldMk cId="3027790104" sldId="337"/>
            <ac:spMk id="3" creationId="{F6FF5CD9-E8D0-29C3-6B0C-254BB5F8E95C}"/>
          </ac:spMkLst>
        </pc:spChg>
        <pc:spChg chg="add mod">
          <ac:chgData name="Mohammad Salman" userId="cfd6754c-e613-4f6f-bb98-36aef69d8c31" providerId="ADAL" clId="{736462BC-AC4B-4425-A2B4-6C569F847DA7}" dt="2023-09-23T11:17:02.032" v="3151" actId="14100"/>
          <ac:spMkLst>
            <pc:docMk/>
            <pc:sldMk cId="3027790104" sldId="337"/>
            <ac:spMk id="6" creationId="{50132CC9-85D9-F431-01A3-B6CCCB648DAB}"/>
          </ac:spMkLst>
        </pc:spChg>
        <pc:spChg chg="add mod">
          <ac:chgData name="Mohammad Salman" userId="cfd6754c-e613-4f6f-bb98-36aef69d8c31" providerId="ADAL" clId="{736462BC-AC4B-4425-A2B4-6C569F847DA7}" dt="2023-09-23T11:15:18.633" v="3083" actId="14100"/>
          <ac:spMkLst>
            <pc:docMk/>
            <pc:sldMk cId="3027790104" sldId="337"/>
            <ac:spMk id="7" creationId="{3FB772F2-D564-C814-8353-9AA529FB757D}"/>
          </ac:spMkLst>
        </pc:spChg>
        <pc:picChg chg="add mod">
          <ac:chgData name="Mohammad Salman" userId="cfd6754c-e613-4f6f-bb98-36aef69d8c31" providerId="ADAL" clId="{736462BC-AC4B-4425-A2B4-6C569F847DA7}" dt="2023-09-23T11:12:34.945" v="2716" actId="1076"/>
          <ac:picMkLst>
            <pc:docMk/>
            <pc:sldMk cId="3027790104" sldId="337"/>
            <ac:picMk id="5" creationId="{082F567C-4BD8-7D2A-3AEA-E6FF52D5481D}"/>
          </ac:picMkLst>
        </pc:picChg>
      </pc:sldChg>
      <pc:sldChg chg="addSp delSp modSp new mod setBg modClrScheme chgLayout">
        <pc:chgData name="Mohammad Salman" userId="cfd6754c-e613-4f6f-bb98-36aef69d8c31" providerId="ADAL" clId="{736462BC-AC4B-4425-A2B4-6C569F847DA7}" dt="2023-09-23T11:28:33.583" v="3408"/>
        <pc:sldMkLst>
          <pc:docMk/>
          <pc:sldMk cId="2677220941" sldId="338"/>
        </pc:sldMkLst>
        <pc:spChg chg="del mod ord">
          <ac:chgData name="Mohammad Salman" userId="cfd6754c-e613-4f6f-bb98-36aef69d8c31" providerId="ADAL" clId="{736462BC-AC4B-4425-A2B4-6C569F847DA7}" dt="2023-09-23T11:28:21.120" v="3390" actId="700"/>
          <ac:spMkLst>
            <pc:docMk/>
            <pc:sldMk cId="2677220941" sldId="338"/>
            <ac:spMk id="2" creationId="{F92F8901-E982-287B-2E60-328CB6BA6021}"/>
          </ac:spMkLst>
        </pc:spChg>
        <pc:spChg chg="del mod ord">
          <ac:chgData name="Mohammad Salman" userId="cfd6754c-e613-4f6f-bb98-36aef69d8c31" providerId="ADAL" clId="{736462BC-AC4B-4425-A2B4-6C569F847DA7}" dt="2023-09-23T11:28:21.120" v="3390" actId="700"/>
          <ac:spMkLst>
            <pc:docMk/>
            <pc:sldMk cId="2677220941" sldId="338"/>
            <ac:spMk id="3" creationId="{C448D98E-AE78-847B-AEFB-7A0D97ED5079}"/>
          </ac:spMkLst>
        </pc:spChg>
        <pc:spChg chg="add mod ord">
          <ac:chgData name="Mohammad Salman" userId="cfd6754c-e613-4f6f-bb98-36aef69d8c31" providerId="ADAL" clId="{736462BC-AC4B-4425-A2B4-6C569F847DA7}" dt="2023-09-23T11:28:29.776" v="3407" actId="113"/>
          <ac:spMkLst>
            <pc:docMk/>
            <pc:sldMk cId="2677220941" sldId="338"/>
            <ac:spMk id="4" creationId="{C2651F92-230A-3E77-AFF7-EAE758DB8B85}"/>
          </ac:spMkLst>
        </pc:spChg>
        <pc:spChg chg="add mod ord">
          <ac:chgData name="Mohammad Salman" userId="cfd6754c-e613-4f6f-bb98-36aef69d8c31" providerId="ADAL" clId="{736462BC-AC4B-4425-A2B4-6C569F847DA7}" dt="2023-09-23T11:28:21.120" v="3390" actId="700"/>
          <ac:spMkLst>
            <pc:docMk/>
            <pc:sldMk cId="2677220941" sldId="338"/>
            <ac:spMk id="5" creationId="{8D6E19BC-5863-5864-744C-17B9B2E59810}"/>
          </ac:spMkLst>
        </pc:spChg>
      </pc:sldChg>
      <pc:sldChg chg="addSp delSp modSp new del mod setBg">
        <pc:chgData name="Mohammad Salman" userId="cfd6754c-e613-4f6f-bb98-36aef69d8c31" providerId="ADAL" clId="{736462BC-AC4B-4425-A2B4-6C569F847DA7}" dt="2023-09-25T11:10:34.051" v="7059" actId="47"/>
        <pc:sldMkLst>
          <pc:docMk/>
          <pc:sldMk cId="4205844942" sldId="339"/>
        </pc:sldMkLst>
        <pc:spChg chg="add del mod">
          <ac:chgData name="Mohammad Salman" userId="cfd6754c-e613-4f6f-bb98-36aef69d8c31" providerId="ADAL" clId="{736462BC-AC4B-4425-A2B4-6C569F847DA7}" dt="2023-09-23T11:33:57.221" v="3428" actId="478"/>
          <ac:spMkLst>
            <pc:docMk/>
            <pc:sldMk cId="4205844942" sldId="339"/>
            <ac:spMk id="2" creationId="{D4603480-DE4F-D477-3FF1-83D2B40AD378}"/>
          </ac:spMkLst>
        </pc:spChg>
        <pc:spChg chg="mod">
          <ac:chgData name="Mohammad Salman" userId="cfd6754c-e613-4f6f-bb98-36aef69d8c31" providerId="ADAL" clId="{736462BC-AC4B-4425-A2B4-6C569F847DA7}" dt="2023-09-23T11:36:17.153" v="3745" actId="20577"/>
          <ac:spMkLst>
            <pc:docMk/>
            <pc:sldMk cId="4205844942" sldId="339"/>
            <ac:spMk id="3" creationId="{D950198F-6EE7-0D40-F66E-BB7CF8C3ECA8}"/>
          </ac:spMkLst>
        </pc:spChg>
        <pc:spChg chg="add del mod">
          <ac:chgData name="Mohammad Salman" userId="cfd6754c-e613-4f6f-bb98-36aef69d8c31" providerId="ADAL" clId="{736462BC-AC4B-4425-A2B4-6C569F847DA7}" dt="2023-09-23T11:33:57.221" v="3428" actId="478"/>
          <ac:spMkLst>
            <pc:docMk/>
            <pc:sldMk cId="4205844942" sldId="339"/>
            <ac:spMk id="5" creationId="{8BB3C4E7-86A9-DC02-F5DD-94987716683F}"/>
          </ac:spMkLst>
        </pc:spChg>
      </pc:sldChg>
      <pc:sldChg chg="modSp new mod">
        <pc:chgData name="Mohammad Salman" userId="cfd6754c-e613-4f6f-bb98-36aef69d8c31" providerId="ADAL" clId="{736462BC-AC4B-4425-A2B4-6C569F847DA7}" dt="2023-09-23T13:13:11.527" v="4161" actId="27636"/>
        <pc:sldMkLst>
          <pc:docMk/>
          <pc:sldMk cId="1574593431" sldId="340"/>
        </pc:sldMkLst>
        <pc:spChg chg="mod">
          <ac:chgData name="Mohammad Salman" userId="cfd6754c-e613-4f6f-bb98-36aef69d8c31" providerId="ADAL" clId="{736462BC-AC4B-4425-A2B4-6C569F847DA7}" dt="2023-09-23T13:11:43.923" v="4042" actId="20577"/>
          <ac:spMkLst>
            <pc:docMk/>
            <pc:sldMk cId="1574593431" sldId="340"/>
            <ac:spMk id="2" creationId="{487BBC32-3F7C-9DD6-E714-9A6BD9E20C94}"/>
          </ac:spMkLst>
        </pc:spChg>
        <pc:spChg chg="mod">
          <ac:chgData name="Mohammad Salman" userId="cfd6754c-e613-4f6f-bb98-36aef69d8c31" providerId="ADAL" clId="{736462BC-AC4B-4425-A2B4-6C569F847DA7}" dt="2023-09-23T13:13:11.527" v="4161" actId="27636"/>
          <ac:spMkLst>
            <pc:docMk/>
            <pc:sldMk cId="1574593431" sldId="340"/>
            <ac:spMk id="3" creationId="{097B1A95-2B72-6DDE-AB50-BCFF26185A9E}"/>
          </ac:spMkLst>
        </pc:spChg>
      </pc:sldChg>
      <pc:sldChg chg="modSp new mod">
        <pc:chgData name="Mohammad Salman" userId="cfd6754c-e613-4f6f-bb98-36aef69d8c31" providerId="ADAL" clId="{736462BC-AC4B-4425-A2B4-6C569F847DA7}" dt="2023-09-23T13:17:12.094" v="4670" actId="20577"/>
        <pc:sldMkLst>
          <pc:docMk/>
          <pc:sldMk cId="298728044" sldId="341"/>
        </pc:sldMkLst>
        <pc:spChg chg="mod">
          <ac:chgData name="Mohammad Salman" userId="cfd6754c-e613-4f6f-bb98-36aef69d8c31" providerId="ADAL" clId="{736462BC-AC4B-4425-A2B4-6C569F847DA7}" dt="2023-09-23T13:13:57.553" v="4175" actId="5793"/>
          <ac:spMkLst>
            <pc:docMk/>
            <pc:sldMk cId="298728044" sldId="341"/>
            <ac:spMk id="2" creationId="{C9689960-9669-EABE-0FB0-2BB5DB482E11}"/>
          </ac:spMkLst>
        </pc:spChg>
        <pc:spChg chg="mod">
          <ac:chgData name="Mohammad Salman" userId="cfd6754c-e613-4f6f-bb98-36aef69d8c31" providerId="ADAL" clId="{736462BC-AC4B-4425-A2B4-6C569F847DA7}" dt="2023-09-23T13:17:12.094" v="4670" actId="20577"/>
          <ac:spMkLst>
            <pc:docMk/>
            <pc:sldMk cId="298728044" sldId="341"/>
            <ac:spMk id="3" creationId="{8AA799EC-3844-C3E9-B6B9-7923D57D1CBA}"/>
          </ac:spMkLst>
        </pc:spChg>
      </pc:sldChg>
      <pc:sldChg chg="modSp add mod">
        <pc:chgData name="Mohammad Salman" userId="cfd6754c-e613-4f6f-bb98-36aef69d8c31" providerId="ADAL" clId="{736462BC-AC4B-4425-A2B4-6C569F847DA7}" dt="2023-09-25T11:16:46.599" v="7124" actId="113"/>
        <pc:sldMkLst>
          <pc:docMk/>
          <pc:sldMk cId="4077616087" sldId="342"/>
        </pc:sldMkLst>
        <pc:spChg chg="mod">
          <ac:chgData name="Mohammad Salman" userId="cfd6754c-e613-4f6f-bb98-36aef69d8c31" providerId="ADAL" clId="{736462BC-AC4B-4425-A2B4-6C569F847DA7}" dt="2023-09-25T11:16:46.599" v="7124" actId="113"/>
          <ac:spMkLst>
            <pc:docMk/>
            <pc:sldMk cId="4077616087" sldId="342"/>
            <ac:spMk id="3" creationId="{8AA799EC-3844-C3E9-B6B9-7923D57D1CBA}"/>
          </ac:spMkLst>
        </pc:spChg>
      </pc:sldChg>
      <pc:sldChg chg="addSp modSp new del mod modNotesTx">
        <pc:chgData name="Mohammad Salman" userId="cfd6754c-e613-4f6f-bb98-36aef69d8c31" providerId="ADAL" clId="{736462BC-AC4B-4425-A2B4-6C569F847DA7}" dt="2023-09-25T11:18:37.728" v="7125" actId="47"/>
        <pc:sldMkLst>
          <pc:docMk/>
          <pc:sldMk cId="3767449650" sldId="343"/>
        </pc:sldMkLst>
        <pc:spChg chg="mod">
          <ac:chgData name="Mohammad Salman" userId="cfd6754c-e613-4f6f-bb98-36aef69d8c31" providerId="ADAL" clId="{736462BC-AC4B-4425-A2B4-6C569F847DA7}" dt="2023-09-23T13:25:36.417" v="4946" actId="20577"/>
          <ac:spMkLst>
            <pc:docMk/>
            <pc:sldMk cId="3767449650" sldId="343"/>
            <ac:spMk id="2" creationId="{F7EF77B1-7523-7872-B91A-024DACB3F7F1}"/>
          </ac:spMkLst>
        </pc:spChg>
        <pc:spChg chg="mod">
          <ac:chgData name="Mohammad Salman" userId="cfd6754c-e613-4f6f-bb98-36aef69d8c31" providerId="ADAL" clId="{736462BC-AC4B-4425-A2B4-6C569F847DA7}" dt="2023-09-23T13:30:50.204" v="5360" actId="122"/>
          <ac:spMkLst>
            <pc:docMk/>
            <pc:sldMk cId="3767449650" sldId="343"/>
            <ac:spMk id="3" creationId="{9E643794-0699-5CAA-0EFD-C96CEF66C3F5}"/>
          </ac:spMkLst>
        </pc:spChg>
        <pc:spChg chg="add mod">
          <ac:chgData name="Mohammad Salman" userId="cfd6754c-e613-4f6f-bb98-36aef69d8c31" providerId="ADAL" clId="{736462BC-AC4B-4425-A2B4-6C569F847DA7}" dt="2023-09-23T13:30:09.062" v="5322" actId="207"/>
          <ac:spMkLst>
            <pc:docMk/>
            <pc:sldMk cId="3767449650" sldId="343"/>
            <ac:spMk id="4" creationId="{2C5A4A23-DE62-4FA7-F331-A50D65EB0A01}"/>
          </ac:spMkLst>
        </pc:spChg>
      </pc:sldChg>
      <pc:sldChg chg="addSp delSp modSp add del mod delAnim modAnim">
        <pc:chgData name="Mohammad Salman" userId="cfd6754c-e613-4f6f-bb98-36aef69d8c31" providerId="ADAL" clId="{736462BC-AC4B-4425-A2B4-6C569F847DA7}" dt="2023-09-25T11:18:56" v="7129" actId="47"/>
        <pc:sldMkLst>
          <pc:docMk/>
          <pc:sldMk cId="4255701404" sldId="344"/>
        </pc:sldMkLst>
        <pc:spChg chg="mod">
          <ac:chgData name="Mohammad Salman" userId="cfd6754c-e613-4f6f-bb98-36aef69d8c31" providerId="ADAL" clId="{736462BC-AC4B-4425-A2B4-6C569F847DA7}" dt="2023-09-23T13:56:53.118" v="5779" actId="20577"/>
          <ac:spMkLst>
            <pc:docMk/>
            <pc:sldMk cId="4255701404" sldId="344"/>
            <ac:spMk id="3" creationId="{9E643794-0699-5CAA-0EFD-C96CEF66C3F5}"/>
          </ac:spMkLst>
        </pc:spChg>
        <pc:spChg chg="del">
          <ac:chgData name="Mohammad Salman" userId="cfd6754c-e613-4f6f-bb98-36aef69d8c31" providerId="ADAL" clId="{736462BC-AC4B-4425-A2B4-6C569F847DA7}" dt="2023-09-23T14:04:33.322" v="5985" actId="478"/>
          <ac:spMkLst>
            <pc:docMk/>
            <pc:sldMk cId="4255701404" sldId="344"/>
            <ac:spMk id="4" creationId="{2C5A4A23-DE62-4FA7-F331-A50D65EB0A01}"/>
          </ac:spMkLst>
        </pc:spChg>
        <pc:spChg chg="add del mod">
          <ac:chgData name="Mohammad Salman" userId="cfd6754c-e613-4f6f-bb98-36aef69d8c31" providerId="ADAL" clId="{736462BC-AC4B-4425-A2B4-6C569F847DA7}" dt="2023-09-25T11:18:48.643" v="7126" actId="21"/>
          <ac:spMkLst>
            <pc:docMk/>
            <pc:sldMk cId="4255701404" sldId="344"/>
            <ac:spMk id="5" creationId="{BEC712B9-7C4B-50F9-A105-2C15018013B5}"/>
          </ac:spMkLst>
        </pc:spChg>
      </pc:sldChg>
      <pc:sldChg chg="addSp delSp modSp new mod setBg modClrScheme chgLayout">
        <pc:chgData name="Mohammad Salman" userId="cfd6754c-e613-4f6f-bb98-36aef69d8c31" providerId="ADAL" clId="{736462BC-AC4B-4425-A2B4-6C569F847DA7}" dt="2023-09-24T10:17:09.791" v="6990" actId="1076"/>
        <pc:sldMkLst>
          <pc:docMk/>
          <pc:sldMk cId="4056620834" sldId="345"/>
        </pc:sldMkLst>
        <pc:spChg chg="del mod ord">
          <ac:chgData name="Mohammad Salman" userId="cfd6754c-e613-4f6f-bb98-36aef69d8c31" providerId="ADAL" clId="{736462BC-AC4B-4425-A2B4-6C569F847DA7}" dt="2023-09-23T13:57:39.265" v="5781" actId="700"/>
          <ac:spMkLst>
            <pc:docMk/>
            <pc:sldMk cId="4056620834" sldId="345"/>
            <ac:spMk id="2" creationId="{7BB0C71F-5B80-1584-B099-65086009F1BB}"/>
          </ac:spMkLst>
        </pc:spChg>
        <pc:spChg chg="del mod ord">
          <ac:chgData name="Mohammad Salman" userId="cfd6754c-e613-4f6f-bb98-36aef69d8c31" providerId="ADAL" clId="{736462BC-AC4B-4425-A2B4-6C569F847DA7}" dt="2023-09-23T13:57:39.265" v="5781" actId="700"/>
          <ac:spMkLst>
            <pc:docMk/>
            <pc:sldMk cId="4056620834" sldId="345"/>
            <ac:spMk id="3" creationId="{B09CFD56-F6A2-1589-3945-86AD95471976}"/>
          </ac:spMkLst>
        </pc:spChg>
        <pc:spChg chg="add mod">
          <ac:chgData name="Mohammad Salman" userId="cfd6754c-e613-4f6f-bb98-36aef69d8c31" providerId="ADAL" clId="{736462BC-AC4B-4425-A2B4-6C569F847DA7}" dt="2023-09-24T10:17:09.791" v="6990" actId="1076"/>
          <ac:spMkLst>
            <pc:docMk/>
            <pc:sldMk cId="4056620834" sldId="345"/>
            <ac:spMk id="3" creationId="{D4896A57-4A13-DD61-B80F-E1A8626DEF7E}"/>
          </ac:spMkLst>
        </pc:spChg>
        <pc:spChg chg="add mod ord">
          <ac:chgData name="Mohammad Salman" userId="cfd6754c-e613-4f6f-bb98-36aef69d8c31" providerId="ADAL" clId="{736462BC-AC4B-4425-A2B4-6C569F847DA7}" dt="2023-09-23T13:57:41.626" v="5792" actId="20577"/>
          <ac:spMkLst>
            <pc:docMk/>
            <pc:sldMk cId="4056620834" sldId="345"/>
            <ac:spMk id="4" creationId="{60225530-7734-0AA7-8B74-CFB7D6919126}"/>
          </ac:spMkLst>
        </pc:spChg>
        <pc:spChg chg="add mod ord">
          <ac:chgData name="Mohammad Salman" userId="cfd6754c-e613-4f6f-bb98-36aef69d8c31" providerId="ADAL" clId="{736462BC-AC4B-4425-A2B4-6C569F847DA7}" dt="2023-09-24T10:15:25.368" v="6948" actId="20577"/>
          <ac:spMkLst>
            <pc:docMk/>
            <pc:sldMk cId="4056620834" sldId="345"/>
            <ac:spMk id="5" creationId="{815B8DD8-B053-6F8F-C9B2-A96BCAAC12AF}"/>
          </ac:spMkLst>
        </pc:spChg>
      </pc:sldChg>
      <pc:sldChg chg="addSp delSp modSp new mod setBg modClrScheme chgLayout">
        <pc:chgData name="Mohammad Salman" userId="cfd6754c-e613-4f6f-bb98-36aef69d8c31" providerId="ADAL" clId="{736462BC-AC4B-4425-A2B4-6C569F847DA7}" dt="2023-09-23T14:04:08.091" v="5984" actId="20577"/>
        <pc:sldMkLst>
          <pc:docMk/>
          <pc:sldMk cId="121338668" sldId="346"/>
        </pc:sldMkLst>
        <pc:spChg chg="del mod ord">
          <ac:chgData name="Mohammad Salman" userId="cfd6754c-e613-4f6f-bb98-36aef69d8c31" providerId="ADAL" clId="{736462BC-AC4B-4425-A2B4-6C569F847DA7}" dt="2023-09-23T13:58:26.786" v="5836" actId="700"/>
          <ac:spMkLst>
            <pc:docMk/>
            <pc:sldMk cId="121338668" sldId="346"/>
            <ac:spMk id="2" creationId="{CA6E506E-4B12-E4A1-D1D2-EEB222D85409}"/>
          </ac:spMkLst>
        </pc:spChg>
        <pc:spChg chg="del mod ord">
          <ac:chgData name="Mohammad Salman" userId="cfd6754c-e613-4f6f-bb98-36aef69d8c31" providerId="ADAL" clId="{736462BC-AC4B-4425-A2B4-6C569F847DA7}" dt="2023-09-23T13:58:26.786" v="5836" actId="700"/>
          <ac:spMkLst>
            <pc:docMk/>
            <pc:sldMk cId="121338668" sldId="346"/>
            <ac:spMk id="3" creationId="{57AE03BF-D0A6-5522-B1E4-AA639EC22CE2}"/>
          </ac:spMkLst>
        </pc:spChg>
        <pc:spChg chg="add mod ord">
          <ac:chgData name="Mohammad Salman" userId="cfd6754c-e613-4f6f-bb98-36aef69d8c31" providerId="ADAL" clId="{736462BC-AC4B-4425-A2B4-6C569F847DA7}" dt="2023-09-23T13:58:35.610" v="5875" actId="20577"/>
          <ac:spMkLst>
            <pc:docMk/>
            <pc:sldMk cId="121338668" sldId="346"/>
            <ac:spMk id="4" creationId="{DD871B46-CE00-E269-0156-CE358D5369E8}"/>
          </ac:spMkLst>
        </pc:spChg>
        <pc:spChg chg="add mod ord">
          <ac:chgData name="Mohammad Salman" userId="cfd6754c-e613-4f6f-bb98-36aef69d8c31" providerId="ADAL" clId="{736462BC-AC4B-4425-A2B4-6C569F847DA7}" dt="2023-09-23T14:04:08.091" v="5984" actId="20577"/>
          <ac:spMkLst>
            <pc:docMk/>
            <pc:sldMk cId="121338668" sldId="346"/>
            <ac:spMk id="5" creationId="{06116101-6255-C7B4-9C12-7B9975020B14}"/>
          </ac:spMkLst>
        </pc:spChg>
      </pc:sldChg>
      <pc:sldChg chg="addSp modSp new mod modAnim">
        <pc:chgData name="Mohammad Salman" userId="cfd6754c-e613-4f6f-bb98-36aef69d8c31" providerId="ADAL" clId="{736462BC-AC4B-4425-A2B4-6C569F847DA7}" dt="2023-09-25T11:19:54.930" v="7187" actId="14100"/>
        <pc:sldMkLst>
          <pc:docMk/>
          <pc:sldMk cId="4185581565" sldId="347"/>
        </pc:sldMkLst>
        <pc:spChg chg="mod">
          <ac:chgData name="Mohammad Salman" userId="cfd6754c-e613-4f6f-bb98-36aef69d8c31" providerId="ADAL" clId="{736462BC-AC4B-4425-A2B4-6C569F847DA7}" dt="2023-09-23T14:15:13.247" v="6701" actId="20577"/>
          <ac:spMkLst>
            <pc:docMk/>
            <pc:sldMk cId="4185581565" sldId="347"/>
            <ac:spMk id="2" creationId="{C4ABE4B0-E61E-9E09-7476-925CC989D729}"/>
          </ac:spMkLst>
        </pc:spChg>
        <pc:spChg chg="mod">
          <ac:chgData name="Mohammad Salman" userId="cfd6754c-e613-4f6f-bb98-36aef69d8c31" providerId="ADAL" clId="{736462BC-AC4B-4425-A2B4-6C569F847DA7}" dt="2023-09-23T14:15:24.586" v="6705" actId="20577"/>
          <ac:spMkLst>
            <pc:docMk/>
            <pc:sldMk cId="4185581565" sldId="347"/>
            <ac:spMk id="3" creationId="{A60C4AFE-C585-B138-D865-72928635B8E4}"/>
          </ac:spMkLst>
        </pc:spChg>
        <pc:spChg chg="add mod">
          <ac:chgData name="Mohammad Salman" userId="cfd6754c-e613-4f6f-bb98-36aef69d8c31" providerId="ADAL" clId="{736462BC-AC4B-4425-A2B4-6C569F847DA7}" dt="2023-09-25T11:19:54.930" v="7187" actId="14100"/>
          <ac:spMkLst>
            <pc:docMk/>
            <pc:sldMk cId="4185581565" sldId="347"/>
            <ac:spMk id="4" creationId="{F0739DBB-D28B-D44C-16A4-1EE91837F9FE}"/>
          </ac:spMkLst>
        </pc:spChg>
      </pc:sldChg>
      <pc:sldChg chg="addSp delSp modSp new mod setBg">
        <pc:chgData name="Mohammad Salman" userId="cfd6754c-e613-4f6f-bb98-36aef69d8c31" providerId="ADAL" clId="{736462BC-AC4B-4425-A2B4-6C569F847DA7}" dt="2023-09-23T14:17:02.980" v="6711"/>
        <pc:sldMkLst>
          <pc:docMk/>
          <pc:sldMk cId="3823424852" sldId="348"/>
        </pc:sldMkLst>
        <pc:spChg chg="del">
          <ac:chgData name="Mohammad Salman" userId="cfd6754c-e613-4f6f-bb98-36aef69d8c31" providerId="ADAL" clId="{736462BC-AC4B-4425-A2B4-6C569F847DA7}" dt="2023-09-23T14:16:46.015" v="6707" actId="478"/>
          <ac:spMkLst>
            <pc:docMk/>
            <pc:sldMk cId="3823424852" sldId="348"/>
            <ac:spMk id="2" creationId="{0B062C75-189B-BFC9-3547-76FC9B8DA133}"/>
          </ac:spMkLst>
        </pc:spChg>
        <pc:spChg chg="del">
          <ac:chgData name="Mohammad Salman" userId="cfd6754c-e613-4f6f-bb98-36aef69d8c31" providerId="ADAL" clId="{736462BC-AC4B-4425-A2B4-6C569F847DA7}" dt="2023-09-23T14:16:46.015" v="6707" actId="478"/>
          <ac:spMkLst>
            <pc:docMk/>
            <pc:sldMk cId="3823424852" sldId="348"/>
            <ac:spMk id="3" creationId="{63A1BCF9-3176-6DDF-E906-D93722FC214E}"/>
          </ac:spMkLst>
        </pc:spChg>
        <pc:picChg chg="add mod">
          <ac:chgData name="Mohammad Salman" userId="cfd6754c-e613-4f6f-bb98-36aef69d8c31" providerId="ADAL" clId="{736462BC-AC4B-4425-A2B4-6C569F847DA7}" dt="2023-09-23T14:16:52.655" v="6710" actId="1076"/>
          <ac:picMkLst>
            <pc:docMk/>
            <pc:sldMk cId="3823424852" sldId="348"/>
            <ac:picMk id="5" creationId="{0AEEBA08-914B-FA02-8474-7DC1B80AA414}"/>
          </ac:picMkLst>
        </pc:picChg>
      </pc:sldChg>
      <pc:sldChg chg="addSp delSp modSp new mod setBg modClrScheme chgLayout">
        <pc:chgData name="Mohammad Salman" userId="cfd6754c-e613-4f6f-bb98-36aef69d8c31" providerId="ADAL" clId="{736462BC-AC4B-4425-A2B4-6C569F847DA7}" dt="2023-09-23T14:20:07.350" v="6790"/>
        <pc:sldMkLst>
          <pc:docMk/>
          <pc:sldMk cId="3831581962" sldId="349"/>
        </pc:sldMkLst>
        <pc:spChg chg="del mod ord">
          <ac:chgData name="Mohammad Salman" userId="cfd6754c-e613-4f6f-bb98-36aef69d8c31" providerId="ADAL" clId="{736462BC-AC4B-4425-A2B4-6C569F847DA7}" dt="2023-09-23T14:19:41.234" v="6713" actId="700"/>
          <ac:spMkLst>
            <pc:docMk/>
            <pc:sldMk cId="3831581962" sldId="349"/>
            <ac:spMk id="2" creationId="{60EBE09B-EB4E-BAD7-9E99-9DAF0E5D98D7}"/>
          </ac:spMkLst>
        </pc:spChg>
        <pc:spChg chg="del mod ord">
          <ac:chgData name="Mohammad Salman" userId="cfd6754c-e613-4f6f-bb98-36aef69d8c31" providerId="ADAL" clId="{736462BC-AC4B-4425-A2B4-6C569F847DA7}" dt="2023-09-23T14:19:41.234" v="6713" actId="700"/>
          <ac:spMkLst>
            <pc:docMk/>
            <pc:sldMk cId="3831581962" sldId="349"/>
            <ac:spMk id="3" creationId="{32441786-E802-724A-F119-F6D8DC2F91B6}"/>
          </ac:spMkLst>
        </pc:spChg>
        <pc:spChg chg="add mod ord">
          <ac:chgData name="Mohammad Salman" userId="cfd6754c-e613-4f6f-bb98-36aef69d8c31" providerId="ADAL" clId="{736462BC-AC4B-4425-A2B4-6C569F847DA7}" dt="2023-09-23T14:19:45.171" v="6732" actId="20577"/>
          <ac:spMkLst>
            <pc:docMk/>
            <pc:sldMk cId="3831581962" sldId="349"/>
            <ac:spMk id="4" creationId="{177CDA7F-503D-5DA0-C153-D1A2F3B311B5}"/>
          </ac:spMkLst>
        </pc:spChg>
        <pc:spChg chg="add mod ord">
          <ac:chgData name="Mohammad Salman" userId="cfd6754c-e613-4f6f-bb98-36aef69d8c31" providerId="ADAL" clId="{736462BC-AC4B-4425-A2B4-6C569F847DA7}" dt="2023-09-23T14:20:03.412" v="6789" actId="114"/>
          <ac:spMkLst>
            <pc:docMk/>
            <pc:sldMk cId="3831581962" sldId="349"/>
            <ac:spMk id="5" creationId="{AC2BDCF4-4598-D8D1-67B3-AE5F5FAE6C31}"/>
          </ac:spMkLst>
        </pc:spChg>
      </pc:sldChg>
      <pc:sldChg chg="modSp new del mod ord">
        <pc:chgData name="Mohammad Salman" userId="cfd6754c-e613-4f6f-bb98-36aef69d8c31" providerId="ADAL" clId="{736462BC-AC4B-4425-A2B4-6C569F847DA7}" dt="2023-09-25T11:12:31.926" v="7118" actId="47"/>
        <pc:sldMkLst>
          <pc:docMk/>
          <pc:sldMk cId="817421517" sldId="350"/>
        </pc:sldMkLst>
        <pc:spChg chg="mod">
          <ac:chgData name="Mohammad Salman" userId="cfd6754c-e613-4f6f-bb98-36aef69d8c31" providerId="ADAL" clId="{736462BC-AC4B-4425-A2B4-6C569F847DA7}" dt="2023-09-23T14:28:36.511" v="6853" actId="20577"/>
          <ac:spMkLst>
            <pc:docMk/>
            <pc:sldMk cId="817421517" sldId="350"/>
            <ac:spMk id="2" creationId="{59404944-7409-8594-2E48-61167EB1F650}"/>
          </ac:spMkLst>
        </pc:spChg>
        <pc:spChg chg="mod">
          <ac:chgData name="Mohammad Salman" userId="cfd6754c-e613-4f6f-bb98-36aef69d8c31" providerId="ADAL" clId="{736462BC-AC4B-4425-A2B4-6C569F847DA7}" dt="2023-09-25T08:34:15.259" v="6992" actId="5793"/>
          <ac:spMkLst>
            <pc:docMk/>
            <pc:sldMk cId="817421517" sldId="350"/>
            <ac:spMk id="3" creationId="{C21CCFDB-338C-A230-E75C-93A6D7E6D714}"/>
          </ac:spMkLst>
        </pc:spChg>
      </pc:sldChg>
      <pc:sldChg chg="addSp delSp modSp new mod modAnim">
        <pc:chgData name="Mohammad Salman" userId="cfd6754c-e613-4f6f-bb98-36aef69d8c31" providerId="ADAL" clId="{736462BC-AC4B-4425-A2B4-6C569F847DA7}" dt="2023-09-25T11:41:09.041" v="8420" actId="20577"/>
        <pc:sldMkLst>
          <pc:docMk/>
          <pc:sldMk cId="3990190123" sldId="350"/>
        </pc:sldMkLst>
        <pc:spChg chg="mod">
          <ac:chgData name="Mohammad Salman" userId="cfd6754c-e613-4f6f-bb98-36aef69d8c31" providerId="ADAL" clId="{736462BC-AC4B-4425-A2B4-6C569F847DA7}" dt="2023-09-25T11:23:41.900" v="7253" actId="20577"/>
          <ac:spMkLst>
            <pc:docMk/>
            <pc:sldMk cId="3990190123" sldId="350"/>
            <ac:spMk id="2" creationId="{BEE1C966-16EA-BC67-067E-99A744BBF72D}"/>
          </ac:spMkLst>
        </pc:spChg>
        <pc:spChg chg="mod">
          <ac:chgData name="Mohammad Salman" userId="cfd6754c-e613-4f6f-bb98-36aef69d8c31" providerId="ADAL" clId="{736462BC-AC4B-4425-A2B4-6C569F847DA7}" dt="2023-09-25T11:41:09.041" v="8420" actId="20577"/>
          <ac:spMkLst>
            <pc:docMk/>
            <pc:sldMk cId="3990190123" sldId="350"/>
            <ac:spMk id="3" creationId="{03BAF89A-4B3C-21C7-5559-AFE39DBC21A2}"/>
          </ac:spMkLst>
        </pc:spChg>
        <pc:spChg chg="add del mod">
          <ac:chgData name="Mohammad Salman" userId="cfd6754c-e613-4f6f-bb98-36aef69d8c31" providerId="ADAL" clId="{736462BC-AC4B-4425-A2B4-6C569F847DA7}" dt="2023-09-25T11:27:20.173" v="7433"/>
          <ac:spMkLst>
            <pc:docMk/>
            <pc:sldMk cId="3990190123" sldId="350"/>
            <ac:spMk id="4" creationId="{A36AF5EA-D29B-5227-4F1A-A49FDAD75C38}"/>
          </ac:spMkLst>
        </pc:spChg>
      </pc:sldChg>
      <pc:sldChg chg="addSp delSp modSp new mod modAnim">
        <pc:chgData name="Mohammad Salman" userId="cfd6754c-e613-4f6f-bb98-36aef69d8c31" providerId="ADAL" clId="{736462BC-AC4B-4425-A2B4-6C569F847DA7}" dt="2023-09-25T11:41:51.633" v="8442" actId="14100"/>
        <pc:sldMkLst>
          <pc:docMk/>
          <pc:sldMk cId="275372500" sldId="351"/>
        </pc:sldMkLst>
        <pc:spChg chg="del">
          <ac:chgData name="Mohammad Salman" userId="cfd6754c-e613-4f6f-bb98-36aef69d8c31" providerId="ADAL" clId="{736462BC-AC4B-4425-A2B4-6C569F847DA7}" dt="2023-09-25T11:24:34.474" v="7416" actId="478"/>
          <ac:spMkLst>
            <pc:docMk/>
            <pc:sldMk cId="275372500" sldId="351"/>
            <ac:spMk id="2" creationId="{BBB346A1-B1E1-5D0B-2B9D-2B5D6AB6BA0B}"/>
          </ac:spMkLst>
        </pc:spChg>
        <pc:spChg chg="del">
          <ac:chgData name="Mohammad Salman" userId="cfd6754c-e613-4f6f-bb98-36aef69d8c31" providerId="ADAL" clId="{736462BC-AC4B-4425-A2B4-6C569F847DA7}" dt="2023-09-25T11:24:34.474" v="7416" actId="478"/>
          <ac:spMkLst>
            <pc:docMk/>
            <pc:sldMk cId="275372500" sldId="351"/>
            <ac:spMk id="3" creationId="{F48DECBC-1665-5110-AD04-CB7246C00D7D}"/>
          </ac:spMkLst>
        </pc:spChg>
        <pc:spChg chg="add del">
          <ac:chgData name="Mohammad Salman" userId="cfd6754c-e613-4f6f-bb98-36aef69d8c31" providerId="ADAL" clId="{736462BC-AC4B-4425-A2B4-6C569F847DA7}" dt="2023-09-25T11:26:24.730" v="7418" actId="22"/>
          <ac:spMkLst>
            <pc:docMk/>
            <pc:sldMk cId="275372500" sldId="351"/>
            <ac:spMk id="5" creationId="{7637E58B-E69F-0836-6CF3-A4B5ED3E48F9}"/>
          </ac:spMkLst>
        </pc:spChg>
        <pc:spChg chg="add mod">
          <ac:chgData name="Mohammad Salman" userId="cfd6754c-e613-4f6f-bb98-36aef69d8c31" providerId="ADAL" clId="{736462BC-AC4B-4425-A2B4-6C569F847DA7}" dt="2023-09-25T11:27:50.695" v="7509" actId="1076"/>
          <ac:spMkLst>
            <pc:docMk/>
            <pc:sldMk cId="275372500" sldId="351"/>
            <ac:spMk id="7" creationId="{ED1562B5-5EAB-145A-2846-2DE8B9B59BE5}"/>
          </ac:spMkLst>
        </pc:spChg>
        <pc:spChg chg="add mod">
          <ac:chgData name="Mohammad Salman" userId="cfd6754c-e613-4f6f-bb98-36aef69d8c31" providerId="ADAL" clId="{736462BC-AC4B-4425-A2B4-6C569F847DA7}" dt="2023-09-25T11:27:55.995" v="7510" actId="1076"/>
          <ac:spMkLst>
            <pc:docMk/>
            <pc:sldMk cId="275372500" sldId="351"/>
            <ac:spMk id="9" creationId="{B92D6A99-13EE-6CB5-8B45-2D179F34BA5F}"/>
          </ac:spMkLst>
        </pc:spChg>
        <pc:spChg chg="add mod">
          <ac:chgData name="Mohammad Salman" userId="cfd6754c-e613-4f6f-bb98-36aef69d8c31" providerId="ADAL" clId="{736462BC-AC4B-4425-A2B4-6C569F847DA7}" dt="2023-09-25T11:41:51.633" v="8442" actId="14100"/>
          <ac:spMkLst>
            <pc:docMk/>
            <pc:sldMk cId="275372500" sldId="351"/>
            <ac:spMk id="10" creationId="{0F160325-8386-26D8-551A-920A756458E3}"/>
          </ac:spMkLst>
        </pc:spChg>
        <pc:spChg chg="add mod">
          <ac:chgData name="Mohammad Salman" userId="cfd6754c-e613-4f6f-bb98-36aef69d8c31" providerId="ADAL" clId="{736462BC-AC4B-4425-A2B4-6C569F847DA7}" dt="2023-09-25T11:28:36.195" v="7514" actId="692"/>
          <ac:spMkLst>
            <pc:docMk/>
            <pc:sldMk cId="275372500" sldId="351"/>
            <ac:spMk id="11" creationId="{32B7E581-BCDB-C75B-31C3-B60C9533B747}"/>
          </ac:spMkLst>
        </pc:spChg>
      </pc:sldChg>
      <pc:sldChg chg="modSp add mod modAnim">
        <pc:chgData name="Mohammad Salman" userId="cfd6754c-e613-4f6f-bb98-36aef69d8c31" providerId="ADAL" clId="{736462BC-AC4B-4425-A2B4-6C569F847DA7}" dt="2023-09-25T11:42:54.249" v="8469" actId="20577"/>
        <pc:sldMkLst>
          <pc:docMk/>
          <pc:sldMk cId="2980128166" sldId="352"/>
        </pc:sldMkLst>
        <pc:spChg chg="mod">
          <ac:chgData name="Mohammad Salman" userId="cfd6754c-e613-4f6f-bb98-36aef69d8c31" providerId="ADAL" clId="{736462BC-AC4B-4425-A2B4-6C569F847DA7}" dt="2023-09-25T11:34:26.964" v="7931" actId="1076"/>
          <ac:spMkLst>
            <pc:docMk/>
            <pc:sldMk cId="2980128166" sldId="352"/>
            <ac:spMk id="7" creationId="{ED1562B5-5EAB-145A-2846-2DE8B9B59BE5}"/>
          </ac:spMkLst>
        </pc:spChg>
        <pc:spChg chg="mod">
          <ac:chgData name="Mohammad Salman" userId="cfd6754c-e613-4f6f-bb98-36aef69d8c31" providerId="ADAL" clId="{736462BC-AC4B-4425-A2B4-6C569F847DA7}" dt="2023-09-25T11:42:54.249" v="8469" actId="20577"/>
          <ac:spMkLst>
            <pc:docMk/>
            <pc:sldMk cId="2980128166" sldId="352"/>
            <ac:spMk id="10" creationId="{0F160325-8386-26D8-551A-920A756458E3}"/>
          </ac:spMkLst>
        </pc:spChg>
      </pc:sldChg>
      <pc:sldChg chg="modSp add mod modAnim">
        <pc:chgData name="Mohammad Salman" userId="cfd6754c-e613-4f6f-bb98-36aef69d8c31" providerId="ADAL" clId="{736462BC-AC4B-4425-A2B4-6C569F847DA7}" dt="2023-09-25T11:39:35.240" v="8237" actId="20577"/>
        <pc:sldMkLst>
          <pc:docMk/>
          <pc:sldMk cId="3587077218" sldId="353"/>
        </pc:sldMkLst>
        <pc:spChg chg="mod">
          <ac:chgData name="Mohammad Salman" userId="cfd6754c-e613-4f6f-bb98-36aef69d8c31" providerId="ADAL" clId="{736462BC-AC4B-4425-A2B4-6C569F847DA7}" dt="2023-09-25T11:36:53.562" v="7939" actId="404"/>
          <ac:spMkLst>
            <pc:docMk/>
            <pc:sldMk cId="3587077218" sldId="353"/>
            <ac:spMk id="7" creationId="{ED1562B5-5EAB-145A-2846-2DE8B9B59BE5}"/>
          </ac:spMkLst>
        </pc:spChg>
        <pc:spChg chg="mod">
          <ac:chgData name="Mohammad Salman" userId="cfd6754c-e613-4f6f-bb98-36aef69d8c31" providerId="ADAL" clId="{736462BC-AC4B-4425-A2B4-6C569F847DA7}" dt="2023-09-25T11:39:35.240" v="8237" actId="20577"/>
          <ac:spMkLst>
            <pc:docMk/>
            <pc:sldMk cId="3587077218" sldId="353"/>
            <ac:spMk id="9" creationId="{B92D6A99-13EE-6CB5-8B45-2D179F34BA5F}"/>
          </ac:spMkLst>
        </pc:spChg>
        <pc:spChg chg="mod">
          <ac:chgData name="Mohammad Salman" userId="cfd6754c-e613-4f6f-bb98-36aef69d8c31" providerId="ADAL" clId="{736462BC-AC4B-4425-A2B4-6C569F847DA7}" dt="2023-09-25T11:39:02.101" v="8223" actId="20577"/>
          <ac:spMkLst>
            <pc:docMk/>
            <pc:sldMk cId="3587077218" sldId="353"/>
            <ac:spMk id="10" creationId="{0F160325-8386-26D8-551A-920A756458E3}"/>
          </ac:spMkLst>
        </pc:spChg>
        <pc:spChg chg="mod">
          <ac:chgData name="Mohammad Salman" userId="cfd6754c-e613-4f6f-bb98-36aef69d8c31" providerId="ADAL" clId="{736462BC-AC4B-4425-A2B4-6C569F847DA7}" dt="2023-09-25T11:39:20.729" v="8226" actId="692"/>
          <ac:spMkLst>
            <pc:docMk/>
            <pc:sldMk cId="3587077218" sldId="353"/>
            <ac:spMk id="11" creationId="{32B7E581-BCDB-C75B-31C3-B60C9533B747}"/>
          </ac:spMkLst>
        </pc:spChg>
      </pc:sldChg>
      <pc:sldChg chg="add del">
        <pc:chgData name="Mohammad Salman" userId="cfd6754c-e613-4f6f-bb98-36aef69d8c31" providerId="ADAL" clId="{736462BC-AC4B-4425-A2B4-6C569F847DA7}" dt="2023-09-25T11:33:59.523" v="7917" actId="2890"/>
        <pc:sldMkLst>
          <pc:docMk/>
          <pc:sldMk cId="3934004216" sldId="35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E4120D-6251-4EA6-B06B-C47DC092A1AE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AA17B-EE7F-4B5D-B44E-F0EFCCDFF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026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AA17B-EE7F-4B5D-B44E-F0EFCCDFFD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97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C91FA-128A-43DC-A8B7-26690F7A68F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86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C91FA-128A-43DC-A8B7-26690F7A68F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295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C91FA-128A-43DC-A8B7-26690F7A68F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47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AA17B-EE7F-4B5D-B44E-F0EFCCDFFD8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02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AA17B-EE7F-4B5D-B44E-F0EFCCDFFD8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72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66A9F-1B94-6CEA-4C53-31D261709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17F99F-FD84-48DF-8839-3139195270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C580E-8ABE-8F7E-2ABE-FCCE0A0B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40FA-BBDB-41CF-91A2-7790B340475D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69659-8F99-FB18-D517-47024CCDA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32E47-56D3-5738-AE15-F07607AB3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F16E1-0CC8-447E-A47C-A5F57DD42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210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2146F-5E93-8B56-BC47-3B0BC3807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6CC1C-FE3E-725D-67E4-261B535BD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9280D-E499-0670-E985-892169CA5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40FA-BBDB-41CF-91A2-7790B340475D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D0268-4C46-F0F2-A6CF-93D5C8837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F4DEB-A5B2-55DA-1426-F2EB4DAE5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F16E1-0CC8-447E-A47C-A5F57DD42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04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AA1B8-10F3-217C-8958-922B90190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B1AC1-B30E-5964-26A9-A1EB47818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FEA6B-9196-9D6F-564F-1F7A7DE91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40FA-BBDB-41CF-91A2-7790B340475D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DDF67-B7FF-F815-15CC-A54CBC0B6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CB961-3339-B0B8-764E-B9730183E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F16E1-0CC8-447E-A47C-A5F57DD42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2DB55-13CA-ACD5-EE65-FE5F09A04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999F9-4888-2E80-86BB-B1259736A0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0DFE9-F772-0815-F17B-F71C1FA4F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60858-861F-C9F1-333E-14362B97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40FA-BBDB-41CF-91A2-7790B340475D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5F822-A281-5A13-504E-18967C5F6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D02A7-1F83-9C5E-B924-331DFA946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F16E1-0CC8-447E-A47C-A5F57DD42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03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5FE22-8DB4-6391-93A4-8A349C873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38AEB-E0E3-FFAE-6737-0994EE8A0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D0B30-CB47-DDFF-BFAC-590C8E4B4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AD9608-EC88-3697-0E4A-48693180CF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CFB687-E9EF-05A2-DD6B-EF28591C20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0B6FFF-6059-5FA3-2B6C-4979F2EB6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40FA-BBDB-41CF-91A2-7790B340475D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C744B-2D02-F173-BEDE-E1E8FA8CF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6287EA-A5D7-DA4D-E765-64E440379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F16E1-0CC8-447E-A47C-A5F57DD42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599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6DD34-013D-156D-12F0-B0A574793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E62DEC-E770-F801-9B99-1C79A767B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40FA-BBDB-41CF-91A2-7790B340475D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C0B75D-7AD2-CAB2-5AC5-8FE7BD1F6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B1AC9-23EE-FA59-2C0C-1B990A0D7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F16E1-0CC8-447E-A47C-A5F57DD42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404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321556-443D-E262-FE3F-AF0FD6432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40FA-BBDB-41CF-91A2-7790B340475D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53229-4FF7-73EC-F1C1-F64F8E137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04E7F-F457-94D3-004F-7F3559739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F16E1-0CC8-447E-A47C-A5F57DD42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394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E1D5C-EEC4-AFE8-4052-33B99A4FF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92D96-5520-8816-E1B0-594016540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CBE38D-B1EC-A922-8B2C-9643EB48F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4AEDC-87A5-4186-90B9-D8E1CDB93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40FA-BBDB-41CF-91A2-7790B340475D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36C63-5D59-87AB-475D-3F3E807F6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A51BD-0F49-FBEA-23C2-1F64F215C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F16E1-0CC8-447E-A47C-A5F57DD42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438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CC6F0-0D6E-7D92-0328-B9B015B1F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3C269F-EB45-B919-9453-FD32AA0365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B13A6-A0D6-B3FC-296C-CD14FAA06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35B86-294F-F109-5F75-B4F62432C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40FA-BBDB-41CF-91A2-7790B340475D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7EC79-7682-8197-09C4-00F074C82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3FDA7-7204-45C9-F3AC-AF99E909E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F16E1-0CC8-447E-A47C-A5F57DD42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47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346C5-0BE6-A7C4-FF50-598D03A46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37424-AEFA-151B-25D9-300BF5021F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6347E-E176-F389-B58C-2B0FA92C0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40FA-BBDB-41CF-91A2-7790B340475D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F1060-A5EC-E307-BA72-58EDAA71F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F3AE6-6904-8CE8-B16B-D12DA5EBB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F16E1-0CC8-447E-A47C-A5F57DD42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574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185688-63F6-E767-F632-4901E269A5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8FBCD-425F-1B57-667B-D72533C4D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334B2-62CE-6ECA-D603-87F70C168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40FA-BBDB-41CF-91A2-7790B340475D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7C7DC-8696-AD75-3F1B-A14B643C1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2832C-6F0A-B219-470D-929D5BAD4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F16E1-0CC8-447E-A47C-A5F57DD42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784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697433-E2BC-DA79-43CB-34D58E929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4EEF7-BA6B-6119-124C-FB136CCAB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EF011-C754-7D1D-85C2-7E19CF1A5A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240FA-BBDB-41CF-91A2-7790B340475D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CB824-E30E-AF09-DF43-661401758C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0864F-FB7C-9C0C-CD8F-8B80E6975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F16E1-0CC8-447E-A47C-A5F57DD42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831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6V1sr0XV_Ng?si=g5gGIsHnm43ateNc" TargetMode="External"/><Relationship Id="rId2" Type="http://schemas.openxmlformats.org/officeDocument/2006/relationships/hyperlink" Target="https://www.learncpp.com/cpp-tutorial/the-benefits-of-data-hiding-encapsulation/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arncpp.com/cpp-tutorial/the-benefits-of-data-hiding-encapsulation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arncpp.com/cpp-tutorial/public-and-private-members-and-access-specifiers/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arncpp.com/cpp-tutorial/public-and-private-members-and-access-specifiers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C4582-2064-A733-1459-3C2BE46E4E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A04466-0494-210A-4863-CAA7940DC3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Mohammad Salman</a:t>
            </a:r>
          </a:p>
          <a:p>
            <a:r>
              <a:rPr lang="en-US" i="1" dirty="0"/>
              <a:t>Dean’s Fellow</a:t>
            </a:r>
          </a:p>
        </p:txBody>
      </p:sp>
    </p:spTree>
    <p:extLst>
      <p:ext uri="{BB962C8B-B14F-4D97-AF65-F5344CB8AC3E}">
        <p14:creationId xmlns:p14="http://schemas.microsoft.com/office/powerpoint/2010/main" val="3800496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EDA922-8083-619D-5763-F7134563A4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Access Specifiers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04AC6CC-ED14-9454-836A-43D607B0C7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Public, Private and Protected</a:t>
            </a:r>
          </a:p>
        </p:txBody>
      </p:sp>
    </p:spTree>
    <p:extLst>
      <p:ext uri="{BB962C8B-B14F-4D97-AF65-F5344CB8AC3E}">
        <p14:creationId xmlns:p14="http://schemas.microsoft.com/office/powerpoint/2010/main" val="120079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BFD2A-8224-AB1B-6E6D-8C228D445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5922C-A420-9EDD-A14E-7BB647DD3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member in a class has a property called an </a:t>
            </a:r>
            <a:r>
              <a:rPr lang="en-US" b="1" dirty="0"/>
              <a:t>access level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determines who can access that member.</a:t>
            </a:r>
          </a:p>
          <a:p>
            <a:endParaRPr lang="en-US" dirty="0"/>
          </a:p>
          <a:p>
            <a:r>
              <a:rPr lang="en-US" dirty="0"/>
              <a:t>C++ has three different access levels.</a:t>
            </a:r>
          </a:p>
          <a:p>
            <a:pPr lvl="1"/>
            <a:r>
              <a:rPr lang="en-US" dirty="0"/>
              <a:t>Public</a:t>
            </a:r>
          </a:p>
          <a:p>
            <a:pPr lvl="1"/>
            <a:r>
              <a:rPr lang="en-US" dirty="0"/>
              <a:t>Private </a:t>
            </a:r>
          </a:p>
          <a:p>
            <a:pPr lvl="1"/>
            <a:r>
              <a:rPr lang="en-US" dirty="0"/>
              <a:t>Protected </a:t>
            </a:r>
            <a:r>
              <a:rPr lang="en-US" sz="2000" i="1" dirty="0"/>
              <a:t>(will talk about during inheritance)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115593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487A8-9B90-15CA-D5F2-AA042835D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E699C-0ACE-C35B-412A-F165C5B9F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Accessible anywhere outside the class.</a:t>
            </a:r>
          </a:p>
          <a:p>
            <a:endParaRPr lang="en-US" dirty="0"/>
          </a:p>
          <a:p>
            <a:r>
              <a:rPr lang="en-US" i="1" dirty="0"/>
              <a:t>Accessible within the same class (by the member functions).</a:t>
            </a:r>
          </a:p>
          <a:p>
            <a:r>
              <a:rPr lang="en-US" i="1" dirty="0"/>
              <a:t>Accessible within other classes.</a:t>
            </a:r>
          </a:p>
          <a:p>
            <a:r>
              <a:rPr lang="en-US" i="1" dirty="0"/>
              <a:t>Accessible within other functions in the global scope (including </a:t>
            </a:r>
            <a:r>
              <a:rPr lang="en-US" b="1" i="1" dirty="0">
                <a:latin typeface="Roboto Mono" panose="00000009000000000000" pitchFamily="49" charset="0"/>
                <a:ea typeface="Roboto Mono" panose="00000009000000000000" pitchFamily="49" charset="0"/>
              </a:rPr>
              <a:t>main()</a:t>
            </a:r>
            <a:r>
              <a:rPr lang="en-US" i="1" dirty="0"/>
              <a:t>).</a:t>
            </a:r>
          </a:p>
          <a:p>
            <a:endParaRPr lang="en-US" dirty="0"/>
          </a:p>
          <a:p>
            <a:r>
              <a:rPr lang="en-US" dirty="0"/>
              <a:t>But always, these public members will be accessed through an object.</a:t>
            </a:r>
          </a:p>
        </p:txBody>
      </p:sp>
    </p:spTree>
    <p:extLst>
      <p:ext uri="{BB962C8B-B14F-4D97-AF65-F5344CB8AC3E}">
        <p14:creationId xmlns:p14="http://schemas.microsoft.com/office/powerpoint/2010/main" val="1942571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19E6309-7507-E7E3-3107-BD11BD652549}"/>
              </a:ext>
            </a:extLst>
          </p:cNvPr>
          <p:cNvSpPr txBox="1"/>
          <p:nvPr/>
        </p:nvSpPr>
        <p:spPr>
          <a:xfrm>
            <a:off x="7033847" y="184955"/>
            <a:ext cx="4940394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The public members of the class (attributes or methods even) can be accessed </a:t>
            </a:r>
            <a:r>
              <a:rPr lang="en-US" sz="2400" b="1" i="1" dirty="0">
                <a:solidFill>
                  <a:schemeClr val="accent1"/>
                </a:solidFill>
              </a:rPr>
              <a:t>within the same class</a:t>
            </a:r>
            <a:r>
              <a:rPr lang="en-US" sz="2400" i="1" dirty="0">
                <a:solidFill>
                  <a:schemeClr val="accent1"/>
                </a:solidFill>
              </a:rPr>
              <a:t>.</a:t>
            </a:r>
            <a:endParaRPr lang="en-US" sz="2000" i="1" dirty="0">
              <a:solidFill>
                <a:schemeClr val="accent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ECA887-DFD4-04AD-B93C-4EEB979CA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60" y="184954"/>
            <a:ext cx="6311994" cy="56679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1615F5-8745-8748-291E-A23DA95628A9}"/>
              </a:ext>
            </a:extLst>
          </p:cNvPr>
          <p:cNvSpPr txBox="1"/>
          <p:nvPr/>
        </p:nvSpPr>
        <p:spPr>
          <a:xfrm>
            <a:off x="7033847" y="1818581"/>
            <a:ext cx="4940394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This example also shows that public members are accessible in other functions, outside the class.</a:t>
            </a:r>
          </a:p>
          <a:p>
            <a:endParaRPr lang="en-US" sz="2400" i="1" dirty="0">
              <a:solidFill>
                <a:schemeClr val="accent1"/>
              </a:solidFill>
            </a:endParaRPr>
          </a:p>
          <a:p>
            <a:r>
              <a:rPr lang="en-US" sz="2400" i="1" dirty="0" err="1">
                <a:solidFill>
                  <a:schemeClr val="accent1"/>
                </a:solidFill>
              </a:rPr>
              <a:t>showPosition</a:t>
            </a:r>
            <a:r>
              <a:rPr lang="en-US" sz="2400" i="1" dirty="0">
                <a:solidFill>
                  <a:schemeClr val="accent1"/>
                </a:solidFill>
              </a:rPr>
              <a:t>() is a public member being called from main().</a:t>
            </a:r>
            <a:endParaRPr lang="en-US" sz="2000" i="1" dirty="0">
              <a:solidFill>
                <a:schemeClr val="accent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FA1374-C765-678E-B411-40B9EE997DCB}"/>
              </a:ext>
            </a:extLst>
          </p:cNvPr>
          <p:cNvSpPr txBox="1"/>
          <p:nvPr/>
        </p:nvSpPr>
        <p:spPr>
          <a:xfrm>
            <a:off x="7033847" y="4777316"/>
            <a:ext cx="4940394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i="1" u="sng" dirty="0">
                <a:solidFill>
                  <a:schemeClr val="accent1"/>
                </a:solidFill>
              </a:rPr>
              <a:t>Note</a:t>
            </a:r>
          </a:p>
          <a:p>
            <a:r>
              <a:rPr lang="en-US" sz="2000" i="1" dirty="0">
                <a:solidFill>
                  <a:schemeClr val="accent1"/>
                </a:solidFill>
              </a:rPr>
              <a:t>Even though the attributes come after methods, I can access those same attributes in the methods.</a:t>
            </a:r>
          </a:p>
          <a:p>
            <a:r>
              <a:rPr lang="en-US" sz="2000" i="1" dirty="0">
                <a:solidFill>
                  <a:schemeClr val="accent1"/>
                </a:solidFill>
              </a:rPr>
              <a:t>Members can be defined in any order within the class definition.</a:t>
            </a:r>
          </a:p>
        </p:txBody>
      </p:sp>
    </p:spTree>
    <p:extLst>
      <p:ext uri="{BB962C8B-B14F-4D97-AF65-F5344CB8AC3E}">
        <p14:creationId xmlns:p14="http://schemas.microsoft.com/office/powerpoint/2010/main" val="2682966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19E6309-7507-E7E3-3107-BD11BD652549}"/>
              </a:ext>
            </a:extLst>
          </p:cNvPr>
          <p:cNvSpPr txBox="1"/>
          <p:nvPr/>
        </p:nvSpPr>
        <p:spPr>
          <a:xfrm>
            <a:off x="7033847" y="184955"/>
            <a:ext cx="4940394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The public members of class Position can be accessed </a:t>
            </a:r>
            <a:r>
              <a:rPr lang="en-US" sz="2400" b="1" i="1" dirty="0">
                <a:solidFill>
                  <a:schemeClr val="accent1"/>
                </a:solidFill>
              </a:rPr>
              <a:t>within a different class</a:t>
            </a:r>
            <a:r>
              <a:rPr lang="en-US" sz="2400" i="1" dirty="0">
                <a:solidFill>
                  <a:schemeClr val="accent1"/>
                </a:solidFill>
              </a:rPr>
              <a:t>.</a:t>
            </a:r>
            <a:endParaRPr lang="en-US" sz="2000" i="1" dirty="0">
              <a:solidFill>
                <a:schemeClr val="accen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19ABD9-1813-E4EF-C9BA-E4E6921BB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59" y="184955"/>
            <a:ext cx="6038513" cy="567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28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3A570-961D-0A72-1667-D82999A07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Members </a:t>
            </a:r>
            <a:br>
              <a:rPr lang="en-US" dirty="0"/>
            </a:br>
            <a:r>
              <a:rPr lang="en-US" dirty="0"/>
              <a:t>(Default Access Level in Classes)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7AF16-A4B2-51E1-19D1-8B46B2226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Members of a class are </a:t>
            </a:r>
            <a:r>
              <a:rPr lang="en-US" b="1" dirty="0"/>
              <a:t>private by default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That is, if you don’t specify any access specifier, members will be considered private.</a:t>
            </a:r>
            <a:endParaRPr lang="en-US" b="1" dirty="0"/>
          </a:p>
          <a:p>
            <a:pPr lvl="1"/>
            <a:endParaRPr lang="en-US" b="1" dirty="0"/>
          </a:p>
          <a:p>
            <a:r>
              <a:rPr lang="en-US" b="1" dirty="0"/>
              <a:t>Private members </a:t>
            </a:r>
            <a:r>
              <a:rPr lang="en-US" dirty="0"/>
              <a:t>are members in a class that are only accessible by other members of the </a:t>
            </a:r>
            <a:r>
              <a:rPr lang="en-US" b="1" dirty="0"/>
              <a:t>same class</a:t>
            </a:r>
            <a:r>
              <a:rPr lang="en-US" dirty="0"/>
              <a:t>.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378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E9FBCC-2500-C6B4-9BDE-CEA32A97E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59" y="184955"/>
            <a:ext cx="7529690" cy="29472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58C39E-9AA8-59BD-9283-DB5E40FB35D4}"/>
              </a:ext>
            </a:extLst>
          </p:cNvPr>
          <p:cNvSpPr txBox="1"/>
          <p:nvPr/>
        </p:nvSpPr>
        <p:spPr>
          <a:xfrm>
            <a:off x="8042031" y="184955"/>
            <a:ext cx="3932210" cy="41549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All the three members are private </a:t>
            </a:r>
            <a:r>
              <a:rPr lang="en-US" sz="2400" b="1" i="1" dirty="0">
                <a:solidFill>
                  <a:schemeClr val="accent1"/>
                </a:solidFill>
              </a:rPr>
              <a:t>by default</a:t>
            </a:r>
            <a:r>
              <a:rPr lang="en-US" sz="2400" i="1" dirty="0">
                <a:solidFill>
                  <a:schemeClr val="accent1"/>
                </a:solidFill>
              </a:rPr>
              <a:t>.</a:t>
            </a:r>
          </a:p>
          <a:p>
            <a:endParaRPr lang="en-US" sz="2400" i="1" dirty="0">
              <a:solidFill>
                <a:schemeClr val="accent1"/>
              </a:solidFill>
            </a:endParaRPr>
          </a:p>
          <a:p>
            <a:r>
              <a:rPr lang="en-US" sz="2400" i="1" dirty="0">
                <a:solidFill>
                  <a:schemeClr val="accent1"/>
                </a:solidFill>
              </a:rPr>
              <a:t>Note that members are accessible within their own class (e.g. </a:t>
            </a:r>
            <a:r>
              <a:rPr lang="en-US" sz="2400" b="1" dirty="0" err="1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m_posX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2400" i="1" dirty="0">
                <a:solidFill>
                  <a:schemeClr val="accent1"/>
                </a:solidFill>
              </a:rPr>
              <a:t>and </a:t>
            </a:r>
            <a:r>
              <a:rPr lang="en-US" sz="2400" b="1" dirty="0" err="1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m_posY</a:t>
            </a:r>
            <a:r>
              <a:rPr lang="en-US" sz="2400" i="1" dirty="0">
                <a:solidFill>
                  <a:schemeClr val="accent1"/>
                </a:solidFill>
              </a:rPr>
              <a:t>).</a:t>
            </a:r>
          </a:p>
          <a:p>
            <a:endParaRPr lang="en-US" sz="2400" i="1" dirty="0">
              <a:solidFill>
                <a:schemeClr val="accent1"/>
              </a:solidFill>
            </a:endParaRPr>
          </a:p>
          <a:p>
            <a:r>
              <a:rPr lang="en-US" sz="2400" i="1" dirty="0">
                <a:solidFill>
                  <a:schemeClr val="accent1"/>
                </a:solidFill>
              </a:rPr>
              <a:t>But </a:t>
            </a:r>
            <a:r>
              <a:rPr lang="en-US" sz="2400" b="1" dirty="0" err="1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showPosition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() </a:t>
            </a:r>
            <a:r>
              <a:rPr lang="en-US" sz="2400" i="1" dirty="0">
                <a:solidFill>
                  <a:schemeClr val="accent1"/>
                </a:solidFill>
              </a:rPr>
              <a:t>is not available anywhere outside the class.</a:t>
            </a:r>
            <a:endParaRPr lang="en-US" sz="2000" i="1" dirty="0">
              <a:solidFill>
                <a:schemeClr val="accent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81E9D8-EE7B-C3C0-0115-5628433C6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59" y="3517522"/>
            <a:ext cx="4975564" cy="31555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515A75-7302-AD9A-ECE1-3E87AD1797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724" y="4495102"/>
            <a:ext cx="3595874" cy="217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41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31D78E-637D-58AE-63FB-0A7AA6DBE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20" y="1559252"/>
            <a:ext cx="11091559" cy="37394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67E4EC-AED5-F291-9D25-BD6937E60A2F}"/>
              </a:ext>
            </a:extLst>
          </p:cNvPr>
          <p:cNvSpPr txBox="1"/>
          <p:nvPr/>
        </p:nvSpPr>
        <p:spPr>
          <a:xfrm>
            <a:off x="7737231" y="184955"/>
            <a:ext cx="4237010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This is the error that comes up.</a:t>
            </a:r>
            <a:endParaRPr lang="en-US" sz="2000" i="1" dirty="0">
              <a:solidFill>
                <a:schemeClr val="accen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A70A8F-5E63-9BE2-079C-F001C78749FD}"/>
              </a:ext>
            </a:extLst>
          </p:cNvPr>
          <p:cNvSpPr/>
          <p:nvPr/>
        </p:nvSpPr>
        <p:spPr>
          <a:xfrm>
            <a:off x="339969" y="2004646"/>
            <a:ext cx="11488616" cy="157089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D0D9E-6202-D063-6646-4C2A024F797B}"/>
              </a:ext>
            </a:extLst>
          </p:cNvPr>
          <p:cNvSpPr/>
          <p:nvPr/>
        </p:nvSpPr>
        <p:spPr>
          <a:xfrm>
            <a:off x="339969" y="3622430"/>
            <a:ext cx="11488616" cy="157089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035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F3AE16A-321D-F3BE-2948-E439B6FF8E30}"/>
              </a:ext>
            </a:extLst>
          </p:cNvPr>
          <p:cNvSpPr txBox="1"/>
          <p:nvPr/>
        </p:nvSpPr>
        <p:spPr>
          <a:xfrm>
            <a:off x="7737231" y="184955"/>
            <a:ext cx="423701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Having multiple access specifiers in your class is possible.</a:t>
            </a:r>
            <a:endParaRPr lang="en-US" sz="2000" i="1" dirty="0">
              <a:solidFill>
                <a:schemeClr val="accent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580E05-DE61-7EF1-FE7A-9C7F9B65F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843" y="1629102"/>
            <a:ext cx="9452313" cy="475437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D95B7F-54FA-BCFB-DF75-42FE306B66D4}"/>
              </a:ext>
            </a:extLst>
          </p:cNvPr>
          <p:cNvSpPr/>
          <p:nvPr/>
        </p:nvSpPr>
        <p:spPr>
          <a:xfrm>
            <a:off x="1969477" y="2672862"/>
            <a:ext cx="8382000" cy="33762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88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F3AE16A-321D-F3BE-2948-E439B6FF8E30}"/>
              </a:ext>
            </a:extLst>
          </p:cNvPr>
          <p:cNvSpPr txBox="1"/>
          <p:nvPr/>
        </p:nvSpPr>
        <p:spPr>
          <a:xfrm>
            <a:off x="7737231" y="184955"/>
            <a:ext cx="423701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Having multiple access specifiers in your class is possible.</a:t>
            </a:r>
            <a:endParaRPr lang="en-US" sz="2000" i="1" dirty="0">
              <a:solidFill>
                <a:schemeClr val="accent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580E05-DE61-7EF1-FE7A-9C7F9B65F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843" y="1629102"/>
            <a:ext cx="9452313" cy="475437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D95B7F-54FA-BCFB-DF75-42FE306B66D4}"/>
              </a:ext>
            </a:extLst>
          </p:cNvPr>
          <p:cNvSpPr/>
          <p:nvPr/>
        </p:nvSpPr>
        <p:spPr>
          <a:xfrm>
            <a:off x="1969477" y="4677508"/>
            <a:ext cx="8382000" cy="137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870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F3AE16A-321D-F3BE-2948-E439B6FF8E30}"/>
              </a:ext>
            </a:extLst>
          </p:cNvPr>
          <p:cNvSpPr txBox="1"/>
          <p:nvPr/>
        </p:nvSpPr>
        <p:spPr>
          <a:xfrm>
            <a:off x="7737231" y="184955"/>
            <a:ext cx="423701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Having multiple access specifiers in your class is possible.</a:t>
            </a:r>
            <a:endParaRPr lang="en-US" sz="2000" i="1" dirty="0">
              <a:solidFill>
                <a:schemeClr val="accent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580E05-DE61-7EF1-FE7A-9C7F9B65F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843" y="1629102"/>
            <a:ext cx="9452313" cy="475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465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E9D70E-ABBB-5DE4-BFBC-7934F767A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87" y="2753134"/>
            <a:ext cx="11682826" cy="135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756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225530-7734-0AA7-8B74-CFB7D69191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15B8DD8-B053-6F8F-C9B2-A96BCAAC1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3133299"/>
          </a:xfrm>
        </p:spPr>
        <p:txBody>
          <a:bodyPr>
            <a:normAutofit/>
          </a:bodyPr>
          <a:lstStyle/>
          <a:p>
            <a:r>
              <a:rPr lang="en-US" i="1" dirty="0"/>
              <a:t>Another Important Concept in OOP</a:t>
            </a:r>
          </a:p>
          <a:p>
            <a:endParaRPr lang="en-US" i="1" dirty="0">
              <a:solidFill>
                <a:srgbClr val="0563C1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i="1" dirty="0">
              <a:solidFill>
                <a:srgbClr val="0563C1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i="1" dirty="0">
              <a:solidFill>
                <a:srgbClr val="0563C1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i="1" dirty="0">
              <a:solidFill>
                <a:srgbClr val="0563C1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i="1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https://www.learncpp.com/cpp-tutorial/the-benefits-of-data-hiding-encapsulation/</a:t>
            </a:r>
            <a:endParaRPr lang="en-US" i="1" dirty="0"/>
          </a:p>
          <a:p>
            <a:endParaRPr lang="en-US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896A57-4A13-DD61-B80F-E1A8626DEF7E}"/>
              </a:ext>
            </a:extLst>
          </p:cNvPr>
          <p:cNvSpPr txBox="1"/>
          <p:nvPr/>
        </p:nvSpPr>
        <p:spPr>
          <a:xfrm>
            <a:off x="2844258" y="614531"/>
            <a:ext cx="65034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Activity</a:t>
            </a:r>
          </a:p>
          <a:p>
            <a:pPr algn="ctr"/>
            <a:r>
              <a:rPr lang="en-US" sz="2000" dirty="0">
                <a:hlinkClick r:id="rId3"/>
              </a:rPr>
              <a:t>https://youtu.be/6V1sr0XV_Ng?si=g5gGIsHnm43ateNc</a:t>
            </a:r>
            <a:endParaRPr lang="en-US" sz="2000" dirty="0"/>
          </a:p>
          <a:p>
            <a:pPr algn="ctr"/>
            <a:r>
              <a:rPr lang="en-US" sz="2000" dirty="0"/>
              <a:t>9:59 min mark</a:t>
            </a:r>
          </a:p>
        </p:txBody>
      </p:sp>
    </p:spTree>
    <p:extLst>
      <p:ext uri="{BB962C8B-B14F-4D97-AF65-F5344CB8AC3E}">
        <p14:creationId xmlns:p14="http://schemas.microsoft.com/office/powerpoint/2010/main" val="4056620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BBC32-3F7C-9DD6-E714-9A6BD9E20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B1A95-2B72-6DDE-AB50-BCFF26185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want to abstract (or hide) the data away from the programmer who will use our classes.</a:t>
            </a:r>
          </a:p>
          <a:p>
            <a:pPr lvl="1"/>
            <a:r>
              <a:rPr lang="en-US" dirty="0"/>
              <a:t>Or from ourselves when we use other people’s classes.</a:t>
            </a:r>
          </a:p>
          <a:p>
            <a:endParaRPr lang="en-US" b="1" dirty="0"/>
          </a:p>
          <a:p>
            <a:r>
              <a:rPr lang="en-US" b="1" dirty="0"/>
              <a:t>Abstraction </a:t>
            </a:r>
            <a:r>
              <a:rPr lang="en-US" dirty="0"/>
              <a:t>(like </a:t>
            </a:r>
            <a:r>
              <a:rPr lang="en-US" b="1" dirty="0"/>
              <a:t>encapsulation</a:t>
            </a:r>
            <a:r>
              <a:rPr lang="en-US" dirty="0"/>
              <a:t>) is another important principle of OOP. </a:t>
            </a:r>
          </a:p>
          <a:p>
            <a:endParaRPr lang="en-US" dirty="0"/>
          </a:p>
          <a:p>
            <a:r>
              <a:rPr lang="en-US" dirty="0"/>
              <a:t>This allows programmers to use objects without having to understand how they work </a:t>
            </a:r>
            <a:r>
              <a:rPr lang="en-US" b="1" dirty="0"/>
              <a:t>fully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74593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89960-9669-EABE-0FB0-2BB5DB482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799EC-3844-C3E9-B6B9-7923D57D1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information that programmers could use are the </a:t>
            </a:r>
            <a:r>
              <a:rPr lang="en-US" b="1" dirty="0"/>
              <a:t>public members </a:t>
            </a:r>
            <a:r>
              <a:rPr lang="en-US" sz="2400" i="1" dirty="0"/>
              <a:t>(attributes and methods)</a:t>
            </a:r>
            <a:r>
              <a:rPr lang="en-US" dirty="0"/>
              <a:t> of the classes.</a:t>
            </a:r>
          </a:p>
          <a:p>
            <a:endParaRPr lang="en-US" dirty="0"/>
          </a:p>
          <a:p>
            <a:r>
              <a:rPr lang="en-US" dirty="0"/>
              <a:t>These public members end up forming the </a:t>
            </a:r>
            <a:r>
              <a:rPr lang="en-US" b="1" dirty="0"/>
              <a:t>public interface</a:t>
            </a:r>
            <a:r>
              <a:rPr lang="en-US" dirty="0"/>
              <a:t>, which other programmers will use to interact with our classes.</a:t>
            </a:r>
          </a:p>
          <a:p>
            <a:endParaRPr lang="en-US" dirty="0"/>
          </a:p>
          <a:p>
            <a:r>
              <a:rPr lang="en-US" dirty="0"/>
              <a:t>Hence, it’s important to not change the public members of your class heavily or often.</a:t>
            </a:r>
          </a:p>
          <a:p>
            <a:pPr lvl="1"/>
            <a:r>
              <a:rPr lang="en-US" dirty="0"/>
              <a:t>Other code dependent on your class would break otherwise.</a:t>
            </a:r>
          </a:p>
        </p:txBody>
      </p:sp>
    </p:spTree>
    <p:extLst>
      <p:ext uri="{BB962C8B-B14F-4D97-AF65-F5344CB8AC3E}">
        <p14:creationId xmlns:p14="http://schemas.microsoft.com/office/powerpoint/2010/main" val="298728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89960-9669-EABE-0FB0-2BB5DB482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799EC-3844-C3E9-B6B9-7923D57D1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Therefore, programmers generally want to make a </a:t>
            </a:r>
            <a:r>
              <a:rPr lang="en-US" b="1" dirty="0"/>
              <a:t>small</a:t>
            </a:r>
            <a:r>
              <a:rPr lang="en-US" dirty="0"/>
              <a:t> public interface.</a:t>
            </a:r>
          </a:p>
          <a:p>
            <a:endParaRPr lang="en-US" dirty="0"/>
          </a:p>
          <a:p>
            <a:r>
              <a:rPr lang="en-US" dirty="0"/>
              <a:t>This means that they could make changes to their classes if they wanted, without the users (programmers) ever noticing those changes.</a:t>
            </a:r>
          </a:p>
          <a:p>
            <a:pPr lvl="1"/>
            <a:r>
              <a:rPr lang="en-US" dirty="0"/>
              <a:t>So everyone’s happy.</a:t>
            </a:r>
          </a:p>
          <a:p>
            <a:pPr lvl="1"/>
            <a:endParaRPr lang="en-US" dirty="0"/>
          </a:p>
          <a:p>
            <a:r>
              <a:rPr lang="en-US" dirty="0"/>
              <a:t>Better class </a:t>
            </a:r>
            <a:r>
              <a:rPr lang="en-US" b="1" dirty="0"/>
              <a:t>reusability </a:t>
            </a:r>
            <a:r>
              <a:rPr lang="en-US" dirty="0"/>
              <a:t>and </a:t>
            </a:r>
            <a:r>
              <a:rPr lang="en-US" b="1" dirty="0"/>
              <a:t>maintainability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7616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BE4B0-E61E-9E09-7476-925CC989D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C4AFE-C585-B138-D865-72928635B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many other advantages of abstraction.</a:t>
            </a:r>
          </a:p>
          <a:p>
            <a:endParaRPr lang="en-US" dirty="0"/>
          </a:p>
          <a:p>
            <a:r>
              <a:rPr lang="en-US" dirty="0"/>
              <a:t>They are listed and described in the link on the title slide of this section.</a:t>
            </a:r>
          </a:p>
          <a:p>
            <a:pPr lvl="1"/>
            <a:r>
              <a:rPr lang="en-US" dirty="0"/>
              <a:t>It’s restated here for convenience.</a:t>
            </a:r>
          </a:p>
          <a:p>
            <a:pPr lvl="1"/>
            <a:r>
              <a:rPr lang="en-US" dirty="0">
                <a:hlinkClick r:id="rId2"/>
              </a:rPr>
              <a:t>https://www.learncpp.com/cpp-tutorial/the-benefits-of-data-hiding-encapsulation/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739DBB-D28B-D44C-16A4-1EE91837F9FE}"/>
              </a:ext>
            </a:extLst>
          </p:cNvPr>
          <p:cNvSpPr txBox="1"/>
          <p:nvPr/>
        </p:nvSpPr>
        <p:spPr>
          <a:xfrm>
            <a:off x="6478859" y="184955"/>
            <a:ext cx="5495382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Another example could be </a:t>
            </a:r>
            <a:r>
              <a:rPr lang="en-US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std::string</a:t>
            </a:r>
            <a:r>
              <a:rPr lang="en-US" dirty="0">
                <a:solidFill>
                  <a:schemeClr val="accent1"/>
                </a:solidFill>
                <a:ea typeface="Roboto Mono" panose="00000009000000000000" pitchFamily="49" charset="0"/>
              </a:rPr>
              <a:t>,</a:t>
            </a:r>
            <a:r>
              <a:rPr lang="en-US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std::vector </a:t>
            </a:r>
            <a:r>
              <a:rPr lang="en-US" dirty="0">
                <a:solidFill>
                  <a:schemeClr val="accent1"/>
                </a:solidFill>
                <a:ea typeface="Roboto Mono" panose="00000009000000000000" pitchFamily="49" charset="0"/>
              </a:rPr>
              <a:t>and </a:t>
            </a:r>
            <a:r>
              <a:rPr lang="en-US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std::</a:t>
            </a:r>
            <a:r>
              <a:rPr lang="en-US" b="1" dirty="0" err="1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cout</a:t>
            </a:r>
            <a:r>
              <a:rPr lang="en-US" i="1" dirty="0">
                <a:solidFill>
                  <a:schemeClr val="accent1"/>
                </a:solidFill>
              </a:rPr>
              <a:t>.</a:t>
            </a:r>
          </a:p>
          <a:p>
            <a:r>
              <a:rPr lang="en-US" i="1" dirty="0">
                <a:solidFill>
                  <a:schemeClr val="accent1"/>
                </a:solidFill>
              </a:rPr>
              <a:t>We can use them w/o worrying about their implementations, which are abstracted/hidden away.</a:t>
            </a:r>
            <a:endParaRPr lang="en-US" sz="1600" i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58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EEBA08-914B-FA02-8474-7DC1B80AA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35" y="1382681"/>
            <a:ext cx="11469129" cy="409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4248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871B46-CE00-E269-0156-CE358D5369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Back to Access Specifiers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6116101-6255-C7B4-9C12-7B9975020B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32938"/>
          </a:xfrm>
        </p:spPr>
        <p:txBody>
          <a:bodyPr/>
          <a:lstStyle/>
          <a:p>
            <a:r>
              <a:rPr lang="en-US" i="1" dirty="0"/>
              <a:t>This idea we’re about to talk about is </a:t>
            </a:r>
            <a:r>
              <a:rPr lang="en-US" b="1" i="1" dirty="0"/>
              <a:t>important</a:t>
            </a:r>
            <a:r>
              <a:rPr lang="en-US" i="1" dirty="0"/>
              <a:t>.</a:t>
            </a:r>
          </a:p>
          <a:p>
            <a:endParaRPr lang="en-US" i="1" dirty="0"/>
          </a:p>
          <a:p>
            <a:endParaRPr lang="en-US" i="1" dirty="0">
              <a:hlinkClick r:id="rId2"/>
            </a:endParaRPr>
          </a:p>
          <a:p>
            <a:endParaRPr lang="en-US" i="1" dirty="0">
              <a:hlinkClick r:id="rId2"/>
            </a:endParaRPr>
          </a:p>
          <a:p>
            <a:endParaRPr lang="en-US" i="1" dirty="0">
              <a:hlinkClick r:id="rId2"/>
            </a:endParaRPr>
          </a:p>
          <a:p>
            <a:r>
              <a:rPr lang="en-US" i="1" dirty="0">
                <a:hlinkClick r:id="rId2"/>
              </a:rPr>
              <a:t>https://www.learncpp.com/cpp-tutorial/public-and-private-members-and-access-specifiers/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21338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EEDE7-7DBC-B4AB-FF4E-310F6E0E7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Levels Work on Per-Class Basis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1E0F5-9A2D-7E10-74B4-7085EAC8A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way to read the title above would be that, 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chemeClr val="accent1"/>
                </a:solidFill>
              </a:rPr>
              <a:t>Access levels </a:t>
            </a:r>
            <a:r>
              <a:rPr lang="en-US" b="1" dirty="0">
                <a:solidFill>
                  <a:schemeClr val="accent1"/>
                </a:solidFill>
              </a:rPr>
              <a:t>do not </a:t>
            </a:r>
            <a:r>
              <a:rPr lang="en-US" dirty="0">
                <a:solidFill>
                  <a:schemeClr val="accent1"/>
                </a:solidFill>
              </a:rPr>
              <a:t>work on a </a:t>
            </a:r>
            <a:r>
              <a:rPr lang="en-US" b="1" dirty="0">
                <a:solidFill>
                  <a:schemeClr val="accent1"/>
                </a:solidFill>
              </a:rPr>
              <a:t>per-object basis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pPr marL="0" indent="0" algn="ctr">
              <a:buNone/>
            </a:pPr>
            <a:endParaRPr lang="en-US" dirty="0"/>
          </a:p>
          <a:p>
            <a:r>
              <a:rPr lang="en-US" dirty="0"/>
              <a:t>What does this mean?</a:t>
            </a:r>
          </a:p>
        </p:txBody>
      </p:sp>
    </p:spTree>
    <p:extLst>
      <p:ext uri="{BB962C8B-B14F-4D97-AF65-F5344CB8AC3E}">
        <p14:creationId xmlns:p14="http://schemas.microsoft.com/office/powerpoint/2010/main" val="25687476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354FCB1-1881-9707-7CFF-F32AA2112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59" y="184954"/>
            <a:ext cx="7191226" cy="65771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627C60-4D21-9E85-FAB6-DFC9C9D7E998}"/>
              </a:ext>
            </a:extLst>
          </p:cNvPr>
          <p:cNvSpPr txBox="1"/>
          <p:nvPr/>
        </p:nvSpPr>
        <p:spPr>
          <a:xfrm>
            <a:off x="7737231" y="184955"/>
            <a:ext cx="4237010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The method is being called through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r1 </a:t>
            </a:r>
            <a:r>
              <a:rPr lang="en-US" sz="2400" i="1" dirty="0">
                <a:solidFill>
                  <a:schemeClr val="accent1"/>
                </a:solidFill>
              </a:rPr>
              <a:t>(so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r1 </a:t>
            </a:r>
            <a:r>
              <a:rPr lang="en-US" sz="2400" i="1" dirty="0">
                <a:solidFill>
                  <a:schemeClr val="accent1"/>
                </a:solidFill>
              </a:rPr>
              <a:t>is implicitly being passed to the method).</a:t>
            </a:r>
          </a:p>
          <a:p>
            <a:endParaRPr lang="en-US" sz="2400" i="1" dirty="0">
              <a:solidFill>
                <a:schemeClr val="accent1"/>
              </a:solidFill>
            </a:endParaRPr>
          </a:p>
          <a:p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r2 </a:t>
            </a:r>
            <a:r>
              <a:rPr lang="en-US" sz="2400" i="1" dirty="0">
                <a:solidFill>
                  <a:schemeClr val="accent1"/>
                </a:solidFill>
              </a:rPr>
              <a:t>is passed as an argument to the method.</a:t>
            </a:r>
          </a:p>
          <a:p>
            <a:r>
              <a:rPr lang="en-US" sz="2400" i="1" dirty="0">
                <a:solidFill>
                  <a:schemeClr val="accent1"/>
                </a:solidFill>
              </a:rPr>
              <a:t>We can say that it’s passed </a:t>
            </a:r>
            <a:r>
              <a:rPr lang="en-US" sz="2400" b="1" i="1" dirty="0">
                <a:solidFill>
                  <a:schemeClr val="accent1"/>
                </a:solidFill>
              </a:rPr>
              <a:t>explicitly</a:t>
            </a:r>
            <a:r>
              <a:rPr lang="en-US" sz="2400" i="1" dirty="0">
                <a:solidFill>
                  <a:schemeClr val="accent1"/>
                </a:solidFill>
              </a:rPr>
              <a:t>.</a:t>
            </a:r>
            <a:endParaRPr lang="en-US" sz="2000" i="1" dirty="0">
              <a:solidFill>
                <a:schemeClr val="accent1"/>
              </a:solidFill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6BB472C-19BB-F8AC-0616-7D2B2F9E72BF}"/>
              </a:ext>
            </a:extLst>
          </p:cNvPr>
          <p:cNvSpPr/>
          <p:nvPr/>
        </p:nvSpPr>
        <p:spPr>
          <a:xfrm rot="10800000">
            <a:off x="5240215" y="5864469"/>
            <a:ext cx="855785" cy="34583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07D269-8A49-9457-9F37-3CEEBBE8638F}"/>
              </a:ext>
            </a:extLst>
          </p:cNvPr>
          <p:cNvSpPr/>
          <p:nvPr/>
        </p:nvSpPr>
        <p:spPr>
          <a:xfrm>
            <a:off x="1321337" y="1805353"/>
            <a:ext cx="6087648" cy="13364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34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4AEDB4C-A645-726C-9706-89034F0C2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59" y="184954"/>
            <a:ext cx="7191226" cy="65771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627C60-4D21-9E85-FAB6-DFC9C9D7E998}"/>
              </a:ext>
            </a:extLst>
          </p:cNvPr>
          <p:cNvSpPr txBox="1"/>
          <p:nvPr/>
        </p:nvSpPr>
        <p:spPr>
          <a:xfrm>
            <a:off x="7737231" y="184955"/>
            <a:ext cx="4237010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Note the public method in class Robot.</a:t>
            </a:r>
          </a:p>
          <a:p>
            <a:endParaRPr lang="en-US" sz="2400" i="1" dirty="0">
              <a:solidFill>
                <a:schemeClr val="accent1"/>
              </a:solidFill>
            </a:endParaRPr>
          </a:p>
          <a:p>
            <a:r>
              <a:rPr lang="en-US" sz="2400" i="1" dirty="0">
                <a:solidFill>
                  <a:schemeClr val="accent1"/>
                </a:solidFill>
              </a:rPr>
              <a:t>It accepts an object of this </a:t>
            </a:r>
            <a:r>
              <a:rPr lang="en-US" sz="2400" i="1" u="sng" dirty="0">
                <a:solidFill>
                  <a:schemeClr val="accent1"/>
                </a:solidFill>
              </a:rPr>
              <a:t>same class</a:t>
            </a:r>
            <a:r>
              <a:rPr lang="en-US" sz="2400" i="1" dirty="0">
                <a:solidFill>
                  <a:schemeClr val="accent1"/>
                </a:solidFill>
              </a:rPr>
              <a:t> as a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const reference</a:t>
            </a:r>
            <a:r>
              <a:rPr lang="en-US" sz="2400" i="1" dirty="0">
                <a:solidFill>
                  <a:schemeClr val="accent1"/>
                </a:solidFill>
              </a:rPr>
              <a:t>.</a:t>
            </a:r>
          </a:p>
          <a:p>
            <a:endParaRPr lang="en-US" sz="2400" i="1" dirty="0">
              <a:solidFill>
                <a:schemeClr val="accent1"/>
              </a:solidFill>
            </a:endParaRPr>
          </a:p>
          <a:p>
            <a:r>
              <a:rPr lang="en-US" sz="2400" i="1" dirty="0">
                <a:solidFill>
                  <a:schemeClr val="accent1"/>
                </a:solidFill>
              </a:rPr>
              <a:t>Passing by reference helps prevent creating a copy of it.</a:t>
            </a:r>
          </a:p>
          <a:p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const </a:t>
            </a:r>
            <a:r>
              <a:rPr lang="en-US" sz="2400" i="1" dirty="0">
                <a:solidFill>
                  <a:schemeClr val="accent1"/>
                </a:solidFill>
              </a:rPr>
              <a:t>ensures that this data will not accidentally be modified by our function.</a:t>
            </a:r>
            <a:endParaRPr lang="en-US" sz="2000" i="1" dirty="0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109AF4-68D4-8D2F-708F-4B9C56911E83}"/>
              </a:ext>
            </a:extLst>
          </p:cNvPr>
          <p:cNvSpPr/>
          <p:nvPr/>
        </p:nvSpPr>
        <p:spPr>
          <a:xfrm>
            <a:off x="1321337" y="1805353"/>
            <a:ext cx="6087648" cy="13364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0383974-34C6-120D-5461-314D10005F2C}"/>
              </a:ext>
            </a:extLst>
          </p:cNvPr>
          <p:cNvSpPr/>
          <p:nvPr/>
        </p:nvSpPr>
        <p:spPr>
          <a:xfrm rot="10800000">
            <a:off x="5425294" y="1381753"/>
            <a:ext cx="855785" cy="34583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199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BF83B64-DDAB-4FAB-2255-AF4B79C2A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59" y="184954"/>
            <a:ext cx="7191226" cy="65771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627C60-4D21-9E85-FAB6-DFC9C9D7E998}"/>
              </a:ext>
            </a:extLst>
          </p:cNvPr>
          <p:cNvSpPr txBox="1"/>
          <p:nvPr/>
        </p:nvSpPr>
        <p:spPr>
          <a:xfrm>
            <a:off x="7737231" y="184955"/>
            <a:ext cx="4237010" cy="31700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</a:rPr>
              <a:t>So within this function, what if I write,</a:t>
            </a:r>
          </a:p>
          <a:p>
            <a:endParaRPr lang="en-US" sz="2400" i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std::</a:t>
            </a:r>
            <a:r>
              <a:rPr lang="en-US" sz="2000" b="1" dirty="0" err="1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cout</a:t>
            </a:r>
            <a:r>
              <a:rPr lang="en-US" sz="20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 &lt;&lt; </a:t>
            </a:r>
            <a:r>
              <a:rPr lang="en-US" sz="2000" b="1" dirty="0" err="1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m_posX</a:t>
            </a:r>
            <a:r>
              <a:rPr lang="en-US" sz="20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;</a:t>
            </a:r>
          </a:p>
          <a:p>
            <a:endParaRPr lang="en-US" sz="2000" b="1" dirty="0">
              <a:solidFill>
                <a:srgbClr val="FF0000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std::</a:t>
            </a:r>
            <a:r>
              <a:rPr lang="en-US" sz="2000" b="1" dirty="0" err="1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cout</a:t>
            </a:r>
            <a:r>
              <a:rPr lang="en-US" sz="20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 &lt;&lt; </a:t>
            </a:r>
            <a:r>
              <a:rPr lang="en-US" sz="2000" b="1" dirty="0" err="1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rob.m_posX</a:t>
            </a:r>
            <a:r>
              <a:rPr lang="en-US" sz="20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;</a:t>
            </a:r>
          </a:p>
          <a:p>
            <a:endParaRPr lang="en-US" sz="2000" b="1" dirty="0">
              <a:solidFill>
                <a:srgbClr val="FF0000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Btw, the access level of </a:t>
            </a:r>
            <a:r>
              <a:rPr kumimoji="0" lang="en-US" sz="2400" b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ono" panose="00000009000000000000" pitchFamily="49" charset="0"/>
                <a:ea typeface="Roboto Mono" panose="00000009000000000000" pitchFamily="49" charset="0"/>
              </a:rPr>
              <a:t>m_posX</a:t>
            </a: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is private.</a:t>
            </a:r>
            <a:endParaRPr lang="en-US" b="1" dirty="0">
              <a:solidFill>
                <a:srgbClr val="FF0000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F04956-FF36-6B4F-AAD9-6059FC286272}"/>
              </a:ext>
            </a:extLst>
          </p:cNvPr>
          <p:cNvSpPr/>
          <p:nvPr/>
        </p:nvSpPr>
        <p:spPr>
          <a:xfrm>
            <a:off x="1321337" y="1805353"/>
            <a:ext cx="6087648" cy="13364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4BD796EA-6F13-B365-313D-8802939EF7BC}"/>
              </a:ext>
            </a:extLst>
          </p:cNvPr>
          <p:cNvSpPr/>
          <p:nvPr/>
        </p:nvSpPr>
        <p:spPr>
          <a:xfrm rot="10800000">
            <a:off x="5425294" y="2359269"/>
            <a:ext cx="855785" cy="34583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1293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3627C60-4D21-9E85-FAB6-DFC9C9D7E998}"/>
              </a:ext>
            </a:extLst>
          </p:cNvPr>
          <p:cNvSpPr txBox="1"/>
          <p:nvPr/>
        </p:nvSpPr>
        <p:spPr>
          <a:xfrm>
            <a:off x="7737231" y="184955"/>
            <a:ext cx="4237010" cy="31700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</a:rPr>
              <a:t>So within this function, what if I write,</a:t>
            </a:r>
          </a:p>
          <a:p>
            <a:endParaRPr lang="en-US" sz="2400" i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std::</a:t>
            </a:r>
            <a:r>
              <a:rPr lang="en-US" sz="2000" b="1" dirty="0" err="1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cout</a:t>
            </a:r>
            <a:r>
              <a:rPr lang="en-US" sz="20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 &lt;&lt; </a:t>
            </a:r>
            <a:r>
              <a:rPr lang="en-US" sz="2000" b="1" dirty="0" err="1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m_posX</a:t>
            </a:r>
            <a:r>
              <a:rPr lang="en-US" sz="20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;</a:t>
            </a:r>
          </a:p>
          <a:p>
            <a:endParaRPr lang="en-US" sz="2000" b="1" dirty="0">
              <a:solidFill>
                <a:srgbClr val="FF0000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std::</a:t>
            </a:r>
            <a:r>
              <a:rPr lang="en-US" sz="2000" b="1" dirty="0" err="1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cout</a:t>
            </a:r>
            <a:r>
              <a:rPr lang="en-US" sz="20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 &lt;&lt; </a:t>
            </a:r>
            <a:r>
              <a:rPr lang="en-US" sz="2000" b="1" dirty="0" err="1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rob.m_posX</a:t>
            </a:r>
            <a:r>
              <a:rPr lang="en-US" sz="20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;</a:t>
            </a:r>
          </a:p>
          <a:p>
            <a:endParaRPr lang="en-US" sz="2000" b="1" dirty="0">
              <a:solidFill>
                <a:srgbClr val="FF0000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Btw, the access level of </a:t>
            </a:r>
            <a:r>
              <a:rPr kumimoji="0" lang="en-US" sz="2400" b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ono" panose="00000009000000000000" pitchFamily="49" charset="0"/>
                <a:ea typeface="Roboto Mono" panose="00000009000000000000" pitchFamily="49" charset="0"/>
              </a:rPr>
              <a:t>m_posX</a:t>
            </a: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is private.</a:t>
            </a:r>
            <a:endParaRPr lang="en-US" b="1" dirty="0">
              <a:solidFill>
                <a:srgbClr val="FF0000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ADCCDC-2B4B-B14D-6566-236EA25E9B33}"/>
              </a:ext>
            </a:extLst>
          </p:cNvPr>
          <p:cNvSpPr txBox="1"/>
          <p:nvPr/>
        </p:nvSpPr>
        <p:spPr>
          <a:xfrm>
            <a:off x="7737231" y="3502947"/>
            <a:ext cx="4237010" cy="26776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Both statements will work as intended.</a:t>
            </a:r>
          </a:p>
          <a:p>
            <a:endParaRPr lang="en-US" sz="2400" i="1" dirty="0">
              <a:solidFill>
                <a:schemeClr val="accent1"/>
              </a:solidFill>
            </a:endParaRPr>
          </a:p>
          <a:p>
            <a:r>
              <a:rPr lang="en-US" sz="2400" i="1" dirty="0">
                <a:solidFill>
                  <a:schemeClr val="accent1"/>
                </a:solidFill>
              </a:rPr>
              <a:t>Access levels </a:t>
            </a:r>
            <a:r>
              <a:rPr lang="en-US" sz="2400" b="1" i="1" dirty="0">
                <a:solidFill>
                  <a:schemeClr val="accent1"/>
                </a:solidFill>
              </a:rPr>
              <a:t>do not </a:t>
            </a:r>
            <a:r>
              <a:rPr lang="en-US" sz="2400" i="1" dirty="0">
                <a:solidFill>
                  <a:schemeClr val="accent1"/>
                </a:solidFill>
              </a:rPr>
              <a:t>work on a per-object basis.</a:t>
            </a:r>
          </a:p>
          <a:p>
            <a:r>
              <a:rPr lang="en-US" sz="2400" i="1" dirty="0">
                <a:solidFill>
                  <a:schemeClr val="accent1"/>
                </a:solidFill>
              </a:rPr>
              <a:t>They work on a per-class basis.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276D77-0BAC-1D30-E266-82B480473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59" y="184954"/>
            <a:ext cx="7191226" cy="657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71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87334-7C92-93E9-9E5A-B1C4C2E79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Levels Work on Per-Class Basis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5E635-4039-266C-2F9D-B9DFEBB80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member function can directly access private members (of the implicit object). </a:t>
            </a:r>
          </a:p>
          <a:p>
            <a:endParaRPr lang="en-US" dirty="0"/>
          </a:p>
          <a:p>
            <a:r>
              <a:rPr lang="en-US" dirty="0"/>
              <a:t>However, because </a:t>
            </a:r>
            <a:r>
              <a:rPr lang="en-US" b="1" dirty="0"/>
              <a:t>access levels are per-class</a:t>
            </a:r>
            <a:r>
              <a:rPr lang="en-US" dirty="0"/>
              <a:t>, not per-object, a member function can also directly access the private members of </a:t>
            </a:r>
            <a:r>
              <a:rPr lang="en-US" b="1" dirty="0"/>
              <a:t>ANY </a:t>
            </a:r>
            <a:r>
              <a:rPr lang="en-US" dirty="0"/>
              <a:t>other object of the same class type that is in scope.</a:t>
            </a:r>
          </a:p>
        </p:txBody>
      </p:sp>
    </p:spTree>
    <p:extLst>
      <p:ext uri="{BB962C8B-B14F-4D97-AF65-F5344CB8AC3E}">
        <p14:creationId xmlns:p14="http://schemas.microsoft.com/office/powerpoint/2010/main" val="12689130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87334-7C92-93E9-9E5A-B1C4C2E79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Practice (Self-Study)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5E635-4039-266C-2F9D-B9DFEBB80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practice, you can refer to: </a:t>
            </a:r>
            <a:r>
              <a:rPr lang="en-US" dirty="0">
                <a:hlinkClick r:id="rId2"/>
              </a:rPr>
              <a:t>https://www.learncpp.com/cpp-tutorial/public-and-private-members-and-access-specifiers/</a:t>
            </a:r>
            <a:endParaRPr lang="en-US" dirty="0"/>
          </a:p>
          <a:p>
            <a:endParaRPr lang="en-US" dirty="0"/>
          </a:p>
          <a:p>
            <a:r>
              <a:rPr lang="en-US" dirty="0"/>
              <a:t>Check </a:t>
            </a:r>
            <a:r>
              <a:rPr lang="en-US" b="1" dirty="0"/>
              <a:t>Question #2</a:t>
            </a:r>
            <a:r>
              <a:rPr lang="en-US" dirty="0"/>
              <a:t> under </a:t>
            </a:r>
            <a:r>
              <a:rPr lang="en-US" b="1" dirty="0"/>
              <a:t>Quiz Time </a:t>
            </a:r>
            <a:r>
              <a:rPr lang="en-US" dirty="0"/>
              <a:t>section.</a:t>
            </a:r>
          </a:p>
          <a:p>
            <a:pPr lvl="1"/>
            <a:r>
              <a:rPr lang="en-US" dirty="0"/>
              <a:t>This requires you to create your own class.</a:t>
            </a:r>
          </a:p>
          <a:p>
            <a:pPr lvl="1"/>
            <a:r>
              <a:rPr lang="en-US" dirty="0"/>
              <a:t>Go through this exercise independently, before looking at the solution.</a:t>
            </a:r>
          </a:p>
          <a:p>
            <a:pPr lvl="1"/>
            <a:r>
              <a:rPr lang="en-US" dirty="0"/>
              <a:t>Also, don’t use Google or LLMs (ChatGPT, Bard, etc.) for this; try using your own understanding first.</a:t>
            </a:r>
          </a:p>
        </p:txBody>
      </p:sp>
    </p:spTree>
    <p:extLst>
      <p:ext uri="{BB962C8B-B14F-4D97-AF65-F5344CB8AC3E}">
        <p14:creationId xmlns:p14="http://schemas.microsoft.com/office/powerpoint/2010/main" val="7897302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7CDA7F-503D-5DA0-C153-D1A2F3B311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Getters and Setters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C2BDCF4-4598-D8D1-67B3-AE5F5FAE6C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Also called Accessors and Mutators, respectively.</a:t>
            </a:r>
          </a:p>
        </p:txBody>
      </p:sp>
    </p:spTree>
    <p:extLst>
      <p:ext uri="{BB962C8B-B14F-4D97-AF65-F5344CB8AC3E}">
        <p14:creationId xmlns:p14="http://schemas.microsoft.com/office/powerpoint/2010/main" val="38315819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DB619-66F3-042E-9A2D-AACA7581F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Getters / Setters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955AE-9874-7558-16B8-CE36A4C9E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Getters (or accessors) are methods used to get (or access) values of private attributes.</a:t>
            </a:r>
          </a:p>
          <a:p>
            <a:endParaRPr lang="en-US" dirty="0"/>
          </a:p>
          <a:p>
            <a:r>
              <a:rPr lang="en-US" dirty="0"/>
              <a:t>Setters (or mutators) are methods used to set (or mutate/change) values of private attributes.</a:t>
            </a:r>
          </a:p>
          <a:p>
            <a:endParaRPr lang="en-US" dirty="0"/>
          </a:p>
          <a:p>
            <a:r>
              <a:rPr lang="en-US" dirty="0"/>
              <a:t>They’re just regular methods; nothing really unique about them.</a:t>
            </a:r>
          </a:p>
        </p:txBody>
      </p:sp>
    </p:spTree>
    <p:extLst>
      <p:ext uri="{BB962C8B-B14F-4D97-AF65-F5344CB8AC3E}">
        <p14:creationId xmlns:p14="http://schemas.microsoft.com/office/powerpoint/2010/main" val="19877691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060A379-A7DE-3F67-96E8-11337E1174AF}"/>
              </a:ext>
            </a:extLst>
          </p:cNvPr>
          <p:cNvSpPr txBox="1"/>
          <p:nvPr/>
        </p:nvSpPr>
        <p:spPr>
          <a:xfrm>
            <a:off x="7737231" y="184955"/>
            <a:ext cx="4237010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Getters and setters.</a:t>
            </a:r>
          </a:p>
          <a:p>
            <a:endParaRPr lang="en-US" sz="2400" i="1" dirty="0">
              <a:solidFill>
                <a:schemeClr val="accent1"/>
              </a:solidFill>
            </a:endParaRPr>
          </a:p>
          <a:p>
            <a:r>
              <a:rPr lang="en-US" sz="2400" i="1" dirty="0">
                <a:solidFill>
                  <a:schemeClr val="accent1"/>
                </a:solidFill>
              </a:rPr>
              <a:t>Adding “m_” as a prefix to your attribute names is helpful.</a:t>
            </a:r>
          </a:p>
          <a:p>
            <a:endParaRPr lang="en-US" sz="2400" i="1" dirty="0">
              <a:solidFill>
                <a:schemeClr val="accent1"/>
              </a:solidFill>
            </a:endParaRPr>
          </a:p>
          <a:p>
            <a:r>
              <a:rPr lang="en-US" sz="2400" i="1" dirty="0">
                <a:solidFill>
                  <a:schemeClr val="accent1"/>
                </a:solidFill>
              </a:rPr>
              <a:t>Otherwise, you may run the risk of having your local variables of the same name as your attributes. </a:t>
            </a:r>
          </a:p>
          <a:p>
            <a:endParaRPr lang="en-US" sz="2400" i="1" dirty="0">
              <a:solidFill>
                <a:schemeClr val="accent1"/>
              </a:solidFill>
            </a:endParaRPr>
          </a:p>
          <a:p>
            <a:r>
              <a:rPr lang="en-US" sz="2400" i="1" dirty="0">
                <a:solidFill>
                  <a:schemeClr val="accent1"/>
                </a:solidFill>
              </a:rPr>
              <a:t>This will result in scoping issues.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CB9DBA-EA83-D227-4F1B-A8B655831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58" y="184955"/>
            <a:ext cx="7298163" cy="626924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6C9CC98-9F0E-FD9E-50B6-03F91F408426}"/>
              </a:ext>
            </a:extLst>
          </p:cNvPr>
          <p:cNvSpPr/>
          <p:nvPr/>
        </p:nvSpPr>
        <p:spPr>
          <a:xfrm>
            <a:off x="133815" y="2988527"/>
            <a:ext cx="6936058" cy="1572322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D3D9ED-B9AE-96C8-DC93-C2F79C82243D}"/>
              </a:ext>
            </a:extLst>
          </p:cNvPr>
          <p:cNvSpPr/>
          <p:nvPr/>
        </p:nvSpPr>
        <p:spPr>
          <a:xfrm>
            <a:off x="3111190" y="3197841"/>
            <a:ext cx="1237786" cy="253461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091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1C966-16EA-BC67-067E-99A744BBF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Getters and Setters?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AF89A-4B3C-21C7-5559-AFE39DBC2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point of private when I’m creating public functions to read and update the private members?</a:t>
            </a:r>
          </a:p>
          <a:p>
            <a:endParaRPr lang="en-US" dirty="0"/>
          </a:p>
          <a:p>
            <a:r>
              <a:rPr lang="en-US" dirty="0"/>
              <a:t>Consider this Fraction class.</a:t>
            </a:r>
          </a:p>
          <a:p>
            <a:endParaRPr lang="en-US" dirty="0"/>
          </a:p>
          <a:p>
            <a:r>
              <a:rPr lang="en-US" dirty="0"/>
              <a:t>I will create objects which will simulate or model fractions. </a:t>
            </a:r>
          </a:p>
          <a:p>
            <a:endParaRPr lang="en-US" dirty="0"/>
          </a:p>
          <a:p>
            <a:r>
              <a:rPr lang="en-US" dirty="0"/>
              <a:t>Recall that the denominator of a fraction should not be zero (they become undefined otherwise).</a:t>
            </a:r>
          </a:p>
        </p:txBody>
      </p:sp>
    </p:spTree>
    <p:extLst>
      <p:ext uri="{BB962C8B-B14F-4D97-AF65-F5344CB8AC3E}">
        <p14:creationId xmlns:p14="http://schemas.microsoft.com/office/powerpoint/2010/main" val="39901901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D1562B5-5EAB-145A-2846-2DE8B9B59BE5}"/>
              </a:ext>
            </a:extLst>
          </p:cNvPr>
          <p:cNvSpPr txBox="1"/>
          <p:nvPr/>
        </p:nvSpPr>
        <p:spPr>
          <a:xfrm>
            <a:off x="407019" y="1327183"/>
            <a:ext cx="649837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#include</a:t>
            </a:r>
            <a:r>
              <a:rPr lang="en-US" sz="1600" b="0" dirty="0">
                <a:solidFill>
                  <a:srgbClr val="B589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&lt;iostream&gt;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Fraction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m_num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void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print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"Fraction("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m_num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", 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                   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")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2D6A99-13EE-6CB5-8B45-2D179F34BA5F}"/>
              </a:ext>
            </a:extLst>
          </p:cNvPr>
          <p:cNvSpPr txBox="1"/>
          <p:nvPr/>
        </p:nvSpPr>
        <p:spPr>
          <a:xfrm>
            <a:off x="6905393" y="1327183"/>
            <a:ext cx="441309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</a:t>
            </a:r>
            <a:r>
              <a:rPr lang="en-US" sz="16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160325-8386-26D8-551A-920A756458E3}"/>
              </a:ext>
            </a:extLst>
          </p:cNvPr>
          <p:cNvSpPr txBox="1"/>
          <p:nvPr/>
        </p:nvSpPr>
        <p:spPr>
          <a:xfrm>
            <a:off x="407019" y="196977"/>
            <a:ext cx="663386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</a:rPr>
              <a:t>This is a problem, and this can happen if my data is public.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B7E581-BCDB-C75B-31C3-B60C9533B747}"/>
              </a:ext>
            </a:extLst>
          </p:cNvPr>
          <p:cNvSpPr/>
          <p:nvPr/>
        </p:nvSpPr>
        <p:spPr>
          <a:xfrm>
            <a:off x="7348652" y="2223139"/>
            <a:ext cx="1683836" cy="4754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D1562B5-5EAB-145A-2846-2DE8B9B59BE5}"/>
              </a:ext>
            </a:extLst>
          </p:cNvPr>
          <p:cNvSpPr txBox="1"/>
          <p:nvPr/>
        </p:nvSpPr>
        <p:spPr>
          <a:xfrm>
            <a:off x="407019" y="1327183"/>
            <a:ext cx="421237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Fraction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private: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m_num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getDen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2D6A99-13EE-6CB5-8B45-2D179F34BA5F}"/>
              </a:ext>
            </a:extLst>
          </p:cNvPr>
          <p:cNvSpPr txBox="1"/>
          <p:nvPr/>
        </p:nvSpPr>
        <p:spPr>
          <a:xfrm>
            <a:off x="6905393" y="1327183"/>
            <a:ext cx="441309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</a:t>
            </a:r>
            <a:r>
              <a:rPr lang="en-US" sz="16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160325-8386-26D8-551A-920A756458E3}"/>
              </a:ext>
            </a:extLst>
          </p:cNvPr>
          <p:cNvSpPr txBox="1"/>
          <p:nvPr/>
        </p:nvSpPr>
        <p:spPr>
          <a:xfrm>
            <a:off x="407019" y="196978"/>
            <a:ext cx="10095518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</a:rPr>
              <a:t>If I have private members, direct access will not work. </a:t>
            </a:r>
          </a:p>
          <a:p>
            <a:r>
              <a:rPr lang="en-US" sz="2000" i="1" dirty="0">
                <a:solidFill>
                  <a:schemeClr val="accent1"/>
                </a:solidFill>
              </a:rPr>
              <a:t>In this case, I have chosen to define just a getter. So </a:t>
            </a:r>
            <a:r>
              <a:rPr lang="en-US" sz="2000" b="1" dirty="0" err="1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m_den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2000" i="1" dirty="0">
                <a:solidFill>
                  <a:schemeClr val="accent1"/>
                </a:solidFill>
              </a:rPr>
              <a:t>is read-only through the getter. </a:t>
            </a:r>
          </a:p>
          <a:p>
            <a:r>
              <a:rPr lang="en-US" sz="2000" i="1" dirty="0">
                <a:solidFill>
                  <a:schemeClr val="accent1"/>
                </a:solidFill>
              </a:rPr>
              <a:t>Hence, I have more control if I have my attribute set to private.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B7E581-BCDB-C75B-31C3-B60C9533B747}"/>
              </a:ext>
            </a:extLst>
          </p:cNvPr>
          <p:cNvSpPr/>
          <p:nvPr/>
        </p:nvSpPr>
        <p:spPr>
          <a:xfrm>
            <a:off x="7348652" y="2223139"/>
            <a:ext cx="1683836" cy="4754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281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D1562B5-5EAB-145A-2846-2DE8B9B59BE5}"/>
              </a:ext>
            </a:extLst>
          </p:cNvPr>
          <p:cNvSpPr txBox="1"/>
          <p:nvPr/>
        </p:nvSpPr>
        <p:spPr>
          <a:xfrm>
            <a:off x="407018" y="1327183"/>
            <a:ext cx="627256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Fraction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private: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m_num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getDen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void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setDen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newDen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(</a:t>
            </a:r>
            <a:r>
              <a:rPr lang="en-US" sz="14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newDen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==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{</a:t>
            </a:r>
          </a:p>
          <a:p>
            <a:r>
              <a:rPr lang="en-US" sz="14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            // Raise some error and exit function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}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else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{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newDen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}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2D6A99-13EE-6CB5-8B45-2D179F34BA5F}"/>
              </a:ext>
            </a:extLst>
          </p:cNvPr>
          <p:cNvSpPr txBox="1"/>
          <p:nvPr/>
        </p:nvSpPr>
        <p:spPr>
          <a:xfrm>
            <a:off x="6905393" y="1327183"/>
            <a:ext cx="441309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160325-8386-26D8-551A-920A756458E3}"/>
              </a:ext>
            </a:extLst>
          </p:cNvPr>
          <p:cNvSpPr txBox="1"/>
          <p:nvPr/>
        </p:nvSpPr>
        <p:spPr>
          <a:xfrm>
            <a:off x="407019" y="196978"/>
            <a:ext cx="11036044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</a:rPr>
              <a:t>I can also define a setter, but notice that I’m not blindly changing values. </a:t>
            </a:r>
          </a:p>
          <a:p>
            <a:r>
              <a:rPr lang="en-US" sz="2000" i="1" dirty="0">
                <a:solidFill>
                  <a:schemeClr val="accent1"/>
                </a:solidFill>
              </a:rPr>
              <a:t>Because a setter is just a function, I can add conditions to verify whether I’m making an appropriate change or not within the setter.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B7E581-BCDB-C75B-31C3-B60C9533B747}"/>
              </a:ext>
            </a:extLst>
          </p:cNvPr>
          <p:cNvSpPr/>
          <p:nvPr/>
        </p:nvSpPr>
        <p:spPr>
          <a:xfrm>
            <a:off x="686594" y="3829870"/>
            <a:ext cx="5165566" cy="247949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772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651F92-230A-3E77-AFF7-EAE758DB8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const </a:t>
            </a:r>
            <a:r>
              <a:rPr lang="en-US" dirty="0"/>
              <a:t>Methods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D6E19BC-5863-5864-744C-17B9B2E598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2209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81E9-C6B0-D015-3170-D845AA582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const </a:t>
            </a:r>
            <a:r>
              <a:rPr lang="en-US" dirty="0"/>
              <a:t>Methods?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55475-EF29-30FB-9999-DEC583CC0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Methods that are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const</a:t>
            </a:r>
            <a:r>
              <a:rPr lang="en-US" dirty="0"/>
              <a:t>, guarantee that they will not change the attributes of the implicit object.</a:t>
            </a:r>
          </a:p>
          <a:p>
            <a:pPr lvl="1"/>
            <a:r>
              <a:rPr lang="en-US" dirty="0"/>
              <a:t>This is the object that was used to call the method.</a:t>
            </a:r>
          </a:p>
          <a:p>
            <a:pPr lvl="1"/>
            <a:endParaRPr lang="en-US" dirty="0"/>
          </a:p>
          <a:p>
            <a:r>
              <a:rPr lang="en-US" b="1" dirty="0"/>
              <a:t>Good practice:</a:t>
            </a:r>
            <a:r>
              <a:rPr lang="en-US" dirty="0"/>
              <a:t> if we know that a method is not meant to modify the implicit object, we make that method a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const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Should getters and setters be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const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Getters – </a:t>
            </a:r>
            <a:r>
              <a:rPr lang="en-US" i="1" dirty="0"/>
              <a:t>yes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Setters – </a:t>
            </a:r>
            <a:r>
              <a:rPr lang="en-US" i="1" dirty="0"/>
              <a:t>no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D7792C-DCB5-D588-779B-3EE782EDB475}"/>
              </a:ext>
            </a:extLst>
          </p:cNvPr>
          <p:cNvSpPr txBox="1"/>
          <p:nvPr/>
        </p:nvSpPr>
        <p:spPr>
          <a:xfrm>
            <a:off x="7953607" y="4988461"/>
            <a:ext cx="3210622" cy="132343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dirty="0" err="1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getXPos</a:t>
            </a:r>
            <a:r>
              <a:rPr lang="en-US" sz="200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2000" b="1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200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200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m_xPos</a:t>
            </a:r>
            <a:r>
              <a:rPr lang="en-US" sz="200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720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303A1F-7D55-03CE-7B2E-301534F64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06" y="4053470"/>
            <a:ext cx="11464699" cy="1700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F3A070-FD61-CC92-9DFD-DAFFDE212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873" y="184955"/>
            <a:ext cx="2587567" cy="37780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9FCB2A-F6C2-24A4-2C86-071A2A17BFFA}"/>
              </a:ext>
            </a:extLst>
          </p:cNvPr>
          <p:cNvSpPr txBox="1"/>
          <p:nvPr/>
        </p:nvSpPr>
        <p:spPr>
          <a:xfrm>
            <a:off x="7737231" y="184955"/>
            <a:ext cx="423701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Note that I’m trying to change the attribute of the implicit object here.</a:t>
            </a:r>
          </a:p>
        </p:txBody>
      </p:sp>
    </p:spTree>
    <p:extLst>
      <p:ext uri="{BB962C8B-B14F-4D97-AF65-F5344CB8AC3E}">
        <p14:creationId xmlns:p14="http://schemas.microsoft.com/office/powerpoint/2010/main" val="36206557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2F567C-4BD8-7D2A-3AEA-E6FF52D54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59" y="184955"/>
            <a:ext cx="3918687" cy="58430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132CC9-85D9-F431-01A3-B6CCCB648DAB}"/>
              </a:ext>
            </a:extLst>
          </p:cNvPr>
          <p:cNvSpPr txBox="1"/>
          <p:nvPr/>
        </p:nvSpPr>
        <p:spPr>
          <a:xfrm>
            <a:off x="5323739" y="184955"/>
            <a:ext cx="6650502" cy="41549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I cannot change the attribute of the </a:t>
            </a:r>
            <a:r>
              <a:rPr lang="en-US" sz="2400" b="1" i="1" dirty="0">
                <a:solidFill>
                  <a:schemeClr val="accent1"/>
                </a:solidFill>
              </a:rPr>
              <a:t>implicit object </a:t>
            </a:r>
            <a:r>
              <a:rPr lang="en-US" sz="2400" i="1" dirty="0">
                <a:solidFill>
                  <a:schemeClr val="accent1"/>
                </a:solidFill>
              </a:rPr>
              <a:t>(which is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p1 </a:t>
            </a:r>
            <a:r>
              <a:rPr lang="en-US" sz="2400" i="1" dirty="0">
                <a:solidFill>
                  <a:schemeClr val="accent1"/>
                </a:solidFill>
              </a:rPr>
              <a:t>in this e.g.).</a:t>
            </a:r>
          </a:p>
          <a:p>
            <a:endParaRPr lang="en-US" sz="2400" i="1" dirty="0">
              <a:solidFill>
                <a:schemeClr val="accent1"/>
              </a:solidFill>
            </a:endParaRPr>
          </a:p>
          <a:p>
            <a:r>
              <a:rPr lang="en-US" sz="2400" i="1" dirty="0">
                <a:solidFill>
                  <a:schemeClr val="accent1"/>
                </a:solidFill>
              </a:rPr>
              <a:t>But I could change the attribute of </a:t>
            </a:r>
            <a:r>
              <a:rPr lang="en-US" sz="2400" b="1" i="1" dirty="0">
                <a:solidFill>
                  <a:schemeClr val="accent1"/>
                </a:solidFill>
              </a:rPr>
              <a:t>another object </a:t>
            </a:r>
            <a:r>
              <a:rPr lang="en-US" sz="2400" i="1" dirty="0">
                <a:solidFill>
                  <a:schemeClr val="accent1"/>
                </a:solidFill>
              </a:rPr>
              <a:t>that was passed to this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const </a:t>
            </a:r>
            <a:r>
              <a:rPr lang="en-US" sz="2400" i="1" dirty="0">
                <a:solidFill>
                  <a:schemeClr val="accent1"/>
                </a:solidFill>
              </a:rPr>
              <a:t>method if I wanted to. </a:t>
            </a:r>
          </a:p>
          <a:p>
            <a:r>
              <a:rPr lang="en-US" sz="2400" i="1" dirty="0">
                <a:solidFill>
                  <a:schemeClr val="accent1"/>
                </a:solidFill>
              </a:rPr>
              <a:t>Over here, I’m changing the attribute of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obj </a:t>
            </a:r>
            <a:r>
              <a:rPr lang="en-US" sz="2400" i="1" dirty="0">
                <a:solidFill>
                  <a:schemeClr val="accent1"/>
                </a:solidFill>
              </a:rPr>
              <a:t>(or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p2</a:t>
            </a:r>
            <a:r>
              <a:rPr lang="en-US" sz="2400" i="1" dirty="0">
                <a:solidFill>
                  <a:schemeClr val="accent1"/>
                </a:solidFill>
              </a:rPr>
              <a:t>), which is fine.</a:t>
            </a:r>
          </a:p>
          <a:p>
            <a:endParaRPr lang="en-US" sz="2400" i="1" dirty="0">
              <a:solidFill>
                <a:schemeClr val="accent1"/>
              </a:solidFill>
            </a:endParaRPr>
          </a:p>
          <a:p>
            <a:r>
              <a:rPr lang="en-US" sz="2400" i="1" dirty="0">
                <a:solidFill>
                  <a:schemeClr val="accent1"/>
                </a:solidFill>
              </a:rPr>
              <a:t>If I wanted to prevent changes to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obj </a:t>
            </a:r>
            <a:r>
              <a:rPr lang="en-US" sz="2400" i="1" dirty="0">
                <a:solidFill>
                  <a:schemeClr val="accent1"/>
                </a:solidFill>
              </a:rPr>
              <a:t>(or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p2</a:t>
            </a:r>
            <a:r>
              <a:rPr lang="en-US" sz="2400" i="1" dirty="0">
                <a:solidFill>
                  <a:schemeClr val="accent1"/>
                </a:solidFill>
              </a:rPr>
              <a:t>) as well, I could pass it by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const </a:t>
            </a:r>
            <a:r>
              <a:rPr lang="en-US" sz="2400" b="1" i="1" dirty="0">
                <a:solidFill>
                  <a:schemeClr val="accent1"/>
                </a:solidFill>
              </a:rPr>
              <a:t>reference</a:t>
            </a:r>
            <a:r>
              <a:rPr lang="en-US" sz="2400" i="1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B772F2-D564-C814-8353-9AA529FB757D}"/>
              </a:ext>
            </a:extLst>
          </p:cNvPr>
          <p:cNvSpPr/>
          <p:nvPr/>
        </p:nvSpPr>
        <p:spPr>
          <a:xfrm>
            <a:off x="1405052" y="2662583"/>
            <a:ext cx="1616927" cy="270188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90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E097C-5D41-0B8B-A52D-1284A1905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for Students </a:t>
            </a:r>
            <a:br>
              <a:rPr lang="en-US" dirty="0"/>
            </a:br>
            <a:r>
              <a:rPr lang="en-US" dirty="0"/>
              <a:t>(Recommended for all OOP Concepts)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F85E8-7D48-C78B-7D55-3446EC68F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Would recommend running the code we’ve seen on Python Tutor. </a:t>
            </a:r>
          </a:p>
          <a:p>
            <a:endParaRPr lang="en-US" dirty="0"/>
          </a:p>
          <a:p>
            <a:r>
              <a:rPr lang="en-US" dirty="0"/>
              <a:t>The visualization may help you understand.</a:t>
            </a:r>
          </a:p>
          <a:p>
            <a:endParaRPr lang="en-US" dirty="0"/>
          </a:p>
          <a:p>
            <a:r>
              <a:rPr lang="en-US" dirty="0"/>
              <a:t>Some things you may note are,</a:t>
            </a:r>
          </a:p>
          <a:p>
            <a:pPr lvl="1"/>
            <a:r>
              <a:rPr lang="en-US" dirty="0"/>
              <a:t>The class definition by itself will not create any entity in memory – no space occupied.</a:t>
            </a:r>
          </a:p>
          <a:p>
            <a:pPr lvl="1"/>
            <a:r>
              <a:rPr lang="en-US" dirty="0"/>
              <a:t>It is when you create an object does memory gets used up.</a:t>
            </a:r>
          </a:p>
          <a:p>
            <a:pPr lvl="1"/>
            <a:r>
              <a:rPr lang="en-US" dirty="0"/>
              <a:t>Note what the attributes get initialized to.</a:t>
            </a:r>
          </a:p>
          <a:p>
            <a:pPr lvl="1"/>
            <a:r>
              <a:rPr lang="en-US" dirty="0"/>
              <a:t>How can we change it?</a:t>
            </a:r>
          </a:p>
        </p:txBody>
      </p:sp>
    </p:spTree>
    <p:extLst>
      <p:ext uri="{BB962C8B-B14F-4D97-AF65-F5344CB8AC3E}">
        <p14:creationId xmlns:p14="http://schemas.microsoft.com/office/powerpoint/2010/main" val="2027236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1776</Words>
  <Application>Microsoft Office PowerPoint</Application>
  <PresentationFormat>Widescreen</PresentationFormat>
  <Paragraphs>263</Paragraphs>
  <Slides>39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Aptos</vt:lpstr>
      <vt:lpstr>Aptos Display</vt:lpstr>
      <vt:lpstr>Arial</vt:lpstr>
      <vt:lpstr>Calibri</vt:lpstr>
      <vt:lpstr>Roboto Mono</vt:lpstr>
      <vt:lpstr>Office Theme</vt:lpstr>
      <vt:lpstr>Object-Oriented Programming</vt:lpstr>
      <vt:lpstr>Access Specifiers</vt:lpstr>
      <vt:lpstr>Member Access</vt:lpstr>
      <vt:lpstr>Public Members</vt:lpstr>
      <vt:lpstr>PowerPoint Presentation</vt:lpstr>
      <vt:lpstr>PowerPoint Presentation</vt:lpstr>
      <vt:lpstr>Private Members  (Default Access Level in Classes)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Abstraction</vt:lpstr>
      <vt:lpstr>Abstraction</vt:lpstr>
      <vt:lpstr>Abstraction </vt:lpstr>
      <vt:lpstr>Abstraction </vt:lpstr>
      <vt:lpstr>Abstraction</vt:lpstr>
      <vt:lpstr>PowerPoint Presentation</vt:lpstr>
      <vt:lpstr>Back to Access Specifiers</vt:lpstr>
      <vt:lpstr>Access Levels Work on Per-Class Basis</vt:lpstr>
      <vt:lpstr>PowerPoint Presentation</vt:lpstr>
      <vt:lpstr>PowerPoint Presentation</vt:lpstr>
      <vt:lpstr>PowerPoint Presentation</vt:lpstr>
      <vt:lpstr>PowerPoint Presentation</vt:lpstr>
      <vt:lpstr>Access Levels Work on Per-Class Basis</vt:lpstr>
      <vt:lpstr>For Practice (Self-Study)</vt:lpstr>
      <vt:lpstr>Getters and Setters</vt:lpstr>
      <vt:lpstr>Getters / Setters</vt:lpstr>
      <vt:lpstr>PowerPoint Presentation</vt:lpstr>
      <vt:lpstr>Why Getters and Setters?</vt:lpstr>
      <vt:lpstr>PowerPoint Presentation</vt:lpstr>
      <vt:lpstr>PowerPoint Presentation</vt:lpstr>
      <vt:lpstr>PowerPoint Presentation</vt:lpstr>
      <vt:lpstr>const Methods</vt:lpstr>
      <vt:lpstr>What are const Methods?</vt:lpstr>
      <vt:lpstr>PowerPoint Presentation</vt:lpstr>
      <vt:lpstr>PowerPoint Presentation</vt:lpstr>
      <vt:lpstr>Note for Students  (Recommended for all OOP Concepts)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 – Access Specifiers</dc:title>
  <dc:creator>Mohammad Salman</dc:creator>
  <cp:lastModifiedBy>Mohammad Salman</cp:lastModifiedBy>
  <cp:revision>1</cp:revision>
  <dcterms:created xsi:type="dcterms:W3CDTF">2023-09-23T09:44:36Z</dcterms:created>
  <dcterms:modified xsi:type="dcterms:W3CDTF">2023-09-25T11:42:55Z</dcterms:modified>
</cp:coreProperties>
</file>