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64" r:id="rId3"/>
    <p:sldId id="271" r:id="rId4"/>
    <p:sldId id="272" r:id="rId5"/>
    <p:sldId id="273" r:id="rId6"/>
    <p:sldId id="274" r:id="rId7"/>
    <p:sldId id="275" r:id="rId8"/>
    <p:sldId id="257" r:id="rId9"/>
    <p:sldId id="259" r:id="rId10"/>
    <p:sldId id="258" r:id="rId11"/>
    <p:sldId id="260" r:id="rId12"/>
    <p:sldId id="263" r:id="rId13"/>
    <p:sldId id="277" r:id="rId14"/>
    <p:sldId id="278" r:id="rId15"/>
    <p:sldId id="279" r:id="rId16"/>
    <p:sldId id="280" r:id="rId17"/>
    <p:sldId id="265" r:id="rId18"/>
    <p:sldId id="282" r:id="rId19"/>
    <p:sldId id="283" r:id="rId20"/>
    <p:sldId id="281" r:id="rId21"/>
    <p:sldId id="286" r:id="rId22"/>
    <p:sldId id="284" r:id="rId23"/>
    <p:sldId id="288" r:id="rId24"/>
    <p:sldId id="28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818" autoAdjust="0"/>
  </p:normalViewPr>
  <p:slideViewPr>
    <p:cSldViewPr snapToGrid="0">
      <p:cViewPr varScale="1">
        <p:scale>
          <a:sx n="71" d="100"/>
          <a:sy n="71" d="100"/>
        </p:scale>
        <p:origin x="110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Salman" userId="cfd6754c-e613-4f6f-bb98-36aef69d8c31" providerId="ADAL" clId="{DEFFB49A-E8A8-431E-8F61-570E0C8D0B7B}"/>
    <pc:docChg chg="undo redo custSel addSld delSld modSld sldOrd addSection delSection">
      <pc:chgData name="Mohammad Salman" userId="cfd6754c-e613-4f6f-bb98-36aef69d8c31" providerId="ADAL" clId="{DEFFB49A-E8A8-431E-8F61-570E0C8D0B7B}" dt="2023-09-25T12:04:54.588" v="8137" actId="47"/>
      <pc:docMkLst>
        <pc:docMk/>
      </pc:docMkLst>
      <pc:sldChg chg="modSp new mod setBg">
        <pc:chgData name="Mohammad Salman" userId="cfd6754c-e613-4f6f-bb98-36aef69d8c31" providerId="ADAL" clId="{DEFFB49A-E8A8-431E-8F61-570E0C8D0B7B}" dt="2023-09-25T08:34:55.177" v="7720" actId="20577"/>
        <pc:sldMkLst>
          <pc:docMk/>
          <pc:sldMk cId="244656092" sldId="256"/>
        </pc:sldMkLst>
        <pc:spChg chg="mod">
          <ac:chgData name="Mohammad Salman" userId="cfd6754c-e613-4f6f-bb98-36aef69d8c31" providerId="ADAL" clId="{DEFFB49A-E8A8-431E-8F61-570E0C8D0B7B}" dt="2023-09-25T08:34:55.177" v="7720" actId="20577"/>
          <ac:spMkLst>
            <pc:docMk/>
            <pc:sldMk cId="244656092" sldId="256"/>
            <ac:spMk id="2" creationId="{658133B2-0E5D-CC5D-7529-10A672BB0134}"/>
          </ac:spMkLst>
        </pc:spChg>
        <pc:spChg chg="mod">
          <ac:chgData name="Mohammad Salman" userId="cfd6754c-e613-4f6f-bb98-36aef69d8c31" providerId="ADAL" clId="{DEFFB49A-E8A8-431E-8F61-570E0C8D0B7B}" dt="2023-09-25T08:34:54.294" v="7717" actId="114"/>
          <ac:spMkLst>
            <pc:docMk/>
            <pc:sldMk cId="244656092" sldId="256"/>
            <ac:spMk id="3" creationId="{12618CFC-9859-D069-DB65-4E58C450AB25}"/>
          </ac:spMkLst>
        </pc:spChg>
      </pc:sldChg>
      <pc:sldChg chg="modSp new mod modAnim">
        <pc:chgData name="Mohammad Salman" userId="cfd6754c-e613-4f6f-bb98-36aef69d8c31" providerId="ADAL" clId="{DEFFB49A-E8A8-431E-8F61-570E0C8D0B7B}" dt="2023-09-24T17:13:32.798" v="4079" actId="207"/>
        <pc:sldMkLst>
          <pc:docMk/>
          <pc:sldMk cId="3176019693" sldId="257"/>
        </pc:sldMkLst>
        <pc:spChg chg="mod">
          <ac:chgData name="Mohammad Salman" userId="cfd6754c-e613-4f6f-bb98-36aef69d8c31" providerId="ADAL" clId="{DEFFB49A-E8A8-431E-8F61-570E0C8D0B7B}" dt="2023-09-23T14:37:33.623" v="396" actId="20577"/>
          <ac:spMkLst>
            <pc:docMk/>
            <pc:sldMk cId="3176019693" sldId="257"/>
            <ac:spMk id="2" creationId="{86CBCD4E-B4FB-243C-40F6-40C66C60B2FD}"/>
          </ac:spMkLst>
        </pc:spChg>
        <pc:spChg chg="mod">
          <ac:chgData name="Mohammad Salman" userId="cfd6754c-e613-4f6f-bb98-36aef69d8c31" providerId="ADAL" clId="{DEFFB49A-E8A8-431E-8F61-570E0C8D0B7B}" dt="2023-09-24T17:13:32.798" v="4079" actId="207"/>
          <ac:spMkLst>
            <pc:docMk/>
            <pc:sldMk cId="3176019693" sldId="257"/>
            <ac:spMk id="3" creationId="{212328FF-E5ED-271D-CFBF-A89DF07865A9}"/>
          </ac:spMkLst>
        </pc:spChg>
      </pc:sldChg>
      <pc:sldChg chg="addSp delSp modSp new mod setBg">
        <pc:chgData name="Mohammad Salman" userId="cfd6754c-e613-4f6f-bb98-36aef69d8c31" providerId="ADAL" clId="{DEFFB49A-E8A8-431E-8F61-570E0C8D0B7B}" dt="2023-09-24T17:42:08.229" v="5102" actId="20577"/>
        <pc:sldMkLst>
          <pc:docMk/>
          <pc:sldMk cId="1930019226" sldId="258"/>
        </pc:sldMkLst>
        <pc:spChg chg="del">
          <ac:chgData name="Mohammad Salman" userId="cfd6754c-e613-4f6f-bb98-36aef69d8c31" providerId="ADAL" clId="{DEFFB49A-E8A8-431E-8F61-570E0C8D0B7B}" dt="2023-09-23T14:34:54.711" v="340" actId="478"/>
          <ac:spMkLst>
            <pc:docMk/>
            <pc:sldMk cId="1930019226" sldId="258"/>
            <ac:spMk id="2" creationId="{FCCABB32-6823-9970-E6D6-2087D416379D}"/>
          </ac:spMkLst>
        </pc:spChg>
        <pc:spChg chg="del">
          <ac:chgData name="Mohammad Salman" userId="cfd6754c-e613-4f6f-bb98-36aef69d8c31" providerId="ADAL" clId="{DEFFB49A-E8A8-431E-8F61-570E0C8D0B7B}" dt="2023-09-23T14:34:54.711" v="340" actId="478"/>
          <ac:spMkLst>
            <pc:docMk/>
            <pc:sldMk cId="1930019226" sldId="258"/>
            <ac:spMk id="3" creationId="{3FE16C8A-FC57-8515-0DBB-CE09458A4694}"/>
          </ac:spMkLst>
        </pc:spChg>
        <pc:spChg chg="add mod">
          <ac:chgData name="Mohammad Salman" userId="cfd6754c-e613-4f6f-bb98-36aef69d8c31" providerId="ADAL" clId="{DEFFB49A-E8A8-431E-8F61-570E0C8D0B7B}" dt="2023-09-23T14:35:30.595" v="352" actId="207"/>
          <ac:spMkLst>
            <pc:docMk/>
            <pc:sldMk cId="1930019226" sldId="258"/>
            <ac:spMk id="6" creationId="{9CF56F6A-C708-2077-3D68-D0EEBC007281}"/>
          </ac:spMkLst>
        </pc:spChg>
        <pc:spChg chg="add mod">
          <ac:chgData name="Mohammad Salman" userId="cfd6754c-e613-4f6f-bb98-36aef69d8c31" providerId="ADAL" clId="{DEFFB49A-E8A8-431E-8F61-570E0C8D0B7B}" dt="2023-09-24T17:42:08.229" v="5102" actId="20577"/>
          <ac:spMkLst>
            <pc:docMk/>
            <pc:sldMk cId="1930019226" sldId="258"/>
            <ac:spMk id="7" creationId="{B9C292BB-AC22-C736-CE21-7E29119CE1CC}"/>
          </ac:spMkLst>
        </pc:spChg>
        <pc:picChg chg="add mod">
          <ac:chgData name="Mohammad Salman" userId="cfd6754c-e613-4f6f-bb98-36aef69d8c31" providerId="ADAL" clId="{DEFFB49A-E8A8-431E-8F61-570E0C8D0B7B}" dt="2023-09-23T14:35:03.914" v="345" actId="1076"/>
          <ac:picMkLst>
            <pc:docMk/>
            <pc:sldMk cId="1930019226" sldId="258"/>
            <ac:picMk id="5" creationId="{D74BDACE-F4F1-14C2-B668-956E88ACA5E7}"/>
          </ac:picMkLst>
        </pc:picChg>
      </pc:sldChg>
      <pc:sldChg chg="modSp add mod modAnim">
        <pc:chgData name="Mohammad Salman" userId="cfd6754c-e613-4f6f-bb98-36aef69d8c31" providerId="ADAL" clId="{DEFFB49A-E8A8-431E-8F61-570E0C8D0B7B}" dt="2023-09-24T17:16:52.727" v="4159" actId="207"/>
        <pc:sldMkLst>
          <pc:docMk/>
          <pc:sldMk cId="305408753" sldId="259"/>
        </pc:sldMkLst>
        <pc:spChg chg="mod">
          <ac:chgData name="Mohammad Salman" userId="cfd6754c-e613-4f6f-bb98-36aef69d8c31" providerId="ADAL" clId="{DEFFB49A-E8A8-431E-8F61-570E0C8D0B7B}" dt="2023-09-23T14:37:35.809" v="397" actId="20577"/>
          <ac:spMkLst>
            <pc:docMk/>
            <pc:sldMk cId="305408753" sldId="259"/>
            <ac:spMk id="2" creationId="{86CBCD4E-B4FB-243C-40F6-40C66C60B2FD}"/>
          </ac:spMkLst>
        </pc:spChg>
        <pc:spChg chg="mod">
          <ac:chgData name="Mohammad Salman" userId="cfd6754c-e613-4f6f-bb98-36aef69d8c31" providerId="ADAL" clId="{DEFFB49A-E8A8-431E-8F61-570E0C8D0B7B}" dt="2023-09-24T17:16:52.727" v="4159" actId="207"/>
          <ac:spMkLst>
            <pc:docMk/>
            <pc:sldMk cId="305408753" sldId="259"/>
            <ac:spMk id="3" creationId="{212328FF-E5ED-271D-CFBF-A89DF07865A9}"/>
          </ac:spMkLst>
        </pc:spChg>
      </pc:sldChg>
      <pc:sldChg chg="addSp delSp modSp new mod setBg modAnim">
        <pc:chgData name="Mohammad Salman" userId="cfd6754c-e613-4f6f-bb98-36aef69d8c31" providerId="ADAL" clId="{DEFFB49A-E8A8-431E-8F61-570E0C8D0B7B}" dt="2023-09-24T17:42:12.863" v="5104"/>
        <pc:sldMkLst>
          <pc:docMk/>
          <pc:sldMk cId="1229380047" sldId="260"/>
        </pc:sldMkLst>
        <pc:spChg chg="mod">
          <ac:chgData name="Mohammad Salman" userId="cfd6754c-e613-4f6f-bb98-36aef69d8c31" providerId="ADAL" clId="{DEFFB49A-E8A8-431E-8F61-570E0C8D0B7B}" dt="2023-09-24T17:42:12.863" v="5104"/>
          <ac:spMkLst>
            <pc:docMk/>
            <pc:sldMk cId="1229380047" sldId="260"/>
            <ac:spMk id="2" creationId="{3EFF19BF-5CE3-1103-2DE1-5A9848074B28}"/>
          </ac:spMkLst>
        </pc:spChg>
        <pc:spChg chg="del">
          <ac:chgData name="Mohammad Salman" userId="cfd6754c-e613-4f6f-bb98-36aef69d8c31" providerId="ADAL" clId="{DEFFB49A-E8A8-431E-8F61-570E0C8D0B7B}" dt="2023-09-23T14:36:34.670" v="354" actId="478"/>
          <ac:spMkLst>
            <pc:docMk/>
            <pc:sldMk cId="1229380047" sldId="260"/>
            <ac:spMk id="3" creationId="{DF49F38C-BF5C-0AD4-C0AD-B40A24D5B1AB}"/>
          </ac:spMkLst>
        </pc:spChg>
        <pc:spChg chg="add mod">
          <ac:chgData name="Mohammad Salman" userId="cfd6754c-e613-4f6f-bb98-36aef69d8c31" providerId="ADAL" clId="{DEFFB49A-E8A8-431E-8F61-570E0C8D0B7B}" dt="2023-09-23T15:50:18.483" v="652" actId="164"/>
          <ac:spMkLst>
            <pc:docMk/>
            <pc:sldMk cId="1229380047" sldId="260"/>
            <ac:spMk id="8" creationId="{E8C13121-0B87-D8EA-529B-F8374345C9BD}"/>
          </ac:spMkLst>
        </pc:spChg>
        <pc:spChg chg="add mod">
          <ac:chgData name="Mohammad Salman" userId="cfd6754c-e613-4f6f-bb98-36aef69d8c31" providerId="ADAL" clId="{DEFFB49A-E8A8-431E-8F61-570E0C8D0B7B}" dt="2023-09-23T15:50:18.483" v="652" actId="164"/>
          <ac:spMkLst>
            <pc:docMk/>
            <pc:sldMk cId="1229380047" sldId="260"/>
            <ac:spMk id="9" creationId="{A49E0208-74F1-F421-EEFC-A44327E87EC0}"/>
          </ac:spMkLst>
        </pc:spChg>
        <pc:grpChg chg="add mod">
          <ac:chgData name="Mohammad Salman" userId="cfd6754c-e613-4f6f-bb98-36aef69d8c31" providerId="ADAL" clId="{DEFFB49A-E8A8-431E-8F61-570E0C8D0B7B}" dt="2023-09-23T15:50:18.483" v="652" actId="164"/>
          <ac:grpSpMkLst>
            <pc:docMk/>
            <pc:sldMk cId="1229380047" sldId="260"/>
            <ac:grpSpMk id="10" creationId="{CB9C62FD-9A9A-D61E-C27D-4D5C1458BB8C}"/>
          </ac:grpSpMkLst>
        </pc:grpChg>
        <pc:picChg chg="add mod">
          <ac:chgData name="Mohammad Salman" userId="cfd6754c-e613-4f6f-bb98-36aef69d8c31" providerId="ADAL" clId="{DEFFB49A-E8A8-431E-8F61-570E0C8D0B7B}" dt="2023-09-23T15:50:18.483" v="652" actId="164"/>
          <ac:picMkLst>
            <pc:docMk/>
            <pc:sldMk cId="1229380047" sldId="260"/>
            <ac:picMk id="5" creationId="{9B57F949-6558-E3F5-058F-8C1C2A7F9A9E}"/>
          </ac:picMkLst>
        </pc:picChg>
        <pc:picChg chg="add mod">
          <ac:chgData name="Mohammad Salman" userId="cfd6754c-e613-4f6f-bb98-36aef69d8c31" providerId="ADAL" clId="{DEFFB49A-E8A8-431E-8F61-570E0C8D0B7B}" dt="2023-09-23T14:37:10.089" v="364" actId="1076"/>
          <ac:picMkLst>
            <pc:docMk/>
            <pc:sldMk cId="1229380047" sldId="260"/>
            <ac:picMk id="7" creationId="{830B51BA-EA37-67A2-9D81-C780002ADFF4}"/>
          </ac:picMkLst>
        </pc:picChg>
      </pc:sldChg>
      <pc:sldChg chg="addSp delSp modSp new del mod">
        <pc:chgData name="Mohammad Salman" userId="cfd6754c-e613-4f6f-bb98-36aef69d8c31" providerId="ADAL" clId="{DEFFB49A-E8A8-431E-8F61-570E0C8D0B7B}" dt="2023-09-24T17:41:03.778" v="5080" actId="47"/>
        <pc:sldMkLst>
          <pc:docMk/>
          <pc:sldMk cId="1671359005" sldId="261"/>
        </pc:sldMkLst>
        <pc:spChg chg="del">
          <ac:chgData name="Mohammad Salman" userId="cfd6754c-e613-4f6f-bb98-36aef69d8c31" providerId="ADAL" clId="{DEFFB49A-E8A8-431E-8F61-570E0C8D0B7B}" dt="2023-09-23T15:47:31.260" v="462" actId="478"/>
          <ac:spMkLst>
            <pc:docMk/>
            <pc:sldMk cId="1671359005" sldId="261"/>
            <ac:spMk id="2" creationId="{777AD419-9A2A-DE6C-EEAA-1BC3203D63F2}"/>
          </ac:spMkLst>
        </pc:spChg>
        <pc:spChg chg="del">
          <ac:chgData name="Mohammad Salman" userId="cfd6754c-e613-4f6f-bb98-36aef69d8c31" providerId="ADAL" clId="{DEFFB49A-E8A8-431E-8F61-570E0C8D0B7B}" dt="2023-09-23T15:47:31.260" v="462" actId="478"/>
          <ac:spMkLst>
            <pc:docMk/>
            <pc:sldMk cId="1671359005" sldId="261"/>
            <ac:spMk id="3" creationId="{B0FBECA6-A2FC-354E-6CE3-6B76BB8FB943}"/>
          </ac:spMkLst>
        </pc:spChg>
        <pc:spChg chg="add del">
          <ac:chgData name="Mohammad Salman" userId="cfd6754c-e613-4f6f-bb98-36aef69d8c31" providerId="ADAL" clId="{DEFFB49A-E8A8-431E-8F61-570E0C8D0B7B}" dt="2023-09-23T16:01:21.816" v="714" actId="22"/>
          <ac:spMkLst>
            <pc:docMk/>
            <pc:sldMk cId="1671359005" sldId="261"/>
            <ac:spMk id="5" creationId="{40126771-FE5E-D03D-CBC9-AFE5F70BA1EC}"/>
          </ac:spMkLst>
        </pc:spChg>
        <pc:spChg chg="add mod">
          <ac:chgData name="Mohammad Salman" userId="cfd6754c-e613-4f6f-bb98-36aef69d8c31" providerId="ADAL" clId="{DEFFB49A-E8A8-431E-8F61-570E0C8D0B7B}" dt="2023-09-23T16:36:08.611" v="3027" actId="20577"/>
          <ac:spMkLst>
            <pc:docMk/>
            <pc:sldMk cId="1671359005" sldId="261"/>
            <ac:spMk id="7" creationId="{2F9E2473-63DF-B75D-37FC-1D5343F5C1A7}"/>
          </ac:spMkLst>
        </pc:spChg>
        <pc:spChg chg="add del">
          <ac:chgData name="Mohammad Salman" userId="cfd6754c-e613-4f6f-bb98-36aef69d8c31" providerId="ADAL" clId="{DEFFB49A-E8A8-431E-8F61-570E0C8D0B7B}" dt="2023-09-23T16:02:31.276" v="721" actId="22"/>
          <ac:spMkLst>
            <pc:docMk/>
            <pc:sldMk cId="1671359005" sldId="261"/>
            <ac:spMk id="9" creationId="{6D61F793-523B-51CA-3BDD-48F45CF5A3F5}"/>
          </ac:spMkLst>
        </pc:spChg>
        <pc:spChg chg="add mod">
          <ac:chgData name="Mohammad Salman" userId="cfd6754c-e613-4f6f-bb98-36aef69d8c31" providerId="ADAL" clId="{DEFFB49A-E8A8-431E-8F61-570E0C8D0B7B}" dt="2023-09-23T16:18:28.783" v="1702" actId="14100"/>
          <ac:spMkLst>
            <pc:docMk/>
            <pc:sldMk cId="1671359005" sldId="261"/>
            <ac:spMk id="10" creationId="{15EDF7AB-AB53-C49D-AA74-E1CB3CCC6D82}"/>
          </ac:spMkLst>
        </pc:spChg>
        <pc:spChg chg="add del mod">
          <ac:chgData name="Mohammad Salman" userId="cfd6754c-e613-4f6f-bb98-36aef69d8c31" providerId="ADAL" clId="{DEFFB49A-E8A8-431E-8F61-570E0C8D0B7B}" dt="2023-09-23T16:12:23.432" v="1319" actId="478"/>
          <ac:spMkLst>
            <pc:docMk/>
            <pc:sldMk cId="1671359005" sldId="261"/>
            <ac:spMk id="11" creationId="{F9D89654-A779-9182-78A9-5A4C971166CA}"/>
          </ac:spMkLst>
        </pc:spChg>
        <pc:spChg chg="add del mod">
          <ac:chgData name="Mohammad Salman" userId="cfd6754c-e613-4f6f-bb98-36aef69d8c31" providerId="ADAL" clId="{DEFFB49A-E8A8-431E-8F61-570E0C8D0B7B}" dt="2023-09-23T16:08:18.534" v="1186" actId="478"/>
          <ac:spMkLst>
            <pc:docMk/>
            <pc:sldMk cId="1671359005" sldId="261"/>
            <ac:spMk id="12" creationId="{16E88CC4-B6AF-E0A5-5381-E349A4B846DC}"/>
          </ac:spMkLst>
        </pc:spChg>
        <pc:spChg chg="add del mod">
          <ac:chgData name="Mohammad Salman" userId="cfd6754c-e613-4f6f-bb98-36aef69d8c31" providerId="ADAL" clId="{DEFFB49A-E8A8-431E-8F61-570E0C8D0B7B}" dt="2023-09-23T16:12:05.840" v="1318" actId="478"/>
          <ac:spMkLst>
            <pc:docMk/>
            <pc:sldMk cId="1671359005" sldId="261"/>
            <ac:spMk id="17" creationId="{92DFB8CE-F6AB-EF1A-1F11-9ECEED29C7F8}"/>
          </ac:spMkLst>
        </pc:spChg>
        <pc:spChg chg="add mod">
          <ac:chgData name="Mohammad Salman" userId="cfd6754c-e613-4f6f-bb98-36aef69d8c31" providerId="ADAL" clId="{DEFFB49A-E8A8-431E-8F61-570E0C8D0B7B}" dt="2023-09-23T16:19:07.352" v="1738" actId="1076"/>
          <ac:spMkLst>
            <pc:docMk/>
            <pc:sldMk cId="1671359005" sldId="261"/>
            <ac:spMk id="25" creationId="{4CD07850-554D-C2A8-2259-2D1A9F220B66}"/>
          </ac:spMkLst>
        </pc:spChg>
        <pc:cxnChg chg="add del mod">
          <ac:chgData name="Mohammad Salman" userId="cfd6754c-e613-4f6f-bb98-36aef69d8c31" providerId="ADAL" clId="{DEFFB49A-E8A8-431E-8F61-570E0C8D0B7B}" dt="2023-09-23T16:36:18.297" v="3028" actId="478"/>
          <ac:cxnSpMkLst>
            <pc:docMk/>
            <pc:sldMk cId="1671359005" sldId="261"/>
            <ac:cxnSpMk id="14" creationId="{06873482-BCB7-CD44-70BE-AD9886EBB942}"/>
          </ac:cxnSpMkLst>
        </pc:cxnChg>
      </pc:sldChg>
      <pc:sldChg chg="modSp new del mod setBg">
        <pc:chgData name="Mohammad Salman" userId="cfd6754c-e613-4f6f-bb98-36aef69d8c31" providerId="ADAL" clId="{DEFFB49A-E8A8-431E-8F61-570E0C8D0B7B}" dt="2023-09-25T12:04:53.241" v="8136" actId="47"/>
        <pc:sldMkLst>
          <pc:docMk/>
          <pc:sldMk cId="820631277" sldId="262"/>
        </pc:sldMkLst>
        <pc:spChg chg="mod">
          <ac:chgData name="Mohammad Salman" userId="cfd6754c-e613-4f6f-bb98-36aef69d8c31" providerId="ADAL" clId="{DEFFB49A-E8A8-431E-8F61-570E0C8D0B7B}" dt="2023-09-23T15:48:38.507" v="596" actId="20577"/>
          <ac:spMkLst>
            <pc:docMk/>
            <pc:sldMk cId="820631277" sldId="262"/>
            <ac:spMk id="3" creationId="{ED9B5B9B-4A1C-18ED-98E9-E3CE4A251F89}"/>
          </ac:spMkLst>
        </pc:spChg>
      </pc:sldChg>
      <pc:sldChg chg="addSp delSp modSp new mod ord modAnim">
        <pc:chgData name="Mohammad Salman" userId="cfd6754c-e613-4f6f-bb98-36aef69d8c31" providerId="ADAL" clId="{DEFFB49A-E8A8-431E-8F61-570E0C8D0B7B}" dt="2023-09-25T11:55:20.406" v="7936" actId="14100"/>
        <pc:sldMkLst>
          <pc:docMk/>
          <pc:sldMk cId="3319176430" sldId="263"/>
        </pc:sldMkLst>
        <pc:spChg chg="mod">
          <ac:chgData name="Mohammad Salman" userId="cfd6754c-e613-4f6f-bb98-36aef69d8c31" providerId="ADAL" clId="{DEFFB49A-E8A8-431E-8F61-570E0C8D0B7B}" dt="2023-09-23T15:49:29.014" v="644" actId="20577"/>
          <ac:spMkLst>
            <pc:docMk/>
            <pc:sldMk cId="3319176430" sldId="263"/>
            <ac:spMk id="2" creationId="{1FD2DA83-09DA-6E13-156C-510F93D86046}"/>
          </ac:spMkLst>
        </pc:spChg>
        <pc:spChg chg="del">
          <ac:chgData name="Mohammad Salman" userId="cfd6754c-e613-4f6f-bb98-36aef69d8c31" providerId="ADAL" clId="{DEFFB49A-E8A8-431E-8F61-570E0C8D0B7B}" dt="2023-09-23T15:49:47.786" v="645" actId="478"/>
          <ac:spMkLst>
            <pc:docMk/>
            <pc:sldMk cId="3319176430" sldId="263"/>
            <ac:spMk id="3" creationId="{3356FEEA-052B-AAB1-D3D5-B277FF10DBB4}"/>
          </ac:spMkLst>
        </pc:spChg>
        <pc:spChg chg="add mod">
          <ac:chgData name="Mohammad Salman" userId="cfd6754c-e613-4f6f-bb98-36aef69d8c31" providerId="ADAL" clId="{DEFFB49A-E8A8-431E-8F61-570E0C8D0B7B}" dt="2023-09-23T15:51:01.973" v="662" actId="164"/>
          <ac:spMkLst>
            <pc:docMk/>
            <pc:sldMk cId="3319176430" sldId="263"/>
            <ac:spMk id="6" creationId="{9F26CB84-4D27-3E0B-D896-13666674F626}"/>
          </ac:spMkLst>
        </pc:spChg>
        <pc:spChg chg="add mod">
          <ac:chgData name="Mohammad Salman" userId="cfd6754c-e613-4f6f-bb98-36aef69d8c31" providerId="ADAL" clId="{DEFFB49A-E8A8-431E-8F61-570E0C8D0B7B}" dt="2023-09-23T15:51:01.973" v="662" actId="164"/>
          <ac:spMkLst>
            <pc:docMk/>
            <pc:sldMk cId="3319176430" sldId="263"/>
            <ac:spMk id="7" creationId="{B30C66F0-77F2-6354-6BA5-0B3ADAE6B623}"/>
          </ac:spMkLst>
        </pc:spChg>
        <pc:spChg chg="add mod">
          <ac:chgData name="Mohammad Salman" userId="cfd6754c-e613-4f6f-bb98-36aef69d8c31" providerId="ADAL" clId="{DEFFB49A-E8A8-431E-8F61-570E0C8D0B7B}" dt="2023-09-23T15:51:01.973" v="662" actId="164"/>
          <ac:spMkLst>
            <pc:docMk/>
            <pc:sldMk cId="3319176430" sldId="263"/>
            <ac:spMk id="8" creationId="{B5E4F639-AE92-3D87-91E0-7D87F6A6D315}"/>
          </ac:spMkLst>
        </pc:spChg>
        <pc:spChg chg="add mod">
          <ac:chgData name="Mohammad Salman" userId="cfd6754c-e613-4f6f-bb98-36aef69d8c31" providerId="ADAL" clId="{DEFFB49A-E8A8-431E-8F61-570E0C8D0B7B}" dt="2023-09-25T11:55:20.406" v="7936" actId="14100"/>
          <ac:spMkLst>
            <pc:docMk/>
            <pc:sldMk cId="3319176430" sldId="263"/>
            <ac:spMk id="10" creationId="{1AF5E5F0-CB4D-EC38-36CE-172AB6CB2F3D}"/>
          </ac:spMkLst>
        </pc:spChg>
        <pc:grpChg chg="add mod">
          <ac:chgData name="Mohammad Salman" userId="cfd6754c-e613-4f6f-bb98-36aef69d8c31" providerId="ADAL" clId="{DEFFB49A-E8A8-431E-8F61-570E0C8D0B7B}" dt="2023-09-25T07:52:22.566" v="7357" actId="1035"/>
          <ac:grpSpMkLst>
            <pc:docMk/>
            <pc:sldMk cId="3319176430" sldId="263"/>
            <ac:grpSpMk id="9" creationId="{936FB049-2DC7-8D5D-CCDD-5F385129E113}"/>
          </ac:grpSpMkLst>
        </pc:grpChg>
        <pc:picChg chg="add mod">
          <ac:chgData name="Mohammad Salman" userId="cfd6754c-e613-4f6f-bb98-36aef69d8c31" providerId="ADAL" clId="{DEFFB49A-E8A8-431E-8F61-570E0C8D0B7B}" dt="2023-09-23T15:51:01.973" v="662" actId="164"/>
          <ac:picMkLst>
            <pc:docMk/>
            <pc:sldMk cId="3319176430" sldId="263"/>
            <ac:picMk id="5" creationId="{C28A1405-4CB4-048F-EC1D-08021B917236}"/>
          </ac:picMkLst>
        </pc:picChg>
      </pc:sldChg>
      <pc:sldChg chg="addSp delSp modSp new mod">
        <pc:chgData name="Mohammad Salman" userId="cfd6754c-e613-4f6f-bb98-36aef69d8c31" providerId="ADAL" clId="{DEFFB49A-E8A8-431E-8F61-570E0C8D0B7B}" dt="2023-09-25T07:42:04.421" v="7238" actId="20577"/>
        <pc:sldMkLst>
          <pc:docMk/>
          <pc:sldMk cId="2929180254" sldId="264"/>
        </pc:sldMkLst>
        <pc:spChg chg="del">
          <ac:chgData name="Mohammad Salman" userId="cfd6754c-e613-4f6f-bb98-36aef69d8c31" providerId="ADAL" clId="{DEFFB49A-E8A8-431E-8F61-570E0C8D0B7B}" dt="2023-09-23T15:54:49.367" v="709" actId="478"/>
          <ac:spMkLst>
            <pc:docMk/>
            <pc:sldMk cId="2929180254" sldId="264"/>
            <ac:spMk id="2" creationId="{7ED2B40B-BFF1-EC1C-A433-C347D6154FF1}"/>
          </ac:spMkLst>
        </pc:spChg>
        <pc:spChg chg="del">
          <ac:chgData name="Mohammad Salman" userId="cfd6754c-e613-4f6f-bb98-36aef69d8c31" providerId="ADAL" clId="{DEFFB49A-E8A8-431E-8F61-570E0C8D0B7B}" dt="2023-09-23T15:54:49.367" v="709" actId="478"/>
          <ac:spMkLst>
            <pc:docMk/>
            <pc:sldMk cId="2929180254" sldId="264"/>
            <ac:spMk id="3" creationId="{F4A95F7D-F615-EA9D-F553-E6B43F3994B9}"/>
          </ac:spMkLst>
        </pc:spChg>
        <pc:spChg chg="add del mod">
          <ac:chgData name="Mohammad Salman" userId="cfd6754c-e613-4f6f-bb98-36aef69d8c31" providerId="ADAL" clId="{DEFFB49A-E8A8-431E-8F61-570E0C8D0B7B}" dt="2023-09-24T16:34:43.365" v="3179" actId="1036"/>
          <ac:spMkLst>
            <pc:docMk/>
            <pc:sldMk cId="2929180254" sldId="264"/>
            <ac:spMk id="5" creationId="{52CBB782-1A51-E739-700A-F61FBECDABAE}"/>
          </ac:spMkLst>
        </pc:spChg>
        <pc:spChg chg="add del mod">
          <ac:chgData name="Mohammad Salman" userId="cfd6754c-e613-4f6f-bb98-36aef69d8c31" providerId="ADAL" clId="{DEFFB49A-E8A8-431E-8F61-570E0C8D0B7B}" dt="2023-09-24T16:31:22.651" v="3078" actId="22"/>
          <ac:spMkLst>
            <pc:docMk/>
            <pc:sldMk cId="2929180254" sldId="264"/>
            <ac:spMk id="7" creationId="{1FEA5561-89EE-FDE8-C6A3-B2051B3D6997}"/>
          </ac:spMkLst>
        </pc:spChg>
        <pc:spChg chg="add mod">
          <ac:chgData name="Mohammad Salman" userId="cfd6754c-e613-4f6f-bb98-36aef69d8c31" providerId="ADAL" clId="{DEFFB49A-E8A8-431E-8F61-570E0C8D0B7B}" dt="2023-09-25T07:42:04.421" v="7238" actId="20577"/>
          <ac:spMkLst>
            <pc:docMk/>
            <pc:sldMk cId="2929180254" sldId="264"/>
            <ac:spMk id="9" creationId="{A56343C3-70EB-5965-2F35-12145FD6D51C}"/>
          </ac:spMkLst>
        </pc:spChg>
        <pc:spChg chg="add mod">
          <ac:chgData name="Mohammad Salman" userId="cfd6754c-e613-4f6f-bb98-36aef69d8c31" providerId="ADAL" clId="{DEFFB49A-E8A8-431E-8F61-570E0C8D0B7B}" dt="2023-09-25T07:11:55.224" v="6785" actId="14100"/>
          <ac:spMkLst>
            <pc:docMk/>
            <pc:sldMk cId="2929180254" sldId="264"/>
            <ac:spMk id="10" creationId="{56A637D4-20B3-BD5F-E514-19FF44BE92E5}"/>
          </ac:spMkLst>
        </pc:spChg>
      </pc:sldChg>
      <pc:sldChg chg="add del">
        <pc:chgData name="Mohammad Salman" userId="cfd6754c-e613-4f6f-bb98-36aef69d8c31" providerId="ADAL" clId="{DEFFB49A-E8A8-431E-8F61-570E0C8D0B7B}" dt="2023-09-23T16:01:04.493" v="711" actId="47"/>
        <pc:sldMkLst>
          <pc:docMk/>
          <pc:sldMk cId="537502603" sldId="265"/>
        </pc:sldMkLst>
      </pc:sldChg>
      <pc:sldChg chg="addSp delSp modSp new mod setBg modClrScheme chgLayout">
        <pc:chgData name="Mohammad Salman" userId="cfd6754c-e613-4f6f-bb98-36aef69d8c31" providerId="ADAL" clId="{DEFFB49A-E8A8-431E-8F61-570E0C8D0B7B}" dt="2023-09-24T17:48:55.771" v="5153"/>
        <pc:sldMkLst>
          <pc:docMk/>
          <pc:sldMk cId="611908264" sldId="265"/>
        </pc:sldMkLst>
        <pc:spChg chg="del">
          <ac:chgData name="Mohammad Salman" userId="cfd6754c-e613-4f6f-bb98-36aef69d8c31" providerId="ADAL" clId="{DEFFB49A-E8A8-431E-8F61-570E0C8D0B7B}" dt="2023-09-24T17:44:39.687" v="5118" actId="478"/>
          <ac:spMkLst>
            <pc:docMk/>
            <pc:sldMk cId="611908264" sldId="265"/>
            <ac:spMk id="2" creationId="{E08670F4-535B-CBFD-09FB-358E0E8153CA}"/>
          </ac:spMkLst>
        </pc:spChg>
        <pc:spChg chg="del">
          <ac:chgData name="Mohammad Salman" userId="cfd6754c-e613-4f6f-bb98-36aef69d8c31" providerId="ADAL" clId="{DEFFB49A-E8A8-431E-8F61-570E0C8D0B7B}" dt="2023-09-24T17:44:39.687" v="5118" actId="478"/>
          <ac:spMkLst>
            <pc:docMk/>
            <pc:sldMk cId="611908264" sldId="265"/>
            <ac:spMk id="3" creationId="{AE72872F-8568-1778-CE96-6A8DCCE0273A}"/>
          </ac:spMkLst>
        </pc:spChg>
        <pc:spChg chg="add mod">
          <ac:chgData name="Mohammad Salman" userId="cfd6754c-e613-4f6f-bb98-36aef69d8c31" providerId="ADAL" clId="{DEFFB49A-E8A8-431E-8F61-570E0C8D0B7B}" dt="2023-09-24T17:48:51.435" v="5152" actId="20577"/>
          <ac:spMkLst>
            <pc:docMk/>
            <pc:sldMk cId="611908264" sldId="265"/>
            <ac:spMk id="4" creationId="{8874187D-AE89-920C-FF50-CA2CA734EC7D}"/>
          </ac:spMkLst>
        </pc:spChg>
        <pc:spChg chg="add mod">
          <ac:chgData name="Mohammad Salman" userId="cfd6754c-e613-4f6f-bb98-36aef69d8c31" providerId="ADAL" clId="{DEFFB49A-E8A8-431E-8F61-570E0C8D0B7B}" dt="2023-09-24T17:48:44.246" v="5119" actId="700"/>
          <ac:spMkLst>
            <pc:docMk/>
            <pc:sldMk cId="611908264" sldId="265"/>
            <ac:spMk id="5" creationId="{03649CF5-6AEC-0735-1B11-33F4BB3A3F0B}"/>
          </ac:spMkLst>
        </pc:spChg>
      </pc:sldChg>
      <pc:sldChg chg="modSp add del mod ord">
        <pc:chgData name="Mohammad Salman" userId="cfd6754c-e613-4f6f-bb98-36aef69d8c31" providerId="ADAL" clId="{DEFFB49A-E8A8-431E-8F61-570E0C8D0B7B}" dt="2023-09-24T17:40:52.188" v="5079" actId="47"/>
        <pc:sldMkLst>
          <pc:docMk/>
          <pc:sldMk cId="2278541226" sldId="266"/>
        </pc:sldMkLst>
        <pc:spChg chg="mod">
          <ac:chgData name="Mohammad Salman" userId="cfd6754c-e613-4f6f-bb98-36aef69d8c31" providerId="ADAL" clId="{DEFFB49A-E8A8-431E-8F61-570E0C8D0B7B}" dt="2023-09-23T16:35:52.567" v="3023" actId="20577"/>
          <ac:spMkLst>
            <pc:docMk/>
            <pc:sldMk cId="2278541226" sldId="266"/>
            <ac:spMk id="7" creationId="{2F9E2473-63DF-B75D-37FC-1D5343F5C1A7}"/>
          </ac:spMkLst>
        </pc:spChg>
        <pc:spChg chg="mod">
          <ac:chgData name="Mohammad Salman" userId="cfd6754c-e613-4f6f-bb98-36aef69d8c31" providerId="ADAL" clId="{DEFFB49A-E8A8-431E-8F61-570E0C8D0B7B}" dt="2023-09-23T16:35:57.407" v="3025" actId="14100"/>
          <ac:spMkLst>
            <pc:docMk/>
            <pc:sldMk cId="2278541226" sldId="266"/>
            <ac:spMk id="10" creationId="{15EDF7AB-AB53-C49D-AA74-E1CB3CCC6D82}"/>
          </ac:spMkLst>
        </pc:spChg>
        <pc:spChg chg="mod">
          <ac:chgData name="Mohammad Salman" userId="cfd6754c-e613-4f6f-bb98-36aef69d8c31" providerId="ADAL" clId="{DEFFB49A-E8A8-431E-8F61-570E0C8D0B7B}" dt="2023-09-23T16:11:45.555" v="1315" actId="1076"/>
          <ac:spMkLst>
            <pc:docMk/>
            <pc:sldMk cId="2278541226" sldId="266"/>
            <ac:spMk id="11" creationId="{F9D89654-A779-9182-78A9-5A4C971166CA}"/>
          </ac:spMkLst>
        </pc:spChg>
        <pc:spChg chg="mod">
          <ac:chgData name="Mohammad Salman" userId="cfd6754c-e613-4f6f-bb98-36aef69d8c31" providerId="ADAL" clId="{DEFFB49A-E8A8-431E-8F61-570E0C8D0B7B}" dt="2023-09-23T16:11:45.555" v="1315" actId="1076"/>
          <ac:spMkLst>
            <pc:docMk/>
            <pc:sldMk cId="2278541226" sldId="266"/>
            <ac:spMk id="17" creationId="{92DFB8CE-F6AB-EF1A-1F11-9ECEED29C7F8}"/>
          </ac:spMkLst>
        </pc:spChg>
        <pc:cxnChg chg="mod">
          <ac:chgData name="Mohammad Salman" userId="cfd6754c-e613-4f6f-bb98-36aef69d8c31" providerId="ADAL" clId="{DEFFB49A-E8A8-431E-8F61-570E0C8D0B7B}" dt="2023-09-23T16:35:57.407" v="3025" actId="14100"/>
          <ac:cxnSpMkLst>
            <pc:docMk/>
            <pc:sldMk cId="2278541226" sldId="266"/>
            <ac:cxnSpMk id="14" creationId="{06873482-BCB7-CD44-70BE-AD9886EBB942}"/>
          </ac:cxnSpMkLst>
        </pc:cxnChg>
      </pc:sldChg>
      <pc:sldChg chg="addSp modSp add del mod">
        <pc:chgData name="Mohammad Salman" userId="cfd6754c-e613-4f6f-bb98-36aef69d8c31" providerId="ADAL" clId="{DEFFB49A-E8A8-431E-8F61-570E0C8D0B7B}" dt="2023-09-24T17:41:12.842" v="5081" actId="47"/>
        <pc:sldMkLst>
          <pc:docMk/>
          <pc:sldMk cId="1545545855" sldId="267"/>
        </pc:sldMkLst>
        <pc:spChg chg="add mod">
          <ac:chgData name="Mohammad Salman" userId="cfd6754c-e613-4f6f-bb98-36aef69d8c31" providerId="ADAL" clId="{DEFFB49A-E8A8-431E-8F61-570E0C8D0B7B}" dt="2023-09-23T16:21:06.516" v="1911" actId="1076"/>
          <ac:spMkLst>
            <pc:docMk/>
            <pc:sldMk cId="1545545855" sldId="267"/>
            <ac:spMk id="3" creationId="{1329A82F-0EB3-0BD9-2170-8B1BCACA07A6}"/>
          </ac:spMkLst>
        </pc:spChg>
        <pc:spChg chg="mod">
          <ac:chgData name="Mohammad Salman" userId="cfd6754c-e613-4f6f-bb98-36aef69d8c31" providerId="ADAL" clId="{DEFFB49A-E8A8-431E-8F61-570E0C8D0B7B}" dt="2023-09-23T16:20:37.818" v="1859" actId="20577"/>
          <ac:spMkLst>
            <pc:docMk/>
            <pc:sldMk cId="1545545855" sldId="267"/>
            <ac:spMk id="7" creationId="{2F9E2473-63DF-B75D-37FC-1D5343F5C1A7}"/>
          </ac:spMkLst>
        </pc:spChg>
        <pc:spChg chg="add mod">
          <ac:chgData name="Mohammad Salman" userId="cfd6754c-e613-4f6f-bb98-36aef69d8c31" providerId="ADAL" clId="{DEFFB49A-E8A8-431E-8F61-570E0C8D0B7B}" dt="2023-09-24T16:45:37.977" v="3667" actId="571"/>
          <ac:spMkLst>
            <pc:docMk/>
            <pc:sldMk cId="1545545855" sldId="267"/>
            <ac:spMk id="9" creationId="{C2F4864F-857A-BA0E-557B-EB9392BE2E12}"/>
          </ac:spMkLst>
        </pc:spChg>
        <pc:spChg chg="mod">
          <ac:chgData name="Mohammad Salman" userId="cfd6754c-e613-4f6f-bb98-36aef69d8c31" providerId="ADAL" clId="{DEFFB49A-E8A8-431E-8F61-570E0C8D0B7B}" dt="2023-09-23T16:22:49.383" v="2093" actId="1076"/>
          <ac:spMkLst>
            <pc:docMk/>
            <pc:sldMk cId="1545545855" sldId="267"/>
            <ac:spMk id="25" creationId="{4CD07850-554D-C2A8-2259-2D1A9F220B66}"/>
          </ac:spMkLst>
        </pc:spChg>
        <pc:cxnChg chg="mod">
          <ac:chgData name="Mohammad Salman" userId="cfd6754c-e613-4f6f-bb98-36aef69d8c31" providerId="ADAL" clId="{DEFFB49A-E8A8-431E-8F61-570E0C8D0B7B}" dt="2023-09-23T16:22:49.383" v="2093" actId="1076"/>
          <ac:cxnSpMkLst>
            <pc:docMk/>
            <pc:sldMk cId="1545545855" sldId="267"/>
            <ac:cxnSpMk id="14" creationId="{06873482-BCB7-CD44-70BE-AD9886EBB942}"/>
          </ac:cxnSpMkLst>
        </pc:cxnChg>
      </pc:sldChg>
      <pc:sldChg chg="addSp delSp modSp new del mod modAnim">
        <pc:chgData name="Mohammad Salman" userId="cfd6754c-e613-4f6f-bb98-36aef69d8c31" providerId="ADAL" clId="{DEFFB49A-E8A8-431E-8F61-570E0C8D0B7B}" dt="2023-09-24T17:41:24.258" v="5082" actId="47"/>
        <pc:sldMkLst>
          <pc:docMk/>
          <pc:sldMk cId="2179248138" sldId="268"/>
        </pc:sldMkLst>
        <pc:spChg chg="del">
          <ac:chgData name="Mohammad Salman" userId="cfd6754c-e613-4f6f-bb98-36aef69d8c31" providerId="ADAL" clId="{DEFFB49A-E8A8-431E-8F61-570E0C8D0B7B}" dt="2023-09-23T16:22:32.661" v="2086" actId="478"/>
          <ac:spMkLst>
            <pc:docMk/>
            <pc:sldMk cId="2179248138" sldId="268"/>
            <ac:spMk id="2" creationId="{3EF7EA95-B165-B0DF-B837-A4C084913387}"/>
          </ac:spMkLst>
        </pc:spChg>
        <pc:spChg chg="del">
          <ac:chgData name="Mohammad Salman" userId="cfd6754c-e613-4f6f-bb98-36aef69d8c31" providerId="ADAL" clId="{DEFFB49A-E8A8-431E-8F61-570E0C8D0B7B}" dt="2023-09-23T16:22:32.661" v="2086" actId="478"/>
          <ac:spMkLst>
            <pc:docMk/>
            <pc:sldMk cId="2179248138" sldId="268"/>
            <ac:spMk id="3" creationId="{23D172BE-5A5B-C8C0-BC98-FD27539CC54B}"/>
          </ac:spMkLst>
        </pc:spChg>
        <pc:spChg chg="add mod">
          <ac:chgData name="Mohammad Salman" userId="cfd6754c-e613-4f6f-bb98-36aef69d8c31" providerId="ADAL" clId="{DEFFB49A-E8A8-431E-8F61-570E0C8D0B7B}" dt="2023-09-23T16:23:59.262" v="2303" actId="20577"/>
          <ac:spMkLst>
            <pc:docMk/>
            <pc:sldMk cId="2179248138" sldId="268"/>
            <ac:spMk id="5" creationId="{272D41E8-0457-DF83-70AF-4C87261DA943}"/>
          </ac:spMkLst>
        </pc:spChg>
        <pc:spChg chg="add mod">
          <ac:chgData name="Mohammad Salman" userId="cfd6754c-e613-4f6f-bb98-36aef69d8c31" providerId="ADAL" clId="{DEFFB49A-E8A8-431E-8F61-570E0C8D0B7B}" dt="2023-09-23T16:28:07.556" v="2549" actId="20577"/>
          <ac:spMkLst>
            <pc:docMk/>
            <pc:sldMk cId="2179248138" sldId="268"/>
            <ac:spMk id="6" creationId="{05E71972-78C1-706E-55B1-79E20A70EAF4}"/>
          </ac:spMkLst>
        </pc:spChg>
        <pc:spChg chg="add mod">
          <ac:chgData name="Mohammad Salman" userId="cfd6754c-e613-4f6f-bb98-36aef69d8c31" providerId="ADAL" clId="{DEFFB49A-E8A8-431E-8F61-570E0C8D0B7B}" dt="2023-09-23T16:36:39.241" v="3031" actId="14100"/>
          <ac:spMkLst>
            <pc:docMk/>
            <pc:sldMk cId="2179248138" sldId="268"/>
            <ac:spMk id="7" creationId="{B473330A-9A29-7C5D-362E-327BB0CBCB09}"/>
          </ac:spMkLst>
        </pc:spChg>
        <pc:spChg chg="add del mod">
          <ac:chgData name="Mohammad Salman" userId="cfd6754c-e613-4f6f-bb98-36aef69d8c31" providerId="ADAL" clId="{DEFFB49A-E8A8-431E-8F61-570E0C8D0B7B}" dt="2023-09-23T16:36:49.337" v="3033" actId="478"/>
          <ac:spMkLst>
            <pc:docMk/>
            <pc:sldMk cId="2179248138" sldId="268"/>
            <ac:spMk id="8" creationId="{DD8EC182-A67D-34D0-6128-4C1A1D381C4E}"/>
          </ac:spMkLst>
        </pc:spChg>
        <pc:spChg chg="add mod">
          <ac:chgData name="Mohammad Salman" userId="cfd6754c-e613-4f6f-bb98-36aef69d8c31" providerId="ADAL" clId="{DEFFB49A-E8A8-431E-8F61-570E0C8D0B7B}" dt="2023-09-23T16:36:58.033" v="3035" actId="1076"/>
          <ac:spMkLst>
            <pc:docMk/>
            <pc:sldMk cId="2179248138" sldId="268"/>
            <ac:spMk id="9" creationId="{FC3E5F2A-CCCD-4456-775B-D57EE8F6DDDC}"/>
          </ac:spMkLst>
        </pc:spChg>
      </pc:sldChg>
      <pc:sldChg chg="addSp modSp add del mod modAnim">
        <pc:chgData name="Mohammad Salman" userId="cfd6754c-e613-4f6f-bb98-36aef69d8c31" providerId="ADAL" clId="{DEFFB49A-E8A8-431E-8F61-570E0C8D0B7B}" dt="2023-09-24T17:41:29.997" v="5083" actId="47"/>
        <pc:sldMkLst>
          <pc:docMk/>
          <pc:sldMk cId="600603989" sldId="269"/>
        </pc:sldMkLst>
        <pc:spChg chg="add mod">
          <ac:chgData name="Mohammad Salman" userId="cfd6754c-e613-4f6f-bb98-36aef69d8c31" providerId="ADAL" clId="{DEFFB49A-E8A8-431E-8F61-570E0C8D0B7B}" dt="2023-09-23T16:30:03.997" v="2663" actId="14100"/>
          <ac:spMkLst>
            <pc:docMk/>
            <pc:sldMk cId="600603989" sldId="269"/>
            <ac:spMk id="4" creationId="{83C70207-0C43-895E-1633-D5351D415DCC}"/>
          </ac:spMkLst>
        </pc:spChg>
        <pc:spChg chg="mod">
          <ac:chgData name="Mohammad Salman" userId="cfd6754c-e613-4f6f-bb98-36aef69d8c31" providerId="ADAL" clId="{DEFFB49A-E8A8-431E-8F61-570E0C8D0B7B}" dt="2023-09-23T16:29:27.168" v="2657" actId="20577"/>
          <ac:spMkLst>
            <pc:docMk/>
            <pc:sldMk cId="600603989" sldId="269"/>
            <ac:spMk id="5" creationId="{272D41E8-0457-DF83-70AF-4C87261DA943}"/>
          </ac:spMkLst>
        </pc:spChg>
        <pc:spChg chg="mod">
          <ac:chgData name="Mohammad Salman" userId="cfd6754c-e613-4f6f-bb98-36aef69d8c31" providerId="ADAL" clId="{DEFFB49A-E8A8-431E-8F61-570E0C8D0B7B}" dt="2023-09-23T16:30:18.235" v="2665" actId="1076"/>
          <ac:spMkLst>
            <pc:docMk/>
            <pc:sldMk cId="600603989" sldId="269"/>
            <ac:spMk id="6" creationId="{05E71972-78C1-706E-55B1-79E20A70EAF4}"/>
          </ac:spMkLst>
        </pc:spChg>
        <pc:cxnChg chg="add mod">
          <ac:chgData name="Mohammad Salman" userId="cfd6754c-e613-4f6f-bb98-36aef69d8c31" providerId="ADAL" clId="{DEFFB49A-E8A8-431E-8F61-570E0C8D0B7B}" dt="2023-09-23T16:30:18.235" v="2665" actId="1076"/>
          <ac:cxnSpMkLst>
            <pc:docMk/>
            <pc:sldMk cId="600603989" sldId="269"/>
            <ac:cxnSpMk id="2" creationId="{2E8914E9-1822-D514-D24E-C1B15259B1AE}"/>
          </ac:cxnSpMkLst>
        </pc:cxnChg>
      </pc:sldChg>
      <pc:sldChg chg="addSp delSp modSp add del mod modAnim">
        <pc:chgData name="Mohammad Salman" userId="cfd6754c-e613-4f6f-bb98-36aef69d8c31" providerId="ADAL" clId="{DEFFB49A-E8A8-431E-8F61-570E0C8D0B7B}" dt="2023-09-24T17:41:41.359" v="5084" actId="47"/>
        <pc:sldMkLst>
          <pc:docMk/>
          <pc:sldMk cId="2467997443" sldId="270"/>
        </pc:sldMkLst>
        <pc:spChg chg="add del mod">
          <ac:chgData name="Mohammad Salman" userId="cfd6754c-e613-4f6f-bb98-36aef69d8c31" providerId="ADAL" clId="{DEFFB49A-E8A8-431E-8F61-570E0C8D0B7B}" dt="2023-09-23T16:34:04.167" v="2869" actId="14100"/>
          <ac:spMkLst>
            <pc:docMk/>
            <pc:sldMk cId="2467997443" sldId="270"/>
            <ac:spMk id="4" creationId="{83C70207-0C43-895E-1633-D5351D415DCC}"/>
          </ac:spMkLst>
        </pc:spChg>
        <pc:spChg chg="mod">
          <ac:chgData name="Mohammad Salman" userId="cfd6754c-e613-4f6f-bb98-36aef69d8c31" providerId="ADAL" clId="{DEFFB49A-E8A8-431E-8F61-570E0C8D0B7B}" dt="2023-09-23T16:33:50.571" v="2867"/>
          <ac:spMkLst>
            <pc:docMk/>
            <pc:sldMk cId="2467997443" sldId="270"/>
            <ac:spMk id="5" creationId="{272D41E8-0457-DF83-70AF-4C87261DA943}"/>
          </ac:spMkLst>
        </pc:spChg>
        <pc:spChg chg="mod">
          <ac:chgData name="Mohammad Salman" userId="cfd6754c-e613-4f6f-bb98-36aef69d8c31" providerId="ADAL" clId="{DEFFB49A-E8A8-431E-8F61-570E0C8D0B7B}" dt="2023-09-23T16:34:57.224" v="3021" actId="20577"/>
          <ac:spMkLst>
            <pc:docMk/>
            <pc:sldMk cId="2467997443" sldId="270"/>
            <ac:spMk id="6" creationId="{05E71972-78C1-706E-55B1-79E20A70EAF4}"/>
          </ac:spMkLst>
        </pc:spChg>
        <pc:cxnChg chg="del mod">
          <ac:chgData name="Mohammad Salman" userId="cfd6754c-e613-4f6f-bb98-36aef69d8c31" providerId="ADAL" clId="{DEFFB49A-E8A8-431E-8F61-570E0C8D0B7B}" dt="2023-09-23T16:34:05.693" v="2870" actId="478"/>
          <ac:cxnSpMkLst>
            <pc:docMk/>
            <pc:sldMk cId="2467997443" sldId="270"/>
            <ac:cxnSpMk id="2" creationId="{2E8914E9-1822-D514-D24E-C1B15259B1AE}"/>
          </ac:cxnSpMkLst>
        </pc:cxnChg>
      </pc:sldChg>
      <pc:sldChg chg="addSp modSp add mod">
        <pc:chgData name="Mohammad Salman" userId="cfd6754c-e613-4f6f-bb98-36aef69d8c31" providerId="ADAL" clId="{DEFFB49A-E8A8-431E-8F61-570E0C8D0B7B}" dt="2023-09-25T11:50:26.573" v="7763" actId="14100"/>
        <pc:sldMkLst>
          <pc:docMk/>
          <pc:sldMk cId="1044483081" sldId="271"/>
        </pc:sldMkLst>
        <pc:spChg chg="add mod">
          <ac:chgData name="Mohammad Salman" userId="cfd6754c-e613-4f6f-bb98-36aef69d8c31" providerId="ADAL" clId="{DEFFB49A-E8A8-431E-8F61-570E0C8D0B7B}" dt="2023-09-25T11:50:03.562" v="7752" actId="692"/>
          <ac:spMkLst>
            <pc:docMk/>
            <pc:sldMk cId="1044483081" sldId="271"/>
            <ac:spMk id="2" creationId="{B1D4CB81-07E8-8CFC-D1A0-1B50862707BC}"/>
          </ac:spMkLst>
        </pc:spChg>
        <pc:spChg chg="add mod">
          <ac:chgData name="Mohammad Salman" userId="cfd6754c-e613-4f6f-bb98-36aef69d8c31" providerId="ADAL" clId="{DEFFB49A-E8A8-431E-8F61-570E0C8D0B7B}" dt="2023-09-25T11:50:26.573" v="7763" actId="14100"/>
          <ac:spMkLst>
            <pc:docMk/>
            <pc:sldMk cId="1044483081" sldId="271"/>
            <ac:spMk id="3" creationId="{02F61EB6-4811-8298-76CC-B576869483DB}"/>
          </ac:spMkLst>
        </pc:spChg>
        <pc:spChg chg="mod">
          <ac:chgData name="Mohammad Salman" userId="cfd6754c-e613-4f6f-bb98-36aef69d8c31" providerId="ADAL" clId="{DEFFB49A-E8A8-431E-8F61-570E0C8D0B7B}" dt="2023-09-24T16:37:11.617" v="3208" actId="14100"/>
          <ac:spMkLst>
            <pc:docMk/>
            <pc:sldMk cId="1044483081" sldId="271"/>
            <ac:spMk id="9" creationId="{A56343C3-70EB-5965-2F35-12145FD6D51C}"/>
          </ac:spMkLst>
        </pc:spChg>
        <pc:spChg chg="mod">
          <ac:chgData name="Mohammad Salman" userId="cfd6754c-e613-4f6f-bb98-36aef69d8c31" providerId="ADAL" clId="{DEFFB49A-E8A8-431E-8F61-570E0C8D0B7B}" dt="2023-09-25T07:12:23.917" v="6840" actId="14100"/>
          <ac:spMkLst>
            <pc:docMk/>
            <pc:sldMk cId="1044483081" sldId="271"/>
            <ac:spMk id="10" creationId="{56A637D4-20B3-BD5F-E514-19FF44BE92E5}"/>
          </ac:spMkLst>
        </pc:spChg>
      </pc:sldChg>
      <pc:sldChg chg="addSp modSp add mod">
        <pc:chgData name="Mohammad Salman" userId="cfd6754c-e613-4f6f-bb98-36aef69d8c31" providerId="ADAL" clId="{DEFFB49A-E8A8-431E-8F61-570E0C8D0B7B}" dt="2023-09-25T11:51:23.877" v="7792" actId="20577"/>
        <pc:sldMkLst>
          <pc:docMk/>
          <pc:sldMk cId="1772353303" sldId="272"/>
        </pc:sldMkLst>
        <pc:spChg chg="add mod">
          <ac:chgData name="Mohammad Salman" userId="cfd6754c-e613-4f6f-bb98-36aef69d8c31" providerId="ADAL" clId="{DEFFB49A-E8A8-431E-8F61-570E0C8D0B7B}" dt="2023-09-25T11:51:05.219" v="7778" actId="14100"/>
          <ac:spMkLst>
            <pc:docMk/>
            <pc:sldMk cId="1772353303" sldId="272"/>
            <ac:spMk id="2" creationId="{DB6CC5DE-3FC9-66CD-E532-10829DB1F73B}"/>
          </ac:spMkLst>
        </pc:spChg>
        <pc:spChg chg="add mod">
          <ac:chgData name="Mohammad Salman" userId="cfd6754c-e613-4f6f-bb98-36aef69d8c31" providerId="ADAL" clId="{DEFFB49A-E8A8-431E-8F61-570E0C8D0B7B}" dt="2023-09-25T11:50:45.433" v="7764"/>
          <ac:spMkLst>
            <pc:docMk/>
            <pc:sldMk cId="1772353303" sldId="272"/>
            <ac:spMk id="3" creationId="{0DD7CA78-EC20-93C6-9E13-EB1DF76450FE}"/>
          </ac:spMkLst>
        </pc:spChg>
        <pc:spChg chg="mod">
          <ac:chgData name="Mohammad Salman" userId="cfd6754c-e613-4f6f-bb98-36aef69d8c31" providerId="ADAL" clId="{DEFFB49A-E8A8-431E-8F61-570E0C8D0B7B}" dt="2023-09-24T16:38:13.692" v="3263" actId="20577"/>
          <ac:spMkLst>
            <pc:docMk/>
            <pc:sldMk cId="1772353303" sldId="272"/>
            <ac:spMk id="5" creationId="{52CBB782-1A51-E739-700A-F61FBECDABAE}"/>
          </ac:spMkLst>
        </pc:spChg>
        <pc:spChg chg="mod">
          <ac:chgData name="Mohammad Salman" userId="cfd6754c-e613-4f6f-bb98-36aef69d8c31" providerId="ADAL" clId="{DEFFB49A-E8A8-431E-8F61-570E0C8D0B7B}" dt="2023-09-25T11:51:23.877" v="7792" actId="20577"/>
          <ac:spMkLst>
            <pc:docMk/>
            <pc:sldMk cId="1772353303" sldId="272"/>
            <ac:spMk id="9" creationId="{A56343C3-70EB-5965-2F35-12145FD6D51C}"/>
          </ac:spMkLst>
        </pc:spChg>
        <pc:spChg chg="mod">
          <ac:chgData name="Mohammad Salman" userId="cfd6754c-e613-4f6f-bb98-36aef69d8c31" providerId="ADAL" clId="{DEFFB49A-E8A8-431E-8F61-570E0C8D0B7B}" dt="2023-09-25T11:48:43.606" v="7747" actId="20577"/>
          <ac:spMkLst>
            <pc:docMk/>
            <pc:sldMk cId="1772353303" sldId="272"/>
            <ac:spMk id="10" creationId="{56A637D4-20B3-BD5F-E514-19FF44BE92E5}"/>
          </ac:spMkLst>
        </pc:spChg>
      </pc:sldChg>
      <pc:sldChg chg="addSp delSp modSp add mod">
        <pc:chgData name="Mohammad Salman" userId="cfd6754c-e613-4f6f-bb98-36aef69d8c31" providerId="ADAL" clId="{DEFFB49A-E8A8-431E-8F61-570E0C8D0B7B}" dt="2023-09-25T11:53:28.060" v="7907" actId="21"/>
        <pc:sldMkLst>
          <pc:docMk/>
          <pc:sldMk cId="1830640945" sldId="273"/>
        </pc:sldMkLst>
        <pc:spChg chg="add mod">
          <ac:chgData name="Mohammad Salman" userId="cfd6754c-e613-4f6f-bb98-36aef69d8c31" providerId="ADAL" clId="{DEFFB49A-E8A8-431E-8F61-570E0C8D0B7B}" dt="2023-09-25T11:51:37.925" v="7793"/>
          <ac:spMkLst>
            <pc:docMk/>
            <pc:sldMk cId="1830640945" sldId="273"/>
            <ac:spMk id="2" creationId="{46A4A27A-E361-9C7B-0DC9-EADF2D320E96}"/>
          </ac:spMkLst>
        </pc:spChg>
        <pc:spChg chg="add mod">
          <ac:chgData name="Mohammad Salman" userId="cfd6754c-e613-4f6f-bb98-36aef69d8c31" providerId="ADAL" clId="{DEFFB49A-E8A8-431E-8F61-570E0C8D0B7B}" dt="2023-09-25T11:51:46.463" v="7794" actId="14100"/>
          <ac:spMkLst>
            <pc:docMk/>
            <pc:sldMk cId="1830640945" sldId="273"/>
            <ac:spMk id="3" creationId="{CC046E48-10B9-9D94-C9F1-538BD424524E}"/>
          </ac:spMkLst>
        </pc:spChg>
        <pc:spChg chg="add del mod">
          <ac:chgData name="Mohammad Salman" userId="cfd6754c-e613-4f6f-bb98-36aef69d8c31" providerId="ADAL" clId="{DEFFB49A-E8A8-431E-8F61-570E0C8D0B7B}" dt="2023-09-25T11:53:28.060" v="7907" actId="21"/>
          <ac:spMkLst>
            <pc:docMk/>
            <pc:sldMk cId="1830640945" sldId="273"/>
            <ac:spMk id="4" creationId="{6DB5F950-7E8E-109D-F08F-87BD9569A45F}"/>
          </ac:spMkLst>
        </pc:spChg>
        <pc:spChg chg="mod">
          <ac:chgData name="Mohammad Salman" userId="cfd6754c-e613-4f6f-bb98-36aef69d8c31" providerId="ADAL" clId="{DEFFB49A-E8A8-431E-8F61-570E0C8D0B7B}" dt="2023-09-24T16:42:50.069" v="3573"/>
          <ac:spMkLst>
            <pc:docMk/>
            <pc:sldMk cId="1830640945" sldId="273"/>
            <ac:spMk id="5" creationId="{52CBB782-1A51-E739-700A-F61FBECDABAE}"/>
          </ac:spMkLst>
        </pc:spChg>
        <pc:spChg chg="mod">
          <ac:chgData name="Mohammad Salman" userId="cfd6754c-e613-4f6f-bb98-36aef69d8c31" providerId="ADAL" clId="{DEFFB49A-E8A8-431E-8F61-570E0C8D0B7B}" dt="2023-09-24T16:50:24.351" v="3922" actId="20577"/>
          <ac:spMkLst>
            <pc:docMk/>
            <pc:sldMk cId="1830640945" sldId="273"/>
            <ac:spMk id="9" creationId="{A56343C3-70EB-5965-2F35-12145FD6D51C}"/>
          </ac:spMkLst>
        </pc:spChg>
        <pc:spChg chg="mod">
          <ac:chgData name="Mohammad Salman" userId="cfd6754c-e613-4f6f-bb98-36aef69d8c31" providerId="ADAL" clId="{DEFFB49A-E8A8-431E-8F61-570E0C8D0B7B}" dt="2023-09-24T16:41:12.734" v="3555" actId="14100"/>
          <ac:spMkLst>
            <pc:docMk/>
            <pc:sldMk cId="1830640945" sldId="273"/>
            <ac:spMk id="10" creationId="{56A637D4-20B3-BD5F-E514-19FF44BE92E5}"/>
          </ac:spMkLst>
        </pc:spChg>
      </pc:sldChg>
      <pc:sldChg chg="addSp modSp add mod modAnim">
        <pc:chgData name="Mohammad Salman" userId="cfd6754c-e613-4f6f-bb98-36aef69d8c31" providerId="ADAL" clId="{DEFFB49A-E8A8-431E-8F61-570E0C8D0B7B}" dt="2023-09-25T11:54:02.821" v="7920" actId="20577"/>
        <pc:sldMkLst>
          <pc:docMk/>
          <pc:sldMk cId="3020680449" sldId="274"/>
        </pc:sldMkLst>
        <pc:spChg chg="add mod">
          <ac:chgData name="Mohammad Salman" userId="cfd6754c-e613-4f6f-bb98-36aef69d8c31" providerId="ADAL" clId="{DEFFB49A-E8A8-431E-8F61-570E0C8D0B7B}" dt="2023-09-24T16:45:53.821" v="3680" actId="1035"/>
          <ac:spMkLst>
            <pc:docMk/>
            <pc:sldMk cId="3020680449" sldId="274"/>
            <ac:spMk id="2" creationId="{788744AF-2D49-A389-985B-6518D3111DDE}"/>
          </ac:spMkLst>
        </pc:spChg>
        <pc:spChg chg="add mod">
          <ac:chgData name="Mohammad Salman" userId="cfd6754c-e613-4f6f-bb98-36aef69d8c31" providerId="ADAL" clId="{DEFFB49A-E8A8-431E-8F61-570E0C8D0B7B}" dt="2023-09-25T07:19:16.140" v="6895" actId="692"/>
          <ac:spMkLst>
            <pc:docMk/>
            <pc:sldMk cId="3020680449" sldId="274"/>
            <ac:spMk id="3" creationId="{4E9403B8-705F-E7A7-7D4C-DE15B5B62418}"/>
          </ac:spMkLst>
        </pc:spChg>
        <pc:spChg chg="add mod">
          <ac:chgData name="Mohammad Salman" userId="cfd6754c-e613-4f6f-bb98-36aef69d8c31" providerId="ADAL" clId="{DEFFB49A-E8A8-431E-8F61-570E0C8D0B7B}" dt="2023-09-25T07:19:34.696" v="6900" actId="692"/>
          <ac:spMkLst>
            <pc:docMk/>
            <pc:sldMk cId="3020680449" sldId="274"/>
            <ac:spMk id="4" creationId="{7A893016-7BAE-B7AB-559F-5DA51A283F8A}"/>
          </ac:spMkLst>
        </pc:spChg>
        <pc:spChg chg="mod">
          <ac:chgData name="Mohammad Salman" userId="cfd6754c-e613-4f6f-bb98-36aef69d8c31" providerId="ADAL" clId="{DEFFB49A-E8A8-431E-8F61-570E0C8D0B7B}" dt="2023-09-24T16:45:24.926" v="3665" actId="404"/>
          <ac:spMkLst>
            <pc:docMk/>
            <pc:sldMk cId="3020680449" sldId="274"/>
            <ac:spMk id="5" creationId="{52CBB782-1A51-E739-700A-F61FBECDABAE}"/>
          </ac:spMkLst>
        </pc:spChg>
        <pc:spChg chg="add mod">
          <ac:chgData name="Mohammad Salman" userId="cfd6754c-e613-4f6f-bb98-36aef69d8c31" providerId="ADAL" clId="{DEFFB49A-E8A8-431E-8F61-570E0C8D0B7B}" dt="2023-09-25T11:54:02.821" v="7920" actId="20577"/>
          <ac:spMkLst>
            <pc:docMk/>
            <pc:sldMk cId="3020680449" sldId="274"/>
            <ac:spMk id="6" creationId="{4B7DF700-6C22-B283-B99B-26E48C2ED9BC}"/>
          </ac:spMkLst>
        </pc:spChg>
        <pc:spChg chg="mod">
          <ac:chgData name="Mohammad Salman" userId="cfd6754c-e613-4f6f-bb98-36aef69d8c31" providerId="ADAL" clId="{DEFFB49A-E8A8-431E-8F61-570E0C8D0B7B}" dt="2023-09-25T11:53:57.570" v="7918" actId="14100"/>
          <ac:spMkLst>
            <pc:docMk/>
            <pc:sldMk cId="3020680449" sldId="274"/>
            <ac:spMk id="9" creationId="{A56343C3-70EB-5965-2F35-12145FD6D51C}"/>
          </ac:spMkLst>
        </pc:spChg>
        <pc:spChg chg="mod">
          <ac:chgData name="Mohammad Salman" userId="cfd6754c-e613-4f6f-bb98-36aef69d8c31" providerId="ADAL" clId="{DEFFB49A-E8A8-431E-8F61-570E0C8D0B7B}" dt="2023-09-25T11:53:14.039" v="7905" actId="404"/>
          <ac:spMkLst>
            <pc:docMk/>
            <pc:sldMk cId="3020680449" sldId="274"/>
            <ac:spMk id="10" creationId="{56A637D4-20B3-BD5F-E514-19FF44BE92E5}"/>
          </ac:spMkLst>
        </pc:spChg>
        <pc:cxnChg chg="add mod">
          <ac:chgData name="Mohammad Salman" userId="cfd6754c-e613-4f6f-bb98-36aef69d8c31" providerId="ADAL" clId="{DEFFB49A-E8A8-431E-8F61-570E0C8D0B7B}" dt="2023-09-25T07:19:56.634" v="6909" actId="692"/>
          <ac:cxnSpMkLst>
            <pc:docMk/>
            <pc:sldMk cId="3020680449" sldId="274"/>
            <ac:cxnSpMk id="7" creationId="{01B113E9-DCB4-BBBD-A557-C35933C8910E}"/>
          </ac:cxnSpMkLst>
        </pc:cxnChg>
      </pc:sldChg>
      <pc:sldChg chg="addSp delSp modSp add mod modAnim modNotesTx">
        <pc:chgData name="Mohammad Salman" userId="cfd6754c-e613-4f6f-bb98-36aef69d8c31" providerId="ADAL" clId="{DEFFB49A-E8A8-431E-8F61-570E0C8D0B7B}" dt="2023-09-25T11:54:37.641" v="7927" actId="1035"/>
        <pc:sldMkLst>
          <pc:docMk/>
          <pc:sldMk cId="1044693367" sldId="275"/>
        </pc:sldMkLst>
        <pc:spChg chg="mod">
          <ac:chgData name="Mohammad Salman" userId="cfd6754c-e613-4f6f-bb98-36aef69d8c31" providerId="ADAL" clId="{DEFFB49A-E8A8-431E-8F61-570E0C8D0B7B}" dt="2023-09-24T16:48:59.853" v="3809" actId="1036"/>
          <ac:spMkLst>
            <pc:docMk/>
            <pc:sldMk cId="1044693367" sldId="275"/>
            <ac:spMk id="2" creationId="{788744AF-2D49-A389-985B-6518D3111DDE}"/>
          </ac:spMkLst>
        </pc:spChg>
        <pc:spChg chg="add mod">
          <ac:chgData name="Mohammad Salman" userId="cfd6754c-e613-4f6f-bb98-36aef69d8c31" providerId="ADAL" clId="{DEFFB49A-E8A8-431E-8F61-570E0C8D0B7B}" dt="2023-09-25T11:54:37.641" v="7927" actId="1035"/>
          <ac:spMkLst>
            <pc:docMk/>
            <pc:sldMk cId="1044693367" sldId="275"/>
            <ac:spMk id="3" creationId="{E6C5F288-CA6E-6C57-2F7B-1B3E2CC563CB}"/>
          </ac:spMkLst>
        </pc:spChg>
        <pc:spChg chg="add del">
          <ac:chgData name="Mohammad Salman" userId="cfd6754c-e613-4f6f-bb98-36aef69d8c31" providerId="ADAL" clId="{DEFFB49A-E8A8-431E-8F61-570E0C8D0B7B}" dt="2023-09-25T07:01:06.985" v="6560" actId="22"/>
          <ac:spMkLst>
            <pc:docMk/>
            <pc:sldMk cId="1044693367" sldId="275"/>
            <ac:spMk id="4" creationId="{0BD1DEC3-893D-248B-687C-9C6657A53F31}"/>
          </ac:spMkLst>
        </pc:spChg>
        <pc:spChg chg="mod">
          <ac:chgData name="Mohammad Salman" userId="cfd6754c-e613-4f6f-bb98-36aef69d8c31" providerId="ADAL" clId="{DEFFB49A-E8A8-431E-8F61-570E0C8D0B7B}" dt="2023-09-24T16:48:59.853" v="3809" actId="1036"/>
          <ac:spMkLst>
            <pc:docMk/>
            <pc:sldMk cId="1044693367" sldId="275"/>
            <ac:spMk id="5" creationId="{52CBB782-1A51-E739-700A-F61FBECDABAE}"/>
          </ac:spMkLst>
        </pc:spChg>
        <pc:spChg chg="add del mod">
          <ac:chgData name="Mohammad Salman" userId="cfd6754c-e613-4f6f-bb98-36aef69d8c31" providerId="ADAL" clId="{DEFFB49A-E8A8-431E-8F61-570E0C8D0B7B}" dt="2023-09-25T07:01:10.543" v="6563" actId="478"/>
          <ac:spMkLst>
            <pc:docMk/>
            <pc:sldMk cId="1044693367" sldId="275"/>
            <ac:spMk id="7" creationId="{8A630A61-DA4F-DB6D-BD45-4A9566CB0C4B}"/>
          </ac:spMkLst>
        </pc:spChg>
        <pc:spChg chg="add mod">
          <ac:chgData name="Mohammad Salman" userId="cfd6754c-e613-4f6f-bb98-36aef69d8c31" providerId="ADAL" clId="{DEFFB49A-E8A8-431E-8F61-570E0C8D0B7B}" dt="2023-09-25T07:03:59.069" v="6684" actId="20577"/>
          <ac:spMkLst>
            <pc:docMk/>
            <pc:sldMk cId="1044693367" sldId="275"/>
            <ac:spMk id="8" creationId="{C21D85BB-C119-9C0B-3C3F-0B81E10AECF9}"/>
          </ac:spMkLst>
        </pc:spChg>
        <pc:spChg chg="mod">
          <ac:chgData name="Mohammad Salman" userId="cfd6754c-e613-4f6f-bb98-36aef69d8c31" providerId="ADAL" clId="{DEFFB49A-E8A8-431E-8F61-570E0C8D0B7B}" dt="2023-09-24T16:50:04.953" v="3894" actId="20577"/>
          <ac:spMkLst>
            <pc:docMk/>
            <pc:sldMk cId="1044693367" sldId="275"/>
            <ac:spMk id="9" creationId="{A56343C3-70EB-5965-2F35-12145FD6D51C}"/>
          </ac:spMkLst>
        </pc:spChg>
        <pc:spChg chg="mod">
          <ac:chgData name="Mohammad Salman" userId="cfd6754c-e613-4f6f-bb98-36aef69d8c31" providerId="ADAL" clId="{DEFFB49A-E8A8-431E-8F61-570E0C8D0B7B}" dt="2023-09-24T16:49:26.082" v="3872" actId="20577"/>
          <ac:spMkLst>
            <pc:docMk/>
            <pc:sldMk cId="1044693367" sldId="275"/>
            <ac:spMk id="10" creationId="{56A637D4-20B3-BD5F-E514-19FF44BE92E5}"/>
          </ac:spMkLst>
        </pc:spChg>
        <pc:spChg chg="add mod">
          <ac:chgData name="Mohammad Salman" userId="cfd6754c-e613-4f6f-bb98-36aef69d8c31" providerId="ADAL" clId="{DEFFB49A-E8A8-431E-8F61-570E0C8D0B7B}" dt="2023-09-25T07:16:34.003" v="6847" actId="2085"/>
          <ac:spMkLst>
            <pc:docMk/>
            <pc:sldMk cId="1044693367" sldId="275"/>
            <ac:spMk id="11" creationId="{70ED332B-3167-99F4-3E79-C3D9A8160367}"/>
          </ac:spMkLst>
        </pc:spChg>
        <pc:spChg chg="add mod">
          <ac:chgData name="Mohammad Salman" userId="cfd6754c-e613-4f6f-bb98-36aef69d8c31" providerId="ADAL" clId="{DEFFB49A-E8A8-431E-8F61-570E0C8D0B7B}" dt="2023-09-25T07:21:15.731" v="6957" actId="1076"/>
          <ac:spMkLst>
            <pc:docMk/>
            <pc:sldMk cId="1044693367" sldId="275"/>
            <ac:spMk id="12" creationId="{B14967B2-0F12-7EED-3607-F0A1DCB7B436}"/>
          </ac:spMkLst>
        </pc:spChg>
        <pc:spChg chg="add del mod">
          <ac:chgData name="Mohammad Salman" userId="cfd6754c-e613-4f6f-bb98-36aef69d8c31" providerId="ADAL" clId="{DEFFB49A-E8A8-431E-8F61-570E0C8D0B7B}" dt="2023-09-25T07:21:06.819" v="6955" actId="478"/>
          <ac:spMkLst>
            <pc:docMk/>
            <pc:sldMk cId="1044693367" sldId="275"/>
            <ac:spMk id="13" creationId="{0DFBDCB3-8942-5AD9-6039-3F00B32FFA1B}"/>
          </ac:spMkLst>
        </pc:spChg>
        <pc:cxnChg chg="add mod">
          <ac:chgData name="Mohammad Salman" userId="cfd6754c-e613-4f6f-bb98-36aef69d8c31" providerId="ADAL" clId="{DEFFB49A-E8A8-431E-8F61-570E0C8D0B7B}" dt="2023-09-25T07:21:15.731" v="6957" actId="1076"/>
          <ac:cxnSpMkLst>
            <pc:docMk/>
            <pc:sldMk cId="1044693367" sldId="275"/>
            <ac:cxnSpMk id="14" creationId="{DE5579E9-1EAC-2978-0FB8-CC6E873A3597}"/>
          </ac:cxnSpMkLst>
        </pc:cxnChg>
      </pc:sldChg>
      <pc:sldChg chg="delSp new del mod">
        <pc:chgData name="Mohammad Salman" userId="cfd6754c-e613-4f6f-bb98-36aef69d8c31" providerId="ADAL" clId="{DEFFB49A-E8A8-431E-8F61-570E0C8D0B7B}" dt="2023-09-24T17:19:19.687" v="4164" actId="47"/>
        <pc:sldMkLst>
          <pc:docMk/>
          <pc:sldMk cId="3973227003" sldId="276"/>
        </pc:sldMkLst>
        <pc:spChg chg="del">
          <ac:chgData name="Mohammad Salman" userId="cfd6754c-e613-4f6f-bb98-36aef69d8c31" providerId="ADAL" clId="{DEFFB49A-E8A8-431E-8F61-570E0C8D0B7B}" dt="2023-09-24T17:18:56.968" v="4162" actId="478"/>
          <ac:spMkLst>
            <pc:docMk/>
            <pc:sldMk cId="3973227003" sldId="276"/>
            <ac:spMk id="2" creationId="{6C4D2F8E-FD00-F5E3-71FA-40337AB9D5E9}"/>
          </ac:spMkLst>
        </pc:spChg>
        <pc:spChg chg="del">
          <ac:chgData name="Mohammad Salman" userId="cfd6754c-e613-4f6f-bb98-36aef69d8c31" providerId="ADAL" clId="{DEFFB49A-E8A8-431E-8F61-570E0C8D0B7B}" dt="2023-09-24T17:18:56.968" v="4162" actId="478"/>
          <ac:spMkLst>
            <pc:docMk/>
            <pc:sldMk cId="3973227003" sldId="276"/>
            <ac:spMk id="3" creationId="{A04FDE3E-BBE9-6D14-AFE9-8DDF1EBF3880}"/>
          </ac:spMkLst>
        </pc:spChg>
      </pc:sldChg>
      <pc:sldChg chg="modSp add mod modAnim">
        <pc:chgData name="Mohammad Salman" userId="cfd6754c-e613-4f6f-bb98-36aef69d8c31" providerId="ADAL" clId="{DEFFB49A-E8A8-431E-8F61-570E0C8D0B7B}" dt="2023-09-25T07:24:39.216" v="6991" actId="20577"/>
        <pc:sldMkLst>
          <pc:docMk/>
          <pc:sldMk cId="977693596" sldId="277"/>
        </pc:sldMkLst>
        <pc:spChg chg="mod">
          <ac:chgData name="Mohammad Salman" userId="cfd6754c-e613-4f6f-bb98-36aef69d8c31" providerId="ADAL" clId="{DEFFB49A-E8A8-431E-8F61-570E0C8D0B7B}" dt="2023-09-25T07:24:39.216" v="6991" actId="20577"/>
          <ac:spMkLst>
            <pc:docMk/>
            <pc:sldMk cId="977693596" sldId="277"/>
            <ac:spMk id="9" creationId="{A56343C3-70EB-5965-2F35-12145FD6D51C}"/>
          </ac:spMkLst>
        </pc:spChg>
        <pc:spChg chg="mod">
          <ac:chgData name="Mohammad Salman" userId="cfd6754c-e613-4f6f-bb98-36aef69d8c31" providerId="ADAL" clId="{DEFFB49A-E8A8-431E-8F61-570E0C8D0B7B}" dt="2023-09-24T17:42:37.806" v="5105" actId="207"/>
          <ac:spMkLst>
            <pc:docMk/>
            <pc:sldMk cId="977693596" sldId="277"/>
            <ac:spMk id="10" creationId="{56A637D4-20B3-BD5F-E514-19FF44BE92E5}"/>
          </ac:spMkLst>
        </pc:spChg>
      </pc:sldChg>
      <pc:sldChg chg="addSp modSp add mod modAnim">
        <pc:chgData name="Mohammad Salman" userId="cfd6754c-e613-4f6f-bb98-36aef69d8c31" providerId="ADAL" clId="{DEFFB49A-E8A8-431E-8F61-570E0C8D0B7B}" dt="2023-09-25T07:42:35.132" v="7245" actId="20577"/>
        <pc:sldMkLst>
          <pc:docMk/>
          <pc:sldMk cId="762293910" sldId="278"/>
        </pc:sldMkLst>
        <pc:spChg chg="add mod">
          <ac:chgData name="Mohammad Salman" userId="cfd6754c-e613-4f6f-bb98-36aef69d8c31" providerId="ADAL" clId="{DEFFB49A-E8A8-431E-8F61-570E0C8D0B7B}" dt="2023-09-24T17:43:03.755" v="5115" actId="692"/>
          <ac:spMkLst>
            <pc:docMk/>
            <pc:sldMk cId="762293910" sldId="278"/>
            <ac:spMk id="2" creationId="{45D23644-D7F8-6361-45D8-783B14698020}"/>
          </ac:spMkLst>
        </pc:spChg>
        <pc:spChg chg="add mod">
          <ac:chgData name="Mohammad Salman" userId="cfd6754c-e613-4f6f-bb98-36aef69d8c31" providerId="ADAL" clId="{DEFFB49A-E8A8-431E-8F61-570E0C8D0B7B}" dt="2023-09-25T07:29:37.552" v="7111" actId="1076"/>
          <ac:spMkLst>
            <pc:docMk/>
            <pc:sldMk cId="762293910" sldId="278"/>
            <ac:spMk id="3" creationId="{73D0FA09-DB57-1AC6-BA31-BF7F109AAE28}"/>
          </ac:spMkLst>
        </pc:spChg>
        <pc:spChg chg="mod">
          <ac:chgData name="Mohammad Salman" userId="cfd6754c-e613-4f6f-bb98-36aef69d8c31" providerId="ADAL" clId="{DEFFB49A-E8A8-431E-8F61-570E0C8D0B7B}" dt="2023-09-24T17:27:18.559" v="4491" actId="1036"/>
          <ac:spMkLst>
            <pc:docMk/>
            <pc:sldMk cId="762293910" sldId="278"/>
            <ac:spMk id="5" creationId="{52CBB782-1A51-E739-700A-F61FBECDABAE}"/>
          </ac:spMkLst>
        </pc:spChg>
        <pc:spChg chg="mod">
          <ac:chgData name="Mohammad Salman" userId="cfd6754c-e613-4f6f-bb98-36aef69d8c31" providerId="ADAL" clId="{DEFFB49A-E8A8-431E-8F61-570E0C8D0B7B}" dt="2023-09-25T07:42:35.132" v="7245" actId="20577"/>
          <ac:spMkLst>
            <pc:docMk/>
            <pc:sldMk cId="762293910" sldId="278"/>
            <ac:spMk id="9" creationId="{A56343C3-70EB-5965-2F35-12145FD6D51C}"/>
          </ac:spMkLst>
        </pc:spChg>
        <pc:spChg chg="mod">
          <ac:chgData name="Mohammad Salman" userId="cfd6754c-e613-4f6f-bb98-36aef69d8c31" providerId="ADAL" clId="{DEFFB49A-E8A8-431E-8F61-570E0C8D0B7B}" dt="2023-09-24T17:42:48.480" v="5107" actId="207"/>
          <ac:spMkLst>
            <pc:docMk/>
            <pc:sldMk cId="762293910" sldId="278"/>
            <ac:spMk id="10" creationId="{56A637D4-20B3-BD5F-E514-19FF44BE92E5}"/>
          </ac:spMkLst>
        </pc:spChg>
      </pc:sldChg>
      <pc:sldChg chg="addSp delSp modSp add mod modAnim">
        <pc:chgData name="Mohammad Salman" userId="cfd6754c-e613-4f6f-bb98-36aef69d8c31" providerId="ADAL" clId="{DEFFB49A-E8A8-431E-8F61-570E0C8D0B7B}" dt="2023-09-25T11:56:35.686" v="7943" actId="20577"/>
        <pc:sldMkLst>
          <pc:docMk/>
          <pc:sldMk cId="2739329286" sldId="279"/>
        </pc:sldMkLst>
        <pc:spChg chg="mod">
          <ac:chgData name="Mohammad Salman" userId="cfd6754c-e613-4f6f-bb98-36aef69d8c31" providerId="ADAL" clId="{DEFFB49A-E8A8-431E-8F61-570E0C8D0B7B}" dt="2023-09-24T17:36:25.704" v="4834" actId="692"/>
          <ac:spMkLst>
            <pc:docMk/>
            <pc:sldMk cId="2739329286" sldId="279"/>
            <ac:spMk id="2" creationId="{788744AF-2D49-A389-985B-6518D3111DDE}"/>
          </ac:spMkLst>
        </pc:spChg>
        <pc:spChg chg="add del mod">
          <ac:chgData name="Mohammad Salman" userId="cfd6754c-e613-4f6f-bb98-36aef69d8c31" providerId="ADAL" clId="{DEFFB49A-E8A8-431E-8F61-570E0C8D0B7B}" dt="2023-09-24T17:35:59.394" v="4832" actId="478"/>
          <ac:spMkLst>
            <pc:docMk/>
            <pc:sldMk cId="2739329286" sldId="279"/>
            <ac:spMk id="3" creationId="{2720B1B1-2787-F058-A27C-EBB318128576}"/>
          </ac:spMkLst>
        </pc:spChg>
        <pc:spChg chg="add mod">
          <ac:chgData name="Mohammad Salman" userId="cfd6754c-e613-4f6f-bb98-36aef69d8c31" providerId="ADAL" clId="{DEFFB49A-E8A8-431E-8F61-570E0C8D0B7B}" dt="2023-09-24T17:36:16.001" v="4833"/>
          <ac:spMkLst>
            <pc:docMk/>
            <pc:sldMk cId="2739329286" sldId="279"/>
            <ac:spMk id="4" creationId="{AA4388A8-71F1-F492-D544-A0BFC44CC733}"/>
          </ac:spMkLst>
        </pc:spChg>
        <pc:spChg chg="mod">
          <ac:chgData name="Mohammad Salman" userId="cfd6754c-e613-4f6f-bb98-36aef69d8c31" providerId="ADAL" clId="{DEFFB49A-E8A8-431E-8F61-570E0C8D0B7B}" dt="2023-09-24T17:35:25.438" v="4827" actId="20577"/>
          <ac:spMkLst>
            <pc:docMk/>
            <pc:sldMk cId="2739329286" sldId="279"/>
            <ac:spMk id="9" creationId="{A56343C3-70EB-5965-2F35-12145FD6D51C}"/>
          </ac:spMkLst>
        </pc:spChg>
        <pc:spChg chg="mod">
          <ac:chgData name="Mohammad Salman" userId="cfd6754c-e613-4f6f-bb98-36aef69d8c31" providerId="ADAL" clId="{DEFFB49A-E8A8-431E-8F61-570E0C8D0B7B}" dt="2023-09-25T11:56:35.686" v="7943" actId="20577"/>
          <ac:spMkLst>
            <pc:docMk/>
            <pc:sldMk cId="2739329286" sldId="279"/>
            <ac:spMk id="10" creationId="{56A637D4-20B3-BD5F-E514-19FF44BE92E5}"/>
          </ac:spMkLst>
        </pc:spChg>
      </pc:sldChg>
      <pc:sldChg chg="addSp delSp modSp add mod addAnim delAnim modAnim">
        <pc:chgData name="Mohammad Salman" userId="cfd6754c-e613-4f6f-bb98-36aef69d8c31" providerId="ADAL" clId="{DEFFB49A-E8A8-431E-8F61-570E0C8D0B7B}" dt="2023-09-24T17:40:22.438" v="5078"/>
        <pc:sldMkLst>
          <pc:docMk/>
          <pc:sldMk cId="2685604792" sldId="280"/>
        </pc:sldMkLst>
        <pc:spChg chg="add del">
          <ac:chgData name="Mohammad Salman" userId="cfd6754c-e613-4f6f-bb98-36aef69d8c31" providerId="ADAL" clId="{DEFFB49A-E8A8-431E-8F61-570E0C8D0B7B}" dt="2023-09-24T17:38:37.143" v="5070" actId="478"/>
          <ac:spMkLst>
            <pc:docMk/>
            <pc:sldMk cId="2685604792" sldId="280"/>
            <ac:spMk id="2" creationId="{788744AF-2D49-A389-985B-6518D3111DDE}"/>
          </ac:spMkLst>
        </pc:spChg>
        <pc:spChg chg="del mod">
          <ac:chgData name="Mohammad Salman" userId="cfd6754c-e613-4f6f-bb98-36aef69d8c31" providerId="ADAL" clId="{DEFFB49A-E8A8-431E-8F61-570E0C8D0B7B}" dt="2023-09-24T17:38:32.302" v="5068" actId="478"/>
          <ac:spMkLst>
            <pc:docMk/>
            <pc:sldMk cId="2685604792" sldId="280"/>
            <ac:spMk id="4" creationId="{AA4388A8-71F1-F492-D544-A0BFC44CC733}"/>
          </ac:spMkLst>
        </pc:spChg>
        <pc:spChg chg="mod">
          <ac:chgData name="Mohammad Salman" userId="cfd6754c-e613-4f6f-bb98-36aef69d8c31" providerId="ADAL" clId="{DEFFB49A-E8A8-431E-8F61-570E0C8D0B7B}" dt="2023-09-24T17:40:09.275" v="5076" actId="113"/>
          <ac:spMkLst>
            <pc:docMk/>
            <pc:sldMk cId="2685604792" sldId="280"/>
            <ac:spMk id="10" creationId="{56A637D4-20B3-BD5F-E514-19FF44BE92E5}"/>
          </ac:spMkLst>
        </pc:spChg>
      </pc:sldChg>
      <pc:sldChg chg="addSp delSp modSp new mod modAnim">
        <pc:chgData name="Mohammad Salman" userId="cfd6754c-e613-4f6f-bb98-36aef69d8c31" providerId="ADAL" clId="{DEFFB49A-E8A8-431E-8F61-570E0C8D0B7B}" dt="2023-09-25T12:02:18.498" v="8102" actId="1076"/>
        <pc:sldMkLst>
          <pc:docMk/>
          <pc:sldMk cId="2447214363" sldId="281"/>
        </pc:sldMkLst>
        <pc:spChg chg="add mod">
          <ac:chgData name="Mohammad Salman" userId="cfd6754c-e613-4f6f-bb98-36aef69d8c31" providerId="ADAL" clId="{DEFFB49A-E8A8-431E-8F61-570E0C8D0B7B}" dt="2023-09-25T12:02:18.498" v="8102" actId="1076"/>
          <ac:spMkLst>
            <pc:docMk/>
            <pc:sldMk cId="2447214363" sldId="281"/>
            <ac:spMk id="2" creationId="{2A21932A-3FE6-9A82-7B3F-39334D377F16}"/>
          </ac:spMkLst>
        </pc:spChg>
        <pc:spChg chg="del">
          <ac:chgData name="Mohammad Salman" userId="cfd6754c-e613-4f6f-bb98-36aef69d8c31" providerId="ADAL" clId="{DEFFB49A-E8A8-431E-8F61-570E0C8D0B7B}" dt="2023-09-24T17:54:29.711" v="5407" actId="478"/>
          <ac:spMkLst>
            <pc:docMk/>
            <pc:sldMk cId="2447214363" sldId="281"/>
            <ac:spMk id="2" creationId="{3E68E808-1F5A-AF79-FB94-7037CD11B81D}"/>
          </ac:spMkLst>
        </pc:spChg>
        <pc:spChg chg="del">
          <ac:chgData name="Mohammad Salman" userId="cfd6754c-e613-4f6f-bb98-36aef69d8c31" providerId="ADAL" clId="{DEFFB49A-E8A8-431E-8F61-570E0C8D0B7B}" dt="2023-09-24T17:54:29.711" v="5407" actId="478"/>
          <ac:spMkLst>
            <pc:docMk/>
            <pc:sldMk cId="2447214363" sldId="281"/>
            <ac:spMk id="3" creationId="{40B17878-5F10-311A-BD64-14B4CB5162A1}"/>
          </ac:spMkLst>
        </pc:spChg>
        <pc:spChg chg="add mod">
          <ac:chgData name="Mohammad Salman" userId="cfd6754c-e613-4f6f-bb98-36aef69d8c31" providerId="ADAL" clId="{DEFFB49A-E8A8-431E-8F61-570E0C8D0B7B}" dt="2023-09-24T18:05:54.476" v="5697" actId="1076"/>
          <ac:spMkLst>
            <pc:docMk/>
            <pc:sldMk cId="2447214363" sldId="281"/>
            <ac:spMk id="5" creationId="{F649D254-E440-28AD-C52F-1FE70F73D39D}"/>
          </ac:spMkLst>
        </pc:spChg>
        <pc:spChg chg="add mod">
          <ac:chgData name="Mohammad Salman" userId="cfd6754c-e613-4f6f-bb98-36aef69d8c31" providerId="ADAL" clId="{DEFFB49A-E8A8-431E-8F61-570E0C8D0B7B}" dt="2023-09-24T18:05:54.476" v="5697" actId="1076"/>
          <ac:spMkLst>
            <pc:docMk/>
            <pc:sldMk cId="2447214363" sldId="281"/>
            <ac:spMk id="6" creationId="{20EF8EE2-E40A-64BF-A863-90651E71C8C8}"/>
          </ac:spMkLst>
        </pc:spChg>
        <pc:spChg chg="add mod">
          <ac:chgData name="Mohammad Salman" userId="cfd6754c-e613-4f6f-bb98-36aef69d8c31" providerId="ADAL" clId="{DEFFB49A-E8A8-431E-8F61-570E0C8D0B7B}" dt="2023-09-25T12:00:26.018" v="8021" actId="1076"/>
          <ac:spMkLst>
            <pc:docMk/>
            <pc:sldMk cId="2447214363" sldId="281"/>
            <ac:spMk id="7" creationId="{08B644D5-F4B2-DC7A-7F4D-432CA762D032}"/>
          </ac:spMkLst>
        </pc:spChg>
        <pc:spChg chg="add mod">
          <ac:chgData name="Mohammad Salman" userId="cfd6754c-e613-4f6f-bb98-36aef69d8c31" providerId="ADAL" clId="{DEFFB49A-E8A8-431E-8F61-570E0C8D0B7B}" dt="2023-09-24T18:05:54.476" v="5697" actId="1076"/>
          <ac:spMkLst>
            <pc:docMk/>
            <pc:sldMk cId="2447214363" sldId="281"/>
            <ac:spMk id="9" creationId="{6BF617D5-A9AA-F199-ACC8-E953BF5C1456}"/>
          </ac:spMkLst>
        </pc:spChg>
        <pc:spChg chg="add mod">
          <ac:chgData name="Mohammad Salman" userId="cfd6754c-e613-4f6f-bb98-36aef69d8c31" providerId="ADAL" clId="{DEFFB49A-E8A8-431E-8F61-570E0C8D0B7B}" dt="2023-09-24T18:05:54.476" v="5697" actId="1076"/>
          <ac:spMkLst>
            <pc:docMk/>
            <pc:sldMk cId="2447214363" sldId="281"/>
            <ac:spMk id="12" creationId="{63A2D484-E998-E670-D84F-A01A9061F796}"/>
          </ac:spMkLst>
        </pc:spChg>
        <pc:spChg chg="add mod">
          <ac:chgData name="Mohammad Salman" userId="cfd6754c-e613-4f6f-bb98-36aef69d8c31" providerId="ADAL" clId="{DEFFB49A-E8A8-431E-8F61-570E0C8D0B7B}" dt="2023-09-24T18:05:54.476" v="5697" actId="1076"/>
          <ac:spMkLst>
            <pc:docMk/>
            <pc:sldMk cId="2447214363" sldId="281"/>
            <ac:spMk id="13" creationId="{C2095BD4-A2A2-A1CF-7B9D-1CBC6664D916}"/>
          </ac:spMkLst>
        </pc:spChg>
        <pc:spChg chg="add mod">
          <ac:chgData name="Mohammad Salman" userId="cfd6754c-e613-4f6f-bb98-36aef69d8c31" providerId="ADAL" clId="{DEFFB49A-E8A8-431E-8F61-570E0C8D0B7B}" dt="2023-09-25T12:01:50.839" v="8031" actId="1076"/>
          <ac:spMkLst>
            <pc:docMk/>
            <pc:sldMk cId="2447214363" sldId="281"/>
            <ac:spMk id="14" creationId="{F6F66DFF-25E1-E22C-AD7A-1264C791325A}"/>
          </ac:spMkLst>
        </pc:spChg>
        <pc:graphicFrameChg chg="add mod modGraphic">
          <ac:chgData name="Mohammad Salman" userId="cfd6754c-e613-4f6f-bb98-36aef69d8c31" providerId="ADAL" clId="{DEFFB49A-E8A8-431E-8F61-570E0C8D0B7B}" dt="2023-09-24T18:05:54.476" v="5697" actId="1076"/>
          <ac:graphicFrameMkLst>
            <pc:docMk/>
            <pc:sldMk cId="2447214363" sldId="281"/>
            <ac:graphicFrameMk id="4" creationId="{6D9BDCEA-8300-FE65-2128-856B30747A26}"/>
          </ac:graphicFrameMkLst>
        </pc:graphicFrameChg>
        <pc:graphicFrameChg chg="add mod modGraphic">
          <ac:chgData name="Mohammad Salman" userId="cfd6754c-e613-4f6f-bb98-36aef69d8c31" providerId="ADAL" clId="{DEFFB49A-E8A8-431E-8F61-570E0C8D0B7B}" dt="2023-09-24T18:05:54.476" v="5697" actId="1076"/>
          <ac:graphicFrameMkLst>
            <pc:docMk/>
            <pc:sldMk cId="2447214363" sldId="281"/>
            <ac:graphicFrameMk id="8" creationId="{7E980904-8C40-DD34-648F-B3D000DEB653}"/>
          </ac:graphicFrameMkLst>
        </pc:graphicFrameChg>
        <pc:cxnChg chg="add del">
          <ac:chgData name="Mohammad Salman" userId="cfd6754c-e613-4f6f-bb98-36aef69d8c31" providerId="ADAL" clId="{DEFFB49A-E8A8-431E-8F61-570E0C8D0B7B}" dt="2023-09-24T18:01:52.907" v="5641" actId="11529"/>
          <ac:cxnSpMkLst>
            <pc:docMk/>
            <pc:sldMk cId="2447214363" sldId="281"/>
            <ac:cxnSpMk id="11" creationId="{AA068349-BD27-F7C7-464A-ED5A085F515D}"/>
          </ac:cxnSpMkLst>
        </pc:cxnChg>
      </pc:sldChg>
      <pc:sldChg chg="addSp delSp modSp new mod modAnim">
        <pc:chgData name="Mohammad Salman" userId="cfd6754c-e613-4f6f-bb98-36aef69d8c31" providerId="ADAL" clId="{DEFFB49A-E8A8-431E-8F61-570E0C8D0B7B}" dt="2023-09-25T12:00:32.459" v="8025" actId="14100"/>
        <pc:sldMkLst>
          <pc:docMk/>
          <pc:sldMk cId="4068806159" sldId="282"/>
        </pc:sldMkLst>
        <pc:spChg chg="add mod">
          <ac:chgData name="Mohammad Salman" userId="cfd6754c-e613-4f6f-bb98-36aef69d8c31" providerId="ADAL" clId="{DEFFB49A-E8A8-431E-8F61-570E0C8D0B7B}" dt="2023-09-25T11:58:08.227" v="7950" actId="14100"/>
          <ac:spMkLst>
            <pc:docMk/>
            <pc:sldMk cId="4068806159" sldId="282"/>
            <ac:spMk id="2" creationId="{3FF17AFF-4989-D1C3-C6CA-C49C2BC11B18}"/>
          </ac:spMkLst>
        </pc:spChg>
        <pc:spChg chg="del">
          <ac:chgData name="Mohammad Salman" userId="cfd6754c-e613-4f6f-bb98-36aef69d8c31" providerId="ADAL" clId="{DEFFB49A-E8A8-431E-8F61-570E0C8D0B7B}" dt="2023-09-24T17:48:59.501" v="5155" actId="478"/>
          <ac:spMkLst>
            <pc:docMk/>
            <pc:sldMk cId="4068806159" sldId="282"/>
            <ac:spMk id="2" creationId="{FD019308-E6CE-A1B5-2EF6-931918E0B86F}"/>
          </ac:spMkLst>
        </pc:spChg>
        <pc:spChg chg="add mod">
          <ac:chgData name="Mohammad Salman" userId="cfd6754c-e613-4f6f-bb98-36aef69d8c31" providerId="ADAL" clId="{DEFFB49A-E8A8-431E-8F61-570E0C8D0B7B}" dt="2023-09-25T11:58:00.999" v="7948" actId="14100"/>
          <ac:spMkLst>
            <pc:docMk/>
            <pc:sldMk cId="4068806159" sldId="282"/>
            <ac:spMk id="3" creationId="{88073D1F-BBB1-F1B2-3B7A-7D5175691AF4}"/>
          </ac:spMkLst>
        </pc:spChg>
        <pc:spChg chg="del">
          <ac:chgData name="Mohammad Salman" userId="cfd6754c-e613-4f6f-bb98-36aef69d8c31" providerId="ADAL" clId="{DEFFB49A-E8A8-431E-8F61-570E0C8D0B7B}" dt="2023-09-24T17:48:59.501" v="5155" actId="478"/>
          <ac:spMkLst>
            <pc:docMk/>
            <pc:sldMk cId="4068806159" sldId="282"/>
            <ac:spMk id="3" creationId="{D543BA47-21C4-4497-9E14-464F086A4CCF}"/>
          </ac:spMkLst>
        </pc:spChg>
        <pc:spChg chg="add del mod">
          <ac:chgData name="Mohammad Salman" userId="cfd6754c-e613-4f6f-bb98-36aef69d8c31" providerId="ADAL" clId="{DEFFB49A-E8A8-431E-8F61-570E0C8D0B7B}" dt="2023-09-24T18:00:43.775" v="5617" actId="478"/>
          <ac:spMkLst>
            <pc:docMk/>
            <pc:sldMk cId="4068806159" sldId="282"/>
            <ac:spMk id="5" creationId="{27470E8C-EBF3-A637-37AB-539E7D75A74E}"/>
          </ac:spMkLst>
        </pc:spChg>
        <pc:spChg chg="add mod">
          <ac:chgData name="Mohammad Salman" userId="cfd6754c-e613-4f6f-bb98-36aef69d8c31" providerId="ADAL" clId="{DEFFB49A-E8A8-431E-8F61-570E0C8D0B7B}" dt="2023-09-24T17:52:36.218" v="5332" actId="1076"/>
          <ac:spMkLst>
            <pc:docMk/>
            <pc:sldMk cId="4068806159" sldId="282"/>
            <ac:spMk id="7" creationId="{501E1E82-7779-F37D-0CE6-D40E2EC146A9}"/>
          </ac:spMkLst>
        </pc:spChg>
        <pc:spChg chg="add mod">
          <ac:chgData name="Mohammad Salman" userId="cfd6754c-e613-4f6f-bb98-36aef69d8c31" providerId="ADAL" clId="{DEFFB49A-E8A8-431E-8F61-570E0C8D0B7B}" dt="2023-09-25T12:00:32.459" v="8025" actId="14100"/>
          <ac:spMkLst>
            <pc:docMk/>
            <pc:sldMk cId="4068806159" sldId="282"/>
            <ac:spMk id="8" creationId="{496A5BE1-A706-6ED0-D866-E73A9DD32897}"/>
          </ac:spMkLst>
        </pc:spChg>
        <pc:spChg chg="add mod">
          <ac:chgData name="Mohammad Salman" userId="cfd6754c-e613-4f6f-bb98-36aef69d8c31" providerId="ADAL" clId="{DEFFB49A-E8A8-431E-8F61-570E0C8D0B7B}" dt="2023-09-24T18:00:44.033" v="5618"/>
          <ac:spMkLst>
            <pc:docMk/>
            <pc:sldMk cId="4068806159" sldId="282"/>
            <ac:spMk id="9" creationId="{EF41D064-3863-58A0-B8CA-254743611C05}"/>
          </ac:spMkLst>
        </pc:spChg>
      </pc:sldChg>
      <pc:sldChg chg="modSp add mod modAnim">
        <pc:chgData name="Mohammad Salman" userId="cfd6754c-e613-4f6f-bb98-36aef69d8c31" providerId="ADAL" clId="{DEFFB49A-E8A8-431E-8F61-570E0C8D0B7B}" dt="2023-09-24T18:00:29.469" v="5616" actId="1076"/>
        <pc:sldMkLst>
          <pc:docMk/>
          <pc:sldMk cId="1486862883" sldId="283"/>
        </pc:sldMkLst>
        <pc:spChg chg="mod">
          <ac:chgData name="Mohammad Salman" userId="cfd6754c-e613-4f6f-bb98-36aef69d8c31" providerId="ADAL" clId="{DEFFB49A-E8A8-431E-8F61-570E0C8D0B7B}" dt="2023-09-24T18:00:24.018" v="5615" actId="14100"/>
          <ac:spMkLst>
            <pc:docMk/>
            <pc:sldMk cId="1486862883" sldId="283"/>
            <ac:spMk id="5" creationId="{27470E8C-EBF3-A637-37AB-539E7D75A74E}"/>
          </ac:spMkLst>
        </pc:spChg>
        <pc:spChg chg="mod">
          <ac:chgData name="Mohammad Salman" userId="cfd6754c-e613-4f6f-bb98-36aef69d8c31" providerId="ADAL" clId="{DEFFB49A-E8A8-431E-8F61-570E0C8D0B7B}" dt="2023-09-24T18:00:29.469" v="5616" actId="1076"/>
          <ac:spMkLst>
            <pc:docMk/>
            <pc:sldMk cId="1486862883" sldId="283"/>
            <ac:spMk id="7" creationId="{501E1E82-7779-F37D-0CE6-D40E2EC146A9}"/>
          </ac:spMkLst>
        </pc:spChg>
        <pc:spChg chg="mod">
          <ac:chgData name="Mohammad Salman" userId="cfd6754c-e613-4f6f-bb98-36aef69d8c31" providerId="ADAL" clId="{DEFFB49A-E8A8-431E-8F61-570E0C8D0B7B}" dt="2023-09-24T17:54:16.495" v="5406" actId="14100"/>
          <ac:spMkLst>
            <pc:docMk/>
            <pc:sldMk cId="1486862883" sldId="283"/>
            <ac:spMk id="8" creationId="{496A5BE1-A706-6ED0-D866-E73A9DD32897}"/>
          </ac:spMkLst>
        </pc:spChg>
      </pc:sldChg>
      <pc:sldChg chg="modSp new mod">
        <pc:chgData name="Mohammad Salman" userId="cfd6754c-e613-4f6f-bb98-36aef69d8c31" providerId="ADAL" clId="{DEFFB49A-E8A8-431E-8F61-570E0C8D0B7B}" dt="2023-09-25T07:49:51.563" v="7339" actId="20577"/>
        <pc:sldMkLst>
          <pc:docMk/>
          <pc:sldMk cId="2675232109" sldId="284"/>
        </pc:sldMkLst>
        <pc:spChg chg="mod">
          <ac:chgData name="Mohammad Salman" userId="cfd6754c-e613-4f6f-bb98-36aef69d8c31" providerId="ADAL" clId="{DEFFB49A-E8A8-431E-8F61-570E0C8D0B7B}" dt="2023-09-24T18:08:49.282" v="5882" actId="20577"/>
          <ac:spMkLst>
            <pc:docMk/>
            <pc:sldMk cId="2675232109" sldId="284"/>
            <ac:spMk id="2" creationId="{F9F118F4-461F-7D69-5748-DCC2150D46F3}"/>
          </ac:spMkLst>
        </pc:spChg>
        <pc:spChg chg="mod">
          <ac:chgData name="Mohammad Salman" userId="cfd6754c-e613-4f6f-bb98-36aef69d8c31" providerId="ADAL" clId="{DEFFB49A-E8A8-431E-8F61-570E0C8D0B7B}" dt="2023-09-25T07:49:51.563" v="7339" actId="20577"/>
          <ac:spMkLst>
            <pc:docMk/>
            <pc:sldMk cId="2675232109" sldId="284"/>
            <ac:spMk id="3" creationId="{84272C80-144C-FCE8-6063-20DB60FEF40B}"/>
          </ac:spMkLst>
        </pc:spChg>
      </pc:sldChg>
      <pc:sldChg chg="modSp new del mod ord">
        <pc:chgData name="Mohammad Salman" userId="cfd6754c-e613-4f6f-bb98-36aef69d8c31" providerId="ADAL" clId="{DEFFB49A-E8A8-431E-8F61-570E0C8D0B7B}" dt="2023-09-25T08:00:42.719" v="7704" actId="47"/>
        <pc:sldMkLst>
          <pc:docMk/>
          <pc:sldMk cId="1925820981" sldId="285"/>
        </pc:sldMkLst>
        <pc:spChg chg="mod">
          <ac:chgData name="Mohammad Salman" userId="cfd6754c-e613-4f6f-bb98-36aef69d8c31" providerId="ADAL" clId="{DEFFB49A-E8A8-431E-8F61-570E0C8D0B7B}" dt="2023-09-25T07:55:06.422" v="7413" actId="113"/>
          <ac:spMkLst>
            <pc:docMk/>
            <pc:sldMk cId="1925820981" sldId="285"/>
            <ac:spMk id="2" creationId="{3B1EB65E-30CA-CE73-CDAF-55AC2F63B4E9}"/>
          </ac:spMkLst>
        </pc:spChg>
        <pc:spChg chg="mod">
          <ac:chgData name="Mohammad Salman" userId="cfd6754c-e613-4f6f-bb98-36aef69d8c31" providerId="ADAL" clId="{DEFFB49A-E8A8-431E-8F61-570E0C8D0B7B}" dt="2023-09-25T07:56:32.930" v="7600" actId="20577"/>
          <ac:spMkLst>
            <pc:docMk/>
            <pc:sldMk cId="1925820981" sldId="285"/>
            <ac:spMk id="3" creationId="{6402DA75-2CB3-D7D0-322D-29CE01159552}"/>
          </ac:spMkLst>
        </pc:spChg>
      </pc:sldChg>
      <pc:sldChg chg="addSp modSp add mod ord">
        <pc:chgData name="Mohammad Salman" userId="cfd6754c-e613-4f6f-bb98-36aef69d8c31" providerId="ADAL" clId="{DEFFB49A-E8A8-431E-8F61-570E0C8D0B7B}" dt="2023-09-25T12:02:56.029" v="8133" actId="20577"/>
        <pc:sldMkLst>
          <pc:docMk/>
          <pc:sldMk cId="3419935150" sldId="286"/>
        </pc:sldMkLst>
        <pc:spChg chg="add mod">
          <ac:chgData name="Mohammad Salman" userId="cfd6754c-e613-4f6f-bb98-36aef69d8c31" providerId="ADAL" clId="{DEFFB49A-E8A8-431E-8F61-570E0C8D0B7B}" dt="2023-09-24T18:12:01.434" v="6324" actId="14100"/>
          <ac:spMkLst>
            <pc:docMk/>
            <pc:sldMk cId="3419935150" sldId="286"/>
            <ac:spMk id="2" creationId="{39A76739-032C-2E9B-12B8-C98492412A88}"/>
          </ac:spMkLst>
        </pc:spChg>
        <pc:spChg chg="mod">
          <ac:chgData name="Mohammad Salman" userId="cfd6754c-e613-4f6f-bb98-36aef69d8c31" providerId="ADAL" clId="{DEFFB49A-E8A8-431E-8F61-570E0C8D0B7B}" dt="2023-09-24T18:11:34.113" v="6318" actId="1076"/>
          <ac:spMkLst>
            <pc:docMk/>
            <pc:sldMk cId="3419935150" sldId="286"/>
            <ac:spMk id="5" creationId="{27470E8C-EBF3-A637-37AB-539E7D75A74E}"/>
          </ac:spMkLst>
        </pc:spChg>
        <pc:spChg chg="mod">
          <ac:chgData name="Mohammad Salman" userId="cfd6754c-e613-4f6f-bb98-36aef69d8c31" providerId="ADAL" clId="{DEFFB49A-E8A8-431E-8F61-570E0C8D0B7B}" dt="2023-09-24T18:11:38.241" v="6319" actId="1076"/>
          <ac:spMkLst>
            <pc:docMk/>
            <pc:sldMk cId="3419935150" sldId="286"/>
            <ac:spMk id="7" creationId="{501E1E82-7779-F37D-0CE6-D40E2EC146A9}"/>
          </ac:spMkLst>
        </pc:spChg>
        <pc:spChg chg="mod">
          <ac:chgData name="Mohammad Salman" userId="cfd6754c-e613-4f6f-bb98-36aef69d8c31" providerId="ADAL" clId="{DEFFB49A-E8A8-431E-8F61-570E0C8D0B7B}" dt="2023-09-25T12:02:56.029" v="8133" actId="20577"/>
          <ac:spMkLst>
            <pc:docMk/>
            <pc:sldMk cId="3419935150" sldId="286"/>
            <ac:spMk id="8" creationId="{496A5BE1-A706-6ED0-D866-E73A9DD32897}"/>
          </ac:spMkLst>
        </pc:spChg>
      </pc:sldChg>
      <pc:sldChg chg="modSp add mod ord">
        <pc:chgData name="Mohammad Salman" userId="cfd6754c-e613-4f6f-bb98-36aef69d8c31" providerId="ADAL" clId="{DEFFB49A-E8A8-431E-8F61-570E0C8D0B7B}" dt="2023-09-25T12:03:39.105" v="8135"/>
        <pc:sldMkLst>
          <pc:docMk/>
          <pc:sldMk cId="4269831958" sldId="287"/>
        </pc:sldMkLst>
        <pc:spChg chg="mod">
          <ac:chgData name="Mohammad Salman" userId="cfd6754c-e613-4f6f-bb98-36aef69d8c31" providerId="ADAL" clId="{DEFFB49A-E8A8-431E-8F61-570E0C8D0B7B}" dt="2023-09-25T07:59:35.751" v="7617" actId="1076"/>
          <ac:spMkLst>
            <pc:docMk/>
            <pc:sldMk cId="4269831958" sldId="287"/>
            <ac:spMk id="5" creationId="{27470E8C-EBF3-A637-37AB-539E7D75A74E}"/>
          </ac:spMkLst>
        </pc:spChg>
        <pc:spChg chg="mod">
          <ac:chgData name="Mohammad Salman" userId="cfd6754c-e613-4f6f-bb98-36aef69d8c31" providerId="ADAL" clId="{DEFFB49A-E8A8-431E-8F61-570E0C8D0B7B}" dt="2023-09-25T08:00:05.920" v="7703" actId="20577"/>
          <ac:spMkLst>
            <pc:docMk/>
            <pc:sldMk cId="4269831958" sldId="287"/>
            <ac:spMk id="8" creationId="{496A5BE1-A706-6ED0-D866-E73A9DD32897}"/>
          </ac:spMkLst>
        </pc:spChg>
      </pc:sldChg>
      <pc:sldChg chg="addSp delSp modSp add mod modAnim">
        <pc:chgData name="Mohammad Salman" userId="cfd6754c-e613-4f6f-bb98-36aef69d8c31" providerId="ADAL" clId="{DEFFB49A-E8A8-431E-8F61-570E0C8D0B7B}" dt="2023-09-25T07:53:06.854" v="7368"/>
        <pc:sldMkLst>
          <pc:docMk/>
          <pc:sldMk cId="1924821170" sldId="288"/>
        </pc:sldMkLst>
        <pc:spChg chg="del mod">
          <ac:chgData name="Mohammad Salman" userId="cfd6754c-e613-4f6f-bb98-36aef69d8c31" providerId="ADAL" clId="{DEFFB49A-E8A8-431E-8F61-570E0C8D0B7B}" dt="2023-09-25T07:50:46.721" v="7343" actId="478"/>
          <ac:spMkLst>
            <pc:docMk/>
            <pc:sldMk cId="1924821170" sldId="288"/>
            <ac:spMk id="3" creationId="{84272C80-144C-FCE8-6063-20DB60FEF40B}"/>
          </ac:spMkLst>
        </pc:spChg>
        <pc:spChg chg="add mod">
          <ac:chgData name="Mohammad Salman" userId="cfd6754c-e613-4f6f-bb98-36aef69d8c31" providerId="ADAL" clId="{DEFFB49A-E8A8-431E-8F61-570E0C8D0B7B}" dt="2023-09-25T07:53:00.826" v="7366" actId="164"/>
          <ac:spMkLst>
            <pc:docMk/>
            <pc:sldMk cId="1924821170" sldId="288"/>
            <ac:spMk id="10" creationId="{8E2B73DE-BF80-F7BB-F868-098B83BDBDDA}"/>
          </ac:spMkLst>
        </pc:spChg>
        <pc:grpChg chg="add mod">
          <ac:chgData name="Mohammad Salman" userId="cfd6754c-e613-4f6f-bb98-36aef69d8c31" providerId="ADAL" clId="{DEFFB49A-E8A8-431E-8F61-570E0C8D0B7B}" dt="2023-09-25T07:53:00.826" v="7366" actId="164"/>
          <ac:grpSpMkLst>
            <pc:docMk/>
            <pc:sldMk cId="1924821170" sldId="288"/>
            <ac:grpSpMk id="11" creationId="{61FAE4C0-2C87-C3A4-90FA-7A3E3C1E69D9}"/>
          </ac:grpSpMkLst>
        </pc:grpChg>
        <pc:picChg chg="add mod">
          <ac:chgData name="Mohammad Salman" userId="cfd6754c-e613-4f6f-bb98-36aef69d8c31" providerId="ADAL" clId="{DEFFB49A-E8A8-431E-8F61-570E0C8D0B7B}" dt="2023-09-25T07:51:24.595" v="7350" actId="14100"/>
          <ac:picMkLst>
            <pc:docMk/>
            <pc:sldMk cId="1924821170" sldId="288"/>
            <ac:picMk id="5" creationId="{647ECD92-78AE-37ED-85CE-4B3A4F1CFE80}"/>
          </ac:picMkLst>
        </pc:picChg>
        <pc:picChg chg="add mod">
          <ac:chgData name="Mohammad Salman" userId="cfd6754c-e613-4f6f-bb98-36aef69d8c31" providerId="ADAL" clId="{DEFFB49A-E8A8-431E-8F61-570E0C8D0B7B}" dt="2023-09-25T07:51:19.274" v="7349" actId="1076"/>
          <ac:picMkLst>
            <pc:docMk/>
            <pc:sldMk cId="1924821170" sldId="288"/>
            <ac:picMk id="7" creationId="{38DE79D0-FABB-C564-76F7-36BC9F0CFD02}"/>
          </ac:picMkLst>
        </pc:picChg>
        <pc:picChg chg="add mod">
          <ac:chgData name="Mohammad Salman" userId="cfd6754c-e613-4f6f-bb98-36aef69d8c31" providerId="ADAL" clId="{DEFFB49A-E8A8-431E-8F61-570E0C8D0B7B}" dt="2023-09-25T07:53:00.826" v="7366" actId="164"/>
          <ac:picMkLst>
            <pc:docMk/>
            <pc:sldMk cId="1924821170" sldId="288"/>
            <ac:picMk id="9" creationId="{6C4E1D8E-998C-A662-499F-5658787FEA20}"/>
          </ac:picMkLst>
        </pc:picChg>
      </pc:sldChg>
      <pc:sldChg chg="new del">
        <pc:chgData name="Mohammad Salman" userId="cfd6754c-e613-4f6f-bb98-36aef69d8c31" providerId="ADAL" clId="{DEFFB49A-E8A8-431E-8F61-570E0C8D0B7B}" dt="2023-09-25T12:04:54.588" v="8137" actId="47"/>
        <pc:sldMkLst>
          <pc:docMk/>
          <pc:sldMk cId="627540445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F87E1-8A09-400B-BC4D-887FF2587929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411415-0379-4D4B-A7B6-10991D49B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64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D3140"/>
                </a:solidFill>
                <a:effectLst/>
                <a:latin typeface="Open Sans" panose="020B0606030504020204" pitchFamily="34" charset="0"/>
              </a:rPr>
              <a:t>Member variables in a member initializer list should be listed in order that they are defined in the class.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https://www.learncpp.com/cpp-tutorial/constructor-member-initializer-lists/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11415-0379-4D4B-A7B6-10991D49BD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98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85B1E-4828-DC82-E2BF-2E393AD91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E575B-9278-8797-0762-AB913A4CF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A9568-DE5F-CF32-45E7-3EA9F063E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AF8B-F278-4439-82C6-D95F48629889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BE3B7-9EE7-FF7B-952B-8C1E3D65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0C101-0FC4-6856-901E-EC672BE87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E758-50AB-4860-BE85-1BB0E1A08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27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4C1F7-08D9-E908-F45D-35687DBF2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D5673-E3D0-288C-0996-CDEA2A16A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C2645-099D-EA57-31EC-59688B08A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AF8B-F278-4439-82C6-D95F48629889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B75AB-872F-9478-D38F-9FC3B1A3E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341E7-62A7-73D8-ED4D-F7CD71456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E758-50AB-4860-BE85-1BB0E1A08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5FBA5-962F-EA40-C502-B8752F28D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994E6-5C03-38F1-3E20-1E17C8868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28B48-A18B-B75B-790C-30A966D75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AF8B-F278-4439-82C6-D95F48629889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0DA2B-5525-8F98-781B-CE5806EC8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80B65-1E85-16BC-C671-1D7101BA1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E758-50AB-4860-BE85-1BB0E1A08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39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395DA-A57E-54F0-D8B9-26478CDCB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BB291-AA7E-1B0D-0359-17951E4139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70B96-2338-8DEB-994E-7DD86F8CB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90140-0C38-A036-CB71-CAC15098B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AF8B-F278-4439-82C6-D95F48629889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2B09B-F2EE-ED99-3DBE-1ECB7F963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D34AB-53AD-6720-34DA-AF39B3741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E758-50AB-4860-BE85-1BB0E1A08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082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FC13A-6294-9E84-8CE0-AF8967285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87BA3-6440-A508-3C7B-CE4CF80AA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693B0-7DB8-CFC1-C326-D623CA48F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EE6CB-D3AA-ABBB-28D7-551D484B9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FFFC23-8647-8B2D-5BD7-F8A0EA2369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CD1D59-6892-2611-6A7D-F6AB24C0D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AF8B-F278-4439-82C6-D95F48629889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07FFD4-6156-6D40-5F76-634E2BA08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A5BB61-5DB2-1FBB-EE70-8A19B257B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E758-50AB-4860-BE85-1BB0E1A08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658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40A29-4082-33E0-F8E2-251BB077B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9B7B3-E542-C6CB-57FE-FD4FD380C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AF8B-F278-4439-82C6-D95F48629889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7D3D4-668C-13A5-AB26-C9E238692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CCE7B8-E67D-88EA-CA7B-0799AE31A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E758-50AB-4860-BE85-1BB0E1A08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79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6C4559-EAC2-C378-7E2C-37BE5E04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AF8B-F278-4439-82C6-D95F48629889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69B332-AB03-A66A-25ED-DB114725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DE47C-ECA7-FE86-F096-1EBD7A7F0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E758-50AB-4860-BE85-1BB0E1A08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29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9CA5D-37CE-6EC4-5BA6-552DDAB31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20F11-D517-62CB-B242-50C1C680E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324C2-7014-20D0-E97C-C9CCEB5A3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69BD5-7E29-3933-3105-FA96456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AF8B-F278-4439-82C6-D95F48629889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9DEBC-55E4-006F-96B4-886F42CA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F2A83-6EB3-6AD7-BAD6-863EC11E3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E758-50AB-4860-BE85-1BB0E1A08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59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A9E82-B4A4-535A-5BE9-562653561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92EAF2-9D0C-D9D4-52BE-A7D63265C4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74905-1C20-B7AF-AA25-F92A5E2AD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23B8C-18AE-82C0-7CC5-F00EDE960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AF8B-F278-4439-82C6-D95F48629889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DF46C-1EE8-74CA-E061-BC5ECD6F9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7A564-6CD9-2C8A-9426-C393A5C31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E758-50AB-4860-BE85-1BB0E1A08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90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7D22-A9DA-2D64-8D9C-84B23F44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42D80A-FD89-A9B1-2446-E8454E8D9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29545-C6CB-606B-DA28-E91E65ABA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AF8B-F278-4439-82C6-D95F48629889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9C21B-59A4-D8DF-4602-FFA85F67D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A28B0-A813-5FD5-6927-3F4A595DD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E758-50AB-4860-BE85-1BB0E1A08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63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69137-9A32-6778-B743-987B5E9527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58593B-520B-8CD0-E9F9-152A28F9D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DBC62-9433-EA39-77BB-C5488BA79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AF8B-F278-4439-82C6-D95F48629889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ED5F4-6207-B65F-5878-13DD7C669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D01D3-C0BA-8719-212F-236657CD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E758-50AB-4860-BE85-1BB0E1A08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209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DC6994-7EB9-62A8-8A09-3E7ADD559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D776D-008B-EF5D-690B-857C549FF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6842A-7BF2-C676-E05B-0F656AEE2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BAF8B-F278-4439-82C6-D95F48629889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A12F9-CB7B-959E-4EB0-565F80326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A3340-AC87-7251-C0B6-5C8F6735B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3E758-50AB-4860-BE85-1BB0E1A08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23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cpp.com/cpp-tutorial/introduction-to-constructors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133B2-0E5D-CC5D-7529-10A672BB01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Initializing your Objects and Constructors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618CFC-9859-D069-DB65-4E58C450A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110734"/>
          </a:xfrm>
        </p:spPr>
        <p:txBody>
          <a:bodyPr>
            <a:normAutofit/>
          </a:bodyPr>
          <a:lstStyle/>
          <a:p>
            <a:endParaRPr lang="en-US" i="1" dirty="0">
              <a:hlinkClick r:id="rId2"/>
            </a:endParaRPr>
          </a:p>
          <a:p>
            <a:endParaRPr lang="en-US" i="1" dirty="0">
              <a:hlinkClick r:id="rId2"/>
            </a:endParaRPr>
          </a:p>
          <a:p>
            <a:endParaRPr lang="en-US" i="1" dirty="0">
              <a:hlinkClick r:id="rId2"/>
            </a:endParaRPr>
          </a:p>
          <a:p>
            <a:endParaRPr lang="en-US" i="1" dirty="0">
              <a:hlinkClick r:id="rId2"/>
            </a:endParaRPr>
          </a:p>
          <a:p>
            <a:endParaRPr lang="en-US" i="1" dirty="0">
              <a:hlinkClick r:id="rId2"/>
            </a:endParaRPr>
          </a:p>
          <a:p>
            <a:r>
              <a:rPr lang="en-US" i="1" dirty="0">
                <a:hlinkClick r:id="rId2"/>
              </a:rPr>
              <a:t>https://www.learncpp.com/cpp-tutorial/introduction-to-constructors/</a:t>
            </a:r>
            <a:endParaRPr lang="en-US" i="1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4656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CBB782-1A51-E739-700A-F61FBECDABAE}"/>
              </a:ext>
            </a:extLst>
          </p:cNvPr>
          <p:cNvSpPr txBox="1"/>
          <p:nvPr/>
        </p:nvSpPr>
        <p:spPr>
          <a:xfrm>
            <a:off x="181074" y="1627552"/>
            <a:ext cx="609420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void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show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 '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 '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343C3-70EB-5965-2F35-12145FD6D51C}"/>
              </a:ext>
            </a:extLst>
          </p:cNvPr>
          <p:cNvSpPr txBox="1"/>
          <p:nvPr/>
        </p:nvSpPr>
        <p:spPr>
          <a:xfrm>
            <a:off x="6096000" y="1627552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{};</a:t>
            </a:r>
            <a:r>
              <a:rPr lang="en-US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   // Position p1;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show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A637D4-20B3-BD5F-E514-19FF44BE92E5}"/>
              </a:ext>
            </a:extLst>
          </p:cNvPr>
          <p:cNvSpPr txBox="1"/>
          <p:nvPr/>
        </p:nvSpPr>
        <p:spPr>
          <a:xfrm>
            <a:off x="181074" y="459019"/>
            <a:ext cx="238627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This works fine.</a:t>
            </a:r>
          </a:p>
        </p:txBody>
      </p:sp>
    </p:spTree>
    <p:extLst>
      <p:ext uri="{BB962C8B-B14F-4D97-AF65-F5344CB8AC3E}">
        <p14:creationId xmlns:p14="http://schemas.microsoft.com/office/powerpoint/2010/main" val="2929180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CBB782-1A51-E739-700A-F61FBECDABAE}"/>
              </a:ext>
            </a:extLst>
          </p:cNvPr>
          <p:cNvSpPr txBox="1"/>
          <p:nvPr/>
        </p:nvSpPr>
        <p:spPr>
          <a:xfrm>
            <a:off x="181074" y="1627552"/>
            <a:ext cx="609420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void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show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 '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 '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343C3-70EB-5965-2F35-12145FD6D51C}"/>
              </a:ext>
            </a:extLst>
          </p:cNvPr>
          <p:cNvSpPr txBox="1"/>
          <p:nvPr/>
        </p:nvSpPr>
        <p:spPr>
          <a:xfrm>
            <a:off x="6096000" y="1627552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   // Initialize attributes as per </a:t>
            </a:r>
          </a:p>
          <a:p>
            <a:r>
              <a:rPr lang="en-US" i="1" dirty="0">
                <a:solidFill>
                  <a:srgbClr val="93A1A1"/>
                </a:solidFill>
                <a:latin typeface="Roboto Mono" panose="00000009000000000000" pitchFamily="49" charset="0"/>
              </a:rPr>
              <a:t>    // </a:t>
            </a:r>
            <a:r>
              <a:rPr lang="en-US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provided values.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1.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99.45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123.321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show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A637D4-20B3-BD5F-E514-19FF44BE92E5}"/>
              </a:ext>
            </a:extLst>
          </p:cNvPr>
          <p:cNvSpPr txBox="1"/>
          <p:nvPr/>
        </p:nvSpPr>
        <p:spPr>
          <a:xfrm>
            <a:off x="181074" y="459019"/>
            <a:ext cx="654797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This is possible, but only if attributes are public.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D4CB81-07E8-8CFC-D1A0-1B50862707BC}"/>
              </a:ext>
            </a:extLst>
          </p:cNvPr>
          <p:cNvSpPr/>
          <p:nvPr/>
        </p:nvSpPr>
        <p:spPr>
          <a:xfrm>
            <a:off x="6476104" y="2173045"/>
            <a:ext cx="4840941" cy="100046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F61EB6-4811-8298-76CC-B576869483DB}"/>
              </a:ext>
            </a:extLst>
          </p:cNvPr>
          <p:cNvSpPr/>
          <p:nvPr/>
        </p:nvSpPr>
        <p:spPr>
          <a:xfrm>
            <a:off x="179280" y="2239380"/>
            <a:ext cx="2241191" cy="118962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83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CBB782-1A51-E739-700A-F61FBECDABAE}"/>
              </a:ext>
            </a:extLst>
          </p:cNvPr>
          <p:cNvSpPr txBox="1"/>
          <p:nvPr/>
        </p:nvSpPr>
        <p:spPr>
          <a:xfrm>
            <a:off x="181074" y="1627552"/>
            <a:ext cx="609420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private: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void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show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 '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 '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343C3-70EB-5965-2F35-12145FD6D51C}"/>
              </a:ext>
            </a:extLst>
          </p:cNvPr>
          <p:cNvSpPr txBox="1"/>
          <p:nvPr/>
        </p:nvSpPr>
        <p:spPr>
          <a:xfrm>
            <a:off x="6096000" y="1627552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   // Error; attributes inaccessible</a:t>
            </a:r>
          </a:p>
          <a:p>
            <a:r>
              <a:rPr lang="en-US" i="1" dirty="0">
                <a:solidFill>
                  <a:srgbClr val="93A1A1"/>
                </a:solidFill>
                <a:latin typeface="Roboto Mono" panose="00000009000000000000" pitchFamily="49" charset="0"/>
              </a:rPr>
              <a:t>    // Can’t be initialized.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1.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99.45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123.321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show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A637D4-20B3-BD5F-E514-19FF44BE92E5}"/>
              </a:ext>
            </a:extLst>
          </p:cNvPr>
          <p:cNvSpPr txBox="1"/>
          <p:nvPr/>
        </p:nvSpPr>
        <p:spPr>
          <a:xfrm>
            <a:off x="181074" y="242557"/>
            <a:ext cx="804852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However, we keep our data private, in general.</a:t>
            </a:r>
          </a:p>
          <a:p>
            <a:r>
              <a:rPr lang="en-US" sz="2400" dirty="0"/>
              <a:t>This code will now create an error.</a:t>
            </a:r>
          </a:p>
          <a:p>
            <a:r>
              <a:rPr lang="en-US" sz="2400" dirty="0"/>
              <a:t>You could still initialize though with empty curly braces.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6CC5DE-3FC9-66CD-E532-10829DB1F73B}"/>
              </a:ext>
            </a:extLst>
          </p:cNvPr>
          <p:cNvSpPr/>
          <p:nvPr/>
        </p:nvSpPr>
        <p:spPr>
          <a:xfrm>
            <a:off x="6583683" y="2173045"/>
            <a:ext cx="5174426" cy="100046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D7CA78-EC20-93C6-9E13-EB1DF76450FE}"/>
              </a:ext>
            </a:extLst>
          </p:cNvPr>
          <p:cNvSpPr/>
          <p:nvPr/>
        </p:nvSpPr>
        <p:spPr>
          <a:xfrm>
            <a:off x="179280" y="2239380"/>
            <a:ext cx="2241191" cy="118962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353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CBB782-1A51-E739-700A-F61FBECDABAE}"/>
              </a:ext>
            </a:extLst>
          </p:cNvPr>
          <p:cNvSpPr txBox="1"/>
          <p:nvPr/>
        </p:nvSpPr>
        <p:spPr>
          <a:xfrm>
            <a:off x="181074" y="1627552"/>
            <a:ext cx="609420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private: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fr-FR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fr-FR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fr-FR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fr-FR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1.</a:t>
            </a:r>
            <a:r>
              <a:rPr lang="fr-FR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r>
              <a:rPr lang="fr-FR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fr-FR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fr-FR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fr-FR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fr-FR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99.45</a:t>
            </a:r>
            <a:r>
              <a:rPr lang="fr-FR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r>
              <a:rPr lang="fr-FR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fr-FR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fr-FR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fr-FR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fr-FR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123.321</a:t>
            </a:r>
            <a:r>
              <a:rPr lang="fr-FR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void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show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 '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 '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343C3-70EB-5965-2F35-12145FD6D51C}"/>
              </a:ext>
            </a:extLst>
          </p:cNvPr>
          <p:cNvSpPr txBox="1"/>
          <p:nvPr/>
        </p:nvSpPr>
        <p:spPr>
          <a:xfrm>
            <a:off x="6096000" y="1627552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   // Initialize attributes as per </a:t>
            </a:r>
          </a:p>
          <a:p>
            <a:r>
              <a:rPr lang="en-US" i="1" dirty="0">
                <a:solidFill>
                  <a:srgbClr val="93A1A1"/>
                </a:solidFill>
                <a:latin typeface="Roboto Mono" panose="00000009000000000000" pitchFamily="49" charset="0"/>
              </a:rPr>
              <a:t>    // </a:t>
            </a:r>
            <a:r>
              <a:rPr lang="en-US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provided values in class def.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{};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show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A637D4-20B3-BD5F-E514-19FF44BE92E5}"/>
              </a:ext>
            </a:extLst>
          </p:cNvPr>
          <p:cNvSpPr txBox="1"/>
          <p:nvPr/>
        </p:nvSpPr>
        <p:spPr>
          <a:xfrm>
            <a:off x="181074" y="242557"/>
            <a:ext cx="746237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One way to initialize attributes to something other than zero is the following. </a:t>
            </a:r>
          </a:p>
          <a:p>
            <a:r>
              <a:rPr lang="en-US" sz="2400" dirty="0"/>
              <a:t>But this again is quite limited.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A4A27A-E361-9C7B-0DC9-EADF2D320E96}"/>
              </a:ext>
            </a:extLst>
          </p:cNvPr>
          <p:cNvSpPr/>
          <p:nvPr/>
        </p:nvSpPr>
        <p:spPr>
          <a:xfrm>
            <a:off x="6476104" y="2173045"/>
            <a:ext cx="4840941" cy="100046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046E48-10B9-9D94-C9F1-538BD424524E}"/>
              </a:ext>
            </a:extLst>
          </p:cNvPr>
          <p:cNvSpPr/>
          <p:nvPr/>
        </p:nvSpPr>
        <p:spPr>
          <a:xfrm>
            <a:off x="179280" y="2239380"/>
            <a:ext cx="3908626" cy="118962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40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CBB782-1A51-E739-700A-F61FBECDABAE}"/>
              </a:ext>
            </a:extLst>
          </p:cNvPr>
          <p:cNvSpPr txBox="1"/>
          <p:nvPr/>
        </p:nvSpPr>
        <p:spPr>
          <a:xfrm>
            <a:off x="181074" y="1100014"/>
            <a:ext cx="609420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private: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fr-FR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;</a:t>
            </a:r>
            <a:endParaRPr lang="fr-FR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fr-FR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x, 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y, 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z)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fr-FR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x;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fr-FR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y;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fr-FR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z;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void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show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 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 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343C3-70EB-5965-2F35-12145FD6D51C}"/>
              </a:ext>
            </a:extLst>
          </p:cNvPr>
          <p:cNvSpPr txBox="1"/>
          <p:nvPr/>
        </p:nvSpPr>
        <p:spPr>
          <a:xfrm>
            <a:off x="6275280" y="1084625"/>
            <a:ext cx="57356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   // Initialize attributes as per </a:t>
            </a:r>
          </a:p>
          <a:p>
            <a:r>
              <a:rPr lang="en-US" i="1" dirty="0">
                <a:solidFill>
                  <a:srgbClr val="93A1A1"/>
                </a:solidFill>
                <a:latin typeface="Roboto Mono" panose="00000009000000000000" pitchFamily="49" charset="0"/>
              </a:rPr>
              <a:t>    // </a:t>
            </a:r>
            <a:r>
              <a:rPr lang="en-US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provided values thanks to </a:t>
            </a:r>
            <a:r>
              <a:rPr lang="en-US" b="0" i="1" dirty="0" err="1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ctor</a:t>
            </a:r>
            <a:r>
              <a:rPr lang="en-US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.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1.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99.45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123.321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show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A637D4-20B3-BD5F-E514-19FF44BE92E5}"/>
              </a:ext>
            </a:extLst>
          </p:cNvPr>
          <p:cNvSpPr txBox="1"/>
          <p:nvPr/>
        </p:nvSpPr>
        <p:spPr>
          <a:xfrm>
            <a:off x="181074" y="242557"/>
            <a:ext cx="11587792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We use constructors to initialize our attributes. Three initializing values in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main() </a:t>
            </a:r>
            <a:r>
              <a:rPr lang="en-US" sz="2000" dirty="0"/>
              <a:t>and the </a:t>
            </a:r>
            <a:r>
              <a:rPr lang="en-US" sz="2000" b="1" dirty="0"/>
              <a:t>same number of parameters</a:t>
            </a:r>
            <a:r>
              <a:rPr lang="en-US" sz="2000" dirty="0"/>
              <a:t> in the </a:t>
            </a:r>
            <a:r>
              <a:rPr lang="en-US" sz="2000" dirty="0" err="1"/>
              <a:t>ctor</a:t>
            </a:r>
            <a:r>
              <a:rPr lang="en-US" sz="2000" dirty="0"/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8744AF-2D49-A389-985B-6518D3111DDE}"/>
              </a:ext>
            </a:extLst>
          </p:cNvPr>
          <p:cNvSpPr/>
          <p:nvPr/>
        </p:nvSpPr>
        <p:spPr>
          <a:xfrm>
            <a:off x="672684" y="3093882"/>
            <a:ext cx="4801994" cy="152501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9403B8-705F-E7A7-7D4C-DE15B5B62418}"/>
              </a:ext>
            </a:extLst>
          </p:cNvPr>
          <p:cNvSpPr txBox="1"/>
          <p:nvPr/>
        </p:nvSpPr>
        <p:spPr>
          <a:xfrm>
            <a:off x="6275280" y="5170358"/>
            <a:ext cx="4009292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Avoid initializing like this though.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893016-7BAE-B7AB-559F-5DA51A283F8A}"/>
              </a:ext>
            </a:extLst>
          </p:cNvPr>
          <p:cNvSpPr/>
          <p:nvPr/>
        </p:nvSpPr>
        <p:spPr>
          <a:xfrm>
            <a:off x="1160585" y="3587262"/>
            <a:ext cx="1137138" cy="8088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1B113E9-DCB4-BBBD-A557-C35933C8910E}"/>
              </a:ext>
            </a:extLst>
          </p:cNvPr>
          <p:cNvCxnSpPr>
            <a:stCxn id="3" idx="1"/>
            <a:endCxn id="4" idx="3"/>
          </p:cNvCxnSpPr>
          <p:nvPr/>
        </p:nvCxnSpPr>
        <p:spPr>
          <a:xfrm flipH="1" flipV="1">
            <a:off x="2297723" y="3991708"/>
            <a:ext cx="3977557" cy="13787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B7DF700-6C22-B283-B99B-26E48C2ED9BC}"/>
              </a:ext>
            </a:extLst>
          </p:cNvPr>
          <p:cNvSpPr/>
          <p:nvPr/>
        </p:nvSpPr>
        <p:spPr>
          <a:xfrm>
            <a:off x="6777318" y="1628862"/>
            <a:ext cx="4916244" cy="100046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68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CBB782-1A51-E739-700A-F61FBECDABAE}"/>
              </a:ext>
            </a:extLst>
          </p:cNvPr>
          <p:cNvSpPr txBox="1"/>
          <p:nvPr/>
        </p:nvSpPr>
        <p:spPr>
          <a:xfrm>
            <a:off x="181074" y="1545488"/>
            <a:ext cx="609420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private: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fr-FR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;</a:t>
            </a:r>
            <a:endParaRPr lang="fr-FR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fr-FR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x, 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y, 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z)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x },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y },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z }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void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show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 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 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343C3-70EB-5965-2F35-12145FD6D51C}"/>
              </a:ext>
            </a:extLst>
          </p:cNvPr>
          <p:cNvSpPr txBox="1"/>
          <p:nvPr/>
        </p:nvSpPr>
        <p:spPr>
          <a:xfrm>
            <a:off x="6275280" y="1530099"/>
            <a:ext cx="53774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   // Initialize attributes as per </a:t>
            </a:r>
          </a:p>
          <a:p>
            <a:r>
              <a:rPr lang="en-US" sz="1600" i="1" dirty="0">
                <a:solidFill>
                  <a:srgbClr val="93A1A1"/>
                </a:solidFill>
                <a:latin typeface="Roboto Mono" panose="00000009000000000000" pitchFamily="49" charset="0"/>
              </a:rPr>
              <a:t>    // </a:t>
            </a: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provided values thanks to </a:t>
            </a:r>
            <a:r>
              <a:rPr lang="en-US" sz="1600" b="0" i="1" dirty="0" err="1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ctor</a:t>
            </a: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.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p1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1.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99.45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123.321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p1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show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A637D4-20B3-BD5F-E514-19FF44BE92E5}"/>
              </a:ext>
            </a:extLst>
          </p:cNvPr>
          <p:cNvSpPr txBox="1"/>
          <p:nvPr/>
        </p:nvSpPr>
        <p:spPr>
          <a:xfrm>
            <a:off x="181075" y="242557"/>
            <a:ext cx="644246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In fact, a better way is to do the following.</a:t>
            </a:r>
          </a:p>
          <a:p>
            <a:r>
              <a:rPr lang="en-US" sz="2400" dirty="0"/>
              <a:t>What we have used is a </a:t>
            </a:r>
            <a:r>
              <a:rPr lang="en-US" sz="2400" b="1" dirty="0"/>
              <a:t>member initializer list</a:t>
            </a:r>
            <a:r>
              <a:rPr lang="en-US" sz="2400" dirty="0"/>
              <a:t>.</a:t>
            </a:r>
          </a:p>
          <a:p>
            <a:r>
              <a:rPr lang="en-US" sz="2400" dirty="0"/>
              <a:t>Instead of assignment, it initializes (better).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8744AF-2D49-A389-985B-6518D3111DDE}"/>
              </a:ext>
            </a:extLst>
          </p:cNvPr>
          <p:cNvSpPr/>
          <p:nvPr/>
        </p:nvSpPr>
        <p:spPr>
          <a:xfrm>
            <a:off x="672684" y="3539356"/>
            <a:ext cx="4801994" cy="110298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1D85BB-C119-9C0B-3C3F-0B81E10AECF9}"/>
              </a:ext>
            </a:extLst>
          </p:cNvPr>
          <p:cNvSpPr txBox="1"/>
          <p:nvPr/>
        </p:nvSpPr>
        <p:spPr>
          <a:xfrm>
            <a:off x="6787661" y="247692"/>
            <a:ext cx="522326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Also, </a:t>
            </a:r>
            <a:r>
              <a:rPr lang="en-US" sz="2400" b="1" dirty="0">
                <a:latin typeface="Roboto Mono" panose="00000009000000000000" pitchFamily="49" charset="0"/>
                <a:ea typeface="Roboto Mono" panose="00000009000000000000" pitchFamily="49" charset="0"/>
              </a:rPr>
              <a:t>const</a:t>
            </a:r>
            <a:r>
              <a:rPr lang="en-US" sz="2400" dirty="0"/>
              <a:t> attributes can only be initialized using member initializer lists.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ED332B-3167-99F4-3E79-C3D9A8160367}"/>
              </a:ext>
            </a:extLst>
          </p:cNvPr>
          <p:cNvSpPr/>
          <p:nvPr/>
        </p:nvSpPr>
        <p:spPr>
          <a:xfrm>
            <a:off x="1196167" y="3751980"/>
            <a:ext cx="3774418" cy="363442"/>
          </a:xfrm>
          <a:prstGeom prst="rect">
            <a:avLst/>
          </a:prstGeom>
          <a:solidFill>
            <a:srgbClr val="FFFF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4967B2-0F12-7EED-3607-F0A1DCB7B436}"/>
              </a:ext>
            </a:extLst>
          </p:cNvPr>
          <p:cNvSpPr txBox="1"/>
          <p:nvPr/>
        </p:nvSpPr>
        <p:spPr>
          <a:xfrm>
            <a:off x="7236572" y="4927791"/>
            <a:ext cx="4009292" cy="40011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Preferred form of initialization.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E5579E9-1EAC-2978-0FB8-CC6E873A3597}"/>
              </a:ext>
            </a:extLst>
          </p:cNvPr>
          <p:cNvCxnSpPr>
            <a:cxnSpLocks/>
            <a:stCxn id="12" idx="1"/>
            <a:endCxn id="11" idx="3"/>
          </p:cNvCxnSpPr>
          <p:nvPr/>
        </p:nvCxnSpPr>
        <p:spPr>
          <a:xfrm flipH="1" flipV="1">
            <a:off x="4970585" y="3933701"/>
            <a:ext cx="2265987" cy="119414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6C5F288-CA6E-6C57-2F7B-1B3E2CC563CB}"/>
              </a:ext>
            </a:extLst>
          </p:cNvPr>
          <p:cNvSpPr/>
          <p:nvPr/>
        </p:nvSpPr>
        <p:spPr>
          <a:xfrm>
            <a:off x="6736494" y="1966796"/>
            <a:ext cx="4365398" cy="92220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693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BCD4E-B4FB-243C-40F6-40C66C60B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Constructor (</a:t>
            </a:r>
            <a:r>
              <a:rPr lang="en-US" dirty="0" err="1"/>
              <a:t>ctor</a:t>
            </a:r>
            <a:r>
              <a:rPr lang="en-US" dirty="0"/>
              <a:t>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328FF-E5ED-271D-CFBF-A89DF0786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Special member function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dirty="0"/>
              <a:t>Automatically called </a:t>
            </a:r>
            <a:r>
              <a:rPr lang="en-US" b="1" dirty="0"/>
              <a:t>after an object is created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Then how were objects being created w/o constructors earlier?</a:t>
            </a:r>
          </a:p>
          <a:p>
            <a:endParaRPr lang="en-US" dirty="0"/>
          </a:p>
          <a:p>
            <a:r>
              <a:rPr lang="en-US" dirty="0"/>
              <a:t>Note that this unlike getters/setters.</a:t>
            </a:r>
          </a:p>
          <a:p>
            <a:pPr lvl="1"/>
            <a:r>
              <a:rPr lang="en-US" dirty="0"/>
              <a:t>Those were just regular functions.</a:t>
            </a:r>
          </a:p>
          <a:p>
            <a:pPr lvl="1"/>
            <a:r>
              <a:rPr lang="en-US" dirty="0"/>
              <a:t>Constructors (and likewise destructors) are actually unique and special.</a:t>
            </a:r>
          </a:p>
        </p:txBody>
      </p:sp>
    </p:spTree>
    <p:extLst>
      <p:ext uri="{BB962C8B-B14F-4D97-AF65-F5344CB8AC3E}">
        <p14:creationId xmlns:p14="http://schemas.microsoft.com/office/powerpoint/2010/main" val="317601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BCD4E-B4FB-243C-40F6-40C66C60B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Constructor (</a:t>
            </a:r>
            <a:r>
              <a:rPr lang="en-US" dirty="0" err="1"/>
              <a:t>ctor</a:t>
            </a:r>
            <a:r>
              <a:rPr lang="en-US" dirty="0"/>
              <a:t>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328FF-E5ED-271D-CFBF-A89DF0786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Compiler searches for an accessible constructor that is a </a:t>
            </a:r>
            <a:r>
              <a:rPr lang="en-US" b="1" dirty="0"/>
              <a:t>match </a:t>
            </a:r>
            <a:r>
              <a:rPr lang="en-US" dirty="0"/>
              <a:t>for the initialization values provided by the caller.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If an accessible matching constructor is found,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memory for the object is allocated, 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then the constructor function is called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If no accessible matching constructor can be found,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Compiler error.</a:t>
            </a:r>
          </a:p>
        </p:txBody>
      </p:sp>
    </p:spTree>
    <p:extLst>
      <p:ext uri="{BB962C8B-B14F-4D97-AF65-F5344CB8AC3E}">
        <p14:creationId xmlns:p14="http://schemas.microsoft.com/office/powerpoint/2010/main" val="305408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4BDACE-F4F1-14C2-B668-956E88ACA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13" y="1973332"/>
            <a:ext cx="11908174" cy="29113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CF56F6A-C708-2077-3D68-D0EEBC007281}"/>
              </a:ext>
            </a:extLst>
          </p:cNvPr>
          <p:cNvSpPr/>
          <p:nvPr/>
        </p:nvSpPr>
        <p:spPr>
          <a:xfrm>
            <a:off x="387275" y="2861534"/>
            <a:ext cx="11155680" cy="311972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9C292BB-AC22-C736-CE21-7E29119CE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 is a Constructor (</a:t>
            </a:r>
            <a:r>
              <a:rPr lang="en-US" dirty="0" err="1"/>
              <a:t>ctor</a:t>
            </a:r>
            <a:r>
              <a:rPr lang="en-US" dirty="0"/>
              <a:t>)? (Self-Study)</a:t>
            </a:r>
          </a:p>
        </p:txBody>
      </p:sp>
    </p:spTree>
    <p:extLst>
      <p:ext uri="{BB962C8B-B14F-4D97-AF65-F5344CB8AC3E}">
        <p14:creationId xmlns:p14="http://schemas.microsoft.com/office/powerpoint/2010/main" val="1930019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19BF-5CE3-1103-2DE1-5A9848074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Constructor (</a:t>
            </a:r>
            <a:r>
              <a:rPr lang="en-US" dirty="0" err="1"/>
              <a:t>ctor</a:t>
            </a:r>
            <a:r>
              <a:rPr lang="en-US" dirty="0"/>
              <a:t>)? (Self-Study)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0B51BA-EA37-67A2-9D81-C780002AD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68" y="4162064"/>
            <a:ext cx="10851461" cy="70351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B9C62FD-9A9A-D61E-C27D-4D5C1458BB8C}"/>
              </a:ext>
            </a:extLst>
          </p:cNvPr>
          <p:cNvGrpSpPr/>
          <p:nvPr/>
        </p:nvGrpSpPr>
        <p:grpSpPr>
          <a:xfrm>
            <a:off x="670268" y="2064291"/>
            <a:ext cx="10851461" cy="1593308"/>
            <a:chOff x="670268" y="2064291"/>
            <a:chExt cx="10851461" cy="159330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B57F949-6558-E3F5-058F-8C1C2A7F9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0268" y="2064291"/>
              <a:ext cx="10851461" cy="159330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8C13121-0B87-D8EA-529B-F8374345C9BD}"/>
                </a:ext>
              </a:extLst>
            </p:cNvPr>
            <p:cNvSpPr/>
            <p:nvPr/>
          </p:nvSpPr>
          <p:spPr>
            <a:xfrm>
              <a:off x="3356386" y="2548973"/>
              <a:ext cx="3668358" cy="366350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9E0208-74F1-F421-EEFC-A44327E87EC0}"/>
                </a:ext>
              </a:extLst>
            </p:cNvPr>
            <p:cNvSpPr/>
            <p:nvPr/>
          </p:nvSpPr>
          <p:spPr>
            <a:xfrm>
              <a:off x="2970904" y="2871703"/>
              <a:ext cx="6710978" cy="366350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9380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2DA83-09DA-6E13-156C-510F93D86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Constructor (</a:t>
            </a:r>
            <a:r>
              <a:rPr lang="en-US" dirty="0" err="1"/>
              <a:t>ctor</a:t>
            </a:r>
            <a:r>
              <a:rPr lang="en-US" dirty="0"/>
              <a:t>)?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36FB049-2DC7-8D5D-CCDD-5F385129E113}"/>
              </a:ext>
            </a:extLst>
          </p:cNvPr>
          <p:cNvGrpSpPr/>
          <p:nvPr/>
        </p:nvGrpSpPr>
        <p:grpSpPr>
          <a:xfrm>
            <a:off x="421957" y="1969936"/>
            <a:ext cx="11348085" cy="1687664"/>
            <a:chOff x="421957" y="1969936"/>
            <a:chExt cx="11348085" cy="168766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28A1405-4CB4-048F-EC1D-08021B917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1957" y="1969936"/>
              <a:ext cx="11348085" cy="168766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F26CB84-4D27-3E0B-D896-13666674F626}"/>
                </a:ext>
              </a:extLst>
            </p:cNvPr>
            <p:cNvSpPr/>
            <p:nvPr/>
          </p:nvSpPr>
          <p:spPr>
            <a:xfrm>
              <a:off x="3883509" y="1969936"/>
              <a:ext cx="6131859" cy="366350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30C66F0-77F2-6354-6BA5-0B3ADAE6B623}"/>
                </a:ext>
              </a:extLst>
            </p:cNvPr>
            <p:cNvSpPr/>
            <p:nvPr/>
          </p:nvSpPr>
          <p:spPr>
            <a:xfrm>
              <a:off x="913503" y="2532193"/>
              <a:ext cx="5214771" cy="366350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5E4F639-AE92-3D87-91E0-7D87F6A6D315}"/>
                </a:ext>
              </a:extLst>
            </p:cNvPr>
            <p:cNvSpPr/>
            <p:nvPr/>
          </p:nvSpPr>
          <p:spPr>
            <a:xfrm>
              <a:off x="913503" y="3206029"/>
              <a:ext cx="5214771" cy="366350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AF5E5F0-CB4D-EC38-36CE-172AB6CB2F3D}"/>
              </a:ext>
            </a:extLst>
          </p:cNvPr>
          <p:cNvSpPr txBox="1"/>
          <p:nvPr/>
        </p:nvSpPr>
        <p:spPr>
          <a:xfrm>
            <a:off x="838200" y="4249271"/>
            <a:ext cx="5799268" cy="461665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Constructors are usually </a:t>
            </a:r>
            <a:r>
              <a:rPr lang="en-US" sz="2400" b="1" dirty="0"/>
              <a:t>public </a:t>
            </a:r>
            <a:r>
              <a:rPr lang="en-US" sz="2400" dirty="0"/>
              <a:t>members.</a:t>
            </a:r>
          </a:p>
        </p:txBody>
      </p:sp>
    </p:spTree>
    <p:extLst>
      <p:ext uri="{BB962C8B-B14F-4D97-AF65-F5344CB8AC3E}">
        <p14:creationId xmlns:p14="http://schemas.microsoft.com/office/powerpoint/2010/main" val="3319176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CBB782-1A51-E739-700A-F61FBECDABAE}"/>
              </a:ext>
            </a:extLst>
          </p:cNvPr>
          <p:cNvSpPr txBox="1"/>
          <p:nvPr/>
        </p:nvSpPr>
        <p:spPr>
          <a:xfrm>
            <a:off x="181074" y="1627552"/>
            <a:ext cx="609420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private: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void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show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 '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 '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343C3-70EB-5965-2F35-12145FD6D51C}"/>
              </a:ext>
            </a:extLst>
          </p:cNvPr>
          <p:cNvSpPr txBox="1"/>
          <p:nvPr/>
        </p:nvSpPr>
        <p:spPr>
          <a:xfrm>
            <a:off x="6096000" y="1627552"/>
            <a:ext cx="59149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{};</a:t>
            </a:r>
            <a:r>
              <a:rPr lang="en-US" i="1" dirty="0">
                <a:solidFill>
                  <a:srgbClr val="93A1A1"/>
                </a:solidFill>
                <a:latin typeface="Roboto Mono" panose="00000009000000000000" pitchFamily="49" charset="0"/>
              </a:rPr>
              <a:t>    </a:t>
            </a:r>
            <a:r>
              <a:rPr lang="en-US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// Position p1;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show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A637D4-20B3-BD5F-E514-19FF44BE92E5}"/>
              </a:ext>
            </a:extLst>
          </p:cNvPr>
          <p:cNvSpPr txBox="1"/>
          <p:nvPr/>
        </p:nvSpPr>
        <p:spPr>
          <a:xfrm>
            <a:off x="181074" y="195665"/>
            <a:ext cx="1182985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So if a </a:t>
            </a:r>
            <a:r>
              <a:rPr lang="en-US" sz="2400" dirty="0" err="1">
                <a:solidFill>
                  <a:srgbClr val="FF0000"/>
                </a:solidFill>
              </a:rPr>
              <a:t>ctor</a:t>
            </a:r>
            <a:r>
              <a:rPr lang="en-US" sz="2400" dirty="0">
                <a:solidFill>
                  <a:srgbClr val="FF0000"/>
                </a:solidFill>
              </a:rPr>
              <a:t> is always required for object creation, what happened here?</a:t>
            </a:r>
          </a:p>
          <a:p>
            <a:r>
              <a:rPr lang="en-US" sz="2400" dirty="0"/>
              <a:t>If you don’t explicitly write a </a:t>
            </a:r>
            <a:r>
              <a:rPr lang="en-US" sz="2400" dirty="0" err="1"/>
              <a:t>ctor</a:t>
            </a:r>
            <a:r>
              <a:rPr lang="en-US" sz="2400" dirty="0"/>
              <a:t>, the compiler will provide a </a:t>
            </a:r>
            <a:r>
              <a:rPr lang="en-US" sz="2400" b="1" dirty="0"/>
              <a:t>public default </a:t>
            </a:r>
            <a:r>
              <a:rPr lang="en-US" sz="2400" b="1" dirty="0" err="1"/>
              <a:t>ctor</a:t>
            </a:r>
            <a:r>
              <a:rPr lang="en-US" sz="2400" b="1" dirty="0"/>
              <a:t> </a:t>
            </a:r>
            <a:r>
              <a:rPr lang="en-US" sz="2400" dirty="0"/>
              <a:t>for you.</a:t>
            </a:r>
          </a:p>
        </p:txBody>
      </p:sp>
    </p:spTree>
    <p:extLst>
      <p:ext uri="{BB962C8B-B14F-4D97-AF65-F5344CB8AC3E}">
        <p14:creationId xmlns:p14="http://schemas.microsoft.com/office/powerpoint/2010/main" val="977693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CBB782-1A51-E739-700A-F61FBECDABAE}"/>
              </a:ext>
            </a:extLst>
          </p:cNvPr>
          <p:cNvSpPr txBox="1"/>
          <p:nvPr/>
        </p:nvSpPr>
        <p:spPr>
          <a:xfrm>
            <a:off x="181074" y="1627552"/>
            <a:ext cx="609420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private: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void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show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 '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 '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343C3-70EB-5965-2F35-12145FD6D51C}"/>
              </a:ext>
            </a:extLst>
          </p:cNvPr>
          <p:cNvSpPr txBox="1"/>
          <p:nvPr/>
        </p:nvSpPr>
        <p:spPr>
          <a:xfrm>
            <a:off x="6096000" y="1627552"/>
            <a:ext cx="59149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{};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show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A637D4-20B3-BD5F-E514-19FF44BE92E5}"/>
              </a:ext>
            </a:extLst>
          </p:cNvPr>
          <p:cNvSpPr txBox="1"/>
          <p:nvPr/>
        </p:nvSpPr>
        <p:spPr>
          <a:xfrm>
            <a:off x="181074" y="101881"/>
            <a:ext cx="7408986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What is a default </a:t>
            </a:r>
            <a:r>
              <a:rPr lang="en-US" sz="2000" dirty="0" err="1">
                <a:solidFill>
                  <a:srgbClr val="FF0000"/>
                </a:solidFill>
              </a:rPr>
              <a:t>ctor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</a:p>
          <a:p>
            <a:r>
              <a:rPr lang="en-US" sz="2000" dirty="0"/>
              <a:t>A default </a:t>
            </a:r>
            <a:r>
              <a:rPr lang="en-US" sz="2000" dirty="0" err="1"/>
              <a:t>ctor</a:t>
            </a:r>
            <a:r>
              <a:rPr lang="en-US" sz="2000" dirty="0"/>
              <a:t> is a </a:t>
            </a:r>
            <a:r>
              <a:rPr lang="en-US" sz="2000" dirty="0" err="1"/>
              <a:t>ctor</a:t>
            </a:r>
            <a:r>
              <a:rPr lang="en-US" sz="2000" dirty="0"/>
              <a:t> that either,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has </a:t>
            </a:r>
            <a:r>
              <a:rPr lang="en-US" sz="2000" b="1" dirty="0"/>
              <a:t>no parameters</a:t>
            </a:r>
            <a:r>
              <a:rPr lang="en-US" sz="2000" dirty="0"/>
              <a:t>, 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if it has parameters, </a:t>
            </a:r>
            <a:r>
              <a:rPr lang="en-US" sz="2000" b="1" dirty="0"/>
              <a:t>all the parameters have default values</a:t>
            </a:r>
            <a:r>
              <a:rPr lang="en-US" sz="2000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D23644-D7F8-6361-45D8-783B14698020}"/>
              </a:ext>
            </a:extLst>
          </p:cNvPr>
          <p:cNvSpPr txBox="1"/>
          <p:nvPr/>
        </p:nvSpPr>
        <p:spPr>
          <a:xfrm>
            <a:off x="8001000" y="348101"/>
            <a:ext cx="2104925" cy="830997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en-US" sz="2400" b="1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2400" b="1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D0FA09-DB57-1AC6-BA31-BF7F109AAE28}"/>
              </a:ext>
            </a:extLst>
          </p:cNvPr>
          <p:cNvSpPr txBox="1"/>
          <p:nvPr/>
        </p:nvSpPr>
        <p:spPr>
          <a:xfrm>
            <a:off x="6275280" y="4722616"/>
            <a:ext cx="4931982" cy="101566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So if the compiler provides a </a:t>
            </a:r>
            <a:r>
              <a:rPr lang="en-US" sz="2000" dirty="0" err="1">
                <a:solidFill>
                  <a:srgbClr val="FF0000"/>
                </a:solidFill>
              </a:rPr>
              <a:t>ctor</a:t>
            </a:r>
            <a:r>
              <a:rPr lang="en-US" sz="2000" dirty="0">
                <a:solidFill>
                  <a:srgbClr val="FF0000"/>
                </a:solidFill>
              </a:rPr>
              <a:t>, why the following didn’t work?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Position p1{1., 2., 3.};</a:t>
            </a:r>
          </a:p>
        </p:txBody>
      </p:sp>
    </p:spTree>
    <p:extLst>
      <p:ext uri="{BB962C8B-B14F-4D97-AF65-F5344CB8AC3E}">
        <p14:creationId xmlns:p14="http://schemas.microsoft.com/office/powerpoint/2010/main" val="76229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CBB782-1A51-E739-700A-F61FBECDABAE}"/>
              </a:ext>
            </a:extLst>
          </p:cNvPr>
          <p:cNvSpPr txBox="1"/>
          <p:nvPr/>
        </p:nvSpPr>
        <p:spPr>
          <a:xfrm>
            <a:off x="181074" y="1545488"/>
            <a:ext cx="609420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private: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fr-FR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;</a:t>
            </a:r>
            <a:endParaRPr lang="fr-FR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fr-FR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x, 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y, 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z)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x },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y },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z }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void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show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 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 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343C3-70EB-5965-2F35-12145FD6D51C}"/>
              </a:ext>
            </a:extLst>
          </p:cNvPr>
          <p:cNvSpPr txBox="1"/>
          <p:nvPr/>
        </p:nvSpPr>
        <p:spPr>
          <a:xfrm>
            <a:off x="6275280" y="1530099"/>
            <a:ext cx="537745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   // Initialize attributes as per </a:t>
            </a:r>
          </a:p>
          <a:p>
            <a:r>
              <a:rPr lang="en-US" sz="1600" i="1" dirty="0">
                <a:solidFill>
                  <a:srgbClr val="93A1A1"/>
                </a:solidFill>
                <a:latin typeface="Roboto Mono" panose="00000009000000000000" pitchFamily="49" charset="0"/>
              </a:rPr>
              <a:t>    // </a:t>
            </a: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provided values thanks to </a:t>
            </a:r>
            <a:r>
              <a:rPr lang="en-US" sz="1600" b="0" i="1" dirty="0" err="1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ctor</a:t>
            </a: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.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p1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1.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99.45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123.321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  <a:p>
            <a:endParaRPr lang="en-US" sz="16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sz="1600" i="1" dirty="0">
                <a:solidFill>
                  <a:srgbClr val="657B83"/>
                </a:solidFill>
                <a:latin typeface="Roboto Mono" panose="00000009000000000000" pitchFamily="49" charset="0"/>
              </a:rPr>
              <a:t>    </a:t>
            </a:r>
            <a:r>
              <a:rPr lang="en-US" sz="1600" i="1" dirty="0">
                <a:solidFill>
                  <a:srgbClr val="93A1A1"/>
                </a:solidFill>
                <a:latin typeface="Roboto Mono" panose="00000009000000000000" pitchFamily="49" charset="0"/>
              </a:rPr>
              <a:t>// error</a:t>
            </a:r>
            <a:endParaRPr lang="en-US" sz="16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p2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{};</a:t>
            </a:r>
          </a:p>
          <a:p>
            <a:endParaRPr lang="en-US" sz="16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sz="1600" i="1" dirty="0">
                <a:solidFill>
                  <a:srgbClr val="93A1A1"/>
                </a:solidFill>
                <a:latin typeface="Roboto Mono" panose="00000009000000000000" pitchFamily="49" charset="0"/>
              </a:rPr>
              <a:t>    // error</a:t>
            </a:r>
            <a:endParaRPr lang="en-US" sz="16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p3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1.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  <a:p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i="1" dirty="0">
                <a:solidFill>
                  <a:srgbClr val="93A1A1"/>
                </a:solidFill>
                <a:latin typeface="Roboto Mono" panose="00000009000000000000" pitchFamily="49" charset="0"/>
              </a:rPr>
              <a:t>    // error</a:t>
            </a:r>
            <a:endParaRPr lang="en-US" sz="16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p4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1.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99.45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A637D4-20B3-BD5F-E514-19FF44BE92E5}"/>
              </a:ext>
            </a:extLst>
          </p:cNvPr>
          <p:cNvSpPr txBox="1"/>
          <p:nvPr/>
        </p:nvSpPr>
        <p:spPr>
          <a:xfrm>
            <a:off x="181074" y="242557"/>
            <a:ext cx="11471663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If you do provide </a:t>
            </a:r>
            <a:r>
              <a:rPr lang="en-US" sz="2000" b="1" dirty="0"/>
              <a:t>any </a:t>
            </a:r>
            <a:r>
              <a:rPr lang="en-US" sz="2000" dirty="0" err="1"/>
              <a:t>ctor</a:t>
            </a:r>
            <a:r>
              <a:rPr lang="en-US" sz="2000" dirty="0"/>
              <a:t> (default or otherwise), the compiler will not provide you with anything.</a:t>
            </a:r>
          </a:p>
          <a:p>
            <a:r>
              <a:rPr lang="en-US" sz="2000" dirty="0">
                <a:solidFill>
                  <a:srgbClr val="FF0000"/>
                </a:solidFill>
              </a:rPr>
              <a:t>And so </a:t>
            </a:r>
            <a:r>
              <a:rPr lang="en-US" sz="20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p2 </a:t>
            </a:r>
            <a:r>
              <a:rPr lang="en-US" sz="2000" dirty="0">
                <a:solidFill>
                  <a:srgbClr val="FF0000"/>
                </a:solidFill>
              </a:rPr>
              <a:t>will result in a compiler error.</a:t>
            </a:r>
          </a:p>
          <a:p>
            <a:r>
              <a:rPr lang="en-US" sz="2000" dirty="0">
                <a:solidFill>
                  <a:srgbClr val="FF0000"/>
                </a:solidFill>
              </a:rPr>
              <a:t>In fact, </a:t>
            </a:r>
            <a:r>
              <a:rPr lang="en-US" sz="20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p3</a:t>
            </a:r>
            <a:r>
              <a:rPr lang="en-US" sz="2000" dirty="0">
                <a:solidFill>
                  <a:srgbClr val="FF0000"/>
                </a:solidFill>
              </a:rPr>
              <a:t> and </a:t>
            </a:r>
            <a:r>
              <a:rPr lang="en-US" sz="20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p4</a:t>
            </a:r>
            <a:r>
              <a:rPr lang="en-US" sz="2000" dirty="0">
                <a:solidFill>
                  <a:srgbClr val="FF0000"/>
                </a:solidFill>
              </a:rPr>
              <a:t> will result in compiler errors too since there are </a:t>
            </a:r>
            <a:r>
              <a:rPr lang="en-US" sz="2000" b="1" dirty="0">
                <a:solidFill>
                  <a:srgbClr val="FF0000"/>
                </a:solidFill>
              </a:rPr>
              <a:t>no matching </a:t>
            </a:r>
            <a:r>
              <a:rPr lang="en-US" sz="2000" b="1" dirty="0" err="1">
                <a:solidFill>
                  <a:srgbClr val="FF0000"/>
                </a:solidFill>
              </a:rPr>
              <a:t>ctors</a:t>
            </a:r>
            <a:r>
              <a:rPr lang="en-US" sz="20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8744AF-2D49-A389-985B-6518D3111DDE}"/>
              </a:ext>
            </a:extLst>
          </p:cNvPr>
          <p:cNvSpPr/>
          <p:nvPr/>
        </p:nvSpPr>
        <p:spPr>
          <a:xfrm>
            <a:off x="6563012" y="2974330"/>
            <a:ext cx="3307819" cy="21369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4388A8-71F1-F492-D544-A0BFC44CC733}"/>
              </a:ext>
            </a:extLst>
          </p:cNvPr>
          <p:cNvSpPr/>
          <p:nvPr/>
        </p:nvSpPr>
        <p:spPr>
          <a:xfrm>
            <a:off x="672684" y="3539356"/>
            <a:ext cx="4801994" cy="110298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2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CBB782-1A51-E739-700A-F61FBECDABAE}"/>
              </a:ext>
            </a:extLst>
          </p:cNvPr>
          <p:cNvSpPr txBox="1"/>
          <p:nvPr/>
        </p:nvSpPr>
        <p:spPr>
          <a:xfrm>
            <a:off x="181074" y="1545488"/>
            <a:ext cx="609420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private: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fr-FR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;</a:t>
            </a:r>
            <a:endParaRPr lang="fr-FR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fr-FR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x, 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y, </a:t>
            </a:r>
            <a:r>
              <a:rPr lang="fr-FR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z)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x },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y }, </a:t>
            </a:r>
            <a:r>
              <a:rPr lang="fr-FR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z }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fr-FR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void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show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m_x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 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m_y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 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m_z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343C3-70EB-5965-2F35-12145FD6D51C}"/>
              </a:ext>
            </a:extLst>
          </p:cNvPr>
          <p:cNvSpPr txBox="1"/>
          <p:nvPr/>
        </p:nvSpPr>
        <p:spPr>
          <a:xfrm>
            <a:off x="6275280" y="1530099"/>
            <a:ext cx="537745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   // Initialize attributes as per </a:t>
            </a:r>
          </a:p>
          <a:p>
            <a:r>
              <a:rPr lang="en-US" sz="1600" i="1" dirty="0">
                <a:solidFill>
                  <a:srgbClr val="93A1A1"/>
                </a:solidFill>
                <a:latin typeface="Roboto Mono" panose="00000009000000000000" pitchFamily="49" charset="0"/>
              </a:rPr>
              <a:t>    // </a:t>
            </a: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provided values thanks to </a:t>
            </a:r>
            <a:r>
              <a:rPr lang="en-US" sz="1600" b="0" i="1" dirty="0" err="1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ctor</a:t>
            </a: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.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p1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1.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99.45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123.321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  <a:p>
            <a:endParaRPr lang="en-US" sz="16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sz="1600" i="1" dirty="0">
                <a:solidFill>
                  <a:srgbClr val="657B83"/>
                </a:solidFill>
                <a:latin typeface="Roboto Mono" panose="00000009000000000000" pitchFamily="49" charset="0"/>
              </a:rPr>
              <a:t>    </a:t>
            </a:r>
            <a:r>
              <a:rPr lang="en-US" sz="1600" i="1" dirty="0">
                <a:solidFill>
                  <a:srgbClr val="93A1A1"/>
                </a:solidFill>
                <a:latin typeface="Roboto Mono" panose="00000009000000000000" pitchFamily="49" charset="0"/>
              </a:rPr>
              <a:t>// error</a:t>
            </a:r>
            <a:endParaRPr lang="en-US" sz="16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p2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{};</a:t>
            </a:r>
          </a:p>
          <a:p>
            <a:endParaRPr lang="en-US" sz="16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sz="1600" i="1" dirty="0">
                <a:solidFill>
                  <a:srgbClr val="93A1A1"/>
                </a:solidFill>
                <a:latin typeface="Roboto Mono" panose="00000009000000000000" pitchFamily="49" charset="0"/>
              </a:rPr>
              <a:t>    // error</a:t>
            </a:r>
            <a:endParaRPr lang="en-US" sz="16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p3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1.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  <a:p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i="1" dirty="0">
                <a:solidFill>
                  <a:srgbClr val="93A1A1"/>
                </a:solidFill>
                <a:latin typeface="Roboto Mono" panose="00000009000000000000" pitchFamily="49" charset="0"/>
              </a:rPr>
              <a:t>    // error</a:t>
            </a:r>
            <a:endParaRPr lang="en-US" sz="16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Position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p4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1.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99.45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A637D4-20B3-BD5F-E514-19FF44BE92E5}"/>
              </a:ext>
            </a:extLst>
          </p:cNvPr>
          <p:cNvSpPr txBox="1"/>
          <p:nvPr/>
        </p:nvSpPr>
        <p:spPr>
          <a:xfrm>
            <a:off x="181074" y="242557"/>
            <a:ext cx="11471663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The good news is that </a:t>
            </a:r>
            <a:r>
              <a:rPr lang="en-US" sz="2000" dirty="0" err="1"/>
              <a:t>ctors</a:t>
            </a:r>
            <a:r>
              <a:rPr lang="en-US" sz="2000" dirty="0"/>
              <a:t> can be </a:t>
            </a:r>
            <a:r>
              <a:rPr lang="en-US" sz="2000" b="1" dirty="0"/>
              <a:t>overloaded</a:t>
            </a:r>
            <a:r>
              <a:rPr lang="en-US" sz="2000" dirty="0"/>
              <a:t>. </a:t>
            </a:r>
          </a:p>
          <a:p>
            <a:r>
              <a:rPr lang="en-US" sz="2000" dirty="0"/>
              <a:t>So you can have </a:t>
            </a:r>
            <a:r>
              <a:rPr lang="en-US" sz="2000" b="1" dirty="0"/>
              <a:t>multiple </a:t>
            </a:r>
            <a:r>
              <a:rPr lang="en-US" sz="2000" b="1" dirty="0" err="1"/>
              <a:t>ctors</a:t>
            </a:r>
            <a:r>
              <a:rPr lang="en-US" sz="2000" dirty="0"/>
              <a:t> will </a:t>
            </a:r>
            <a:r>
              <a:rPr lang="en-US" sz="2000" b="1" dirty="0"/>
              <a:t>varying number of parameters</a:t>
            </a:r>
            <a:r>
              <a:rPr lang="en-US" sz="2000" dirty="0"/>
              <a:t>.</a:t>
            </a:r>
          </a:p>
          <a:p>
            <a:r>
              <a:rPr lang="en-US" sz="2000" dirty="0"/>
              <a:t>Similarly, you can have a </a:t>
            </a:r>
            <a:r>
              <a:rPr lang="en-US" sz="2000" b="1" dirty="0"/>
              <a:t>single </a:t>
            </a:r>
            <a:r>
              <a:rPr lang="en-US" sz="2000" b="1" dirty="0" err="1"/>
              <a:t>ctor</a:t>
            </a:r>
            <a:r>
              <a:rPr lang="en-US" sz="2000" dirty="0"/>
              <a:t>, </a:t>
            </a:r>
            <a:r>
              <a:rPr lang="en-US" sz="2000" b="1" dirty="0"/>
              <a:t>with three parameters, all with default arguments</a:t>
            </a:r>
            <a:r>
              <a:rPr lang="en-US" sz="2000" dirty="0"/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8744AF-2D49-A389-985B-6518D3111DDE}"/>
              </a:ext>
            </a:extLst>
          </p:cNvPr>
          <p:cNvSpPr/>
          <p:nvPr/>
        </p:nvSpPr>
        <p:spPr>
          <a:xfrm>
            <a:off x="6563012" y="2974330"/>
            <a:ext cx="3307819" cy="21369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60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74187D-AE89-920C-FF50-CA2CA734EC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Destructors (</a:t>
            </a:r>
            <a:r>
              <a:rPr lang="en-US" dirty="0" err="1"/>
              <a:t>dtors</a:t>
            </a:r>
            <a:r>
              <a:rPr lang="en-US" dirty="0"/>
              <a:t>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3649CF5-6AEC-0735-1B11-33F4BB3A3F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908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01E1E82-7779-F37D-0CE6-D40E2EC146A9}"/>
              </a:ext>
            </a:extLst>
          </p:cNvPr>
          <p:cNvSpPr txBox="1"/>
          <p:nvPr/>
        </p:nvSpPr>
        <p:spPr>
          <a:xfrm>
            <a:off x="7397262" y="1380797"/>
            <a:ext cx="43258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8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800" b="0" dirty="0" err="1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MyList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8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list1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8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8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6A5BE1-A706-6ED0-D866-E73A9DD32897}"/>
              </a:ext>
            </a:extLst>
          </p:cNvPr>
          <p:cNvSpPr txBox="1"/>
          <p:nvPr/>
        </p:nvSpPr>
        <p:spPr>
          <a:xfrm>
            <a:off x="181073" y="242557"/>
            <a:ext cx="10178541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Will this work?</a:t>
            </a:r>
          </a:p>
          <a:p>
            <a:r>
              <a:rPr lang="en-US" sz="2000" b="1" dirty="0"/>
              <a:t>No</a:t>
            </a:r>
            <a:r>
              <a:rPr lang="en-US" sz="2000" dirty="0"/>
              <a:t>, because you don’t have a default </a:t>
            </a:r>
            <a:r>
              <a:rPr lang="en-US" sz="2000" dirty="0" err="1"/>
              <a:t>ctor</a:t>
            </a:r>
            <a:r>
              <a:rPr lang="en-US" sz="2000" dirty="0"/>
              <a:t> </a:t>
            </a:r>
            <a:r>
              <a:rPr lang="en-US" i="1" dirty="0"/>
              <a:t>(you didn’t define it and the compiler will not provide it)</a:t>
            </a:r>
            <a:r>
              <a:rPr lang="en-US" sz="2000" dirty="0"/>
              <a:t>. </a:t>
            </a:r>
          </a:p>
          <a:p>
            <a:r>
              <a:rPr lang="en-US" sz="2000" dirty="0"/>
              <a:t>Therefore, we definitely need to provide a size for our dynamic array.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41D064-3863-58A0-B8CA-254743611C05}"/>
              </a:ext>
            </a:extLst>
          </p:cNvPr>
          <p:cNvSpPr txBox="1"/>
          <p:nvPr/>
        </p:nvSpPr>
        <p:spPr>
          <a:xfrm>
            <a:off x="468923" y="1380797"/>
            <a:ext cx="681110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class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CB4B16"/>
                </a:solidFill>
                <a:latin typeface="Roboto Mono" panose="00000009000000000000" pitchFamily="49" charset="0"/>
              </a:rPr>
              <a:t>MyList</a:t>
            </a:r>
            <a:endParaRPr lang="en-US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{</a:t>
            </a:r>
          </a:p>
          <a:p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private:</a:t>
            </a:r>
            <a:endParaRPr lang="en-US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double</a:t>
            </a:r>
            <a:r>
              <a:rPr lang="en-US" dirty="0">
                <a:solidFill>
                  <a:srgbClr val="859900"/>
                </a:solidFill>
                <a:latin typeface="Roboto Mono" panose="00000009000000000000" pitchFamily="49" charset="0"/>
              </a:rPr>
              <a:t>*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m_array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int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m_length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</a:p>
          <a:p>
            <a:b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</a:b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public:</a:t>
            </a:r>
            <a:endParaRPr lang="en-US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int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getLength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()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const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{ </a:t>
            </a:r>
            <a:r>
              <a:rPr lang="en-US" dirty="0">
                <a:solidFill>
                  <a:srgbClr val="859900"/>
                </a:solidFill>
                <a:latin typeface="Roboto Mono" panose="00000009000000000000" pitchFamily="49" charset="0"/>
              </a:rPr>
              <a:t>return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m_length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 }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MyList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length)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m_array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[length]{} }, 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m_length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length }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};</a:t>
            </a:r>
          </a:p>
          <a:p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F17AFF-4989-D1C3-C6CA-C49C2BC11B18}"/>
              </a:ext>
            </a:extLst>
          </p:cNvPr>
          <p:cNvSpPr/>
          <p:nvPr/>
        </p:nvSpPr>
        <p:spPr>
          <a:xfrm>
            <a:off x="7928386" y="1879168"/>
            <a:ext cx="1968649" cy="100046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073D1F-BBB1-F1B2-3B7A-7D5175691AF4}"/>
              </a:ext>
            </a:extLst>
          </p:cNvPr>
          <p:cNvSpPr/>
          <p:nvPr/>
        </p:nvSpPr>
        <p:spPr>
          <a:xfrm>
            <a:off x="996047" y="3795818"/>
            <a:ext cx="5447784" cy="127103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0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470E8C-EBF3-A637-37AB-539E7D75A74E}"/>
              </a:ext>
            </a:extLst>
          </p:cNvPr>
          <p:cNvSpPr txBox="1"/>
          <p:nvPr/>
        </p:nvSpPr>
        <p:spPr>
          <a:xfrm>
            <a:off x="468923" y="1380797"/>
            <a:ext cx="681110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class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CB4B16"/>
                </a:solidFill>
                <a:latin typeface="Roboto Mono" panose="00000009000000000000" pitchFamily="49" charset="0"/>
              </a:rPr>
              <a:t>MyList</a:t>
            </a:r>
            <a:endParaRPr lang="en-US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{</a:t>
            </a:r>
          </a:p>
          <a:p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private:</a:t>
            </a:r>
            <a:endParaRPr lang="en-US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double</a:t>
            </a:r>
            <a:r>
              <a:rPr lang="en-US" dirty="0">
                <a:solidFill>
                  <a:srgbClr val="859900"/>
                </a:solidFill>
                <a:latin typeface="Roboto Mono" panose="00000009000000000000" pitchFamily="49" charset="0"/>
              </a:rPr>
              <a:t>*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m_array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int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m_length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</a:p>
          <a:p>
            <a:b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</a:b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public:</a:t>
            </a:r>
            <a:endParaRPr lang="en-US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int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getLength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()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const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{ </a:t>
            </a:r>
            <a:r>
              <a:rPr lang="en-US" dirty="0">
                <a:solidFill>
                  <a:srgbClr val="859900"/>
                </a:solidFill>
                <a:latin typeface="Roboto Mono" panose="00000009000000000000" pitchFamily="49" charset="0"/>
              </a:rPr>
              <a:t>return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m_length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 }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MyList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length)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m_array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[length]{} }, 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m_length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length }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};</a:t>
            </a:r>
          </a:p>
          <a:p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1E1E82-7779-F37D-0CE6-D40E2EC146A9}"/>
              </a:ext>
            </a:extLst>
          </p:cNvPr>
          <p:cNvSpPr txBox="1"/>
          <p:nvPr/>
        </p:nvSpPr>
        <p:spPr>
          <a:xfrm>
            <a:off x="7397262" y="1380797"/>
            <a:ext cx="43258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8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800" b="0" dirty="0" err="1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MyList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8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list1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8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8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6A5BE1-A706-6ED0-D866-E73A9DD32897}"/>
              </a:ext>
            </a:extLst>
          </p:cNvPr>
          <p:cNvSpPr txBox="1"/>
          <p:nvPr/>
        </p:nvSpPr>
        <p:spPr>
          <a:xfrm>
            <a:off x="181074" y="242557"/>
            <a:ext cx="681110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We now have a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double</a:t>
            </a:r>
            <a:r>
              <a:rPr lang="en-US" sz="2000" dirty="0"/>
              <a:t> array of five elements </a:t>
            </a:r>
            <a:r>
              <a:rPr lang="en-US" sz="2000" b="1" dirty="0"/>
              <a:t>on the heap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6862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D9BDCEA-8300-FE65-2128-856B30747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718778"/>
              </p:ext>
            </p:extLst>
          </p:nvPr>
        </p:nvGraphicFramePr>
        <p:xfrm>
          <a:off x="1785812" y="2573220"/>
          <a:ext cx="2739296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648">
                  <a:extLst>
                    <a:ext uri="{9D8B030D-6E8A-4147-A177-3AD203B41FA5}">
                      <a16:colId xmlns:a16="http://schemas.microsoft.com/office/drawing/2014/main" val="1134948001"/>
                    </a:ext>
                  </a:extLst>
                </a:gridCol>
                <a:gridCol w="1369648">
                  <a:extLst>
                    <a:ext uri="{9D8B030D-6E8A-4147-A177-3AD203B41FA5}">
                      <a16:colId xmlns:a16="http://schemas.microsoft.com/office/drawing/2014/main" val="1660354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double*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47148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</a:rPr>
                        <a:t>Methods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6758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649D254-E440-28AD-C52F-1FE70F73D39D}"/>
              </a:ext>
            </a:extLst>
          </p:cNvPr>
          <p:cNvSpPr txBox="1"/>
          <p:nvPr/>
        </p:nvSpPr>
        <p:spPr>
          <a:xfrm>
            <a:off x="1076896" y="582527"/>
            <a:ext cx="415712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Stack Memory</a:t>
            </a:r>
          </a:p>
          <a:p>
            <a:pPr algn="ctr"/>
            <a:r>
              <a:rPr lang="en-US" sz="2400" dirty="0"/>
              <a:t>Automatic Memory Allocation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EF8EE2-E40A-64BF-A863-90651E71C8C8}"/>
              </a:ext>
            </a:extLst>
          </p:cNvPr>
          <p:cNvSpPr txBox="1"/>
          <p:nvPr/>
        </p:nvSpPr>
        <p:spPr>
          <a:xfrm>
            <a:off x="324664" y="2738627"/>
            <a:ext cx="146114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Roboto Mono" panose="00000009000000000000" pitchFamily="49" charset="0"/>
                <a:ea typeface="Roboto Mono" panose="00000009000000000000" pitchFamily="49" charset="0"/>
              </a:rPr>
              <a:t>list1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B644D5-F4B2-DC7A-7F4D-432CA762D032}"/>
              </a:ext>
            </a:extLst>
          </p:cNvPr>
          <p:cNvSpPr txBox="1"/>
          <p:nvPr/>
        </p:nvSpPr>
        <p:spPr>
          <a:xfrm>
            <a:off x="2424885" y="3502081"/>
            <a:ext cx="146114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Roboto Mono" panose="00000009000000000000" pitchFamily="49" charset="0"/>
                <a:ea typeface="Roboto Mono" panose="00000009000000000000" pitchFamily="49" charset="0"/>
              </a:rPr>
              <a:t>0x20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E980904-8C40-DD34-648F-B3D000DEB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079012"/>
              </p:ext>
            </p:extLst>
          </p:nvPr>
        </p:nvGraphicFramePr>
        <p:xfrm>
          <a:off x="6674337" y="2573220"/>
          <a:ext cx="48963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268">
                  <a:extLst>
                    <a:ext uri="{9D8B030D-6E8A-4147-A177-3AD203B41FA5}">
                      <a16:colId xmlns:a16="http://schemas.microsoft.com/office/drawing/2014/main" val="3838867719"/>
                    </a:ext>
                  </a:extLst>
                </a:gridCol>
                <a:gridCol w="979268">
                  <a:extLst>
                    <a:ext uri="{9D8B030D-6E8A-4147-A177-3AD203B41FA5}">
                      <a16:colId xmlns:a16="http://schemas.microsoft.com/office/drawing/2014/main" val="4177936248"/>
                    </a:ext>
                  </a:extLst>
                </a:gridCol>
                <a:gridCol w="979268">
                  <a:extLst>
                    <a:ext uri="{9D8B030D-6E8A-4147-A177-3AD203B41FA5}">
                      <a16:colId xmlns:a16="http://schemas.microsoft.com/office/drawing/2014/main" val="3932504867"/>
                    </a:ext>
                  </a:extLst>
                </a:gridCol>
                <a:gridCol w="979268">
                  <a:extLst>
                    <a:ext uri="{9D8B030D-6E8A-4147-A177-3AD203B41FA5}">
                      <a16:colId xmlns:a16="http://schemas.microsoft.com/office/drawing/2014/main" val="3321035955"/>
                    </a:ext>
                  </a:extLst>
                </a:gridCol>
                <a:gridCol w="979268">
                  <a:extLst>
                    <a:ext uri="{9D8B030D-6E8A-4147-A177-3AD203B41FA5}">
                      <a16:colId xmlns:a16="http://schemas.microsoft.com/office/drawing/2014/main" val="23122215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0.0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35588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BF617D5-A9AA-F199-ACC8-E953BF5C1456}"/>
              </a:ext>
            </a:extLst>
          </p:cNvPr>
          <p:cNvSpPr txBox="1"/>
          <p:nvPr/>
        </p:nvSpPr>
        <p:spPr>
          <a:xfrm>
            <a:off x="7043945" y="582527"/>
            <a:ext cx="415712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Heap Memory</a:t>
            </a:r>
          </a:p>
          <a:p>
            <a:pPr algn="ctr"/>
            <a:r>
              <a:rPr lang="en-US" sz="2400" dirty="0"/>
              <a:t>Dynamic Memory Allocation</a:t>
            </a:r>
          </a:p>
        </p:txBody>
      </p:sp>
      <p:sp>
        <p:nvSpPr>
          <p:cNvPr id="12" name="Arrow: Curved Down 11">
            <a:extLst>
              <a:ext uri="{FF2B5EF4-FFF2-40B4-BE49-F238E27FC236}">
                <a16:creationId xmlns:a16="http://schemas.microsoft.com/office/drawing/2014/main" id="{63A2D484-E998-E670-D84F-A01A9061F796}"/>
              </a:ext>
            </a:extLst>
          </p:cNvPr>
          <p:cNvSpPr/>
          <p:nvPr/>
        </p:nvSpPr>
        <p:spPr>
          <a:xfrm>
            <a:off x="2301792" y="1670870"/>
            <a:ext cx="5103287" cy="902349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095BD4-A2A2-A1CF-7B9D-1CBC6664D916}"/>
              </a:ext>
            </a:extLst>
          </p:cNvPr>
          <p:cNvSpPr txBox="1"/>
          <p:nvPr/>
        </p:nvSpPr>
        <p:spPr>
          <a:xfrm>
            <a:off x="6428315" y="2969459"/>
            <a:ext cx="146114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Roboto Mono" panose="00000009000000000000" pitchFamily="49" charset="0"/>
                <a:ea typeface="Roboto Mono" panose="00000009000000000000" pitchFamily="49" charset="0"/>
              </a:rPr>
              <a:t>0x90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F66DFF-25E1-E22C-AD7A-1264C791325A}"/>
              </a:ext>
            </a:extLst>
          </p:cNvPr>
          <p:cNvSpPr txBox="1"/>
          <p:nvPr/>
        </p:nvSpPr>
        <p:spPr>
          <a:xfrm>
            <a:off x="1841500" y="4277922"/>
            <a:ext cx="850899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At the end of </a:t>
            </a:r>
            <a:r>
              <a:rPr lang="en-US" sz="2400" b="1" dirty="0">
                <a:latin typeface="Roboto Mono" panose="00000009000000000000" pitchFamily="49" charset="0"/>
                <a:ea typeface="Roboto Mono" panose="00000009000000000000" pitchFamily="49" charset="0"/>
              </a:rPr>
              <a:t>main(), list1 </a:t>
            </a:r>
            <a:r>
              <a:rPr lang="en-US" sz="2400" dirty="0"/>
              <a:t>will go out of scope and will get </a:t>
            </a:r>
            <a:r>
              <a:rPr lang="en-US" sz="2400" b="1" dirty="0"/>
              <a:t>automatically deallocated</a:t>
            </a:r>
            <a:r>
              <a:rPr lang="en-US" sz="2400" dirty="0"/>
              <a:t>. What will happen to the array?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MEMORY LEAK!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21932A-3FE6-9A82-7B3F-39334D377F16}"/>
              </a:ext>
            </a:extLst>
          </p:cNvPr>
          <p:cNvSpPr txBox="1"/>
          <p:nvPr/>
        </p:nvSpPr>
        <p:spPr>
          <a:xfrm>
            <a:off x="3240719" y="5561594"/>
            <a:ext cx="571056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Where can we deallocate the memory?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214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/>
      <p:bldP spid="14" grpId="0" animBg="1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470E8C-EBF3-A637-37AB-539E7D75A74E}"/>
              </a:ext>
            </a:extLst>
          </p:cNvPr>
          <p:cNvSpPr txBox="1"/>
          <p:nvPr/>
        </p:nvSpPr>
        <p:spPr>
          <a:xfrm>
            <a:off x="468923" y="1223163"/>
            <a:ext cx="681110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class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CB4B16"/>
                </a:solidFill>
                <a:latin typeface="Roboto Mono" panose="00000009000000000000" pitchFamily="49" charset="0"/>
              </a:rPr>
              <a:t>MyList</a:t>
            </a:r>
            <a:endParaRPr lang="en-US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{</a:t>
            </a:r>
          </a:p>
          <a:p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private:</a:t>
            </a:r>
            <a:endParaRPr lang="en-US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double</a:t>
            </a:r>
            <a:r>
              <a:rPr lang="en-US" dirty="0">
                <a:solidFill>
                  <a:srgbClr val="859900"/>
                </a:solidFill>
                <a:latin typeface="Roboto Mono" panose="00000009000000000000" pitchFamily="49" charset="0"/>
              </a:rPr>
              <a:t>*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m_array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int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m_length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</a:p>
          <a:p>
            <a:b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</a:b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public:</a:t>
            </a:r>
            <a:endParaRPr lang="en-US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int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getLength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()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const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{ </a:t>
            </a:r>
            <a:r>
              <a:rPr lang="en-US" dirty="0">
                <a:solidFill>
                  <a:srgbClr val="859900"/>
                </a:solidFill>
                <a:latin typeface="Roboto Mono" panose="00000009000000000000" pitchFamily="49" charset="0"/>
              </a:rPr>
              <a:t>return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m_length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 }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MyList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length)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m_array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[length]{} }, 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m_length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length }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~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MyList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delete[]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m_array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1E1E82-7779-F37D-0CE6-D40E2EC146A9}"/>
              </a:ext>
            </a:extLst>
          </p:cNvPr>
          <p:cNvSpPr txBox="1"/>
          <p:nvPr/>
        </p:nvSpPr>
        <p:spPr>
          <a:xfrm>
            <a:off x="7397262" y="1223163"/>
            <a:ext cx="43258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8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800" b="0" dirty="0" err="1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MyList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8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list1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8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8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6A5BE1-A706-6ED0-D866-E73A9DD32897}"/>
              </a:ext>
            </a:extLst>
          </p:cNvPr>
          <p:cNvSpPr txBox="1"/>
          <p:nvPr/>
        </p:nvSpPr>
        <p:spPr>
          <a:xfrm>
            <a:off x="181073" y="242557"/>
            <a:ext cx="442319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We can do it in a </a:t>
            </a:r>
            <a:r>
              <a:rPr lang="en-US" sz="2000" dirty="0" err="1"/>
              <a:t>dtor</a:t>
            </a:r>
            <a:r>
              <a:rPr lang="en-US" sz="2000" dirty="0"/>
              <a:t>. Note the syntax.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A76739-032C-2E9B-12B8-C98492412A88}"/>
              </a:ext>
            </a:extLst>
          </p:cNvPr>
          <p:cNvSpPr/>
          <p:nvPr/>
        </p:nvSpPr>
        <p:spPr>
          <a:xfrm>
            <a:off x="965761" y="5059900"/>
            <a:ext cx="3160762" cy="127056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935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118F4-461F-7D69-5748-DCC2150D4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72C80-144C-FCE8-6063-20DB60FEF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Whenever an object is about to be destroyed, a destructor is called.</a:t>
            </a:r>
          </a:p>
          <a:p>
            <a:pPr lvl="1"/>
            <a:r>
              <a:rPr lang="en-US" dirty="0"/>
              <a:t>Whenever an object is going out of scope (if it’s on the stack).</a:t>
            </a:r>
          </a:p>
          <a:p>
            <a:pPr lvl="1"/>
            <a:r>
              <a:rPr lang="en-US" dirty="0"/>
              <a:t>Whenever you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delete </a:t>
            </a:r>
            <a:r>
              <a:rPr lang="en-US" dirty="0"/>
              <a:t>an object (if it’s on the heap).</a:t>
            </a:r>
          </a:p>
          <a:p>
            <a:endParaRPr lang="en-US" dirty="0"/>
          </a:p>
          <a:p>
            <a:r>
              <a:rPr lang="en-US" dirty="0"/>
              <a:t>Destructor, like the constructor, is a special method.</a:t>
            </a:r>
          </a:p>
          <a:p>
            <a:endParaRPr lang="en-US" dirty="0"/>
          </a:p>
          <a:p>
            <a:r>
              <a:rPr lang="en-US" dirty="0"/>
              <a:t>Destructors are designed to allow a class to do any necessary clean up before an object of the class is destroyed.</a:t>
            </a:r>
          </a:p>
          <a:p>
            <a:pPr lvl="1"/>
            <a:r>
              <a:rPr lang="en-US" dirty="0"/>
              <a:t>In our case, it is deallocating the reserved heap memory.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232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118F4-461F-7D69-5748-DCC2150D4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Destructors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7ECD92-78AE-37ED-85CE-4B3A4F1CF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57177"/>
            <a:ext cx="7817477" cy="15718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DE79D0-FABB-C564-76F7-36BC9F0CF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858346"/>
            <a:ext cx="4026486" cy="36988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1FAE4C0-2C87-C3A4-90FA-7A3E3C1E69D9}"/>
              </a:ext>
            </a:extLst>
          </p:cNvPr>
          <p:cNvGrpSpPr/>
          <p:nvPr/>
        </p:nvGrpSpPr>
        <p:grpSpPr>
          <a:xfrm>
            <a:off x="838199" y="4634353"/>
            <a:ext cx="10849709" cy="327140"/>
            <a:chOff x="838199" y="4634353"/>
            <a:chExt cx="10849709" cy="32714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4E1D8E-998C-A662-499F-5658787FE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199" y="4657579"/>
              <a:ext cx="10849709" cy="30391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2B73DE-BF80-F7BB-F868-098B83BDBDDA}"/>
                </a:ext>
              </a:extLst>
            </p:cNvPr>
            <p:cNvSpPr/>
            <p:nvPr/>
          </p:nvSpPr>
          <p:spPr>
            <a:xfrm>
              <a:off x="5627075" y="4634353"/>
              <a:ext cx="6037387" cy="327139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482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470E8C-EBF3-A637-37AB-539E7D75A74E}"/>
              </a:ext>
            </a:extLst>
          </p:cNvPr>
          <p:cNvSpPr txBox="1"/>
          <p:nvPr/>
        </p:nvSpPr>
        <p:spPr>
          <a:xfrm>
            <a:off x="468923" y="1223163"/>
            <a:ext cx="681110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class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CB4B16"/>
                </a:solidFill>
                <a:latin typeface="Roboto Mono" panose="00000009000000000000" pitchFamily="49" charset="0"/>
              </a:rPr>
              <a:t>MyList</a:t>
            </a:r>
            <a:endParaRPr lang="en-US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{</a:t>
            </a:r>
          </a:p>
          <a:p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private:</a:t>
            </a:r>
            <a:endParaRPr lang="en-US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double</a:t>
            </a:r>
            <a:r>
              <a:rPr lang="en-US" dirty="0">
                <a:solidFill>
                  <a:srgbClr val="859900"/>
                </a:solidFill>
                <a:latin typeface="Roboto Mono" panose="00000009000000000000" pitchFamily="49" charset="0"/>
              </a:rPr>
              <a:t>*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m_array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int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m_length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</a:p>
          <a:p>
            <a:b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</a:b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public:</a:t>
            </a:r>
            <a:endParaRPr lang="en-US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int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getLength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()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const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{ </a:t>
            </a:r>
            <a:r>
              <a:rPr lang="en-US" dirty="0">
                <a:solidFill>
                  <a:srgbClr val="859900"/>
                </a:solidFill>
                <a:latin typeface="Roboto Mono" panose="00000009000000000000" pitchFamily="49" charset="0"/>
              </a:rPr>
              <a:t>return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m_length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 }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MyList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length)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m_array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[length]{} }, 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m_length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length }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~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MyList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delete[]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m_array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1E1E82-7779-F37D-0CE6-D40E2EC146A9}"/>
              </a:ext>
            </a:extLst>
          </p:cNvPr>
          <p:cNvSpPr txBox="1"/>
          <p:nvPr/>
        </p:nvSpPr>
        <p:spPr>
          <a:xfrm>
            <a:off x="7397262" y="1223163"/>
            <a:ext cx="43258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8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800" b="0" dirty="0" err="1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MyList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8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list1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8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8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6A5BE1-A706-6ED0-D866-E73A9DD32897}"/>
              </a:ext>
            </a:extLst>
          </p:cNvPr>
          <p:cNvSpPr txBox="1"/>
          <p:nvPr/>
        </p:nvSpPr>
        <p:spPr>
          <a:xfrm>
            <a:off x="181074" y="242557"/>
            <a:ext cx="836505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err="1"/>
              <a:t>Dtors</a:t>
            </a:r>
            <a:r>
              <a:rPr lang="en-US" sz="2000" dirty="0"/>
              <a:t> are implicitly provided by the compiler if you do not explicitly write it.</a:t>
            </a:r>
          </a:p>
          <a:p>
            <a:r>
              <a:rPr lang="en-US" sz="2000" dirty="0"/>
              <a:t>If you are not doing any cleanup, it is fine to rely on the implicit </a:t>
            </a:r>
            <a:r>
              <a:rPr lang="en-US" sz="2000" dirty="0" err="1"/>
              <a:t>dtor</a:t>
            </a:r>
            <a:r>
              <a:rPr lang="en-US" sz="2000" dirty="0"/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A76739-032C-2E9B-12B8-C98492412A88}"/>
              </a:ext>
            </a:extLst>
          </p:cNvPr>
          <p:cNvSpPr/>
          <p:nvPr/>
        </p:nvSpPr>
        <p:spPr>
          <a:xfrm>
            <a:off x="965761" y="5059900"/>
            <a:ext cx="3160762" cy="127056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31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2718</TotalTime>
  <Words>2259</Words>
  <Application>Microsoft Office PowerPoint</Application>
  <PresentationFormat>Widescreen</PresentationFormat>
  <Paragraphs>432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Open Sans</vt:lpstr>
      <vt:lpstr>Roboto Mono</vt:lpstr>
      <vt:lpstr>Office Theme</vt:lpstr>
      <vt:lpstr>Initializing your Objects and Constructors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a Constructor (ctor)?</vt:lpstr>
      <vt:lpstr>What is a Constructor (ctor)?</vt:lpstr>
      <vt:lpstr>What is a Constructor (ctor)? (Self-Study)</vt:lpstr>
      <vt:lpstr>What is a Constructor (ctor)? (Self-Study)</vt:lpstr>
      <vt:lpstr>What is a Constructor (ctor)?</vt:lpstr>
      <vt:lpstr>PowerPoint Presentation</vt:lpstr>
      <vt:lpstr>PowerPoint Presentation</vt:lpstr>
      <vt:lpstr>PowerPoint Presentation</vt:lpstr>
      <vt:lpstr>PowerPoint Presentation</vt:lpstr>
      <vt:lpstr>Destructors (dtors)</vt:lpstr>
      <vt:lpstr>PowerPoint Presentation</vt:lpstr>
      <vt:lpstr>PowerPoint Presentation</vt:lpstr>
      <vt:lpstr>PowerPoint Presentation</vt:lpstr>
      <vt:lpstr>PowerPoint Presentation</vt:lpstr>
      <vt:lpstr>Destructors</vt:lpstr>
      <vt:lpstr>Destructors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Initializing your Objects and Constructors</dc:title>
  <dc:creator>Mohammad Salman</dc:creator>
  <cp:lastModifiedBy>Mohammad Salman</cp:lastModifiedBy>
  <cp:revision>1</cp:revision>
  <dcterms:created xsi:type="dcterms:W3CDTF">2023-09-23T14:28:04Z</dcterms:created>
  <dcterms:modified xsi:type="dcterms:W3CDTF">2023-09-25T12:04:55Z</dcterms:modified>
</cp:coreProperties>
</file>