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73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3" r:id="rId14"/>
    <p:sldId id="274" r:id="rId15"/>
    <p:sldId id="268" r:id="rId16"/>
    <p:sldId id="269" r:id="rId17"/>
    <p:sldId id="270" r:id="rId18"/>
    <p:sldId id="271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542" autoAdjust="0"/>
  </p:normalViewPr>
  <p:slideViewPr>
    <p:cSldViewPr snapToGrid="0">
      <p:cViewPr varScale="1">
        <p:scale>
          <a:sx n="69" d="100"/>
          <a:sy n="69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D7BFA851-B04B-49FD-9F1B-F7C54C47BCCF}"/>
    <pc:docChg chg="undo redo custSel addSld delSld modSld sldOrd">
      <pc:chgData name="Mohammad Salman" userId="cfd6754c-e613-4f6f-bb98-36aef69d8c31" providerId="ADAL" clId="{D7BFA851-B04B-49FD-9F1B-F7C54C47BCCF}" dt="2023-09-19T07:38:51.262" v="5483" actId="20577"/>
      <pc:docMkLst>
        <pc:docMk/>
      </pc:docMkLst>
      <pc:sldChg chg="modSp new mod setBg">
        <pc:chgData name="Mohammad Salman" userId="cfd6754c-e613-4f6f-bb98-36aef69d8c31" providerId="ADAL" clId="{D7BFA851-B04B-49FD-9F1B-F7C54C47BCCF}" dt="2023-09-17T14:46:13.479" v="77"/>
        <pc:sldMkLst>
          <pc:docMk/>
          <pc:sldMk cId="1409630401" sldId="256"/>
        </pc:sldMkLst>
        <pc:spChg chg="mod">
          <ac:chgData name="Mohammad Salman" userId="cfd6754c-e613-4f6f-bb98-36aef69d8c31" providerId="ADAL" clId="{D7BFA851-B04B-49FD-9F1B-F7C54C47BCCF}" dt="2023-09-17T14:45:43.464" v="41" actId="20577"/>
          <ac:spMkLst>
            <pc:docMk/>
            <pc:sldMk cId="1409630401" sldId="256"/>
            <ac:spMk id="2" creationId="{46FC1633-BEFC-AEED-65F3-D4C282AB24A8}"/>
          </ac:spMkLst>
        </pc:spChg>
        <pc:spChg chg="mod">
          <ac:chgData name="Mohammad Salman" userId="cfd6754c-e613-4f6f-bb98-36aef69d8c31" providerId="ADAL" clId="{D7BFA851-B04B-49FD-9F1B-F7C54C47BCCF}" dt="2023-09-17T14:45:52.257" v="75" actId="20577"/>
          <ac:spMkLst>
            <pc:docMk/>
            <pc:sldMk cId="1409630401" sldId="256"/>
            <ac:spMk id="3" creationId="{B79E7BD2-5C01-9D00-29EE-1B36A8FCEEB0}"/>
          </ac:spMkLst>
        </pc:spChg>
      </pc:sldChg>
      <pc:sldChg chg="modSp new mod modAnim">
        <pc:chgData name="Mohammad Salman" userId="cfd6754c-e613-4f6f-bb98-36aef69d8c31" providerId="ADAL" clId="{D7BFA851-B04B-49FD-9F1B-F7C54C47BCCF}" dt="2023-09-18T08:56:51.394" v="4898"/>
        <pc:sldMkLst>
          <pc:docMk/>
          <pc:sldMk cId="2744354465" sldId="257"/>
        </pc:sldMkLst>
        <pc:spChg chg="mod">
          <ac:chgData name="Mohammad Salman" userId="cfd6754c-e613-4f6f-bb98-36aef69d8c31" providerId="ADAL" clId="{D7BFA851-B04B-49FD-9F1B-F7C54C47BCCF}" dt="2023-09-17T14:46:24.810" v="92" actId="20577"/>
          <ac:spMkLst>
            <pc:docMk/>
            <pc:sldMk cId="2744354465" sldId="257"/>
            <ac:spMk id="2" creationId="{D15A432E-8F69-0E35-EEFD-ACBCF1EFED97}"/>
          </ac:spMkLst>
        </pc:spChg>
        <pc:spChg chg="mod">
          <ac:chgData name="Mohammad Salman" userId="cfd6754c-e613-4f6f-bb98-36aef69d8c31" providerId="ADAL" clId="{D7BFA851-B04B-49FD-9F1B-F7C54C47BCCF}" dt="2023-09-18T08:56:43.795" v="4897" actId="207"/>
          <ac:spMkLst>
            <pc:docMk/>
            <pc:sldMk cId="2744354465" sldId="257"/>
            <ac:spMk id="3" creationId="{6D7AE32B-E8C9-7764-81A8-FC1D9FD72403}"/>
          </ac:spMkLst>
        </pc:spChg>
      </pc:sldChg>
      <pc:sldChg chg="addSp delSp modSp new mod ord modAnim">
        <pc:chgData name="Mohammad Salman" userId="cfd6754c-e613-4f6f-bb98-36aef69d8c31" providerId="ADAL" clId="{D7BFA851-B04B-49FD-9F1B-F7C54C47BCCF}" dt="2023-09-18T09:10:54.027" v="4923" actId="1076"/>
        <pc:sldMkLst>
          <pc:docMk/>
          <pc:sldMk cId="3114826884" sldId="258"/>
        </pc:sldMkLst>
        <pc:spChg chg="del">
          <ac:chgData name="Mohammad Salman" userId="cfd6754c-e613-4f6f-bb98-36aef69d8c31" providerId="ADAL" clId="{D7BFA851-B04B-49FD-9F1B-F7C54C47BCCF}" dt="2023-09-17T14:52:31.616" v="410" actId="478"/>
          <ac:spMkLst>
            <pc:docMk/>
            <pc:sldMk cId="3114826884" sldId="258"/>
            <ac:spMk id="2" creationId="{D1019833-3A23-B5C3-1FFB-0736813B0CF8}"/>
          </ac:spMkLst>
        </pc:spChg>
        <pc:spChg chg="del">
          <ac:chgData name="Mohammad Salman" userId="cfd6754c-e613-4f6f-bb98-36aef69d8c31" providerId="ADAL" clId="{D7BFA851-B04B-49FD-9F1B-F7C54C47BCCF}" dt="2023-09-17T14:52:31.616" v="410" actId="478"/>
          <ac:spMkLst>
            <pc:docMk/>
            <pc:sldMk cId="3114826884" sldId="258"/>
            <ac:spMk id="3" creationId="{47CFEAC0-FF21-F56B-D88A-84CF93DFDD47}"/>
          </ac:spMkLst>
        </pc:spChg>
        <pc:spChg chg="add mod">
          <ac:chgData name="Mohammad Salman" userId="cfd6754c-e613-4f6f-bb98-36aef69d8c31" providerId="ADAL" clId="{D7BFA851-B04B-49FD-9F1B-F7C54C47BCCF}" dt="2023-09-17T16:37:07.322" v="4107" actId="1076"/>
          <ac:spMkLst>
            <pc:docMk/>
            <pc:sldMk cId="3114826884" sldId="258"/>
            <ac:spMk id="8" creationId="{9406EB17-A357-3665-6E3E-8DECC8A6FDAF}"/>
          </ac:spMkLst>
        </pc:spChg>
        <pc:spChg chg="add mod">
          <ac:chgData name="Mohammad Salman" userId="cfd6754c-e613-4f6f-bb98-36aef69d8c31" providerId="ADAL" clId="{D7BFA851-B04B-49FD-9F1B-F7C54C47BCCF}" dt="2023-09-17T16:37:33.224" v="4109" actId="1076"/>
          <ac:spMkLst>
            <pc:docMk/>
            <pc:sldMk cId="3114826884" sldId="258"/>
            <ac:spMk id="9" creationId="{531A8869-556D-3A44-1EE4-08A553D0EBEE}"/>
          </ac:spMkLst>
        </pc:spChg>
        <pc:spChg chg="add mod">
          <ac:chgData name="Mohammad Salman" userId="cfd6754c-e613-4f6f-bb98-36aef69d8c31" providerId="ADAL" clId="{D7BFA851-B04B-49FD-9F1B-F7C54C47BCCF}" dt="2023-09-17T16:37:33.224" v="4109" actId="1076"/>
          <ac:spMkLst>
            <pc:docMk/>
            <pc:sldMk cId="3114826884" sldId="258"/>
            <ac:spMk id="10" creationId="{4856F01A-FA34-DD12-1177-A9634030C2D6}"/>
          </ac:spMkLst>
        </pc:spChg>
        <pc:spChg chg="add mod">
          <ac:chgData name="Mohammad Salman" userId="cfd6754c-e613-4f6f-bb98-36aef69d8c31" providerId="ADAL" clId="{D7BFA851-B04B-49FD-9F1B-F7C54C47BCCF}" dt="2023-09-17T16:37:33.224" v="4109" actId="1076"/>
          <ac:spMkLst>
            <pc:docMk/>
            <pc:sldMk cId="3114826884" sldId="258"/>
            <ac:spMk id="11" creationId="{D10F1D05-59FB-2DDA-74A7-C2CEDF0D74BA}"/>
          </ac:spMkLst>
        </pc:spChg>
        <pc:spChg chg="add mod">
          <ac:chgData name="Mohammad Salman" userId="cfd6754c-e613-4f6f-bb98-36aef69d8c31" providerId="ADAL" clId="{D7BFA851-B04B-49FD-9F1B-F7C54C47BCCF}" dt="2023-09-17T16:37:33.224" v="4109" actId="1076"/>
          <ac:spMkLst>
            <pc:docMk/>
            <pc:sldMk cId="3114826884" sldId="258"/>
            <ac:spMk id="12" creationId="{7EF71A83-7A15-644C-9047-B856F16123D5}"/>
          </ac:spMkLst>
        </pc:spChg>
        <pc:spChg chg="add mod">
          <ac:chgData name="Mohammad Salman" userId="cfd6754c-e613-4f6f-bb98-36aef69d8c31" providerId="ADAL" clId="{D7BFA851-B04B-49FD-9F1B-F7C54C47BCCF}" dt="2023-09-17T16:37:33.224" v="4109" actId="1076"/>
          <ac:spMkLst>
            <pc:docMk/>
            <pc:sldMk cId="3114826884" sldId="258"/>
            <ac:spMk id="13" creationId="{D2E22BD3-6711-254F-BB0B-A1F9D53ADCA5}"/>
          </ac:spMkLst>
        </pc:spChg>
        <pc:spChg chg="add mod">
          <ac:chgData name="Mohammad Salman" userId="cfd6754c-e613-4f6f-bb98-36aef69d8c31" providerId="ADAL" clId="{D7BFA851-B04B-49FD-9F1B-F7C54C47BCCF}" dt="2023-09-17T16:37:33.224" v="4109" actId="1076"/>
          <ac:spMkLst>
            <pc:docMk/>
            <pc:sldMk cId="3114826884" sldId="258"/>
            <ac:spMk id="14" creationId="{05DB7B13-5D39-0579-F20E-87CB49554773}"/>
          </ac:spMkLst>
        </pc:spChg>
        <pc:spChg chg="add mod">
          <ac:chgData name="Mohammad Salman" userId="cfd6754c-e613-4f6f-bb98-36aef69d8c31" providerId="ADAL" clId="{D7BFA851-B04B-49FD-9F1B-F7C54C47BCCF}" dt="2023-09-17T16:37:49.070" v="4113" actId="20577"/>
          <ac:spMkLst>
            <pc:docMk/>
            <pc:sldMk cId="3114826884" sldId="258"/>
            <ac:spMk id="15" creationId="{99CF1B99-BD29-8505-FF2B-CC39A7CCADE4}"/>
          </ac:spMkLst>
        </pc:spChg>
        <pc:spChg chg="add mod">
          <ac:chgData name="Mohammad Salman" userId="cfd6754c-e613-4f6f-bb98-36aef69d8c31" providerId="ADAL" clId="{D7BFA851-B04B-49FD-9F1B-F7C54C47BCCF}" dt="2023-09-17T16:37:41.360" v="4110" actId="1076"/>
          <ac:spMkLst>
            <pc:docMk/>
            <pc:sldMk cId="3114826884" sldId="258"/>
            <ac:spMk id="16" creationId="{D22E8164-7AD7-A6D1-61A4-D16DE2FFCE61}"/>
          </ac:spMkLst>
        </pc:spChg>
        <pc:spChg chg="add mod">
          <ac:chgData name="Mohammad Salman" userId="cfd6754c-e613-4f6f-bb98-36aef69d8c31" providerId="ADAL" clId="{D7BFA851-B04B-49FD-9F1B-F7C54C47BCCF}" dt="2023-09-17T16:37:41.360" v="4110" actId="1076"/>
          <ac:spMkLst>
            <pc:docMk/>
            <pc:sldMk cId="3114826884" sldId="258"/>
            <ac:spMk id="17" creationId="{4C78EEE0-F870-CCBF-5BD7-5E4F93D770E3}"/>
          </ac:spMkLst>
        </pc:spChg>
        <pc:spChg chg="add mod">
          <ac:chgData name="Mohammad Salman" userId="cfd6754c-e613-4f6f-bb98-36aef69d8c31" providerId="ADAL" clId="{D7BFA851-B04B-49FD-9F1B-F7C54C47BCCF}" dt="2023-09-17T16:37:53.173" v="4116" actId="20577"/>
          <ac:spMkLst>
            <pc:docMk/>
            <pc:sldMk cId="3114826884" sldId="258"/>
            <ac:spMk id="18" creationId="{4DB6AE1B-B49F-9245-8AFC-75FC97C77D94}"/>
          </ac:spMkLst>
        </pc:spChg>
        <pc:spChg chg="add mod">
          <ac:chgData name="Mohammad Salman" userId="cfd6754c-e613-4f6f-bb98-36aef69d8c31" providerId="ADAL" clId="{D7BFA851-B04B-49FD-9F1B-F7C54C47BCCF}" dt="2023-09-17T16:37:41.360" v="4110" actId="1076"/>
          <ac:spMkLst>
            <pc:docMk/>
            <pc:sldMk cId="3114826884" sldId="258"/>
            <ac:spMk id="19" creationId="{DCDFEA6E-6C9F-E6EE-99DB-196D75D5D36B}"/>
          </ac:spMkLst>
        </pc:spChg>
        <pc:spChg chg="add mod">
          <ac:chgData name="Mohammad Salman" userId="cfd6754c-e613-4f6f-bb98-36aef69d8c31" providerId="ADAL" clId="{D7BFA851-B04B-49FD-9F1B-F7C54C47BCCF}" dt="2023-09-17T16:37:41.360" v="4110" actId="1076"/>
          <ac:spMkLst>
            <pc:docMk/>
            <pc:sldMk cId="3114826884" sldId="258"/>
            <ac:spMk id="20" creationId="{D5A7DDAD-3602-14B9-86CB-E3F3F1D7FD51}"/>
          </ac:spMkLst>
        </pc:spChg>
        <pc:spChg chg="add mod">
          <ac:chgData name="Mohammad Salman" userId="cfd6754c-e613-4f6f-bb98-36aef69d8c31" providerId="ADAL" clId="{D7BFA851-B04B-49FD-9F1B-F7C54C47BCCF}" dt="2023-09-17T16:37:41.360" v="4110" actId="1076"/>
          <ac:spMkLst>
            <pc:docMk/>
            <pc:sldMk cId="3114826884" sldId="258"/>
            <ac:spMk id="21" creationId="{1979ED97-023F-191E-0786-A63868EFDC80}"/>
          </ac:spMkLst>
        </pc:spChg>
        <pc:spChg chg="add mod">
          <ac:chgData name="Mohammad Salman" userId="cfd6754c-e613-4f6f-bb98-36aef69d8c31" providerId="ADAL" clId="{D7BFA851-B04B-49FD-9F1B-F7C54C47BCCF}" dt="2023-09-18T09:10:54.027" v="4923" actId="1076"/>
          <ac:spMkLst>
            <pc:docMk/>
            <pc:sldMk cId="3114826884" sldId="258"/>
            <ac:spMk id="22" creationId="{3679E095-489F-A8C0-62C3-5EEA4C4C9C16}"/>
          </ac:spMkLst>
        </pc:spChg>
        <pc:picChg chg="add del mod">
          <ac:chgData name="Mohammad Salman" userId="cfd6754c-e613-4f6f-bb98-36aef69d8c31" providerId="ADAL" clId="{D7BFA851-B04B-49FD-9F1B-F7C54C47BCCF}" dt="2023-09-17T14:52:55.966" v="418" actId="478"/>
          <ac:picMkLst>
            <pc:docMk/>
            <pc:sldMk cId="3114826884" sldId="258"/>
            <ac:picMk id="5" creationId="{24B608C2-5BAB-DF0F-9337-5D313FC89BB0}"/>
          </ac:picMkLst>
        </pc:picChg>
        <pc:picChg chg="add mod">
          <ac:chgData name="Mohammad Salman" userId="cfd6754c-e613-4f6f-bb98-36aef69d8c31" providerId="ADAL" clId="{D7BFA851-B04B-49FD-9F1B-F7C54C47BCCF}" dt="2023-09-17T16:37:03.924" v="4106" actId="1076"/>
          <ac:picMkLst>
            <pc:docMk/>
            <pc:sldMk cId="3114826884" sldId="258"/>
            <ac:picMk id="7" creationId="{CF7F3FB7-AF0B-C95A-22E8-76F8159F60B5}"/>
          </ac:picMkLst>
        </pc:picChg>
      </pc:sldChg>
      <pc:sldChg chg="addSp delSp modSp new mod setBg modClrScheme modAnim chgLayout">
        <pc:chgData name="Mohammad Salman" userId="cfd6754c-e613-4f6f-bb98-36aef69d8c31" providerId="ADAL" clId="{D7BFA851-B04B-49FD-9F1B-F7C54C47BCCF}" dt="2023-09-18T09:00:18.960" v="4902"/>
        <pc:sldMkLst>
          <pc:docMk/>
          <pc:sldMk cId="1988188918" sldId="259"/>
        </pc:sldMkLst>
        <pc:spChg chg="mod ord">
          <ac:chgData name="Mohammad Salman" userId="cfd6754c-e613-4f6f-bb98-36aef69d8c31" providerId="ADAL" clId="{D7BFA851-B04B-49FD-9F1B-F7C54C47BCCF}" dt="2023-09-17T15:18:53.706" v="1522" actId="20577"/>
          <ac:spMkLst>
            <pc:docMk/>
            <pc:sldMk cId="1988188918" sldId="259"/>
            <ac:spMk id="2" creationId="{59FD7826-14DA-AC68-8DFF-3C2CCB540B0B}"/>
          </ac:spMkLst>
        </pc:spChg>
        <pc:spChg chg="mod ord">
          <ac:chgData name="Mohammad Salman" userId="cfd6754c-e613-4f6f-bb98-36aef69d8c31" providerId="ADAL" clId="{D7BFA851-B04B-49FD-9F1B-F7C54C47BCCF}" dt="2023-09-17T15:34:25.575" v="1973" actId="14100"/>
          <ac:spMkLst>
            <pc:docMk/>
            <pc:sldMk cId="1988188918" sldId="259"/>
            <ac:spMk id="3" creationId="{36961C9F-B562-CB22-44C3-25BA06F21E95}"/>
          </ac:spMkLst>
        </pc:spChg>
        <pc:spChg chg="add mod ord">
          <ac:chgData name="Mohammad Salman" userId="cfd6754c-e613-4f6f-bb98-36aef69d8c31" providerId="ADAL" clId="{D7BFA851-B04B-49FD-9F1B-F7C54C47BCCF}" dt="2023-09-17T15:34:25.575" v="1973" actId="14100"/>
          <ac:spMkLst>
            <pc:docMk/>
            <pc:sldMk cId="1988188918" sldId="259"/>
            <ac:spMk id="4" creationId="{0EBAD705-3629-ABB9-1C44-0A2F7D2AF0C8}"/>
          </ac:spMkLst>
        </pc:spChg>
        <pc:spChg chg="add del mod">
          <ac:chgData name="Mohammad Salman" userId="cfd6754c-e613-4f6f-bb98-36aef69d8c31" providerId="ADAL" clId="{D7BFA851-B04B-49FD-9F1B-F7C54C47BCCF}" dt="2023-09-17T15:06:28.815" v="962" actId="478"/>
          <ac:spMkLst>
            <pc:docMk/>
            <pc:sldMk cId="1988188918" sldId="259"/>
            <ac:spMk id="5" creationId="{D1C8A787-B078-A81D-4B12-235DFBA60D8D}"/>
          </ac:spMkLst>
        </pc:spChg>
        <pc:spChg chg="add mod">
          <ac:chgData name="Mohammad Salman" userId="cfd6754c-e613-4f6f-bb98-36aef69d8c31" providerId="ADAL" clId="{D7BFA851-B04B-49FD-9F1B-F7C54C47BCCF}" dt="2023-09-17T15:12:08.526" v="1122" actId="1038"/>
          <ac:spMkLst>
            <pc:docMk/>
            <pc:sldMk cId="1988188918" sldId="259"/>
            <ac:spMk id="6" creationId="{BF111C9D-97A4-CDEC-CEBE-76EC267FEE46}"/>
          </ac:spMkLst>
        </pc:spChg>
        <pc:spChg chg="add mod">
          <ac:chgData name="Mohammad Salman" userId="cfd6754c-e613-4f6f-bb98-36aef69d8c31" providerId="ADAL" clId="{D7BFA851-B04B-49FD-9F1B-F7C54C47BCCF}" dt="2023-09-17T15:12:08.526" v="1122" actId="1038"/>
          <ac:spMkLst>
            <pc:docMk/>
            <pc:sldMk cId="1988188918" sldId="259"/>
            <ac:spMk id="7" creationId="{19FAB416-78C3-F8DC-5EFE-523F1FE4485D}"/>
          </ac:spMkLst>
        </pc:spChg>
        <pc:spChg chg="add mod">
          <ac:chgData name="Mohammad Salman" userId="cfd6754c-e613-4f6f-bb98-36aef69d8c31" providerId="ADAL" clId="{D7BFA851-B04B-49FD-9F1B-F7C54C47BCCF}" dt="2023-09-17T15:12:08.526" v="1122" actId="1038"/>
          <ac:spMkLst>
            <pc:docMk/>
            <pc:sldMk cId="1988188918" sldId="259"/>
            <ac:spMk id="8" creationId="{8C51CD17-FCF8-A668-FFE9-D62045BA6E6D}"/>
          </ac:spMkLst>
        </pc:spChg>
        <pc:spChg chg="add mod">
          <ac:chgData name="Mohammad Salman" userId="cfd6754c-e613-4f6f-bb98-36aef69d8c31" providerId="ADAL" clId="{D7BFA851-B04B-49FD-9F1B-F7C54C47BCCF}" dt="2023-09-17T15:12:08.526" v="1122" actId="1038"/>
          <ac:spMkLst>
            <pc:docMk/>
            <pc:sldMk cId="1988188918" sldId="259"/>
            <ac:spMk id="9" creationId="{FB867EE9-3DD2-F204-EDBA-13F8AE975016}"/>
          </ac:spMkLst>
        </pc:spChg>
        <pc:picChg chg="add del">
          <ac:chgData name="Mohammad Salman" userId="cfd6754c-e613-4f6f-bb98-36aef69d8c31" providerId="ADAL" clId="{D7BFA851-B04B-49FD-9F1B-F7C54C47BCCF}" dt="2023-09-17T15:11:53.697" v="1096" actId="22"/>
          <ac:picMkLst>
            <pc:docMk/>
            <pc:sldMk cId="1988188918" sldId="259"/>
            <ac:picMk id="11" creationId="{481519AB-20F1-C8CE-2D8A-906F7BBDB9B4}"/>
          </ac:picMkLst>
        </pc:picChg>
      </pc:sldChg>
      <pc:sldChg chg="addSp delSp modSp new mod setBg">
        <pc:chgData name="Mohammad Salman" userId="cfd6754c-e613-4f6f-bb98-36aef69d8c31" providerId="ADAL" clId="{D7BFA851-B04B-49FD-9F1B-F7C54C47BCCF}" dt="2023-09-17T15:28:39.599" v="1943"/>
        <pc:sldMkLst>
          <pc:docMk/>
          <pc:sldMk cId="3521723746" sldId="260"/>
        </pc:sldMkLst>
        <pc:spChg chg="mod">
          <ac:chgData name="Mohammad Salman" userId="cfd6754c-e613-4f6f-bb98-36aef69d8c31" providerId="ADAL" clId="{D7BFA851-B04B-49FD-9F1B-F7C54C47BCCF}" dt="2023-09-17T15:18:59.786" v="1523"/>
          <ac:spMkLst>
            <pc:docMk/>
            <pc:sldMk cId="3521723746" sldId="260"/>
            <ac:spMk id="2" creationId="{51F1ED71-5A64-D150-E2E7-A2DCD79614FD}"/>
          </ac:spMkLst>
        </pc:spChg>
        <pc:spChg chg="del">
          <ac:chgData name="Mohammad Salman" userId="cfd6754c-e613-4f6f-bb98-36aef69d8c31" providerId="ADAL" clId="{D7BFA851-B04B-49FD-9F1B-F7C54C47BCCF}" dt="2023-09-17T15:10:18.609" v="1015" actId="478"/>
          <ac:spMkLst>
            <pc:docMk/>
            <pc:sldMk cId="3521723746" sldId="260"/>
            <ac:spMk id="3" creationId="{4E78F575-3B25-81F7-8D5A-6D44435D070C}"/>
          </ac:spMkLst>
        </pc:spChg>
        <pc:spChg chg="del">
          <ac:chgData name="Mohammad Salman" userId="cfd6754c-e613-4f6f-bb98-36aef69d8c31" providerId="ADAL" clId="{D7BFA851-B04B-49FD-9F1B-F7C54C47BCCF}" dt="2023-09-17T15:10:18.609" v="1015" actId="478"/>
          <ac:spMkLst>
            <pc:docMk/>
            <pc:sldMk cId="3521723746" sldId="260"/>
            <ac:spMk id="4" creationId="{7407F307-0FC6-38DC-3C9A-09DF25D4D2A5}"/>
          </ac:spMkLst>
        </pc:spChg>
        <pc:spChg chg="add mod">
          <ac:chgData name="Mohammad Salman" userId="cfd6754c-e613-4f6f-bb98-36aef69d8c31" providerId="ADAL" clId="{D7BFA851-B04B-49FD-9F1B-F7C54C47BCCF}" dt="2023-09-17T15:11:04.415" v="1046" actId="692"/>
          <ac:spMkLst>
            <pc:docMk/>
            <pc:sldMk cId="3521723746" sldId="260"/>
            <ac:spMk id="7" creationId="{D368D325-2F2B-0E57-427E-7DA71FA8E856}"/>
          </ac:spMkLst>
        </pc:spChg>
        <pc:picChg chg="add mod">
          <ac:chgData name="Mohammad Salman" userId="cfd6754c-e613-4f6f-bb98-36aef69d8c31" providerId="ADAL" clId="{D7BFA851-B04B-49FD-9F1B-F7C54C47BCCF}" dt="2023-09-17T15:10:26.574" v="1018" actId="1076"/>
          <ac:picMkLst>
            <pc:docMk/>
            <pc:sldMk cId="3521723746" sldId="260"/>
            <ac:picMk id="6" creationId="{679785E5-B867-E3E9-1193-0665AF62B5DB}"/>
          </ac:picMkLst>
        </pc:picChg>
      </pc:sldChg>
      <pc:sldChg chg="addSp delSp modSp add del mod setBg modClrScheme modAnim chgLayout">
        <pc:chgData name="Mohammad Salman" userId="cfd6754c-e613-4f6f-bb98-36aef69d8c31" providerId="ADAL" clId="{D7BFA851-B04B-49FD-9F1B-F7C54C47BCCF}" dt="2023-09-19T07:33:40.178" v="5314" actId="207"/>
        <pc:sldMkLst>
          <pc:docMk/>
          <pc:sldMk cId="1258042829" sldId="261"/>
        </pc:sldMkLst>
        <pc:spChg chg="mod ord">
          <ac:chgData name="Mohammad Salman" userId="cfd6754c-e613-4f6f-bb98-36aef69d8c31" providerId="ADAL" clId="{D7BFA851-B04B-49FD-9F1B-F7C54C47BCCF}" dt="2023-09-17T15:19:01.894" v="1524"/>
          <ac:spMkLst>
            <pc:docMk/>
            <pc:sldMk cId="1258042829" sldId="261"/>
            <ac:spMk id="2" creationId="{59FD7826-14DA-AC68-8DFF-3C2CCB540B0B}"/>
          </ac:spMkLst>
        </pc:spChg>
        <pc:spChg chg="del mod ord">
          <ac:chgData name="Mohammad Salman" userId="cfd6754c-e613-4f6f-bb98-36aef69d8c31" providerId="ADAL" clId="{D7BFA851-B04B-49FD-9F1B-F7C54C47BCCF}" dt="2023-09-17T15:13:24.197" v="1133" actId="700"/>
          <ac:spMkLst>
            <pc:docMk/>
            <pc:sldMk cId="1258042829" sldId="261"/>
            <ac:spMk id="3" creationId="{36961C9F-B562-CB22-44C3-25BA06F21E95}"/>
          </ac:spMkLst>
        </pc:spChg>
        <pc:spChg chg="del mod">
          <ac:chgData name="Mohammad Salman" userId="cfd6754c-e613-4f6f-bb98-36aef69d8c31" providerId="ADAL" clId="{D7BFA851-B04B-49FD-9F1B-F7C54C47BCCF}" dt="2023-09-17T15:13:18.780" v="1131" actId="478"/>
          <ac:spMkLst>
            <pc:docMk/>
            <pc:sldMk cId="1258042829" sldId="261"/>
            <ac:spMk id="4" creationId="{0EBAD705-3629-ABB9-1C44-0A2F7D2AF0C8}"/>
          </ac:spMkLst>
        </pc:spChg>
        <pc:spChg chg="del">
          <ac:chgData name="Mohammad Salman" userId="cfd6754c-e613-4f6f-bb98-36aef69d8c31" providerId="ADAL" clId="{D7BFA851-B04B-49FD-9F1B-F7C54C47BCCF}" dt="2023-09-17T15:13:16.418" v="1129" actId="478"/>
          <ac:spMkLst>
            <pc:docMk/>
            <pc:sldMk cId="1258042829" sldId="261"/>
            <ac:spMk id="6" creationId="{BF111C9D-97A4-CDEC-CEBE-76EC267FEE46}"/>
          </ac:spMkLst>
        </pc:spChg>
        <pc:spChg chg="del">
          <ac:chgData name="Mohammad Salman" userId="cfd6754c-e613-4f6f-bb98-36aef69d8c31" providerId="ADAL" clId="{D7BFA851-B04B-49FD-9F1B-F7C54C47BCCF}" dt="2023-09-17T15:13:16.418" v="1129" actId="478"/>
          <ac:spMkLst>
            <pc:docMk/>
            <pc:sldMk cId="1258042829" sldId="261"/>
            <ac:spMk id="7" creationId="{19FAB416-78C3-F8DC-5EFE-523F1FE4485D}"/>
          </ac:spMkLst>
        </pc:spChg>
        <pc:spChg chg="del">
          <ac:chgData name="Mohammad Salman" userId="cfd6754c-e613-4f6f-bb98-36aef69d8c31" providerId="ADAL" clId="{D7BFA851-B04B-49FD-9F1B-F7C54C47BCCF}" dt="2023-09-17T15:13:16.418" v="1129" actId="478"/>
          <ac:spMkLst>
            <pc:docMk/>
            <pc:sldMk cId="1258042829" sldId="261"/>
            <ac:spMk id="8" creationId="{8C51CD17-FCF8-A668-FFE9-D62045BA6E6D}"/>
          </ac:spMkLst>
        </pc:spChg>
        <pc:spChg chg="del">
          <ac:chgData name="Mohammad Salman" userId="cfd6754c-e613-4f6f-bb98-36aef69d8c31" providerId="ADAL" clId="{D7BFA851-B04B-49FD-9F1B-F7C54C47BCCF}" dt="2023-09-17T15:13:16.418" v="1129" actId="478"/>
          <ac:spMkLst>
            <pc:docMk/>
            <pc:sldMk cId="1258042829" sldId="261"/>
            <ac:spMk id="9" creationId="{FB867EE9-3DD2-F204-EDBA-13F8AE975016}"/>
          </ac:spMkLst>
        </pc:spChg>
        <pc:spChg chg="add del mod">
          <ac:chgData name="Mohammad Salman" userId="cfd6754c-e613-4f6f-bb98-36aef69d8c31" providerId="ADAL" clId="{D7BFA851-B04B-49FD-9F1B-F7C54C47BCCF}" dt="2023-09-17T15:13:21.170" v="1132" actId="478"/>
          <ac:spMkLst>
            <pc:docMk/>
            <pc:sldMk cId="1258042829" sldId="261"/>
            <ac:spMk id="10" creationId="{7D63D653-5307-AA03-43FE-DCF00E980585}"/>
          </ac:spMkLst>
        </pc:spChg>
        <pc:spChg chg="add mod ord">
          <ac:chgData name="Mohammad Salman" userId="cfd6754c-e613-4f6f-bb98-36aef69d8c31" providerId="ADAL" clId="{D7BFA851-B04B-49FD-9F1B-F7C54C47BCCF}" dt="2023-09-19T07:33:40.178" v="5314" actId="207"/>
          <ac:spMkLst>
            <pc:docMk/>
            <pc:sldMk cId="1258042829" sldId="261"/>
            <ac:spMk id="11" creationId="{AD853AE6-3590-1D8E-648F-549C49B38FE4}"/>
          </ac:spMkLst>
        </pc:spChg>
      </pc:sldChg>
      <pc:sldChg chg="addSp delSp modSp new mod modClrScheme chgLayout">
        <pc:chgData name="Mohammad Salman" userId="cfd6754c-e613-4f6f-bb98-36aef69d8c31" providerId="ADAL" clId="{D7BFA851-B04B-49FD-9F1B-F7C54C47BCCF}" dt="2023-09-17T15:39:59.333" v="2138" actId="113"/>
        <pc:sldMkLst>
          <pc:docMk/>
          <pc:sldMk cId="3075754796" sldId="262"/>
        </pc:sldMkLst>
        <pc:spChg chg="mod ord">
          <ac:chgData name="Mohammad Salman" userId="cfd6754c-e613-4f6f-bb98-36aef69d8c31" providerId="ADAL" clId="{D7BFA851-B04B-49FD-9F1B-F7C54C47BCCF}" dt="2023-09-17T15:39:51.839" v="2137" actId="700"/>
          <ac:spMkLst>
            <pc:docMk/>
            <pc:sldMk cId="3075754796" sldId="262"/>
            <ac:spMk id="2" creationId="{644CB698-1EB7-3E23-C169-DB986C1CEDBA}"/>
          </ac:spMkLst>
        </pc:spChg>
        <pc:spChg chg="mod ord">
          <ac:chgData name="Mohammad Salman" userId="cfd6754c-e613-4f6f-bb98-36aef69d8c31" providerId="ADAL" clId="{D7BFA851-B04B-49FD-9F1B-F7C54C47BCCF}" dt="2023-09-17T15:39:59.333" v="2138" actId="113"/>
          <ac:spMkLst>
            <pc:docMk/>
            <pc:sldMk cId="3075754796" sldId="262"/>
            <ac:spMk id="3" creationId="{591A9AD8-006C-548B-65E6-E7794C865B56}"/>
          </ac:spMkLst>
        </pc:spChg>
        <pc:spChg chg="add del mod ord">
          <ac:chgData name="Mohammad Salman" userId="cfd6754c-e613-4f6f-bb98-36aef69d8c31" providerId="ADAL" clId="{D7BFA851-B04B-49FD-9F1B-F7C54C47BCCF}" dt="2023-09-17T15:39:51.839" v="2137" actId="700"/>
          <ac:spMkLst>
            <pc:docMk/>
            <pc:sldMk cId="3075754796" sldId="262"/>
            <ac:spMk id="4" creationId="{EAB6F7C3-0E42-DF2B-B793-95FECBB60D59}"/>
          </ac:spMkLst>
        </pc:spChg>
      </pc:sldChg>
      <pc:sldChg chg="modSp add mod modNotesTx">
        <pc:chgData name="Mohammad Salman" userId="cfd6754c-e613-4f6f-bb98-36aef69d8c31" providerId="ADAL" clId="{D7BFA851-B04B-49FD-9F1B-F7C54C47BCCF}" dt="2023-09-19T07:35:46.356" v="5316" actId="113"/>
        <pc:sldMkLst>
          <pc:docMk/>
          <pc:sldMk cId="1715693823" sldId="263"/>
        </pc:sldMkLst>
        <pc:spChg chg="mod">
          <ac:chgData name="Mohammad Salman" userId="cfd6754c-e613-4f6f-bb98-36aef69d8c31" providerId="ADAL" clId="{D7BFA851-B04B-49FD-9F1B-F7C54C47BCCF}" dt="2023-09-18T09:08:14.419" v="4920" actId="20577"/>
          <ac:spMkLst>
            <pc:docMk/>
            <pc:sldMk cId="1715693823" sldId="263"/>
            <ac:spMk id="3" creationId="{591A9AD8-006C-548B-65E6-E7794C865B56}"/>
          </ac:spMkLst>
        </pc:spChg>
      </pc:sldChg>
      <pc:sldChg chg="delSp new del mod">
        <pc:chgData name="Mohammad Salman" userId="cfd6754c-e613-4f6f-bb98-36aef69d8c31" providerId="ADAL" clId="{D7BFA851-B04B-49FD-9F1B-F7C54C47BCCF}" dt="2023-09-17T15:39:40.628" v="2136" actId="47"/>
        <pc:sldMkLst>
          <pc:docMk/>
          <pc:sldMk cId="687108842" sldId="264"/>
        </pc:sldMkLst>
        <pc:spChg chg="del">
          <ac:chgData name="Mohammad Salman" userId="cfd6754c-e613-4f6f-bb98-36aef69d8c31" providerId="ADAL" clId="{D7BFA851-B04B-49FD-9F1B-F7C54C47BCCF}" dt="2023-09-17T15:39:38.440" v="2134" actId="478"/>
          <ac:spMkLst>
            <pc:docMk/>
            <pc:sldMk cId="687108842" sldId="264"/>
            <ac:spMk id="2" creationId="{3F84CEAB-8392-D339-1F5F-02BD9C956588}"/>
          </ac:spMkLst>
        </pc:spChg>
        <pc:spChg chg="del">
          <ac:chgData name="Mohammad Salman" userId="cfd6754c-e613-4f6f-bb98-36aef69d8c31" providerId="ADAL" clId="{D7BFA851-B04B-49FD-9F1B-F7C54C47BCCF}" dt="2023-09-17T15:39:38.440" v="2134" actId="478"/>
          <ac:spMkLst>
            <pc:docMk/>
            <pc:sldMk cId="687108842" sldId="264"/>
            <ac:spMk id="3" creationId="{B1FD6FD9-16A2-4459-F4CE-9DF6346369E8}"/>
          </ac:spMkLst>
        </pc:spChg>
        <pc:spChg chg="del">
          <ac:chgData name="Mohammad Salman" userId="cfd6754c-e613-4f6f-bb98-36aef69d8c31" providerId="ADAL" clId="{D7BFA851-B04B-49FD-9F1B-F7C54C47BCCF}" dt="2023-09-17T15:39:38.440" v="2134" actId="478"/>
          <ac:spMkLst>
            <pc:docMk/>
            <pc:sldMk cId="687108842" sldId="264"/>
            <ac:spMk id="4" creationId="{37CC2117-93A2-E6B6-6564-8AA9DE7794C8}"/>
          </ac:spMkLst>
        </pc:spChg>
      </pc:sldChg>
      <pc:sldChg chg="addSp delSp modSp add mod modAnim">
        <pc:chgData name="Mohammad Salman" userId="cfd6754c-e613-4f6f-bb98-36aef69d8c31" providerId="ADAL" clId="{D7BFA851-B04B-49FD-9F1B-F7C54C47BCCF}" dt="2023-09-18T09:05:43.792" v="4909"/>
        <pc:sldMkLst>
          <pc:docMk/>
          <pc:sldMk cId="2621208043" sldId="265"/>
        </pc:sldMkLst>
        <pc:spChg chg="add mod">
          <ac:chgData name="Mohammad Salman" userId="cfd6754c-e613-4f6f-bb98-36aef69d8c31" providerId="ADAL" clId="{D7BFA851-B04B-49FD-9F1B-F7C54C47BCCF}" dt="2023-09-17T15:45:06.530" v="2316" actId="1076"/>
          <ac:spMkLst>
            <pc:docMk/>
            <pc:sldMk cId="2621208043" sldId="265"/>
            <ac:spMk id="4" creationId="{E17BEFE4-2C80-E90D-946F-8FF0FB45434A}"/>
          </ac:spMkLst>
        </pc:spChg>
        <pc:spChg chg="add mod">
          <ac:chgData name="Mohammad Salman" userId="cfd6754c-e613-4f6f-bb98-36aef69d8c31" providerId="ADAL" clId="{D7BFA851-B04B-49FD-9F1B-F7C54C47BCCF}" dt="2023-09-17T15:41:44.249" v="2151" actId="164"/>
          <ac:spMkLst>
            <pc:docMk/>
            <pc:sldMk cId="2621208043" sldId="265"/>
            <ac:spMk id="5" creationId="{62590BC5-0594-7074-65BC-3AFB149DDC2A}"/>
          </ac:spMkLst>
        </pc:spChg>
        <pc:spChg chg="add mod">
          <ac:chgData name="Mohammad Salman" userId="cfd6754c-e613-4f6f-bb98-36aef69d8c31" providerId="ADAL" clId="{D7BFA851-B04B-49FD-9F1B-F7C54C47BCCF}" dt="2023-09-17T15:41:44.249" v="2151" actId="164"/>
          <ac:spMkLst>
            <pc:docMk/>
            <pc:sldMk cId="2621208043" sldId="265"/>
            <ac:spMk id="6" creationId="{30B9E254-115E-B0A3-A484-F58A3542AFF4}"/>
          </ac:spMkLst>
        </pc:spChg>
        <pc:spChg chg="mod">
          <ac:chgData name="Mohammad Salman" userId="cfd6754c-e613-4f6f-bb98-36aef69d8c31" providerId="ADAL" clId="{D7BFA851-B04B-49FD-9F1B-F7C54C47BCCF}" dt="2023-09-17T15:45:12.398" v="2317" actId="1076"/>
          <ac:spMkLst>
            <pc:docMk/>
            <pc:sldMk cId="2621208043" sldId="265"/>
            <ac:spMk id="8" creationId="{9406EB17-A357-3665-6E3E-8DECC8A6FDAF}"/>
          </ac:spMkLst>
        </pc:spChg>
        <pc:spChg chg="add mod">
          <ac:chgData name="Mohammad Salman" userId="cfd6754c-e613-4f6f-bb98-36aef69d8c31" providerId="ADAL" clId="{D7BFA851-B04B-49FD-9F1B-F7C54C47BCCF}" dt="2023-09-17T15:45:15.798" v="2318" actId="1076"/>
          <ac:spMkLst>
            <pc:docMk/>
            <pc:sldMk cId="2621208043" sldId="265"/>
            <ac:spMk id="10" creationId="{C1606C83-B954-EED4-51CF-4A432BDEC3B9}"/>
          </ac:spMkLst>
        </pc:spChg>
        <pc:spChg chg="add mod">
          <ac:chgData name="Mohammad Salman" userId="cfd6754c-e613-4f6f-bb98-36aef69d8c31" providerId="ADAL" clId="{D7BFA851-B04B-49FD-9F1B-F7C54C47BCCF}" dt="2023-09-17T15:45:43.310" v="2327" actId="20577"/>
          <ac:spMkLst>
            <pc:docMk/>
            <pc:sldMk cId="2621208043" sldId="265"/>
            <ac:spMk id="11" creationId="{2D434C37-A82A-05AE-3EA5-694A08DCE399}"/>
          </ac:spMkLst>
        </pc:spChg>
        <pc:spChg chg="add mod">
          <ac:chgData name="Mohammad Salman" userId="cfd6754c-e613-4f6f-bb98-36aef69d8c31" providerId="ADAL" clId="{D7BFA851-B04B-49FD-9F1B-F7C54C47BCCF}" dt="2023-09-17T15:45:31.367" v="2321" actId="1076"/>
          <ac:spMkLst>
            <pc:docMk/>
            <pc:sldMk cId="2621208043" sldId="265"/>
            <ac:spMk id="12" creationId="{A1DDA6A5-3258-6DD7-2577-FD102258862C}"/>
          </ac:spMkLst>
        </pc:spChg>
        <pc:spChg chg="add mod">
          <ac:chgData name="Mohammad Salman" userId="cfd6754c-e613-4f6f-bb98-36aef69d8c31" providerId="ADAL" clId="{D7BFA851-B04B-49FD-9F1B-F7C54C47BCCF}" dt="2023-09-17T15:45:31.367" v="2321" actId="1076"/>
          <ac:spMkLst>
            <pc:docMk/>
            <pc:sldMk cId="2621208043" sldId="265"/>
            <ac:spMk id="13" creationId="{34B10F0F-264D-65F7-6C02-FBE14BA3ECED}"/>
          </ac:spMkLst>
        </pc:spChg>
        <pc:spChg chg="add mod">
          <ac:chgData name="Mohammad Salman" userId="cfd6754c-e613-4f6f-bb98-36aef69d8c31" providerId="ADAL" clId="{D7BFA851-B04B-49FD-9F1B-F7C54C47BCCF}" dt="2023-09-18T09:05:42.286" v="4908" actId="1076"/>
          <ac:spMkLst>
            <pc:docMk/>
            <pc:sldMk cId="2621208043" sldId="265"/>
            <ac:spMk id="14" creationId="{29588B5E-FF8A-BEF4-F00A-D10862C68E28}"/>
          </ac:spMkLst>
        </pc:spChg>
        <pc:spChg chg="add mod">
          <ac:chgData name="Mohammad Salman" userId="cfd6754c-e613-4f6f-bb98-36aef69d8c31" providerId="ADAL" clId="{D7BFA851-B04B-49FD-9F1B-F7C54C47BCCF}" dt="2023-09-17T15:46:44.518" v="2344" actId="692"/>
          <ac:spMkLst>
            <pc:docMk/>
            <pc:sldMk cId="2621208043" sldId="265"/>
            <ac:spMk id="15" creationId="{CC0DDA86-8ACB-16DE-EE52-B8A0676795EA}"/>
          </ac:spMkLst>
        </pc:spChg>
        <pc:spChg chg="add mod">
          <ac:chgData name="Mohammad Salman" userId="cfd6754c-e613-4f6f-bb98-36aef69d8c31" providerId="ADAL" clId="{D7BFA851-B04B-49FD-9F1B-F7C54C47BCCF}" dt="2023-09-17T15:46:05.876" v="2338" actId="207"/>
          <ac:spMkLst>
            <pc:docMk/>
            <pc:sldMk cId="2621208043" sldId="265"/>
            <ac:spMk id="16" creationId="{1A7A2218-004D-16E8-627F-83D60E2A1657}"/>
          </ac:spMkLst>
        </pc:spChg>
        <pc:spChg chg="add mod">
          <ac:chgData name="Mohammad Salman" userId="cfd6754c-e613-4f6f-bb98-36aef69d8c31" providerId="ADAL" clId="{D7BFA851-B04B-49FD-9F1B-F7C54C47BCCF}" dt="2023-09-17T15:47:06.306" v="2346" actId="20577"/>
          <ac:spMkLst>
            <pc:docMk/>
            <pc:sldMk cId="2621208043" sldId="265"/>
            <ac:spMk id="17" creationId="{198D19D7-EA2F-46E1-0C69-4855342AC572}"/>
          </ac:spMkLst>
        </pc:spChg>
        <pc:spChg chg="add mod">
          <ac:chgData name="Mohammad Salman" userId="cfd6754c-e613-4f6f-bb98-36aef69d8c31" providerId="ADAL" clId="{D7BFA851-B04B-49FD-9F1B-F7C54C47BCCF}" dt="2023-09-18T09:05:42.286" v="4908" actId="1076"/>
          <ac:spMkLst>
            <pc:docMk/>
            <pc:sldMk cId="2621208043" sldId="265"/>
            <ac:spMk id="18" creationId="{8A1D4F49-A051-B3A6-6A60-BB25BBE2C1EA}"/>
          </ac:spMkLst>
        </pc:spChg>
        <pc:grpChg chg="add mod">
          <ac:chgData name="Mohammad Salman" userId="cfd6754c-e613-4f6f-bb98-36aef69d8c31" providerId="ADAL" clId="{D7BFA851-B04B-49FD-9F1B-F7C54C47BCCF}" dt="2023-09-17T15:41:47.527" v="2152" actId="1076"/>
          <ac:grpSpMkLst>
            <pc:docMk/>
            <pc:sldMk cId="2621208043" sldId="265"/>
            <ac:grpSpMk id="9" creationId="{3DBFE767-8136-4DBC-09BB-E3D5A0B4C97B}"/>
          </ac:grpSpMkLst>
        </pc:grpChg>
        <pc:picChg chg="add mod">
          <ac:chgData name="Mohammad Salman" userId="cfd6754c-e613-4f6f-bb98-36aef69d8c31" providerId="ADAL" clId="{D7BFA851-B04B-49FD-9F1B-F7C54C47BCCF}" dt="2023-09-17T15:41:44.249" v="2151" actId="164"/>
          <ac:picMkLst>
            <pc:docMk/>
            <pc:sldMk cId="2621208043" sldId="265"/>
            <ac:picMk id="3" creationId="{530EE551-5226-60E5-B9D1-E109352B1ED6}"/>
          </ac:picMkLst>
        </pc:picChg>
        <pc:picChg chg="del">
          <ac:chgData name="Mohammad Salman" userId="cfd6754c-e613-4f6f-bb98-36aef69d8c31" providerId="ADAL" clId="{D7BFA851-B04B-49FD-9F1B-F7C54C47BCCF}" dt="2023-09-17T15:40:19.318" v="2139" actId="478"/>
          <ac:picMkLst>
            <pc:docMk/>
            <pc:sldMk cId="2621208043" sldId="265"/>
            <ac:picMk id="7" creationId="{CF7F3FB7-AF0B-C95A-22E8-76F8159F60B5}"/>
          </ac:picMkLst>
        </pc:picChg>
      </pc:sldChg>
      <pc:sldChg chg="addSp delSp modSp add mod">
        <pc:chgData name="Mohammad Salman" userId="cfd6754c-e613-4f6f-bb98-36aef69d8c31" providerId="ADAL" clId="{D7BFA851-B04B-49FD-9F1B-F7C54C47BCCF}" dt="2023-09-17T15:55:59.618" v="2566" actId="14100"/>
        <pc:sldMkLst>
          <pc:docMk/>
          <pc:sldMk cId="4057158888" sldId="266"/>
        </pc:sldMkLst>
        <pc:spChg chg="add del mod">
          <ac:chgData name="Mohammad Salman" userId="cfd6754c-e613-4f6f-bb98-36aef69d8c31" providerId="ADAL" clId="{D7BFA851-B04B-49FD-9F1B-F7C54C47BCCF}" dt="2023-09-17T15:49:25.274" v="2358" actId="1076"/>
          <ac:spMkLst>
            <pc:docMk/>
            <pc:sldMk cId="4057158888" sldId="266"/>
            <ac:spMk id="4" creationId="{E17BEFE4-2C80-E90D-946F-8FF0FB45434A}"/>
          </ac:spMkLst>
        </pc:spChg>
        <pc:spChg chg="add del mod topLvl">
          <ac:chgData name="Mohammad Salman" userId="cfd6754c-e613-4f6f-bb98-36aef69d8c31" providerId="ADAL" clId="{D7BFA851-B04B-49FD-9F1B-F7C54C47BCCF}" dt="2023-09-17T15:55:59.618" v="2566" actId="14100"/>
          <ac:spMkLst>
            <pc:docMk/>
            <pc:sldMk cId="4057158888" sldId="266"/>
            <ac:spMk id="5" creationId="{62590BC5-0594-7074-65BC-3AFB149DDC2A}"/>
          </ac:spMkLst>
        </pc:spChg>
        <pc:spChg chg="add del mod topLvl">
          <ac:chgData name="Mohammad Salman" userId="cfd6754c-e613-4f6f-bb98-36aef69d8c31" providerId="ADAL" clId="{D7BFA851-B04B-49FD-9F1B-F7C54C47BCCF}" dt="2023-09-17T15:49:43.815" v="2361" actId="14100"/>
          <ac:spMkLst>
            <pc:docMk/>
            <pc:sldMk cId="4057158888" sldId="266"/>
            <ac:spMk id="6" creationId="{30B9E254-115E-B0A3-A484-F58A3542AFF4}"/>
          </ac:spMkLst>
        </pc:spChg>
        <pc:spChg chg="mod">
          <ac:chgData name="Mohammad Salman" userId="cfd6754c-e613-4f6f-bb98-36aef69d8c31" providerId="ADAL" clId="{D7BFA851-B04B-49FD-9F1B-F7C54C47BCCF}" dt="2023-09-17T15:55:19.011" v="2564" actId="2711"/>
          <ac:spMkLst>
            <pc:docMk/>
            <pc:sldMk cId="4057158888" sldId="266"/>
            <ac:spMk id="8" creationId="{9406EB17-A357-3665-6E3E-8DECC8A6FDAF}"/>
          </ac:spMkLst>
        </pc:spChg>
        <pc:grpChg chg="add del mod">
          <ac:chgData name="Mohammad Salman" userId="cfd6754c-e613-4f6f-bb98-36aef69d8c31" providerId="ADAL" clId="{D7BFA851-B04B-49FD-9F1B-F7C54C47BCCF}" dt="2023-09-17T15:49:16.253" v="2355" actId="165"/>
          <ac:grpSpMkLst>
            <pc:docMk/>
            <pc:sldMk cId="4057158888" sldId="266"/>
            <ac:grpSpMk id="9" creationId="{3DBFE767-8136-4DBC-09BB-E3D5A0B4C97B}"/>
          </ac:grpSpMkLst>
        </pc:grpChg>
        <pc:picChg chg="mod topLvl">
          <ac:chgData name="Mohammad Salman" userId="cfd6754c-e613-4f6f-bb98-36aef69d8c31" providerId="ADAL" clId="{D7BFA851-B04B-49FD-9F1B-F7C54C47BCCF}" dt="2023-09-17T15:49:16.253" v="2355" actId="165"/>
          <ac:picMkLst>
            <pc:docMk/>
            <pc:sldMk cId="4057158888" sldId="266"/>
            <ac:picMk id="3" creationId="{530EE551-5226-60E5-B9D1-E109352B1ED6}"/>
          </ac:picMkLst>
        </pc:picChg>
      </pc:sldChg>
      <pc:sldChg chg="addSp delSp modSp new mod">
        <pc:chgData name="Mohammad Salman" userId="cfd6754c-e613-4f6f-bb98-36aef69d8c31" providerId="ADAL" clId="{D7BFA851-B04B-49FD-9F1B-F7C54C47BCCF}" dt="2023-09-17T15:57:13.537" v="2571" actId="1076"/>
        <pc:sldMkLst>
          <pc:docMk/>
          <pc:sldMk cId="2532094233" sldId="267"/>
        </pc:sldMkLst>
        <pc:spChg chg="del">
          <ac:chgData name="Mohammad Salman" userId="cfd6754c-e613-4f6f-bb98-36aef69d8c31" providerId="ADAL" clId="{D7BFA851-B04B-49FD-9F1B-F7C54C47BCCF}" dt="2023-09-17T15:57:06.740" v="2568" actId="478"/>
          <ac:spMkLst>
            <pc:docMk/>
            <pc:sldMk cId="2532094233" sldId="267"/>
            <ac:spMk id="2" creationId="{89422AC4-70D7-B0E6-2000-288907727153}"/>
          </ac:spMkLst>
        </pc:spChg>
        <pc:spChg chg="del">
          <ac:chgData name="Mohammad Salman" userId="cfd6754c-e613-4f6f-bb98-36aef69d8c31" providerId="ADAL" clId="{D7BFA851-B04B-49FD-9F1B-F7C54C47BCCF}" dt="2023-09-17T15:57:06.740" v="2568" actId="478"/>
          <ac:spMkLst>
            <pc:docMk/>
            <pc:sldMk cId="2532094233" sldId="267"/>
            <ac:spMk id="3" creationId="{EA4F7433-7347-86B5-5627-0CBB22CFEE4E}"/>
          </ac:spMkLst>
        </pc:spChg>
        <pc:picChg chg="add mod">
          <ac:chgData name="Mohammad Salman" userId="cfd6754c-e613-4f6f-bb98-36aef69d8c31" providerId="ADAL" clId="{D7BFA851-B04B-49FD-9F1B-F7C54C47BCCF}" dt="2023-09-17T15:57:13.537" v="2571" actId="1076"/>
          <ac:picMkLst>
            <pc:docMk/>
            <pc:sldMk cId="2532094233" sldId="267"/>
            <ac:picMk id="5" creationId="{8725B01F-64D9-4E84-30A3-F28869D89568}"/>
          </ac:picMkLst>
        </pc:picChg>
      </pc:sldChg>
      <pc:sldChg chg="modSp new mod modAnim">
        <pc:chgData name="Mohammad Salman" userId="cfd6754c-e613-4f6f-bb98-36aef69d8c31" providerId="ADAL" clId="{D7BFA851-B04B-49FD-9F1B-F7C54C47BCCF}" dt="2023-09-19T07:37:19.445" v="5369" actId="20577"/>
        <pc:sldMkLst>
          <pc:docMk/>
          <pc:sldMk cId="1501847599" sldId="268"/>
        </pc:sldMkLst>
        <pc:spChg chg="mod">
          <ac:chgData name="Mohammad Salman" userId="cfd6754c-e613-4f6f-bb98-36aef69d8c31" providerId="ADAL" clId="{D7BFA851-B04B-49FD-9F1B-F7C54C47BCCF}" dt="2023-09-17T16:00:37.638" v="2590" actId="20577"/>
          <ac:spMkLst>
            <pc:docMk/>
            <pc:sldMk cId="1501847599" sldId="268"/>
            <ac:spMk id="2" creationId="{32DB7C85-3F85-38A4-55AC-9A50968E1579}"/>
          </ac:spMkLst>
        </pc:spChg>
        <pc:spChg chg="mod">
          <ac:chgData name="Mohammad Salman" userId="cfd6754c-e613-4f6f-bb98-36aef69d8c31" providerId="ADAL" clId="{D7BFA851-B04B-49FD-9F1B-F7C54C47BCCF}" dt="2023-09-19T07:37:19.445" v="5369" actId="20577"/>
          <ac:spMkLst>
            <pc:docMk/>
            <pc:sldMk cId="1501847599" sldId="268"/>
            <ac:spMk id="3" creationId="{3FCF078D-091F-CE53-A3AF-576CD2831F6A}"/>
          </ac:spMkLst>
        </pc:spChg>
      </pc:sldChg>
      <pc:sldChg chg="addSp delSp modSp new mod modAnim">
        <pc:chgData name="Mohammad Salman" userId="cfd6754c-e613-4f6f-bb98-36aef69d8c31" providerId="ADAL" clId="{D7BFA851-B04B-49FD-9F1B-F7C54C47BCCF}" dt="2023-09-18T09:11:18.124" v="4935" actId="1076"/>
        <pc:sldMkLst>
          <pc:docMk/>
          <pc:sldMk cId="4243259464" sldId="269"/>
        </pc:sldMkLst>
        <pc:spChg chg="del">
          <ac:chgData name="Mohammad Salman" userId="cfd6754c-e613-4f6f-bb98-36aef69d8c31" providerId="ADAL" clId="{D7BFA851-B04B-49FD-9F1B-F7C54C47BCCF}" dt="2023-09-17T16:05:36.973" v="2715" actId="478"/>
          <ac:spMkLst>
            <pc:docMk/>
            <pc:sldMk cId="4243259464" sldId="269"/>
            <ac:spMk id="2" creationId="{60E39DEF-78C3-B21C-E694-57844DC46E11}"/>
          </ac:spMkLst>
        </pc:spChg>
        <pc:spChg chg="add mod">
          <ac:chgData name="Mohammad Salman" userId="cfd6754c-e613-4f6f-bb98-36aef69d8c31" providerId="ADAL" clId="{D7BFA851-B04B-49FD-9F1B-F7C54C47BCCF}" dt="2023-09-18T09:11:18.124" v="4935" actId="1076"/>
          <ac:spMkLst>
            <pc:docMk/>
            <pc:sldMk cId="4243259464" sldId="269"/>
            <ac:spMk id="2" creationId="{D90DA35F-B05B-5E9B-5C2B-42AF04334033}"/>
          </ac:spMkLst>
        </pc:spChg>
        <pc:spChg chg="del">
          <ac:chgData name="Mohammad Salman" userId="cfd6754c-e613-4f6f-bb98-36aef69d8c31" providerId="ADAL" clId="{D7BFA851-B04B-49FD-9F1B-F7C54C47BCCF}" dt="2023-09-17T16:05:36.973" v="2715" actId="478"/>
          <ac:spMkLst>
            <pc:docMk/>
            <pc:sldMk cId="4243259464" sldId="269"/>
            <ac:spMk id="3" creationId="{F8EA2345-BC88-6140-FD38-F6FEA03F557E}"/>
          </ac:spMkLst>
        </pc:spChg>
        <pc:spChg chg="add mod">
          <ac:chgData name="Mohammad Salman" userId="cfd6754c-e613-4f6f-bb98-36aef69d8c31" providerId="ADAL" clId="{D7BFA851-B04B-49FD-9F1B-F7C54C47BCCF}" dt="2023-09-17T16:09:59.600" v="3077" actId="1076"/>
          <ac:spMkLst>
            <pc:docMk/>
            <pc:sldMk cId="4243259464" sldId="269"/>
            <ac:spMk id="6" creationId="{895A84E9-0D60-B414-1B06-84F7D06E9946}"/>
          </ac:spMkLst>
        </pc:spChg>
        <pc:spChg chg="add mod">
          <ac:chgData name="Mohammad Salman" userId="cfd6754c-e613-4f6f-bb98-36aef69d8c31" providerId="ADAL" clId="{D7BFA851-B04B-49FD-9F1B-F7C54C47BCCF}" dt="2023-09-17T16:09:59.600" v="3077" actId="1076"/>
          <ac:spMkLst>
            <pc:docMk/>
            <pc:sldMk cId="4243259464" sldId="269"/>
            <ac:spMk id="7" creationId="{EF077DC9-051A-CFE7-0870-4AA8A6978FAA}"/>
          </ac:spMkLst>
        </pc:spChg>
        <pc:spChg chg="add mod">
          <ac:chgData name="Mohammad Salman" userId="cfd6754c-e613-4f6f-bb98-36aef69d8c31" providerId="ADAL" clId="{D7BFA851-B04B-49FD-9F1B-F7C54C47BCCF}" dt="2023-09-17T16:11:21.948" v="3108" actId="20577"/>
          <ac:spMkLst>
            <pc:docMk/>
            <pc:sldMk cId="4243259464" sldId="269"/>
            <ac:spMk id="8" creationId="{C38746AE-E528-993C-6CDF-9DE8E0691DD7}"/>
          </ac:spMkLst>
        </pc:spChg>
        <pc:spChg chg="add mod">
          <ac:chgData name="Mohammad Salman" userId="cfd6754c-e613-4f6f-bb98-36aef69d8c31" providerId="ADAL" clId="{D7BFA851-B04B-49FD-9F1B-F7C54C47BCCF}" dt="2023-09-17T16:10:33.148" v="3085" actId="1076"/>
          <ac:spMkLst>
            <pc:docMk/>
            <pc:sldMk cId="4243259464" sldId="269"/>
            <ac:spMk id="9" creationId="{3BF98361-9B07-965D-0BF3-8413DCC5FFC7}"/>
          </ac:spMkLst>
        </pc:spChg>
        <pc:spChg chg="add mod">
          <ac:chgData name="Mohammad Salman" userId="cfd6754c-e613-4f6f-bb98-36aef69d8c31" providerId="ADAL" clId="{D7BFA851-B04B-49FD-9F1B-F7C54C47BCCF}" dt="2023-09-17T16:10:19.737" v="3081" actId="1076"/>
          <ac:spMkLst>
            <pc:docMk/>
            <pc:sldMk cId="4243259464" sldId="269"/>
            <ac:spMk id="10" creationId="{FD37160D-4C35-C624-7D3B-22FEB23A4601}"/>
          </ac:spMkLst>
        </pc:spChg>
        <pc:spChg chg="add del mod">
          <ac:chgData name="Mohammad Salman" userId="cfd6754c-e613-4f6f-bb98-36aef69d8c31" providerId="ADAL" clId="{D7BFA851-B04B-49FD-9F1B-F7C54C47BCCF}" dt="2023-09-17T16:10:29.416" v="3084" actId="478"/>
          <ac:spMkLst>
            <pc:docMk/>
            <pc:sldMk cId="4243259464" sldId="269"/>
            <ac:spMk id="11" creationId="{317F6BE9-25ED-846A-CEC2-227BB125819F}"/>
          </ac:spMkLst>
        </pc:spChg>
        <pc:spChg chg="add mod">
          <ac:chgData name="Mohammad Salman" userId="cfd6754c-e613-4f6f-bb98-36aef69d8c31" providerId="ADAL" clId="{D7BFA851-B04B-49FD-9F1B-F7C54C47BCCF}" dt="2023-09-17T16:10:19.737" v="3081" actId="1076"/>
          <ac:spMkLst>
            <pc:docMk/>
            <pc:sldMk cId="4243259464" sldId="269"/>
            <ac:spMk id="12" creationId="{33C1DFDA-923E-D0D9-DCC3-EE12DBC81A51}"/>
          </ac:spMkLst>
        </pc:spChg>
        <pc:spChg chg="add mod">
          <ac:chgData name="Mohammad Salman" userId="cfd6754c-e613-4f6f-bb98-36aef69d8c31" providerId="ADAL" clId="{D7BFA851-B04B-49FD-9F1B-F7C54C47BCCF}" dt="2023-09-17T16:10:36.932" v="3086" actId="1076"/>
          <ac:spMkLst>
            <pc:docMk/>
            <pc:sldMk cId="4243259464" sldId="269"/>
            <ac:spMk id="13" creationId="{770D01DE-617E-91C1-9E34-07E730552F6E}"/>
          </ac:spMkLst>
        </pc:spChg>
        <pc:spChg chg="add mod">
          <ac:chgData name="Mohammad Salman" userId="cfd6754c-e613-4f6f-bb98-36aef69d8c31" providerId="ADAL" clId="{D7BFA851-B04B-49FD-9F1B-F7C54C47BCCF}" dt="2023-09-17T16:10:19.737" v="3081" actId="1076"/>
          <ac:spMkLst>
            <pc:docMk/>
            <pc:sldMk cId="4243259464" sldId="269"/>
            <ac:spMk id="14" creationId="{15F302F7-33CD-8724-7E94-B8E7D7739511}"/>
          </ac:spMkLst>
        </pc:spChg>
        <pc:spChg chg="add del mod">
          <ac:chgData name="Mohammad Salman" userId="cfd6754c-e613-4f6f-bb98-36aef69d8c31" providerId="ADAL" clId="{D7BFA851-B04B-49FD-9F1B-F7C54C47BCCF}" dt="2023-09-17T16:10:29.416" v="3084" actId="478"/>
          <ac:spMkLst>
            <pc:docMk/>
            <pc:sldMk cId="4243259464" sldId="269"/>
            <ac:spMk id="15" creationId="{7BFFE0AB-195B-5061-EF8B-9B2F3CCC7873}"/>
          </ac:spMkLst>
        </pc:spChg>
        <pc:spChg chg="add mod">
          <ac:chgData name="Mohammad Salman" userId="cfd6754c-e613-4f6f-bb98-36aef69d8c31" providerId="ADAL" clId="{D7BFA851-B04B-49FD-9F1B-F7C54C47BCCF}" dt="2023-09-17T16:13:31.652" v="3128" actId="20577"/>
          <ac:spMkLst>
            <pc:docMk/>
            <pc:sldMk cId="4243259464" sldId="269"/>
            <ac:spMk id="16" creationId="{5EE974FF-5A66-3094-6D6D-9CEECCFB0E37}"/>
          </ac:spMkLst>
        </pc:spChg>
        <pc:spChg chg="add mod">
          <ac:chgData name="Mohammad Salman" userId="cfd6754c-e613-4f6f-bb98-36aef69d8c31" providerId="ADAL" clId="{D7BFA851-B04B-49FD-9F1B-F7C54C47BCCF}" dt="2023-09-17T16:11:16.813" v="3106" actId="1076"/>
          <ac:spMkLst>
            <pc:docMk/>
            <pc:sldMk cId="4243259464" sldId="269"/>
            <ac:spMk id="17" creationId="{925BC39C-B8C7-4CA5-0247-200959FBADB9}"/>
          </ac:spMkLst>
        </pc:spChg>
        <pc:spChg chg="add mod">
          <ac:chgData name="Mohammad Salman" userId="cfd6754c-e613-4f6f-bb98-36aef69d8c31" providerId="ADAL" clId="{D7BFA851-B04B-49FD-9F1B-F7C54C47BCCF}" dt="2023-09-17T16:11:25.837" v="3110" actId="20577"/>
          <ac:spMkLst>
            <pc:docMk/>
            <pc:sldMk cId="4243259464" sldId="269"/>
            <ac:spMk id="18" creationId="{95371C57-EC17-26C4-92BD-65E79BC11B08}"/>
          </ac:spMkLst>
        </pc:spChg>
        <pc:spChg chg="add mod">
          <ac:chgData name="Mohammad Salman" userId="cfd6754c-e613-4f6f-bb98-36aef69d8c31" providerId="ADAL" clId="{D7BFA851-B04B-49FD-9F1B-F7C54C47BCCF}" dt="2023-09-17T16:13:35.437" v="3134" actId="20577"/>
          <ac:spMkLst>
            <pc:docMk/>
            <pc:sldMk cId="4243259464" sldId="269"/>
            <ac:spMk id="19" creationId="{2881DB8F-235A-4366-666A-32C5750B3297}"/>
          </ac:spMkLst>
        </pc:spChg>
        <pc:spChg chg="add mod">
          <ac:chgData name="Mohammad Salman" userId="cfd6754c-e613-4f6f-bb98-36aef69d8c31" providerId="ADAL" clId="{D7BFA851-B04B-49FD-9F1B-F7C54C47BCCF}" dt="2023-09-17T16:11:13.501" v="3105" actId="1076"/>
          <ac:spMkLst>
            <pc:docMk/>
            <pc:sldMk cId="4243259464" sldId="269"/>
            <ac:spMk id="20" creationId="{32A14232-1835-77D0-B00D-AF4D9DD423D7}"/>
          </ac:spMkLst>
        </pc:spChg>
        <pc:spChg chg="add mod">
          <ac:chgData name="Mohammad Salman" userId="cfd6754c-e613-4f6f-bb98-36aef69d8c31" providerId="ADAL" clId="{D7BFA851-B04B-49FD-9F1B-F7C54C47BCCF}" dt="2023-09-17T16:11:29.487" v="3112" actId="20577"/>
          <ac:spMkLst>
            <pc:docMk/>
            <pc:sldMk cId="4243259464" sldId="269"/>
            <ac:spMk id="21" creationId="{70FF3143-9E4B-809F-B21E-8D42CDAE68F6}"/>
          </ac:spMkLst>
        </pc:spChg>
        <pc:spChg chg="add mod">
          <ac:chgData name="Mohammad Salman" userId="cfd6754c-e613-4f6f-bb98-36aef69d8c31" providerId="ADAL" clId="{D7BFA851-B04B-49FD-9F1B-F7C54C47BCCF}" dt="2023-09-17T16:15:07.982" v="3147" actId="692"/>
          <ac:spMkLst>
            <pc:docMk/>
            <pc:sldMk cId="4243259464" sldId="269"/>
            <ac:spMk id="22" creationId="{821B8D0E-321A-FFA6-1D61-D9FF9B6A5F2F}"/>
          </ac:spMkLst>
        </pc:spChg>
        <pc:picChg chg="add mod">
          <ac:chgData name="Mohammad Salman" userId="cfd6754c-e613-4f6f-bb98-36aef69d8c31" providerId="ADAL" clId="{D7BFA851-B04B-49FD-9F1B-F7C54C47BCCF}" dt="2023-09-17T16:10:04.567" v="3079" actId="14100"/>
          <ac:picMkLst>
            <pc:docMk/>
            <pc:sldMk cId="4243259464" sldId="269"/>
            <ac:picMk id="5" creationId="{A584C0E1-D520-5413-D1C1-9A24F4B42B71}"/>
          </ac:picMkLst>
        </pc:picChg>
      </pc:sldChg>
      <pc:sldChg chg="modSp new mod">
        <pc:chgData name="Mohammad Salman" userId="cfd6754c-e613-4f6f-bb98-36aef69d8c31" providerId="ADAL" clId="{D7BFA851-B04B-49FD-9F1B-F7C54C47BCCF}" dt="2023-09-19T07:38:14.173" v="5386" actId="20577"/>
        <pc:sldMkLst>
          <pc:docMk/>
          <pc:sldMk cId="1383039907" sldId="270"/>
        </pc:sldMkLst>
        <pc:spChg chg="mod">
          <ac:chgData name="Mohammad Salman" userId="cfd6754c-e613-4f6f-bb98-36aef69d8c31" providerId="ADAL" clId="{D7BFA851-B04B-49FD-9F1B-F7C54C47BCCF}" dt="2023-09-17T16:23:06.352" v="3318" actId="20577"/>
          <ac:spMkLst>
            <pc:docMk/>
            <pc:sldMk cId="1383039907" sldId="270"/>
            <ac:spMk id="2" creationId="{B85B75E8-C3BD-072D-20A8-BEFC511B297A}"/>
          </ac:spMkLst>
        </pc:spChg>
        <pc:spChg chg="mod">
          <ac:chgData name="Mohammad Salman" userId="cfd6754c-e613-4f6f-bb98-36aef69d8c31" providerId="ADAL" clId="{D7BFA851-B04B-49FD-9F1B-F7C54C47BCCF}" dt="2023-09-19T07:38:14.173" v="5386" actId="20577"/>
          <ac:spMkLst>
            <pc:docMk/>
            <pc:sldMk cId="1383039907" sldId="270"/>
            <ac:spMk id="3" creationId="{6C4301FC-9C7E-950B-CA34-C30965B0B9CC}"/>
          </ac:spMkLst>
        </pc:spChg>
      </pc:sldChg>
      <pc:sldChg chg="addSp delSp modSp new mod modNotesTx">
        <pc:chgData name="Mohammad Salman" userId="cfd6754c-e613-4f6f-bb98-36aef69d8c31" providerId="ADAL" clId="{D7BFA851-B04B-49FD-9F1B-F7C54C47BCCF}" dt="2023-09-17T16:32:22.798" v="4024" actId="20577"/>
        <pc:sldMkLst>
          <pc:docMk/>
          <pc:sldMk cId="824473095" sldId="271"/>
        </pc:sldMkLst>
        <pc:spChg chg="del">
          <ac:chgData name="Mohammad Salman" userId="cfd6754c-e613-4f6f-bb98-36aef69d8c31" providerId="ADAL" clId="{D7BFA851-B04B-49FD-9F1B-F7C54C47BCCF}" dt="2023-09-17T16:27:44.736" v="3782" actId="478"/>
          <ac:spMkLst>
            <pc:docMk/>
            <pc:sldMk cId="824473095" sldId="271"/>
            <ac:spMk id="2" creationId="{09B41D04-4D13-0622-711A-FC50F1C6AEF8}"/>
          </ac:spMkLst>
        </pc:spChg>
        <pc:spChg chg="del">
          <ac:chgData name="Mohammad Salman" userId="cfd6754c-e613-4f6f-bb98-36aef69d8c31" providerId="ADAL" clId="{D7BFA851-B04B-49FD-9F1B-F7C54C47BCCF}" dt="2023-09-17T16:27:44.736" v="3782" actId="478"/>
          <ac:spMkLst>
            <pc:docMk/>
            <pc:sldMk cId="824473095" sldId="271"/>
            <ac:spMk id="3" creationId="{8296C6E0-B07D-F85D-26FD-B8B2982FDE04}"/>
          </ac:spMkLst>
        </pc:spChg>
        <pc:spChg chg="add del">
          <ac:chgData name="Mohammad Salman" userId="cfd6754c-e613-4f6f-bb98-36aef69d8c31" providerId="ADAL" clId="{D7BFA851-B04B-49FD-9F1B-F7C54C47BCCF}" dt="2023-09-17T16:32:11.125" v="4017" actId="22"/>
          <ac:spMkLst>
            <pc:docMk/>
            <pc:sldMk cId="824473095" sldId="271"/>
            <ac:spMk id="10" creationId="{738F655B-02AE-788D-5EFF-5A31436AB065}"/>
          </ac:spMkLst>
        </pc:spChg>
        <pc:spChg chg="add del mod">
          <ac:chgData name="Mohammad Salman" userId="cfd6754c-e613-4f6f-bb98-36aef69d8c31" providerId="ADAL" clId="{D7BFA851-B04B-49FD-9F1B-F7C54C47BCCF}" dt="2023-09-17T16:32:17.007" v="4020" actId="478"/>
          <ac:spMkLst>
            <pc:docMk/>
            <pc:sldMk cId="824473095" sldId="271"/>
            <ac:spMk id="12" creationId="{20CA906D-07BA-FCAB-83A4-B63B068E50CC}"/>
          </ac:spMkLst>
        </pc:spChg>
        <pc:grpChg chg="add mod">
          <ac:chgData name="Mohammad Salman" userId="cfd6754c-e613-4f6f-bb98-36aef69d8c31" providerId="ADAL" clId="{D7BFA851-B04B-49FD-9F1B-F7C54C47BCCF}" dt="2023-09-17T16:28:49.050" v="3830" actId="1076"/>
          <ac:grpSpMkLst>
            <pc:docMk/>
            <pc:sldMk cId="824473095" sldId="271"/>
            <ac:grpSpMk id="8" creationId="{696825B4-1163-566D-0039-93B3AB778212}"/>
          </ac:grpSpMkLst>
        </pc:grpChg>
        <pc:picChg chg="add mod">
          <ac:chgData name="Mohammad Salman" userId="cfd6754c-e613-4f6f-bb98-36aef69d8c31" providerId="ADAL" clId="{D7BFA851-B04B-49FD-9F1B-F7C54C47BCCF}" dt="2023-09-17T16:28:09.509" v="3790" actId="164"/>
          <ac:picMkLst>
            <pc:docMk/>
            <pc:sldMk cId="824473095" sldId="271"/>
            <ac:picMk id="5" creationId="{3B8230C0-F052-86C8-76D1-9A78CC228249}"/>
          </ac:picMkLst>
        </pc:picChg>
        <pc:picChg chg="add mod">
          <ac:chgData name="Mohammad Salman" userId="cfd6754c-e613-4f6f-bb98-36aef69d8c31" providerId="ADAL" clId="{D7BFA851-B04B-49FD-9F1B-F7C54C47BCCF}" dt="2023-09-17T16:28:31.831" v="3826" actId="1037"/>
          <ac:picMkLst>
            <pc:docMk/>
            <pc:sldMk cId="824473095" sldId="271"/>
            <ac:picMk id="7" creationId="{563BEBCF-530F-2D9F-A335-C368F31F39DD}"/>
          </ac:picMkLst>
        </pc:picChg>
      </pc:sldChg>
      <pc:sldChg chg="addSp delSp modSp new mod setBg modClrScheme chgLayout">
        <pc:chgData name="Mohammad Salman" userId="cfd6754c-e613-4f6f-bb98-36aef69d8c31" providerId="ADAL" clId="{D7BFA851-B04B-49FD-9F1B-F7C54C47BCCF}" dt="2023-09-17T16:39:55.669" v="4169"/>
        <pc:sldMkLst>
          <pc:docMk/>
          <pc:sldMk cId="1823765447" sldId="272"/>
        </pc:sldMkLst>
        <pc:spChg chg="del mod ord">
          <ac:chgData name="Mohammad Salman" userId="cfd6754c-e613-4f6f-bb98-36aef69d8c31" providerId="ADAL" clId="{D7BFA851-B04B-49FD-9F1B-F7C54C47BCCF}" dt="2023-09-17T16:39:42.806" v="4135" actId="700"/>
          <ac:spMkLst>
            <pc:docMk/>
            <pc:sldMk cId="1823765447" sldId="272"/>
            <ac:spMk id="2" creationId="{09297FA8-AF9D-56B3-3D31-03538BA8D2E6}"/>
          </ac:spMkLst>
        </pc:spChg>
        <pc:spChg chg="del mod ord">
          <ac:chgData name="Mohammad Salman" userId="cfd6754c-e613-4f6f-bb98-36aef69d8c31" providerId="ADAL" clId="{D7BFA851-B04B-49FD-9F1B-F7C54C47BCCF}" dt="2023-09-17T16:39:42.806" v="4135" actId="700"/>
          <ac:spMkLst>
            <pc:docMk/>
            <pc:sldMk cId="1823765447" sldId="272"/>
            <ac:spMk id="3" creationId="{F79A4509-EF8F-B5D0-F517-E5D96E530B4A}"/>
          </ac:spMkLst>
        </pc:spChg>
        <pc:spChg chg="add mod ord">
          <ac:chgData name="Mohammad Salman" userId="cfd6754c-e613-4f6f-bb98-36aef69d8c31" providerId="ADAL" clId="{D7BFA851-B04B-49FD-9F1B-F7C54C47BCCF}" dt="2023-09-17T16:39:46.873" v="4148" actId="20577"/>
          <ac:spMkLst>
            <pc:docMk/>
            <pc:sldMk cId="1823765447" sldId="272"/>
            <ac:spMk id="4" creationId="{C20069CC-E1F2-F1EB-02CE-0E141840D540}"/>
          </ac:spMkLst>
        </pc:spChg>
        <pc:spChg chg="add mod ord">
          <ac:chgData name="Mohammad Salman" userId="cfd6754c-e613-4f6f-bb98-36aef69d8c31" providerId="ADAL" clId="{D7BFA851-B04B-49FD-9F1B-F7C54C47BCCF}" dt="2023-09-17T16:39:51.805" v="4168" actId="114"/>
          <ac:spMkLst>
            <pc:docMk/>
            <pc:sldMk cId="1823765447" sldId="272"/>
            <ac:spMk id="5" creationId="{1FF1D500-4A67-92E8-FC89-4C4C9D923B1C}"/>
          </ac:spMkLst>
        </pc:spChg>
      </pc:sldChg>
      <pc:sldChg chg="modSp add mod setBg">
        <pc:chgData name="Mohammad Salman" userId="cfd6754c-e613-4f6f-bb98-36aef69d8c31" providerId="ADAL" clId="{D7BFA851-B04B-49FD-9F1B-F7C54C47BCCF}" dt="2023-09-17T16:40:34.252" v="4218" actId="20577"/>
        <pc:sldMkLst>
          <pc:docMk/>
          <pc:sldMk cId="2561511964" sldId="273"/>
        </pc:sldMkLst>
        <pc:spChg chg="mod">
          <ac:chgData name="Mohammad Salman" userId="cfd6754c-e613-4f6f-bb98-36aef69d8c31" providerId="ADAL" clId="{D7BFA851-B04B-49FD-9F1B-F7C54C47BCCF}" dt="2023-09-17T16:40:34.252" v="4218" actId="20577"/>
          <ac:spMkLst>
            <pc:docMk/>
            <pc:sldMk cId="2561511964" sldId="273"/>
            <ac:spMk id="4" creationId="{C20069CC-E1F2-F1EB-02CE-0E141840D540}"/>
          </ac:spMkLst>
        </pc:spChg>
        <pc:spChg chg="mod">
          <ac:chgData name="Mohammad Salman" userId="cfd6754c-e613-4f6f-bb98-36aef69d8c31" providerId="ADAL" clId="{D7BFA851-B04B-49FD-9F1B-F7C54C47BCCF}" dt="2023-09-17T16:40:25.628" v="4217" actId="113"/>
          <ac:spMkLst>
            <pc:docMk/>
            <pc:sldMk cId="2561511964" sldId="273"/>
            <ac:spMk id="5" creationId="{1FF1D500-4A67-92E8-FC89-4C4C9D923B1C}"/>
          </ac:spMkLst>
        </pc:spChg>
      </pc:sldChg>
      <pc:sldChg chg="new del">
        <pc:chgData name="Mohammad Salman" userId="cfd6754c-e613-4f6f-bb98-36aef69d8c31" providerId="ADAL" clId="{D7BFA851-B04B-49FD-9F1B-F7C54C47BCCF}" dt="2023-09-17T16:40:04.982" v="4171" actId="680"/>
        <pc:sldMkLst>
          <pc:docMk/>
          <pc:sldMk cId="3744629173" sldId="273"/>
        </pc:sldMkLst>
      </pc:sldChg>
      <pc:sldChg chg="modSp add mod setBg">
        <pc:chgData name="Mohammad Salman" userId="cfd6754c-e613-4f6f-bb98-36aef69d8c31" providerId="ADAL" clId="{D7BFA851-B04B-49FD-9F1B-F7C54C47BCCF}" dt="2023-09-17T16:40:58.718" v="4245" actId="5793"/>
        <pc:sldMkLst>
          <pc:docMk/>
          <pc:sldMk cId="3089981240" sldId="274"/>
        </pc:sldMkLst>
        <pc:spChg chg="mod">
          <ac:chgData name="Mohammad Salman" userId="cfd6754c-e613-4f6f-bb98-36aef69d8c31" providerId="ADAL" clId="{D7BFA851-B04B-49FD-9F1B-F7C54C47BCCF}" dt="2023-09-17T16:40:49.552" v="4227" actId="20577"/>
          <ac:spMkLst>
            <pc:docMk/>
            <pc:sldMk cId="3089981240" sldId="274"/>
            <ac:spMk id="4" creationId="{C20069CC-E1F2-F1EB-02CE-0E141840D540}"/>
          </ac:spMkLst>
        </pc:spChg>
        <pc:spChg chg="mod">
          <ac:chgData name="Mohammad Salman" userId="cfd6754c-e613-4f6f-bb98-36aef69d8c31" providerId="ADAL" clId="{D7BFA851-B04B-49FD-9F1B-F7C54C47BCCF}" dt="2023-09-17T16:40:58.718" v="4245" actId="5793"/>
          <ac:spMkLst>
            <pc:docMk/>
            <pc:sldMk cId="3089981240" sldId="274"/>
            <ac:spMk id="5" creationId="{1FF1D500-4A67-92E8-FC89-4C4C9D923B1C}"/>
          </ac:spMkLst>
        </pc:spChg>
      </pc:sldChg>
      <pc:sldChg chg="modSp new mod setBg">
        <pc:chgData name="Mohammad Salman" userId="cfd6754c-e613-4f6f-bb98-36aef69d8c31" providerId="ADAL" clId="{D7BFA851-B04B-49FD-9F1B-F7C54C47BCCF}" dt="2023-09-19T07:38:51.262" v="5483" actId="20577"/>
        <pc:sldMkLst>
          <pc:docMk/>
          <pc:sldMk cId="97058298" sldId="275"/>
        </pc:sldMkLst>
        <pc:spChg chg="mod">
          <ac:chgData name="Mohammad Salman" userId="cfd6754c-e613-4f6f-bb98-36aef69d8c31" providerId="ADAL" clId="{D7BFA851-B04B-49FD-9F1B-F7C54C47BCCF}" dt="2023-09-17T16:42:08.379" v="4295" actId="20577"/>
          <ac:spMkLst>
            <pc:docMk/>
            <pc:sldMk cId="97058298" sldId="275"/>
            <ac:spMk id="2" creationId="{2035A949-B32C-B464-CAD6-4590946D6C24}"/>
          </ac:spMkLst>
        </pc:spChg>
        <pc:spChg chg="mod">
          <ac:chgData name="Mohammad Salman" userId="cfd6754c-e613-4f6f-bb98-36aef69d8c31" providerId="ADAL" clId="{D7BFA851-B04B-49FD-9F1B-F7C54C47BCCF}" dt="2023-09-19T07:38:51.262" v="5483" actId="20577"/>
          <ac:spMkLst>
            <pc:docMk/>
            <pc:sldMk cId="97058298" sldId="275"/>
            <ac:spMk id="3" creationId="{3940B7B4-1839-B555-FCA6-CB58BBA7AAD2}"/>
          </ac:spMkLst>
        </pc:spChg>
      </pc:sldChg>
      <pc:sldChg chg="modSp add del modAnim">
        <pc:chgData name="Mohammad Salman" userId="cfd6754c-e613-4f6f-bb98-36aef69d8c31" providerId="ADAL" clId="{D7BFA851-B04B-49FD-9F1B-F7C54C47BCCF}" dt="2023-09-18T09:13:24.190" v="5301" actId="47"/>
        <pc:sldMkLst>
          <pc:docMk/>
          <pc:sldMk cId="3205422334" sldId="276"/>
        </pc:sldMkLst>
        <pc:spChg chg="mod">
          <ac:chgData name="Mohammad Salman" userId="cfd6754c-e613-4f6f-bb98-36aef69d8c31" providerId="ADAL" clId="{D7BFA851-B04B-49FD-9F1B-F7C54C47BCCF}" dt="2023-09-18T09:12:47.814" v="5300" actId="20577"/>
          <ac:spMkLst>
            <pc:docMk/>
            <pc:sldMk cId="3205422334" sldId="276"/>
            <ac:spMk id="3" creationId="{3FCF078D-091F-CE53-A3AF-576CD2831F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BDBE3-5930-4F42-AC0B-1772EEABB2F4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5E8D2-0931-46A7-AC1A-42787C5A5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3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5E8D2-0931-46A7-AC1A-42787C5A56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73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Btw, you cannot have default arguments if you have </a:t>
            </a:r>
            <a:r>
              <a:rPr lang="en-US" b="1" dirty="0"/>
              <a:t>reference </a:t>
            </a:r>
            <a:r>
              <a:rPr lang="en-US" dirty="0"/>
              <a:t>parameters in your function.</a:t>
            </a:r>
          </a:p>
          <a:p>
            <a:r>
              <a:rPr lang="en-US" dirty="0"/>
              <a:t>However, if you have a </a:t>
            </a:r>
            <a:r>
              <a:rPr lang="en-US" b="1" dirty="0"/>
              <a:t>const reference </a:t>
            </a:r>
            <a:r>
              <a:rPr lang="en-US" dirty="0"/>
              <a:t>parameter, then you can set default arguments. I think this has something to do with </a:t>
            </a:r>
            <a:r>
              <a:rPr lang="en-US" dirty="0" err="1"/>
              <a:t>lvalues</a:t>
            </a:r>
            <a:r>
              <a:rPr lang="en-US" dirty="0"/>
              <a:t> and </a:t>
            </a:r>
            <a:r>
              <a:rPr lang="en-US" dirty="0" err="1"/>
              <a:t>rvalues</a:t>
            </a:r>
            <a:r>
              <a:rPr lang="en-US" dirty="0"/>
              <a:t>. Const references can bind to </a:t>
            </a:r>
            <a:r>
              <a:rPr lang="en-US" dirty="0" err="1"/>
              <a:t>rvalues</a:t>
            </a:r>
            <a:r>
              <a:rPr lang="en-US" dirty="0"/>
              <a:t> (literals for e.g.) but non-const references can only bind to </a:t>
            </a:r>
            <a:r>
              <a:rPr lang="en-US" dirty="0" err="1"/>
              <a:t>lvalues</a:t>
            </a:r>
            <a:r>
              <a:rPr lang="en-US" dirty="0"/>
              <a:t> (variables for e.g.).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5E8D2-0931-46A7-AC1A-42787C5A56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2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5E8D2-0931-46A7-AC1A-42787C5A56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17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may end up passing </a:t>
            </a:r>
            <a:r>
              <a:rPr lang="en-US" dirty="0" err="1"/>
              <a:t>nullptr</a:t>
            </a:r>
            <a:r>
              <a:rPr lang="en-US" dirty="0"/>
              <a:t> when using pass by address accidentally. So you will have to check for null before dereferencing.</a:t>
            </a:r>
          </a:p>
          <a:p>
            <a:r>
              <a:rPr lang="en-US" dirty="0"/>
              <a:t>Other reasons as well: https://www.learncpp.com/cpp-tutorial/pass-by-address/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5E8D2-0931-46A7-AC1A-42787C5A56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6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4D54-373E-24E3-276E-359B7950D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5922A-1998-A1C7-3124-FC54D54F5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D384-3BF8-F15D-3290-59450F78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2F2EF-1CFE-E1EE-7652-A07717B5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FCFE-47DC-1037-5E01-8ADDC6AE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7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0BDC-FD92-E6E6-B3D4-BCE12F13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0E2F-EFC5-3AA5-B2E1-2016558C9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E28EB-F8FE-D8B3-F46A-44677391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C8378-1D8E-1490-2BD0-D296CFAB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AF402-40FD-98E7-99CE-519A2334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9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D9BD-0625-F55C-98DF-190AD4D74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AB8B8-EC28-BB75-272B-00E60F439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21C2A-E28A-DEA9-DDE7-EC846A22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F3268-5F83-EBA0-B06F-60006462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BB040-EFA3-A921-AE79-71459DC0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5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09D2-4BFE-E2D4-1B25-D6546D32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11545-770B-CE2E-5EA5-4ED50059E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A1382-F4BD-B7B6-302D-AE38D7DC8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C3AB9-C521-EAC7-6F56-67157B7EF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1C588-0795-AB49-5E93-1EC7720EA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A7F6B-4045-FD08-838E-076FE12A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2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911E-F3E1-1D77-3B34-17617664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888C2-4201-CFEF-1A4D-53A7E6745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33F48-6A1A-E0EB-7AA3-E121CB19D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5096A6-7AEB-75DA-9A09-AA365BBED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15F5D-6502-B429-18A8-38706DC65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50CCAA-012F-1444-FE25-AEAB6104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A74B4-CA71-2034-38C6-8B35A6C2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D9B22-9011-54B6-F884-BBEB53C0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2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2982-500C-5513-7D9C-4B80ECA4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C66DF-24D6-D5E7-DF30-FC359A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5137C-3469-C681-60F3-CC15B7CB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96487-857A-69D5-074F-E3432AE9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236C1-5CAE-8F35-9F45-544A287B5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79DFB-B72D-028A-4734-1AE6D655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002D7-F2D0-D516-B13F-C07FD6F9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4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8DF9-769F-99A9-9D24-D350CCD0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BD8AE-FD8B-9AF4-F43A-53936B8B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810D9-DE33-1197-024D-C16A7AA86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AA5DA-D316-88B3-8B9F-810C0A3C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46AD9-CFB8-EE8E-A3C4-EBCD0168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E2E36-A1FF-6DA8-66A7-76656CC8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0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7D7D-FF97-1B24-77DC-BA12D01F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978C3-6A9E-5433-8DE6-98410D4C6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EE8EC-73AE-F6A7-6762-5332F7644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8A5BD-567E-9287-25F5-DB601A73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529D6-F1E6-1555-899E-5BCD3B1E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B48D2-A2B3-6F12-6F1C-A7F4D849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4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2049-E137-A145-6CA4-AA8985EA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4117F-55BC-1D57-9EFD-C3590B5C8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A99A6-AFA8-7579-5185-F0B602BF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648A8-6BFE-3411-9715-51EEA71B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5C914-C7E6-8FF8-BCDE-EC7DCA21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61E4E-9898-4017-A621-EAD9F449B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2371A-86ED-C27E-4203-57E999068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3F158-B9F8-1C7A-F14E-970504C7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88A59-CFBB-50C8-FB72-6B416EF50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D0F70-2E60-B24E-0598-46AB789F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0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614C0-2832-51D8-1AD7-96B2ABA4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7553C-5F79-6C10-F6BF-111A3F14D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D2018-C4AC-9683-F108-9ED4C393C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767E7-C119-426F-8741-EEB929DE1C4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F18FE-DED0-37B2-96D9-C1364DB06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DA3FC-BC66-06E1-A3C7-D886AE0C0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69B9B-FF08-4BE8-BAAD-1F8181E5F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2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1633-BEFC-AEED-65F3-D4C282AB24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Passing Arguments to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E7BD2-5C01-9D00-29EE-1B36A8FCEE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Mohammad Salman </a:t>
            </a:r>
          </a:p>
          <a:p>
            <a:r>
              <a:rPr lang="en-US" i="1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140963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069CC-E1F2-F1EB-02CE-0E141840D5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1D500-4A67-92E8-FC89-4C4C9D923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Creating copies…</a:t>
            </a:r>
          </a:p>
        </p:txBody>
      </p:sp>
    </p:spTree>
    <p:extLst>
      <p:ext uri="{BB962C8B-B14F-4D97-AF65-F5344CB8AC3E}">
        <p14:creationId xmlns:p14="http://schemas.microsoft.com/office/powerpoint/2010/main" val="182376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432E-8F69-0E35-EEFD-ACBCF1EF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AE32B-E8C9-7764-81A8-FC1D9FD7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have seen this before.</a:t>
            </a:r>
          </a:p>
          <a:p>
            <a:endParaRPr lang="en-US" dirty="0"/>
          </a:p>
          <a:p>
            <a:r>
              <a:rPr lang="en-US" dirty="0"/>
              <a:t>Normally, single variables (and objects) will be passed by value to functions. </a:t>
            </a:r>
          </a:p>
          <a:p>
            <a:endParaRPr lang="en-US" dirty="0"/>
          </a:p>
          <a:p>
            <a:r>
              <a:rPr lang="en-US" dirty="0"/>
              <a:t>This means, that their copies are created in memory, and those are used within the functions.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Recall that arrays are </a:t>
            </a:r>
            <a:r>
              <a:rPr lang="en-US" b="1" dirty="0">
                <a:solidFill>
                  <a:srgbClr val="FF0000"/>
                </a:solidFill>
              </a:rPr>
              <a:t>not </a:t>
            </a:r>
            <a:r>
              <a:rPr lang="en-US" dirty="0">
                <a:solidFill>
                  <a:srgbClr val="FF0000"/>
                </a:solidFill>
              </a:rPr>
              <a:t>passed by value.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Instead the address of the first element is passed </a:t>
            </a:r>
            <a:r>
              <a:rPr lang="en-US" b="1" dirty="0">
                <a:solidFill>
                  <a:srgbClr val="FF0000"/>
                </a:solidFill>
              </a:rPr>
              <a:t>(pass by address)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435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7F3FB7-AF0B-C95A-22E8-76F8159F6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78" y="234060"/>
            <a:ext cx="6467266" cy="51186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06EB17-A357-3665-6E3E-8DECC8A6FDAF}"/>
              </a:ext>
            </a:extLst>
          </p:cNvPr>
          <p:cNvSpPr txBox="1"/>
          <p:nvPr/>
        </p:nvSpPr>
        <p:spPr>
          <a:xfrm>
            <a:off x="7337502" y="234060"/>
            <a:ext cx="459802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Note that copies of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400" dirty="0">
                <a:solidFill>
                  <a:schemeClr val="accent1"/>
                </a:solidFill>
              </a:rPr>
              <a:t> 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dirty="0">
                <a:solidFill>
                  <a:schemeClr val="accent1"/>
                </a:solidFill>
              </a:rPr>
              <a:t> are sent over to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changeNumbers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I am making modifications to the copies of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400" dirty="0">
                <a:solidFill>
                  <a:schemeClr val="accent1"/>
                </a:solidFill>
              </a:rPr>
              <a:t> 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dirty="0">
                <a:solidFill>
                  <a:schemeClr val="accent1"/>
                </a:solidFill>
              </a:rPr>
              <a:t>, therefore no changes are seen on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400" dirty="0">
                <a:solidFill>
                  <a:schemeClr val="accent1"/>
                </a:solidFill>
              </a:rPr>
              <a:t> 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dirty="0">
                <a:solidFill>
                  <a:schemeClr val="accent1"/>
                </a:solidFill>
              </a:rPr>
              <a:t> after coming back to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A8869-556D-3A44-1EE4-08A553D0EBEE}"/>
              </a:ext>
            </a:extLst>
          </p:cNvPr>
          <p:cNvSpPr txBox="1"/>
          <p:nvPr/>
        </p:nvSpPr>
        <p:spPr>
          <a:xfrm>
            <a:off x="7652229" y="3510600"/>
            <a:ext cx="103716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6F01A-FA34-DD12-1177-A9634030C2D6}"/>
              </a:ext>
            </a:extLst>
          </p:cNvPr>
          <p:cNvSpPr txBox="1"/>
          <p:nvPr/>
        </p:nvSpPr>
        <p:spPr>
          <a:xfrm>
            <a:off x="7758128" y="3053118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F1D05-59FB-2DDA-74A7-C2CEDF0D74BA}"/>
              </a:ext>
            </a:extLst>
          </p:cNvPr>
          <p:cNvSpPr txBox="1"/>
          <p:nvPr/>
        </p:nvSpPr>
        <p:spPr>
          <a:xfrm>
            <a:off x="7499121" y="4059104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71A83-7A15-644C-9047-B856F16123D5}"/>
              </a:ext>
            </a:extLst>
          </p:cNvPr>
          <p:cNvSpPr txBox="1"/>
          <p:nvPr/>
        </p:nvSpPr>
        <p:spPr>
          <a:xfrm>
            <a:off x="10264519" y="3510600"/>
            <a:ext cx="1037162" cy="46166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22BD3-6711-254F-BB0B-A1F9D53ADCA5}"/>
              </a:ext>
            </a:extLst>
          </p:cNvPr>
          <p:cNvSpPr txBox="1"/>
          <p:nvPr/>
        </p:nvSpPr>
        <p:spPr>
          <a:xfrm>
            <a:off x="10370418" y="3053118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B7B13-5D39-0579-F20E-87CB49554773}"/>
              </a:ext>
            </a:extLst>
          </p:cNvPr>
          <p:cNvSpPr txBox="1"/>
          <p:nvPr/>
        </p:nvSpPr>
        <p:spPr>
          <a:xfrm>
            <a:off x="10111411" y="4059104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F1B99-BD29-8505-FF2B-CC39A7CCADE4}"/>
              </a:ext>
            </a:extLst>
          </p:cNvPr>
          <p:cNvSpPr txBox="1"/>
          <p:nvPr/>
        </p:nvSpPr>
        <p:spPr>
          <a:xfrm>
            <a:off x="7726571" y="5391813"/>
            <a:ext cx="103716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2E8164-7AD7-A6D1-61A4-D16DE2FFCE61}"/>
              </a:ext>
            </a:extLst>
          </p:cNvPr>
          <p:cNvSpPr txBox="1"/>
          <p:nvPr/>
        </p:nvSpPr>
        <p:spPr>
          <a:xfrm>
            <a:off x="7726570" y="4934331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78EEE0-F870-CCBF-5BD7-5E4F93D770E3}"/>
              </a:ext>
            </a:extLst>
          </p:cNvPr>
          <p:cNvSpPr txBox="1"/>
          <p:nvPr/>
        </p:nvSpPr>
        <p:spPr>
          <a:xfrm>
            <a:off x="7573463" y="5940317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B6AE1B-B49F-9245-8AFC-75FC97C77D94}"/>
              </a:ext>
            </a:extLst>
          </p:cNvPr>
          <p:cNvSpPr txBox="1"/>
          <p:nvPr/>
        </p:nvSpPr>
        <p:spPr>
          <a:xfrm>
            <a:off x="10338861" y="5391813"/>
            <a:ext cx="1037162" cy="46166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DFEA6E-6C9F-E6EE-99DB-196D75D5D36B}"/>
              </a:ext>
            </a:extLst>
          </p:cNvPr>
          <p:cNvSpPr txBox="1"/>
          <p:nvPr/>
        </p:nvSpPr>
        <p:spPr>
          <a:xfrm>
            <a:off x="10338861" y="4934331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7DDAD-3602-14B9-86CB-E3F3F1D7FD51}"/>
              </a:ext>
            </a:extLst>
          </p:cNvPr>
          <p:cNvSpPr txBox="1"/>
          <p:nvPr/>
        </p:nvSpPr>
        <p:spPr>
          <a:xfrm>
            <a:off x="10185753" y="5940317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0x80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79ED97-023F-191E-0786-A63868EFDC80}"/>
              </a:ext>
            </a:extLst>
          </p:cNvPr>
          <p:cNvSpPr/>
          <p:nvPr/>
        </p:nvSpPr>
        <p:spPr>
          <a:xfrm>
            <a:off x="7337502" y="4934331"/>
            <a:ext cx="4516244" cy="14676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9E095-489F-A8C0-62C3-5EEA4C4C9C16}"/>
              </a:ext>
            </a:extLst>
          </p:cNvPr>
          <p:cNvSpPr txBox="1"/>
          <p:nvPr/>
        </p:nvSpPr>
        <p:spPr>
          <a:xfrm>
            <a:off x="5869774" y="5940317"/>
            <a:ext cx="133151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Copies</a:t>
            </a:r>
          </a:p>
        </p:txBody>
      </p:sp>
    </p:spTree>
    <p:extLst>
      <p:ext uri="{BB962C8B-B14F-4D97-AF65-F5344CB8AC3E}">
        <p14:creationId xmlns:p14="http://schemas.microsoft.com/office/powerpoint/2010/main" val="311482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069CC-E1F2-F1EB-02CE-0E141840D5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1D500-4A67-92E8-FC89-4C4C9D923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But what is a </a:t>
            </a:r>
            <a:r>
              <a:rPr lang="en-US" b="1" i="1" dirty="0"/>
              <a:t>reference</a:t>
            </a:r>
            <a:r>
              <a:rPr lang="en-US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151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7826-14DA-AC68-8DFF-3C2CCB5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in 3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61C9F-B562-CB22-44C3-25BA06F21E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 are aliases to </a:t>
            </a:r>
            <a:r>
              <a:rPr lang="en-US" b="1" dirty="0"/>
              <a:t>existing </a:t>
            </a:r>
            <a:r>
              <a:rPr lang="en-US" dirty="0"/>
              <a:t>variables. </a:t>
            </a:r>
          </a:p>
          <a:p>
            <a:pPr lvl="1"/>
            <a:r>
              <a:rPr lang="en-US" dirty="0"/>
              <a:t>Cannot be null.</a:t>
            </a:r>
          </a:p>
          <a:p>
            <a:endParaRPr lang="en-US" dirty="0"/>
          </a:p>
          <a:p>
            <a:r>
              <a:rPr lang="en-US" dirty="0"/>
              <a:t>Simply speaking, you have created another name (or identifier) for that same piece of memory.</a:t>
            </a:r>
          </a:p>
          <a:p>
            <a:endParaRPr lang="en-US" dirty="0"/>
          </a:p>
          <a:p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ref </a:t>
            </a:r>
            <a:r>
              <a:rPr lang="en-US" dirty="0"/>
              <a:t>and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x </a:t>
            </a:r>
            <a:r>
              <a:rPr lang="en-US" dirty="0"/>
              <a:t>can be used synonymously.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D705-3629-ABB9-1C44-0A2F7D2AF0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x{ 9 };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int&amp;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ref{ x 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11C9D-97A4-CDEC-CEBE-76EC267FEE46}"/>
              </a:ext>
            </a:extLst>
          </p:cNvPr>
          <p:cNvSpPr txBox="1"/>
          <p:nvPr/>
        </p:nvSpPr>
        <p:spPr>
          <a:xfrm>
            <a:off x="8253704" y="4208988"/>
            <a:ext cx="103716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AB416-78C3-F8DC-5EFE-523F1FE4485D}"/>
              </a:ext>
            </a:extLst>
          </p:cNvPr>
          <p:cNvSpPr txBox="1"/>
          <p:nvPr/>
        </p:nvSpPr>
        <p:spPr>
          <a:xfrm>
            <a:off x="7841023" y="3687765"/>
            <a:ext cx="82536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51CD17-FCF8-A668-FFE9-D62045BA6E6D}"/>
              </a:ext>
            </a:extLst>
          </p:cNvPr>
          <p:cNvSpPr txBox="1"/>
          <p:nvPr/>
        </p:nvSpPr>
        <p:spPr>
          <a:xfrm>
            <a:off x="8100596" y="4757492"/>
            <a:ext cx="134337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67EE9-3DD2-F204-EDBA-13F8AE975016}"/>
              </a:ext>
            </a:extLst>
          </p:cNvPr>
          <p:cNvSpPr txBox="1"/>
          <p:nvPr/>
        </p:nvSpPr>
        <p:spPr>
          <a:xfrm>
            <a:off x="8928275" y="3683963"/>
            <a:ext cx="103716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ref</a:t>
            </a:r>
          </a:p>
        </p:txBody>
      </p:sp>
    </p:spTree>
    <p:extLst>
      <p:ext uri="{BB962C8B-B14F-4D97-AF65-F5344CB8AC3E}">
        <p14:creationId xmlns:p14="http://schemas.microsoft.com/office/powerpoint/2010/main" val="198818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ED71-5A64-D150-E2E7-A2DCD796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in 3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9785E5-B867-E3E9-1193-0665AF62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48" y="2173096"/>
            <a:ext cx="10937903" cy="26999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68D325-2F2B-0E57-427E-7DA71FA8E856}"/>
              </a:ext>
            </a:extLst>
          </p:cNvPr>
          <p:cNvSpPr/>
          <p:nvPr/>
        </p:nvSpPr>
        <p:spPr>
          <a:xfrm>
            <a:off x="627048" y="3746810"/>
            <a:ext cx="7067293" cy="44604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2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7826-14DA-AC68-8DFF-3C2CCB5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in 3 Slides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853AE6-3590-1D8E-648F-549C49B38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play around with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x </a:t>
            </a:r>
            <a:r>
              <a:rPr lang="en-US" dirty="0"/>
              <a:t>using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ref </a:t>
            </a:r>
            <a:r>
              <a:rPr lang="en-US" dirty="0"/>
              <a:t>like normal for the most part.</a:t>
            </a:r>
          </a:p>
          <a:p>
            <a:endParaRPr lang="en-US" dirty="0"/>
          </a:p>
          <a:p>
            <a:r>
              <a:rPr lang="en-US" dirty="0"/>
              <a:t>Note that references are not entities themselves. </a:t>
            </a:r>
          </a:p>
          <a:p>
            <a:pPr marL="0" indent="0" algn="ctr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&lt;&lt; &amp;ref;	</a:t>
            </a:r>
            <a:r>
              <a:rPr lang="en-US" sz="2000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will print &amp;x (the address of x)</a:t>
            </a:r>
            <a:endParaRPr lang="en-US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endParaRPr lang="en-US" dirty="0"/>
          </a:p>
          <a:p>
            <a:r>
              <a:rPr lang="en-US" dirty="0"/>
              <a:t>Also,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ref </a:t>
            </a:r>
            <a:r>
              <a:rPr lang="en-US" dirty="0"/>
              <a:t>cannot be bound to another data once initialized.</a:t>
            </a:r>
          </a:p>
          <a:p>
            <a:pPr lvl="1"/>
            <a:r>
              <a:rPr lang="en-US" dirty="0"/>
              <a:t>Note that this is unlike pointers.</a:t>
            </a:r>
          </a:p>
        </p:txBody>
      </p:sp>
    </p:spTree>
    <p:extLst>
      <p:ext uri="{BB962C8B-B14F-4D97-AF65-F5344CB8AC3E}">
        <p14:creationId xmlns:p14="http://schemas.microsoft.com/office/powerpoint/2010/main" val="125804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B698-1EB7-3E23-C169-DB986C1C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A9AD8-006C-548B-65E6-E7794C86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creating copies with pass by value, you can </a:t>
            </a:r>
            <a:r>
              <a:rPr lang="en-US" b="1" dirty="0"/>
              <a:t>pass by reference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No copies are created.</a:t>
            </a:r>
          </a:p>
          <a:p>
            <a:endParaRPr lang="en-US" dirty="0"/>
          </a:p>
          <a:p>
            <a:r>
              <a:rPr lang="en-US" dirty="0"/>
              <a:t>The actual entity is being used directly.</a:t>
            </a:r>
          </a:p>
        </p:txBody>
      </p:sp>
    </p:spTree>
    <p:extLst>
      <p:ext uri="{BB962C8B-B14F-4D97-AF65-F5344CB8AC3E}">
        <p14:creationId xmlns:p14="http://schemas.microsoft.com/office/powerpoint/2010/main" val="307575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406EB17-A357-3665-6E3E-8DECC8A6FDAF}"/>
              </a:ext>
            </a:extLst>
          </p:cNvPr>
          <p:cNvSpPr txBox="1"/>
          <p:nvPr/>
        </p:nvSpPr>
        <p:spPr>
          <a:xfrm>
            <a:off x="7008468" y="264216"/>
            <a:ext cx="459802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Note that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400" dirty="0">
                <a:solidFill>
                  <a:schemeClr val="accent1"/>
                </a:solidFill>
              </a:rPr>
              <a:t> 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dirty="0">
                <a:solidFill>
                  <a:schemeClr val="accent1"/>
                </a:solidFill>
              </a:rPr>
              <a:t> are being worked upon directly by 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changeNumbers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I am making modifications to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400" dirty="0">
                <a:solidFill>
                  <a:schemeClr val="accent1"/>
                </a:solidFill>
              </a:rPr>
              <a:t> 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 </a:t>
            </a:r>
            <a:r>
              <a:rPr lang="en-US" sz="2400" dirty="0">
                <a:solidFill>
                  <a:schemeClr val="accent1"/>
                </a:solidFill>
              </a:rPr>
              <a:t>directly. As such, we can see the changes in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BFE767-8136-4DBC-09BB-E3D5A0B4C97B}"/>
              </a:ext>
            </a:extLst>
          </p:cNvPr>
          <p:cNvGrpSpPr/>
          <p:nvPr/>
        </p:nvGrpSpPr>
        <p:grpSpPr>
          <a:xfrm>
            <a:off x="256477" y="214036"/>
            <a:ext cx="5927445" cy="6429928"/>
            <a:chOff x="345687" y="214036"/>
            <a:chExt cx="5927445" cy="64299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0EE551-5226-60E5-B9D1-E109352B1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687" y="214036"/>
              <a:ext cx="5927445" cy="642992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7BEFE4-2C80-E90D-946F-8FF0FB45434A}"/>
                </a:ext>
              </a:extLst>
            </p:cNvPr>
            <p:cNvSpPr/>
            <p:nvPr/>
          </p:nvSpPr>
          <p:spPr>
            <a:xfrm>
              <a:off x="853959" y="858644"/>
              <a:ext cx="4248615" cy="2341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590BC5-0594-7074-65BC-3AFB149DDC2A}"/>
                </a:ext>
              </a:extLst>
            </p:cNvPr>
            <p:cNvSpPr/>
            <p:nvPr/>
          </p:nvSpPr>
          <p:spPr>
            <a:xfrm>
              <a:off x="1185101" y="3311912"/>
              <a:ext cx="4910899" cy="2341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B9E254-115E-B0A3-A484-F58A3542AFF4}"/>
                </a:ext>
              </a:extLst>
            </p:cNvPr>
            <p:cNvSpPr/>
            <p:nvPr/>
          </p:nvSpPr>
          <p:spPr>
            <a:xfrm>
              <a:off x="853959" y="5765180"/>
              <a:ext cx="4910899" cy="8787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1606C83-B954-EED4-51CF-4A432BDEC3B9}"/>
              </a:ext>
            </a:extLst>
          </p:cNvPr>
          <p:cNvSpPr txBox="1"/>
          <p:nvPr/>
        </p:nvSpPr>
        <p:spPr>
          <a:xfrm>
            <a:off x="7023336" y="3240837"/>
            <a:ext cx="459802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Function is called in the same 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34C37-A82A-05AE-3EA5-694A08DCE399}"/>
              </a:ext>
            </a:extLst>
          </p:cNvPr>
          <p:cNvSpPr txBox="1"/>
          <p:nvPr/>
        </p:nvSpPr>
        <p:spPr>
          <a:xfrm>
            <a:off x="7104875" y="4895824"/>
            <a:ext cx="103716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DA6A5-3258-6DD7-2577-FD102258862C}"/>
              </a:ext>
            </a:extLst>
          </p:cNvPr>
          <p:cNvSpPr txBox="1"/>
          <p:nvPr/>
        </p:nvSpPr>
        <p:spPr>
          <a:xfrm>
            <a:off x="6692194" y="4374601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10F0F-264D-65F7-6C02-FBE14BA3ECED}"/>
              </a:ext>
            </a:extLst>
          </p:cNvPr>
          <p:cNvSpPr txBox="1"/>
          <p:nvPr/>
        </p:nvSpPr>
        <p:spPr>
          <a:xfrm>
            <a:off x="6951767" y="5444328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88B5E-FF8A-BEF4-F00A-D10862C68E28}"/>
              </a:ext>
            </a:extLst>
          </p:cNvPr>
          <p:cNvSpPr txBox="1"/>
          <p:nvPr/>
        </p:nvSpPr>
        <p:spPr>
          <a:xfrm>
            <a:off x="7779446" y="4370799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DDA86-8ACB-16DE-EE52-B8A0676795EA}"/>
              </a:ext>
            </a:extLst>
          </p:cNvPr>
          <p:cNvSpPr txBox="1"/>
          <p:nvPr/>
        </p:nvSpPr>
        <p:spPr>
          <a:xfrm>
            <a:off x="9717165" y="4895824"/>
            <a:ext cx="1037162" cy="46166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A2218-004D-16E8-627F-83D60E2A1657}"/>
              </a:ext>
            </a:extLst>
          </p:cNvPr>
          <p:cNvSpPr txBox="1"/>
          <p:nvPr/>
        </p:nvSpPr>
        <p:spPr>
          <a:xfrm>
            <a:off x="9304484" y="4374601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D19D7-EA2F-46E1-0C69-4855342AC572}"/>
              </a:ext>
            </a:extLst>
          </p:cNvPr>
          <p:cNvSpPr txBox="1"/>
          <p:nvPr/>
        </p:nvSpPr>
        <p:spPr>
          <a:xfrm>
            <a:off x="9564057" y="5444328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D4F49-A051-B3A6-6A60-BB25BBE2C1EA}"/>
              </a:ext>
            </a:extLst>
          </p:cNvPr>
          <p:cNvSpPr txBox="1"/>
          <p:nvPr/>
        </p:nvSpPr>
        <p:spPr>
          <a:xfrm>
            <a:off x="10391736" y="4370799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num2</a:t>
            </a:r>
          </a:p>
        </p:txBody>
      </p:sp>
    </p:spTree>
    <p:extLst>
      <p:ext uri="{BB962C8B-B14F-4D97-AF65-F5344CB8AC3E}">
        <p14:creationId xmlns:p14="http://schemas.microsoft.com/office/powerpoint/2010/main" val="262120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406EB17-A357-3665-6E3E-8DECC8A6FDAF}"/>
              </a:ext>
            </a:extLst>
          </p:cNvPr>
          <p:cNvSpPr txBox="1"/>
          <p:nvPr/>
        </p:nvSpPr>
        <p:spPr>
          <a:xfrm>
            <a:off x="7008468" y="264216"/>
            <a:ext cx="459802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If I don’t plan on modifying the arguments, I can instead </a:t>
            </a:r>
            <a:r>
              <a:rPr lang="en-US" sz="2400" b="1" dirty="0">
                <a:solidFill>
                  <a:schemeClr val="accent1"/>
                </a:solidFill>
              </a:rPr>
              <a:t>pass by const reference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This will prevent any modification of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num1 (x) </a:t>
            </a:r>
            <a:r>
              <a:rPr lang="en-US" sz="2400" dirty="0">
                <a:solidFill>
                  <a:schemeClr val="accent1"/>
                </a:solidFill>
              </a:rPr>
              <a:t>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num2 (y) </a:t>
            </a:r>
            <a:r>
              <a:rPr lang="en-US" sz="2400" dirty="0">
                <a:solidFill>
                  <a:schemeClr val="accent1"/>
                </a:solidFill>
              </a:rPr>
              <a:t>in our example.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BFE767-8136-4DBC-09BB-E3D5A0B4C97B}"/>
              </a:ext>
            </a:extLst>
          </p:cNvPr>
          <p:cNvGrpSpPr/>
          <p:nvPr/>
        </p:nvGrpSpPr>
        <p:grpSpPr>
          <a:xfrm>
            <a:off x="256477" y="214036"/>
            <a:ext cx="5927445" cy="6429928"/>
            <a:chOff x="345687" y="214036"/>
            <a:chExt cx="5927445" cy="64299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0EE551-5226-60E5-B9D1-E109352B1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687" y="214036"/>
              <a:ext cx="5927445" cy="642992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7BEFE4-2C80-E90D-946F-8FF0FB45434A}"/>
                </a:ext>
              </a:extLst>
            </p:cNvPr>
            <p:cNvSpPr/>
            <p:nvPr/>
          </p:nvSpPr>
          <p:spPr>
            <a:xfrm>
              <a:off x="853959" y="646771"/>
              <a:ext cx="4248615" cy="23417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590BC5-0594-7074-65BC-3AFB149DDC2A}"/>
                </a:ext>
              </a:extLst>
            </p:cNvPr>
            <p:cNvSpPr/>
            <p:nvPr/>
          </p:nvSpPr>
          <p:spPr>
            <a:xfrm>
              <a:off x="1274311" y="2391697"/>
              <a:ext cx="4910899" cy="7417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B9E254-115E-B0A3-A484-F58A3542AFF4}"/>
                </a:ext>
              </a:extLst>
            </p:cNvPr>
            <p:cNvSpPr/>
            <p:nvPr/>
          </p:nvSpPr>
          <p:spPr>
            <a:xfrm>
              <a:off x="853959" y="4370799"/>
              <a:ext cx="4910899" cy="11936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1606C83-B954-EED4-51CF-4A432BDEC3B9}"/>
              </a:ext>
            </a:extLst>
          </p:cNvPr>
          <p:cNvSpPr txBox="1"/>
          <p:nvPr/>
        </p:nvSpPr>
        <p:spPr>
          <a:xfrm>
            <a:off x="7023336" y="3240837"/>
            <a:ext cx="459802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Function is called in the same 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34C37-A82A-05AE-3EA5-694A08DCE399}"/>
              </a:ext>
            </a:extLst>
          </p:cNvPr>
          <p:cNvSpPr txBox="1"/>
          <p:nvPr/>
        </p:nvSpPr>
        <p:spPr>
          <a:xfrm>
            <a:off x="7104875" y="4895824"/>
            <a:ext cx="103716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DA6A5-3258-6DD7-2577-FD102258862C}"/>
              </a:ext>
            </a:extLst>
          </p:cNvPr>
          <p:cNvSpPr txBox="1"/>
          <p:nvPr/>
        </p:nvSpPr>
        <p:spPr>
          <a:xfrm>
            <a:off x="6692194" y="4374601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10F0F-264D-65F7-6C02-FBE14BA3ECED}"/>
              </a:ext>
            </a:extLst>
          </p:cNvPr>
          <p:cNvSpPr txBox="1"/>
          <p:nvPr/>
        </p:nvSpPr>
        <p:spPr>
          <a:xfrm>
            <a:off x="6951767" y="5444328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88B5E-FF8A-BEF4-F00A-D10862C68E28}"/>
              </a:ext>
            </a:extLst>
          </p:cNvPr>
          <p:cNvSpPr txBox="1"/>
          <p:nvPr/>
        </p:nvSpPr>
        <p:spPr>
          <a:xfrm>
            <a:off x="7779446" y="4370799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DDA86-8ACB-16DE-EE52-B8A0676795EA}"/>
              </a:ext>
            </a:extLst>
          </p:cNvPr>
          <p:cNvSpPr txBox="1"/>
          <p:nvPr/>
        </p:nvSpPr>
        <p:spPr>
          <a:xfrm>
            <a:off x="9717165" y="4895824"/>
            <a:ext cx="1037162" cy="46166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A2218-004D-16E8-627F-83D60E2A1657}"/>
              </a:ext>
            </a:extLst>
          </p:cNvPr>
          <p:cNvSpPr txBox="1"/>
          <p:nvPr/>
        </p:nvSpPr>
        <p:spPr>
          <a:xfrm>
            <a:off x="9304484" y="4374601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D19D7-EA2F-46E1-0C69-4855342AC572}"/>
              </a:ext>
            </a:extLst>
          </p:cNvPr>
          <p:cNvSpPr txBox="1"/>
          <p:nvPr/>
        </p:nvSpPr>
        <p:spPr>
          <a:xfrm>
            <a:off x="9564057" y="5444328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D4F49-A051-B3A6-6A60-BB25BBE2C1EA}"/>
              </a:ext>
            </a:extLst>
          </p:cNvPr>
          <p:cNvSpPr txBox="1"/>
          <p:nvPr/>
        </p:nvSpPr>
        <p:spPr>
          <a:xfrm>
            <a:off x="10391736" y="4370799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num2</a:t>
            </a:r>
          </a:p>
        </p:txBody>
      </p:sp>
    </p:spTree>
    <p:extLst>
      <p:ext uri="{BB962C8B-B14F-4D97-AF65-F5344CB8AC3E}">
        <p14:creationId xmlns:p14="http://schemas.microsoft.com/office/powerpoint/2010/main" val="4057158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5B01F-64D9-4E84-30A3-F28869D89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4" y="2662280"/>
            <a:ext cx="12048452" cy="15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94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B698-1EB7-3E23-C169-DB986C1C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A9AD8-006C-548B-65E6-E7794C86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this helpful when we have pass by value?</a:t>
            </a:r>
          </a:p>
          <a:p>
            <a:endParaRPr lang="en-US" dirty="0"/>
          </a:p>
          <a:p>
            <a:r>
              <a:rPr lang="en-US" dirty="0"/>
              <a:t>The reason is that some entities are </a:t>
            </a:r>
            <a:r>
              <a:rPr lang="en-US" b="1" dirty="0"/>
              <a:t>expensive to copy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e.g. objects which are essentially collection of a lot of data.</a:t>
            </a:r>
          </a:p>
          <a:p>
            <a:pPr lvl="1"/>
            <a:endParaRPr lang="en-US" dirty="0"/>
          </a:p>
          <a:p>
            <a:r>
              <a:rPr lang="en-US" dirty="0"/>
              <a:t>As we saw, references are just another name to access the same entity.</a:t>
            </a:r>
          </a:p>
          <a:p>
            <a:pPr lvl="1"/>
            <a:r>
              <a:rPr lang="en-US" dirty="0"/>
              <a:t>So no additional copy is created.</a:t>
            </a:r>
          </a:p>
        </p:txBody>
      </p:sp>
    </p:spTree>
    <p:extLst>
      <p:ext uri="{BB962C8B-B14F-4D97-AF65-F5344CB8AC3E}">
        <p14:creationId xmlns:p14="http://schemas.microsoft.com/office/powerpoint/2010/main" val="1715693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069CC-E1F2-F1EB-02CE-0E141840D5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Pass by Address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1D500-4A67-92E8-FC89-4C4C9D923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/>
              <a:t>Pointers again…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89981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7C85-3F85-38A4-55AC-9A50968E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078D-091F-CE53-A3AF-576CD2831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passing variables or their references, we pass their addresses.</a:t>
            </a:r>
          </a:p>
          <a:p>
            <a:pPr lvl="1"/>
            <a:r>
              <a:rPr lang="en-US" dirty="0"/>
              <a:t>That means we are working with pointers.</a:t>
            </a:r>
          </a:p>
          <a:p>
            <a:pPr lvl="1"/>
            <a:endParaRPr lang="en-US" dirty="0"/>
          </a:p>
          <a:p>
            <a:r>
              <a:rPr lang="en-US" dirty="0"/>
              <a:t>Again, no copies of the variables are created since you are just passing the addresses. </a:t>
            </a:r>
          </a:p>
          <a:p>
            <a:pPr lvl="1"/>
            <a:r>
              <a:rPr lang="en-US" dirty="0"/>
              <a:t>Pointer variables, however, are created.</a:t>
            </a:r>
          </a:p>
          <a:p>
            <a:pPr lvl="1"/>
            <a:r>
              <a:rPr lang="en-US" dirty="0"/>
              <a:t>They are local to the function being called.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84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84C0E1-D520-5413-D1C1-9A24F4B42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6" y="269308"/>
            <a:ext cx="6317093" cy="5002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A84E9-0D60-B414-1B06-84F7D06E9946}"/>
              </a:ext>
            </a:extLst>
          </p:cNvPr>
          <p:cNvSpPr txBox="1"/>
          <p:nvPr/>
        </p:nvSpPr>
        <p:spPr>
          <a:xfrm>
            <a:off x="7432214" y="269308"/>
            <a:ext cx="459802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Note the change in function call – addresses are being passed.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Since we have the addresses of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 </a:t>
            </a:r>
            <a:r>
              <a:rPr lang="en-US" sz="2400" dirty="0">
                <a:solidFill>
                  <a:schemeClr val="accent1"/>
                </a:solidFill>
              </a:rPr>
              <a:t>and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dirty="0">
                <a:solidFill>
                  <a:schemeClr val="accent1"/>
                </a:solidFill>
              </a:rPr>
              <a:t>, we are essentially messing around with them directly.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Hence, the changes made in the function will be seen in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main()</a:t>
            </a:r>
            <a:r>
              <a:rPr lang="en-US" sz="2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77DC9-051A-CFE7-0870-4AA8A6978FAA}"/>
              </a:ext>
            </a:extLst>
          </p:cNvPr>
          <p:cNvSpPr txBox="1"/>
          <p:nvPr/>
        </p:nvSpPr>
        <p:spPr>
          <a:xfrm>
            <a:off x="7432214" y="3889738"/>
            <a:ext cx="459802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Do you think any entity is created when </a:t>
            </a:r>
            <a:r>
              <a:rPr lang="en-US" sz="2400" b="1" dirty="0" err="1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changeNumbers</a:t>
            </a:r>
            <a:r>
              <a:rPr lang="en-US" sz="24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 </a:t>
            </a:r>
            <a:r>
              <a:rPr lang="en-US" sz="2400" dirty="0">
                <a:solidFill>
                  <a:srgbClr val="FF0000"/>
                </a:solidFill>
              </a:rPr>
              <a:t>is called?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746AE-E528-993C-6CDF-9DE8E0691DD7}"/>
              </a:ext>
            </a:extLst>
          </p:cNvPr>
          <p:cNvSpPr txBox="1"/>
          <p:nvPr/>
        </p:nvSpPr>
        <p:spPr>
          <a:xfrm>
            <a:off x="7585322" y="5796600"/>
            <a:ext cx="103716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F98361-9B07-965D-0BF3-8413DCC5FFC7}"/>
              </a:ext>
            </a:extLst>
          </p:cNvPr>
          <p:cNvSpPr txBox="1"/>
          <p:nvPr/>
        </p:nvSpPr>
        <p:spPr>
          <a:xfrm>
            <a:off x="7691221" y="5339118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37160D-4C35-C624-7D3B-22FEB23A4601}"/>
              </a:ext>
            </a:extLst>
          </p:cNvPr>
          <p:cNvSpPr txBox="1"/>
          <p:nvPr/>
        </p:nvSpPr>
        <p:spPr>
          <a:xfrm>
            <a:off x="7432214" y="6345104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1DFDA-923E-D0D9-DCC3-EE12DBC81A51}"/>
              </a:ext>
            </a:extLst>
          </p:cNvPr>
          <p:cNvSpPr txBox="1"/>
          <p:nvPr/>
        </p:nvSpPr>
        <p:spPr>
          <a:xfrm>
            <a:off x="10197612" y="5796600"/>
            <a:ext cx="1037162" cy="46166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D01DE-617E-91C1-9E34-07E730552F6E}"/>
              </a:ext>
            </a:extLst>
          </p:cNvPr>
          <p:cNvSpPr txBox="1"/>
          <p:nvPr/>
        </p:nvSpPr>
        <p:spPr>
          <a:xfrm>
            <a:off x="10303511" y="5339118"/>
            <a:ext cx="8253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F302F7-33CD-8724-7E94-B8E7D7739511}"/>
              </a:ext>
            </a:extLst>
          </p:cNvPr>
          <p:cNvSpPr txBox="1"/>
          <p:nvPr/>
        </p:nvSpPr>
        <p:spPr>
          <a:xfrm>
            <a:off x="10044504" y="6345104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974FF-5A66-3094-6D6D-9CEECCFB0E37}"/>
              </a:ext>
            </a:extLst>
          </p:cNvPr>
          <p:cNvSpPr txBox="1"/>
          <p:nvPr/>
        </p:nvSpPr>
        <p:spPr>
          <a:xfrm>
            <a:off x="2485498" y="5796600"/>
            <a:ext cx="103716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&amp;x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5BC39C-B8C7-4CA5-0247-200959FBADB9}"/>
              </a:ext>
            </a:extLst>
          </p:cNvPr>
          <p:cNvSpPr txBox="1"/>
          <p:nvPr/>
        </p:nvSpPr>
        <p:spPr>
          <a:xfrm>
            <a:off x="2485497" y="5339118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71C57-EC17-26C4-92BD-65E79BC11B08}"/>
              </a:ext>
            </a:extLst>
          </p:cNvPr>
          <p:cNvSpPr txBox="1"/>
          <p:nvPr/>
        </p:nvSpPr>
        <p:spPr>
          <a:xfrm>
            <a:off x="2332390" y="6345104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0x40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1DB8F-235A-4366-666A-32C5750B3297}"/>
              </a:ext>
            </a:extLst>
          </p:cNvPr>
          <p:cNvSpPr txBox="1"/>
          <p:nvPr/>
        </p:nvSpPr>
        <p:spPr>
          <a:xfrm>
            <a:off x="5097788" y="5796600"/>
            <a:ext cx="1037162" cy="46166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&amp;y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A14232-1835-77D0-B00D-AF4D9DD423D7}"/>
              </a:ext>
            </a:extLst>
          </p:cNvPr>
          <p:cNvSpPr txBox="1"/>
          <p:nvPr/>
        </p:nvSpPr>
        <p:spPr>
          <a:xfrm>
            <a:off x="5097788" y="5339118"/>
            <a:ext cx="103716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num2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FF3143-9E4B-809F-B21E-8D42CDAE68F6}"/>
              </a:ext>
            </a:extLst>
          </p:cNvPr>
          <p:cNvSpPr txBox="1"/>
          <p:nvPr/>
        </p:nvSpPr>
        <p:spPr>
          <a:xfrm>
            <a:off x="4944680" y="6345104"/>
            <a:ext cx="13433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0x80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1B8D0E-321A-FFA6-1D61-D9FF9B6A5F2F}"/>
              </a:ext>
            </a:extLst>
          </p:cNvPr>
          <p:cNvSpPr/>
          <p:nvPr/>
        </p:nvSpPr>
        <p:spPr>
          <a:xfrm>
            <a:off x="2096429" y="5339118"/>
            <a:ext cx="4516244" cy="14676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DA35F-B05B-5E9B-5C2B-42AF04334033}"/>
              </a:ext>
            </a:extLst>
          </p:cNvPr>
          <p:cNvSpPr txBox="1"/>
          <p:nvPr/>
        </p:nvSpPr>
        <p:spPr>
          <a:xfrm>
            <a:off x="456438" y="5842110"/>
            <a:ext cx="1534089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424325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75E8-C3BD-072D-20A8-BEFC511B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301FC-9C7E-950B-CA34-C30965B0B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in pass by reference, if you don’t expect to modify the values of your data, you can use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pointer to const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Your function declaration would look like the following.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void </a:t>
            </a:r>
            <a:r>
              <a:rPr lang="en-US" sz="2400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changeNumbers</a:t>
            </a: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(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int* </a:t>
            </a: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num1, 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const int* </a:t>
            </a: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num2);</a:t>
            </a:r>
          </a:p>
          <a:p>
            <a:pPr marL="0" indent="0">
              <a:buNone/>
            </a:pPr>
            <a:endParaRPr lang="en-US" sz="2400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dirty="0"/>
              <a:t>This will prevent any modifications within the function, i.e. you will be unable to do the following.</a:t>
            </a:r>
          </a:p>
          <a:p>
            <a:pPr marL="0" indent="0">
              <a:buNone/>
            </a:pPr>
            <a:r>
              <a:rPr lang="en-US" sz="2400" b="1" dirty="0">
                <a:latin typeface="Roboto Mono" panose="00000009000000000000" pitchFamily="49" charset="0"/>
                <a:ea typeface="Roboto Mono" panose="00000009000000000000" pitchFamily="49" charset="0"/>
              </a:rPr>
              <a:t>*num1 = 1000;	</a:t>
            </a:r>
            <a:r>
              <a:rPr lang="en-US" sz="2000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compile-time error</a:t>
            </a:r>
            <a:endParaRPr lang="en-US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039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96825B4-1163-566D-0039-93B3AB778212}"/>
              </a:ext>
            </a:extLst>
          </p:cNvPr>
          <p:cNvGrpSpPr/>
          <p:nvPr/>
        </p:nvGrpSpPr>
        <p:grpSpPr>
          <a:xfrm>
            <a:off x="1136135" y="2698236"/>
            <a:ext cx="9919729" cy="1461527"/>
            <a:chOff x="2449513" y="2452551"/>
            <a:chExt cx="9919729" cy="146152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8230C0-F052-86C8-76D1-9A78CC228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9513" y="3147035"/>
              <a:ext cx="9919729" cy="76704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3BEBCF-530F-2D9F-A335-C368F31F3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4117" y="2452551"/>
              <a:ext cx="2010895" cy="6944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447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A949-B32C-B464-CAD6-4590946D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Return </a:t>
            </a:r>
            <a:r>
              <a:rPr lang="en-US" dirty="0"/>
              <a:t>by Address </a:t>
            </a:r>
            <a:br>
              <a:rPr lang="en-US" dirty="0"/>
            </a:br>
            <a:r>
              <a:rPr lang="en-US" b="1" dirty="0"/>
              <a:t>Return </a:t>
            </a:r>
            <a:r>
              <a:rPr lang="en-US" dirty="0"/>
              <a:t>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0B7B4-1839-B555-FCA6-CB58BBA7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by address essentially means that your function returns an address (or a pointer).</a:t>
            </a:r>
          </a:p>
          <a:p>
            <a:pPr lvl="1"/>
            <a:r>
              <a:rPr lang="en-US" dirty="0"/>
              <a:t>You’ve probably been already doing this.</a:t>
            </a:r>
          </a:p>
          <a:p>
            <a:pPr lvl="1"/>
            <a:r>
              <a:rPr lang="en-US" dirty="0"/>
              <a:t>The return type of your function is a </a:t>
            </a:r>
            <a:r>
              <a:rPr lang="en-US"/>
              <a:t>pointer type.</a:t>
            </a:r>
            <a:endParaRPr lang="en-US" dirty="0"/>
          </a:p>
          <a:p>
            <a:endParaRPr lang="en-US" dirty="0"/>
          </a:p>
          <a:p>
            <a:r>
              <a:rPr lang="en-US" dirty="0"/>
              <a:t>Return by reference – </a:t>
            </a:r>
            <a:r>
              <a:rPr lang="en-US" i="1" dirty="0"/>
              <a:t>we will hopefully see this in OOP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5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855</Words>
  <Application>Microsoft Office PowerPoint</Application>
  <PresentationFormat>Widescreen</PresentationFormat>
  <Paragraphs>142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Roboto Mono</vt:lpstr>
      <vt:lpstr>Office Theme</vt:lpstr>
      <vt:lpstr>Passing Arguments to Functions</vt:lpstr>
      <vt:lpstr>Pass by Value</vt:lpstr>
      <vt:lpstr>Pass by Value</vt:lpstr>
      <vt:lpstr>PowerPoint Presentation</vt:lpstr>
      <vt:lpstr>Pass by Reference</vt:lpstr>
      <vt:lpstr>References in 3 Slides</vt:lpstr>
      <vt:lpstr>References in 3 Slides</vt:lpstr>
      <vt:lpstr>References in 3 Slides</vt:lpstr>
      <vt:lpstr>Pass by Reference</vt:lpstr>
      <vt:lpstr>PowerPoint Presentation</vt:lpstr>
      <vt:lpstr>PowerPoint Presentation</vt:lpstr>
      <vt:lpstr>PowerPoint Presentation</vt:lpstr>
      <vt:lpstr>Pass by Reference</vt:lpstr>
      <vt:lpstr>Pass by Address</vt:lpstr>
      <vt:lpstr>Pass by Address</vt:lpstr>
      <vt:lpstr>PowerPoint Presentation</vt:lpstr>
      <vt:lpstr>Pass by Address</vt:lpstr>
      <vt:lpstr>PowerPoint Presentation</vt:lpstr>
      <vt:lpstr>Return by Address  Return by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Passing Arguments to Functions</dc:title>
  <dc:creator>Mohammad Salman</dc:creator>
  <cp:lastModifiedBy>Mohammad Salman</cp:lastModifiedBy>
  <cp:revision>1</cp:revision>
  <dcterms:created xsi:type="dcterms:W3CDTF">2023-09-17T14:28:49Z</dcterms:created>
  <dcterms:modified xsi:type="dcterms:W3CDTF">2023-09-19T07:38:52Z</dcterms:modified>
</cp:coreProperties>
</file>