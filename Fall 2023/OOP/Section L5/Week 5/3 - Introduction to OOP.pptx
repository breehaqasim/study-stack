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70" r:id="rId3"/>
    <p:sldId id="257" r:id="rId4"/>
    <p:sldId id="260" r:id="rId5"/>
    <p:sldId id="261" r:id="rId6"/>
    <p:sldId id="262" r:id="rId7"/>
    <p:sldId id="258" r:id="rId8"/>
    <p:sldId id="268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86" r:id="rId19"/>
    <p:sldId id="279" r:id="rId20"/>
    <p:sldId id="287" r:id="rId21"/>
    <p:sldId id="280" r:id="rId22"/>
    <p:sldId id="283" r:id="rId23"/>
    <p:sldId id="284" r:id="rId24"/>
    <p:sldId id="288" r:id="rId25"/>
    <p:sldId id="285" r:id="rId26"/>
    <p:sldId id="290" r:id="rId27"/>
    <p:sldId id="289" r:id="rId28"/>
    <p:sldId id="308" r:id="rId29"/>
    <p:sldId id="281" r:id="rId30"/>
    <p:sldId id="291" r:id="rId31"/>
    <p:sldId id="292" r:id="rId32"/>
    <p:sldId id="294" r:id="rId33"/>
    <p:sldId id="302" r:id="rId34"/>
    <p:sldId id="299" r:id="rId35"/>
    <p:sldId id="303" r:id="rId36"/>
    <p:sldId id="304" r:id="rId37"/>
    <p:sldId id="305" r:id="rId38"/>
    <p:sldId id="30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967" autoAdjust="0"/>
  </p:normalViewPr>
  <p:slideViewPr>
    <p:cSldViewPr snapToGrid="0">
      <p:cViewPr>
        <p:scale>
          <a:sx n="65" d="100"/>
          <a:sy n="65" d="100"/>
        </p:scale>
        <p:origin x="61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D186BFC0-1455-4547-84A8-F0BFD109146E}"/>
    <pc:docChg chg="undo redo custSel addSld delSld modSld sldOrd">
      <pc:chgData name="Mohammad Salman" userId="cfd6754c-e613-4f6f-bb98-36aef69d8c31" providerId="ADAL" clId="{D186BFC0-1455-4547-84A8-F0BFD109146E}" dt="2023-09-23T09:45:37.234" v="19391" actId="2696"/>
      <pc:docMkLst>
        <pc:docMk/>
      </pc:docMkLst>
      <pc:sldChg chg="addSp modSp new mod setBg">
        <pc:chgData name="Mohammad Salman" userId="cfd6754c-e613-4f6f-bb98-36aef69d8c31" providerId="ADAL" clId="{D186BFC0-1455-4547-84A8-F0BFD109146E}" dt="2023-09-18T07:38:35.282" v="3180" actId="113"/>
        <pc:sldMkLst>
          <pc:docMk/>
          <pc:sldMk cId="4144845514" sldId="256"/>
        </pc:sldMkLst>
        <pc:spChg chg="mod">
          <ac:chgData name="Mohammad Salman" userId="cfd6754c-e613-4f6f-bb98-36aef69d8c31" providerId="ADAL" clId="{D186BFC0-1455-4547-84A8-F0BFD109146E}" dt="2023-09-18T04:50:29.382" v="22" actId="20577"/>
          <ac:spMkLst>
            <pc:docMk/>
            <pc:sldMk cId="4144845514" sldId="256"/>
            <ac:spMk id="2" creationId="{F84946F1-4576-7950-D336-49F9C6C2857E}"/>
          </ac:spMkLst>
        </pc:spChg>
        <pc:spChg chg="mod">
          <ac:chgData name="Mohammad Salman" userId="cfd6754c-e613-4f6f-bb98-36aef69d8c31" providerId="ADAL" clId="{D186BFC0-1455-4547-84A8-F0BFD109146E}" dt="2023-09-18T04:50:43.497" v="65" actId="5793"/>
          <ac:spMkLst>
            <pc:docMk/>
            <pc:sldMk cId="4144845514" sldId="256"/>
            <ac:spMk id="3" creationId="{759399DD-9A21-8C35-190C-CA2E850FB0C7}"/>
          </ac:spMkLst>
        </pc:spChg>
        <pc:spChg chg="add mod">
          <ac:chgData name="Mohammad Salman" userId="cfd6754c-e613-4f6f-bb98-36aef69d8c31" providerId="ADAL" clId="{D186BFC0-1455-4547-84A8-F0BFD109146E}" dt="2023-09-18T07:38:35.282" v="3180" actId="113"/>
          <ac:spMkLst>
            <pc:docMk/>
            <pc:sldMk cId="4144845514" sldId="256"/>
            <ac:spMk id="4" creationId="{2200A121-05A6-FE22-245E-73A578ADC854}"/>
          </ac:spMkLst>
        </pc:spChg>
      </pc:sldChg>
      <pc:sldChg chg="addSp delSp modSp new mod">
        <pc:chgData name="Mohammad Salman" userId="cfd6754c-e613-4f6f-bb98-36aef69d8c31" providerId="ADAL" clId="{D186BFC0-1455-4547-84A8-F0BFD109146E}" dt="2023-09-18T07:04:27.278" v="2102" actId="1076"/>
        <pc:sldMkLst>
          <pc:docMk/>
          <pc:sldMk cId="1008803527" sldId="257"/>
        </pc:sldMkLst>
        <pc:spChg chg="del">
          <ac:chgData name="Mohammad Salman" userId="cfd6754c-e613-4f6f-bb98-36aef69d8c31" providerId="ADAL" clId="{D186BFC0-1455-4547-84A8-F0BFD109146E}" dt="2023-09-18T04:51:11.268" v="68" actId="478"/>
          <ac:spMkLst>
            <pc:docMk/>
            <pc:sldMk cId="1008803527" sldId="257"/>
            <ac:spMk id="2" creationId="{FB3A04A8-8C67-18C7-8CE2-DDFE0F95186A}"/>
          </ac:spMkLst>
        </pc:spChg>
        <pc:spChg chg="del">
          <ac:chgData name="Mohammad Salman" userId="cfd6754c-e613-4f6f-bb98-36aef69d8c31" providerId="ADAL" clId="{D186BFC0-1455-4547-84A8-F0BFD109146E}" dt="2023-09-18T04:51:11.268" v="68" actId="478"/>
          <ac:spMkLst>
            <pc:docMk/>
            <pc:sldMk cId="1008803527" sldId="257"/>
            <ac:spMk id="3" creationId="{F3279E04-1BB7-1581-8042-4432CB6F2327}"/>
          </ac:spMkLst>
        </pc:spChg>
        <pc:spChg chg="add mod">
          <ac:chgData name="Mohammad Salman" userId="cfd6754c-e613-4f6f-bb98-36aef69d8c31" providerId="ADAL" clId="{D186BFC0-1455-4547-84A8-F0BFD109146E}" dt="2023-09-18T07:04:27.278" v="2102" actId="1076"/>
          <ac:spMkLst>
            <pc:docMk/>
            <pc:sldMk cId="1008803527" sldId="257"/>
            <ac:spMk id="12" creationId="{291E27F6-7A6C-B288-C6DC-1C9282B770FD}"/>
          </ac:spMkLst>
        </pc:spChg>
        <pc:picChg chg="add mod">
          <ac:chgData name="Mohammad Salman" userId="cfd6754c-e613-4f6f-bb98-36aef69d8c31" providerId="ADAL" clId="{D186BFC0-1455-4547-84A8-F0BFD109146E}" dt="2023-09-18T04:53:32.615" v="73" actId="1076"/>
          <ac:picMkLst>
            <pc:docMk/>
            <pc:sldMk cId="1008803527" sldId="257"/>
            <ac:picMk id="5" creationId="{25A03B6D-6552-4FB2-15CE-8F8AF791CAFC}"/>
          </ac:picMkLst>
        </pc:picChg>
        <pc:picChg chg="add mod">
          <ac:chgData name="Mohammad Salman" userId="cfd6754c-e613-4f6f-bb98-36aef69d8c31" providerId="ADAL" clId="{D186BFC0-1455-4547-84A8-F0BFD109146E}" dt="2023-09-18T05:01:13.127" v="95" actId="1076"/>
          <ac:picMkLst>
            <pc:docMk/>
            <pc:sldMk cId="1008803527" sldId="257"/>
            <ac:picMk id="7" creationId="{22BD20C3-D463-4BEC-46F2-47E146149385}"/>
          </ac:picMkLst>
        </pc:picChg>
        <pc:picChg chg="add mod">
          <ac:chgData name="Mohammad Salman" userId="cfd6754c-e613-4f6f-bb98-36aef69d8c31" providerId="ADAL" clId="{D186BFC0-1455-4547-84A8-F0BFD109146E}" dt="2023-09-18T04:59:25.793" v="83" actId="1076"/>
          <ac:picMkLst>
            <pc:docMk/>
            <pc:sldMk cId="1008803527" sldId="257"/>
            <ac:picMk id="9" creationId="{D10E94D2-598E-D824-D058-7BCA4187617E}"/>
          </ac:picMkLst>
        </pc:picChg>
        <pc:picChg chg="add mod">
          <ac:chgData name="Mohammad Salman" userId="cfd6754c-e613-4f6f-bb98-36aef69d8c31" providerId="ADAL" clId="{D186BFC0-1455-4547-84A8-F0BFD109146E}" dt="2023-09-18T05:01:06.145" v="93" actId="1076"/>
          <ac:picMkLst>
            <pc:docMk/>
            <pc:sldMk cId="1008803527" sldId="257"/>
            <ac:picMk id="11" creationId="{1344FF66-E572-36E5-0478-AA44285ADA16}"/>
          </ac:picMkLst>
        </pc:picChg>
        <pc:cxnChg chg="add mod">
          <ac:chgData name="Mohammad Salman" userId="cfd6754c-e613-4f6f-bb98-36aef69d8c31" providerId="ADAL" clId="{D186BFC0-1455-4547-84A8-F0BFD109146E}" dt="2023-09-18T07:04:27.278" v="2102" actId="1076"/>
          <ac:cxnSpMkLst>
            <pc:docMk/>
            <pc:sldMk cId="1008803527" sldId="257"/>
            <ac:cxnSpMk id="14" creationId="{2B25D236-07C9-A8DE-B61B-DD96D04121FA}"/>
          </ac:cxnSpMkLst>
        </pc:cxnChg>
        <pc:cxnChg chg="add del mod">
          <ac:chgData name="Mohammad Salman" userId="cfd6754c-e613-4f6f-bb98-36aef69d8c31" providerId="ADAL" clId="{D186BFC0-1455-4547-84A8-F0BFD109146E}" dt="2023-09-18T07:03:11.666" v="2084"/>
          <ac:cxnSpMkLst>
            <pc:docMk/>
            <pc:sldMk cId="1008803527" sldId="257"/>
            <ac:cxnSpMk id="15" creationId="{6667DCC7-2C3F-C9CC-05F0-62F3CB281BF6}"/>
          </ac:cxnSpMkLst>
        </pc:cxnChg>
        <pc:cxnChg chg="add mod">
          <ac:chgData name="Mohammad Salman" userId="cfd6754c-e613-4f6f-bb98-36aef69d8c31" providerId="ADAL" clId="{D186BFC0-1455-4547-84A8-F0BFD109146E}" dt="2023-09-18T07:04:27.278" v="2102" actId="1076"/>
          <ac:cxnSpMkLst>
            <pc:docMk/>
            <pc:sldMk cId="1008803527" sldId="257"/>
            <ac:cxnSpMk id="17" creationId="{F601969E-CD1F-B607-2AF6-3AAD3CC9C406}"/>
          </ac:cxnSpMkLst>
        </pc:cxnChg>
      </pc:sldChg>
      <pc:sldChg chg="addSp delSp modSp new mod modAnim">
        <pc:chgData name="Mohammad Salman" userId="cfd6754c-e613-4f6f-bb98-36aef69d8c31" providerId="ADAL" clId="{D186BFC0-1455-4547-84A8-F0BFD109146E}" dt="2023-09-21T04:48:38.339" v="9704" actId="113"/>
        <pc:sldMkLst>
          <pc:docMk/>
          <pc:sldMk cId="1711599967" sldId="258"/>
        </pc:sldMkLst>
        <pc:spChg chg="mod">
          <ac:chgData name="Mohammad Salman" userId="cfd6754c-e613-4f6f-bb98-36aef69d8c31" providerId="ADAL" clId="{D186BFC0-1455-4547-84A8-F0BFD109146E}" dt="2023-09-18T14:07:45.495" v="6743" actId="6549"/>
          <ac:spMkLst>
            <pc:docMk/>
            <pc:sldMk cId="1711599967" sldId="258"/>
            <ac:spMk id="2" creationId="{DFAF0615-ADFF-EE82-488B-57AE60CFC147}"/>
          </ac:spMkLst>
        </pc:spChg>
        <pc:spChg chg="del mod">
          <ac:chgData name="Mohammad Salman" userId="cfd6754c-e613-4f6f-bb98-36aef69d8c31" providerId="ADAL" clId="{D186BFC0-1455-4547-84A8-F0BFD109146E}" dt="2023-09-18T05:04:19.043" v="205" actId="478"/>
          <ac:spMkLst>
            <pc:docMk/>
            <pc:sldMk cId="1711599967" sldId="258"/>
            <ac:spMk id="3" creationId="{1AC75ABF-6484-6ABC-CDD1-95CD0D873836}"/>
          </ac:spMkLst>
        </pc:spChg>
        <pc:spChg chg="add mod">
          <ac:chgData name="Mohammad Salman" userId="cfd6754c-e613-4f6f-bb98-36aef69d8c31" providerId="ADAL" clId="{D186BFC0-1455-4547-84A8-F0BFD109146E}" dt="2023-09-18T07:22:14.958" v="2702" actId="20577"/>
          <ac:spMkLst>
            <pc:docMk/>
            <pc:sldMk cId="1711599967" sldId="258"/>
            <ac:spMk id="3" creationId="{F9654D70-AA9E-05C0-8A2E-BEB95693010F}"/>
          </ac:spMkLst>
        </pc:spChg>
        <pc:spChg chg="add mod">
          <ac:chgData name="Mohammad Salman" userId="cfd6754c-e613-4f6f-bb98-36aef69d8c31" providerId="ADAL" clId="{D186BFC0-1455-4547-84A8-F0BFD109146E}" dt="2023-09-18T05:14:07.537" v="628" actId="14100"/>
          <ac:spMkLst>
            <pc:docMk/>
            <pc:sldMk cId="1711599967" sldId="258"/>
            <ac:spMk id="6" creationId="{FFB98AD1-2AB2-272B-11DC-0F9FD3D02291}"/>
          </ac:spMkLst>
        </pc:spChg>
        <pc:spChg chg="add mod">
          <ac:chgData name="Mohammad Salman" userId="cfd6754c-e613-4f6f-bb98-36aef69d8c31" providerId="ADAL" clId="{D186BFC0-1455-4547-84A8-F0BFD109146E}" dt="2023-09-18T05:14:13.859" v="630" actId="14100"/>
          <ac:spMkLst>
            <pc:docMk/>
            <pc:sldMk cId="1711599967" sldId="258"/>
            <ac:spMk id="8" creationId="{EC05803C-1808-75DD-D511-97C5236C722B}"/>
          </ac:spMkLst>
        </pc:spChg>
        <pc:spChg chg="add mod">
          <ac:chgData name="Mohammad Salman" userId="cfd6754c-e613-4f6f-bb98-36aef69d8c31" providerId="ADAL" clId="{D186BFC0-1455-4547-84A8-F0BFD109146E}" dt="2023-09-18T07:18:09.739" v="2669" actId="20577"/>
          <ac:spMkLst>
            <pc:docMk/>
            <pc:sldMk cId="1711599967" sldId="258"/>
            <ac:spMk id="10" creationId="{914B01A2-274B-2B65-4F3D-395B60C045A7}"/>
          </ac:spMkLst>
        </pc:spChg>
        <pc:spChg chg="add del mod">
          <ac:chgData name="Mohammad Salman" userId="cfd6754c-e613-4f6f-bb98-36aef69d8c31" providerId="ADAL" clId="{D186BFC0-1455-4547-84A8-F0BFD109146E}" dt="2023-09-18T05:09:11.045" v="389" actId="22"/>
          <ac:spMkLst>
            <pc:docMk/>
            <pc:sldMk cId="1711599967" sldId="258"/>
            <ac:spMk id="12" creationId="{2DED1A49-E440-0157-07E7-A95AD1811884}"/>
          </ac:spMkLst>
        </pc:spChg>
        <pc:spChg chg="add mod">
          <ac:chgData name="Mohammad Salman" userId="cfd6754c-e613-4f6f-bb98-36aef69d8c31" providerId="ADAL" clId="{D186BFC0-1455-4547-84A8-F0BFD109146E}" dt="2023-09-18T05:14:07.537" v="628" actId="14100"/>
          <ac:spMkLst>
            <pc:docMk/>
            <pc:sldMk cId="1711599967" sldId="258"/>
            <ac:spMk id="13" creationId="{C27D9CCC-4230-DB13-2E96-6F5B02459091}"/>
          </ac:spMkLst>
        </pc:spChg>
        <pc:spChg chg="add mod">
          <ac:chgData name="Mohammad Salman" userId="cfd6754c-e613-4f6f-bb98-36aef69d8c31" providerId="ADAL" clId="{D186BFC0-1455-4547-84A8-F0BFD109146E}" dt="2023-09-18T05:14:07.537" v="628" actId="14100"/>
          <ac:spMkLst>
            <pc:docMk/>
            <pc:sldMk cId="1711599967" sldId="258"/>
            <ac:spMk id="14" creationId="{73079B05-E7A0-CFDA-9971-CC6627CCF034}"/>
          </ac:spMkLst>
        </pc:spChg>
        <pc:spChg chg="add mod">
          <ac:chgData name="Mohammad Salman" userId="cfd6754c-e613-4f6f-bb98-36aef69d8c31" providerId="ADAL" clId="{D186BFC0-1455-4547-84A8-F0BFD109146E}" dt="2023-09-18T07:22:07.987" v="2688" actId="1076"/>
          <ac:spMkLst>
            <pc:docMk/>
            <pc:sldMk cId="1711599967" sldId="258"/>
            <ac:spMk id="15" creationId="{103B04E5-08BF-22FD-EFA0-3C4A05842201}"/>
          </ac:spMkLst>
        </pc:spChg>
        <pc:spChg chg="add mod">
          <ac:chgData name="Mohammad Salman" userId="cfd6754c-e613-4f6f-bb98-36aef69d8c31" providerId="ADAL" clId="{D186BFC0-1455-4547-84A8-F0BFD109146E}" dt="2023-09-18T05:14:07.537" v="628" actId="14100"/>
          <ac:spMkLst>
            <pc:docMk/>
            <pc:sldMk cId="1711599967" sldId="258"/>
            <ac:spMk id="16" creationId="{37BB9BA6-D958-7887-2CE2-915BD3A794FF}"/>
          </ac:spMkLst>
        </pc:spChg>
        <pc:spChg chg="add mod">
          <ac:chgData name="Mohammad Salman" userId="cfd6754c-e613-4f6f-bb98-36aef69d8c31" providerId="ADAL" clId="{D186BFC0-1455-4547-84A8-F0BFD109146E}" dt="2023-09-21T04:48:38.339" v="9704" actId="113"/>
          <ac:spMkLst>
            <pc:docMk/>
            <pc:sldMk cId="1711599967" sldId="258"/>
            <ac:spMk id="17" creationId="{4BE7C1CB-9816-D072-F3B9-C42996D805D7}"/>
          </ac:spMkLst>
        </pc:spChg>
        <pc:graphicFrameChg chg="add del mod modGraphic">
          <ac:chgData name="Mohammad Salman" userId="cfd6754c-e613-4f6f-bb98-36aef69d8c31" providerId="ADAL" clId="{D186BFC0-1455-4547-84A8-F0BFD109146E}" dt="2023-09-18T05:08:22.243" v="377" actId="478"/>
          <ac:graphicFrameMkLst>
            <pc:docMk/>
            <pc:sldMk cId="1711599967" sldId="258"/>
            <ac:graphicFrameMk id="4" creationId="{CAFFE177-8792-51EA-B3FE-E79FEF8ECC72}"/>
          </ac:graphicFrameMkLst>
        </pc:graphicFrameChg>
      </pc:sldChg>
      <pc:sldChg chg="add del">
        <pc:chgData name="Mohammad Salman" userId="cfd6754c-e613-4f6f-bb98-36aef69d8c31" providerId="ADAL" clId="{D186BFC0-1455-4547-84A8-F0BFD109146E}" dt="2023-09-18T05:02:08.871" v="104" actId="47"/>
        <pc:sldMkLst>
          <pc:docMk/>
          <pc:sldMk cId="407547277" sldId="259"/>
        </pc:sldMkLst>
      </pc:sldChg>
      <pc:sldChg chg="addSp modSp add mod">
        <pc:chgData name="Mohammad Salman" userId="cfd6754c-e613-4f6f-bb98-36aef69d8c31" providerId="ADAL" clId="{D186BFC0-1455-4547-84A8-F0BFD109146E}" dt="2023-09-18T07:04:51.579" v="2138" actId="20577"/>
        <pc:sldMkLst>
          <pc:docMk/>
          <pc:sldMk cId="198752723" sldId="260"/>
        </pc:sldMkLst>
        <pc:spChg chg="add mod">
          <ac:chgData name="Mohammad Salman" userId="cfd6754c-e613-4f6f-bb98-36aef69d8c31" providerId="ADAL" clId="{D186BFC0-1455-4547-84A8-F0BFD109146E}" dt="2023-09-18T07:04:51.579" v="2138" actId="20577"/>
          <ac:spMkLst>
            <pc:docMk/>
            <pc:sldMk cId="198752723" sldId="260"/>
            <ac:spMk id="2" creationId="{A1D6BA8C-F6E9-7F4B-A830-A44AA5FD4D0E}"/>
          </ac:spMkLst>
        </pc:spChg>
        <pc:picChg chg="mod">
          <ac:chgData name="Mohammad Salman" userId="cfd6754c-e613-4f6f-bb98-36aef69d8c31" providerId="ADAL" clId="{D186BFC0-1455-4547-84A8-F0BFD109146E}" dt="2023-09-18T05:01:50.913" v="102" actId="14100"/>
          <ac:picMkLst>
            <pc:docMk/>
            <pc:sldMk cId="198752723" sldId="260"/>
            <ac:picMk id="7" creationId="{22BD20C3-D463-4BEC-46F2-47E146149385}"/>
          </ac:picMkLst>
        </pc:picChg>
        <pc:cxnChg chg="add mod">
          <ac:chgData name="Mohammad Salman" userId="cfd6754c-e613-4f6f-bb98-36aef69d8c31" providerId="ADAL" clId="{D186BFC0-1455-4547-84A8-F0BFD109146E}" dt="2023-09-18T07:04:46.194" v="2107" actId="20577"/>
          <ac:cxnSpMkLst>
            <pc:docMk/>
            <pc:sldMk cId="198752723" sldId="260"/>
            <ac:cxnSpMk id="3" creationId="{6F0F94FC-81A0-E6CF-10D9-59AF72F98659}"/>
          </ac:cxnSpMkLst>
        </pc:cxnChg>
        <pc:cxnChg chg="add mod">
          <ac:chgData name="Mohammad Salman" userId="cfd6754c-e613-4f6f-bb98-36aef69d8c31" providerId="ADAL" clId="{D186BFC0-1455-4547-84A8-F0BFD109146E}" dt="2023-09-18T07:04:46.194" v="2107" actId="20577"/>
          <ac:cxnSpMkLst>
            <pc:docMk/>
            <pc:sldMk cId="198752723" sldId="260"/>
            <ac:cxnSpMk id="4" creationId="{92911E2F-7BBB-7F89-0ACA-20EAE53572B1}"/>
          </ac:cxnSpMkLst>
        </pc:cxnChg>
      </pc:sldChg>
      <pc:sldChg chg="addSp delSp modSp add mod">
        <pc:chgData name="Mohammad Salman" userId="cfd6754c-e613-4f6f-bb98-36aef69d8c31" providerId="ADAL" clId="{D186BFC0-1455-4547-84A8-F0BFD109146E}" dt="2023-09-18T07:06:11.661" v="2226" actId="1076"/>
        <pc:sldMkLst>
          <pc:docMk/>
          <pc:sldMk cId="603740646" sldId="261"/>
        </pc:sldMkLst>
        <pc:spChg chg="add mod">
          <ac:chgData name="Mohammad Salman" userId="cfd6754c-e613-4f6f-bb98-36aef69d8c31" providerId="ADAL" clId="{D186BFC0-1455-4547-84A8-F0BFD109146E}" dt="2023-09-18T07:06:11.661" v="2226" actId="1076"/>
          <ac:spMkLst>
            <pc:docMk/>
            <pc:sldMk cId="603740646" sldId="261"/>
            <ac:spMk id="2" creationId="{FFA539DB-CAA2-A03E-0852-734AA39CA816}"/>
          </ac:spMkLst>
        </pc:spChg>
        <pc:spChg chg="add mod">
          <ac:chgData name="Mohammad Salman" userId="cfd6754c-e613-4f6f-bb98-36aef69d8c31" providerId="ADAL" clId="{D186BFC0-1455-4547-84A8-F0BFD109146E}" dt="2023-09-18T07:05:23.716" v="2154" actId="692"/>
          <ac:spMkLst>
            <pc:docMk/>
            <pc:sldMk cId="603740646" sldId="261"/>
            <ac:spMk id="6" creationId="{D6F627AE-35C6-F296-3533-6857B8483798}"/>
          </ac:spMkLst>
        </pc:spChg>
        <pc:picChg chg="mod">
          <ac:chgData name="Mohammad Salman" userId="cfd6754c-e613-4f6f-bb98-36aef69d8c31" providerId="ADAL" clId="{D186BFC0-1455-4547-84A8-F0BFD109146E}" dt="2023-09-18T05:02:18.786" v="124" actId="1036"/>
          <ac:picMkLst>
            <pc:docMk/>
            <pc:sldMk cId="603740646" sldId="261"/>
            <ac:picMk id="11" creationId="{1344FF66-E572-36E5-0478-AA44285ADA16}"/>
          </ac:picMkLst>
        </pc:picChg>
        <pc:cxnChg chg="add del mod">
          <ac:chgData name="Mohammad Salman" userId="cfd6754c-e613-4f6f-bb98-36aef69d8c31" providerId="ADAL" clId="{D186BFC0-1455-4547-84A8-F0BFD109146E}" dt="2023-09-18T07:05:26.780" v="2155" actId="478"/>
          <ac:cxnSpMkLst>
            <pc:docMk/>
            <pc:sldMk cId="603740646" sldId="261"/>
            <ac:cxnSpMk id="3" creationId="{4CF3128E-25A5-6401-F115-DA432CAD3C0C}"/>
          </ac:cxnSpMkLst>
        </pc:cxnChg>
        <pc:cxnChg chg="add mod">
          <ac:chgData name="Mohammad Salman" userId="cfd6754c-e613-4f6f-bb98-36aef69d8c31" providerId="ADAL" clId="{D186BFC0-1455-4547-84A8-F0BFD109146E}" dt="2023-09-18T07:06:11.661" v="2226" actId="1076"/>
          <ac:cxnSpMkLst>
            <pc:docMk/>
            <pc:sldMk cId="603740646" sldId="261"/>
            <ac:cxnSpMk id="4" creationId="{3A4E3A53-3D87-8031-F217-F16B900DDC96}"/>
          </ac:cxnSpMkLst>
        </pc:cxnChg>
      </pc:sldChg>
      <pc:sldChg chg="addSp delSp modSp add mod">
        <pc:chgData name="Mohammad Salman" userId="cfd6754c-e613-4f6f-bb98-36aef69d8c31" providerId="ADAL" clId="{D186BFC0-1455-4547-84A8-F0BFD109146E}" dt="2023-09-18T07:06:39.899" v="2313" actId="20577"/>
        <pc:sldMkLst>
          <pc:docMk/>
          <pc:sldMk cId="3410742063" sldId="262"/>
        </pc:sldMkLst>
        <pc:spChg chg="add del mod">
          <ac:chgData name="Mohammad Salman" userId="cfd6754c-e613-4f6f-bb98-36aef69d8c31" providerId="ADAL" clId="{D186BFC0-1455-4547-84A8-F0BFD109146E}" dt="2023-09-18T07:06:07.309" v="2224"/>
          <ac:spMkLst>
            <pc:docMk/>
            <pc:sldMk cId="3410742063" sldId="262"/>
            <ac:spMk id="2" creationId="{7F5DBCE6-C0E0-90BB-ADF3-952C8974AF23}"/>
          </ac:spMkLst>
        </pc:spChg>
        <pc:spChg chg="add mod">
          <ac:chgData name="Mohammad Salman" userId="cfd6754c-e613-4f6f-bb98-36aef69d8c31" providerId="ADAL" clId="{D186BFC0-1455-4547-84A8-F0BFD109146E}" dt="2023-09-18T07:06:39.899" v="2313" actId="20577"/>
          <ac:spMkLst>
            <pc:docMk/>
            <pc:sldMk cId="3410742063" sldId="262"/>
            <ac:spMk id="6" creationId="{ACBE64DF-1E5E-FD42-D624-2C244D54810B}"/>
          </ac:spMkLst>
        </pc:spChg>
        <pc:picChg chg="mod">
          <ac:chgData name="Mohammad Salman" userId="cfd6754c-e613-4f6f-bb98-36aef69d8c31" providerId="ADAL" clId="{D186BFC0-1455-4547-84A8-F0BFD109146E}" dt="2023-09-18T05:02:35.726" v="126" actId="1076"/>
          <ac:picMkLst>
            <pc:docMk/>
            <pc:sldMk cId="3410742063" sldId="262"/>
            <ac:picMk id="7" creationId="{22BD20C3-D463-4BEC-46F2-47E146149385}"/>
          </ac:picMkLst>
        </pc:picChg>
        <pc:picChg chg="mod">
          <ac:chgData name="Mohammad Salman" userId="cfd6754c-e613-4f6f-bb98-36aef69d8c31" providerId="ADAL" clId="{D186BFC0-1455-4547-84A8-F0BFD109146E}" dt="2023-09-18T05:02:35.726" v="126" actId="1076"/>
          <ac:picMkLst>
            <pc:docMk/>
            <pc:sldMk cId="3410742063" sldId="262"/>
            <ac:picMk id="11" creationId="{1344FF66-E572-36E5-0478-AA44285ADA16}"/>
          </ac:picMkLst>
        </pc:picChg>
        <pc:cxnChg chg="add del mod">
          <ac:chgData name="Mohammad Salman" userId="cfd6754c-e613-4f6f-bb98-36aef69d8c31" providerId="ADAL" clId="{D186BFC0-1455-4547-84A8-F0BFD109146E}" dt="2023-09-18T07:06:07.309" v="2224"/>
          <ac:cxnSpMkLst>
            <pc:docMk/>
            <pc:sldMk cId="3410742063" sldId="262"/>
            <ac:cxnSpMk id="3" creationId="{524D6B80-F2E1-F568-69B9-8CC769D1F03A}"/>
          </ac:cxnSpMkLst>
        </pc:cxnChg>
        <pc:cxnChg chg="add del mod">
          <ac:chgData name="Mohammad Salman" userId="cfd6754c-e613-4f6f-bb98-36aef69d8c31" providerId="ADAL" clId="{D186BFC0-1455-4547-84A8-F0BFD109146E}" dt="2023-09-18T07:06:07.309" v="2224"/>
          <ac:cxnSpMkLst>
            <pc:docMk/>
            <pc:sldMk cId="3410742063" sldId="262"/>
            <ac:cxnSpMk id="4" creationId="{BE565A99-4CC3-8C3A-6A1A-2D3119187975}"/>
          </ac:cxnSpMkLst>
        </pc:cxnChg>
        <pc:cxnChg chg="add mod">
          <ac:chgData name="Mohammad Salman" userId="cfd6754c-e613-4f6f-bb98-36aef69d8c31" providerId="ADAL" clId="{D186BFC0-1455-4547-84A8-F0BFD109146E}" dt="2023-09-18T07:06:34.384" v="2284" actId="20577"/>
          <ac:cxnSpMkLst>
            <pc:docMk/>
            <pc:sldMk cId="3410742063" sldId="262"/>
            <ac:cxnSpMk id="8" creationId="{555F8D73-7FE2-B3A6-2553-DA507E8D3809}"/>
          </ac:cxnSpMkLst>
        </pc:cxnChg>
      </pc:sldChg>
      <pc:sldChg chg="delSp modSp add del mod setBg">
        <pc:chgData name="Mohammad Salman" userId="cfd6754c-e613-4f6f-bb98-36aef69d8c31" providerId="ADAL" clId="{D186BFC0-1455-4547-84A8-F0BFD109146E}" dt="2023-09-18T08:39:50.560" v="6079" actId="47"/>
        <pc:sldMkLst>
          <pc:docMk/>
          <pc:sldMk cId="4037357512" sldId="263"/>
        </pc:sldMkLst>
        <pc:spChg chg="mod">
          <ac:chgData name="Mohammad Salman" userId="cfd6754c-e613-4f6f-bb98-36aef69d8c31" providerId="ADAL" clId="{D186BFC0-1455-4547-84A8-F0BFD109146E}" dt="2023-09-18T07:14:32.701" v="2642" actId="20577"/>
          <ac:spMkLst>
            <pc:docMk/>
            <pc:sldMk cId="4037357512" sldId="263"/>
            <ac:spMk id="2" creationId="{DFAF0615-ADFF-EE82-488B-57AE60CFC147}"/>
          </ac:spMkLst>
        </pc:spChg>
        <pc:spChg chg="del">
          <ac:chgData name="Mohammad Salman" userId="cfd6754c-e613-4f6f-bb98-36aef69d8c31" providerId="ADAL" clId="{D186BFC0-1455-4547-84A8-F0BFD109146E}" dt="2023-09-18T05:18:05.098" v="634" actId="478"/>
          <ac:spMkLst>
            <pc:docMk/>
            <pc:sldMk cId="4037357512" sldId="263"/>
            <ac:spMk id="6" creationId="{FFB98AD1-2AB2-272B-11DC-0F9FD3D02291}"/>
          </ac:spMkLst>
        </pc:spChg>
        <pc:spChg chg="del">
          <ac:chgData name="Mohammad Salman" userId="cfd6754c-e613-4f6f-bb98-36aef69d8c31" providerId="ADAL" clId="{D186BFC0-1455-4547-84A8-F0BFD109146E}" dt="2023-09-18T05:18:02.527" v="633" actId="478"/>
          <ac:spMkLst>
            <pc:docMk/>
            <pc:sldMk cId="4037357512" sldId="263"/>
            <ac:spMk id="8" creationId="{EC05803C-1808-75DD-D511-97C5236C722B}"/>
          </ac:spMkLst>
        </pc:spChg>
        <pc:spChg chg="del">
          <ac:chgData name="Mohammad Salman" userId="cfd6754c-e613-4f6f-bb98-36aef69d8c31" providerId="ADAL" clId="{D186BFC0-1455-4547-84A8-F0BFD109146E}" dt="2023-09-18T05:18:02.527" v="633" actId="478"/>
          <ac:spMkLst>
            <pc:docMk/>
            <pc:sldMk cId="4037357512" sldId="263"/>
            <ac:spMk id="10" creationId="{914B01A2-274B-2B65-4F3D-395B60C045A7}"/>
          </ac:spMkLst>
        </pc:spChg>
      </pc:sldChg>
      <pc:sldChg chg="addSp delSp modSp add mod">
        <pc:chgData name="Mohammad Salman" userId="cfd6754c-e613-4f6f-bb98-36aef69d8c31" providerId="ADAL" clId="{D186BFC0-1455-4547-84A8-F0BFD109146E}" dt="2023-09-18T07:12:47.802" v="2439" actId="20577"/>
        <pc:sldMkLst>
          <pc:docMk/>
          <pc:sldMk cId="1357172788" sldId="264"/>
        </pc:sldMkLst>
        <pc:spChg chg="add del mod">
          <ac:chgData name="Mohammad Salman" userId="cfd6754c-e613-4f6f-bb98-36aef69d8c31" providerId="ADAL" clId="{D186BFC0-1455-4547-84A8-F0BFD109146E}" dt="2023-09-18T06:55:40.436" v="1127"/>
          <ac:spMkLst>
            <pc:docMk/>
            <pc:sldMk cId="1357172788" sldId="264"/>
            <ac:spMk id="3" creationId="{237315FB-7003-1D8E-6DCC-F960A2F75367}"/>
          </ac:spMkLst>
        </pc:spChg>
        <pc:spChg chg="add mod">
          <ac:chgData name="Mohammad Salman" userId="cfd6754c-e613-4f6f-bb98-36aef69d8c31" providerId="ADAL" clId="{D186BFC0-1455-4547-84A8-F0BFD109146E}" dt="2023-09-18T06:56:07.778" v="1139" actId="114"/>
          <ac:spMkLst>
            <pc:docMk/>
            <pc:sldMk cId="1357172788" sldId="264"/>
            <ac:spMk id="4" creationId="{E7997FBC-1154-4968-81E9-03B6E1B3B949}"/>
          </ac:spMkLst>
        </pc:spChg>
        <pc:spChg chg="del">
          <ac:chgData name="Mohammad Salman" userId="cfd6754c-e613-4f6f-bb98-36aef69d8c31" providerId="ADAL" clId="{D186BFC0-1455-4547-84A8-F0BFD109146E}" dt="2023-09-18T05:19:24.301" v="829" actId="478"/>
          <ac:spMkLst>
            <pc:docMk/>
            <pc:sldMk cId="1357172788" sldId="264"/>
            <ac:spMk id="6" creationId="{FFB98AD1-2AB2-272B-11DC-0F9FD3D02291}"/>
          </ac:spMkLst>
        </pc:spChg>
        <pc:spChg chg="mod">
          <ac:chgData name="Mohammad Salman" userId="cfd6754c-e613-4f6f-bb98-36aef69d8c31" providerId="ADAL" clId="{D186BFC0-1455-4547-84A8-F0BFD109146E}" dt="2023-09-18T06:56:03.315" v="1138" actId="114"/>
          <ac:spMkLst>
            <pc:docMk/>
            <pc:sldMk cId="1357172788" sldId="264"/>
            <ac:spMk id="8" creationId="{EC05803C-1808-75DD-D511-97C5236C722B}"/>
          </ac:spMkLst>
        </pc:spChg>
        <pc:spChg chg="del">
          <ac:chgData name="Mohammad Salman" userId="cfd6754c-e613-4f6f-bb98-36aef69d8c31" providerId="ADAL" clId="{D186BFC0-1455-4547-84A8-F0BFD109146E}" dt="2023-09-18T05:19:24.301" v="829" actId="478"/>
          <ac:spMkLst>
            <pc:docMk/>
            <pc:sldMk cId="1357172788" sldId="264"/>
            <ac:spMk id="10" creationId="{914B01A2-274B-2B65-4F3D-395B60C045A7}"/>
          </ac:spMkLst>
        </pc:spChg>
        <pc:spChg chg="mod">
          <ac:chgData name="Mohammad Salman" userId="cfd6754c-e613-4f6f-bb98-36aef69d8c31" providerId="ADAL" clId="{D186BFC0-1455-4547-84A8-F0BFD109146E}" dt="2023-09-18T06:54:58.717" v="1125" actId="1076"/>
          <ac:spMkLst>
            <pc:docMk/>
            <pc:sldMk cId="1357172788" sldId="264"/>
            <ac:spMk id="13" creationId="{C27D9CCC-4230-DB13-2E96-6F5B02459091}"/>
          </ac:spMkLst>
        </pc:spChg>
        <pc:spChg chg="del">
          <ac:chgData name="Mohammad Salman" userId="cfd6754c-e613-4f6f-bb98-36aef69d8c31" providerId="ADAL" clId="{D186BFC0-1455-4547-84A8-F0BFD109146E}" dt="2023-09-18T05:19:24.301" v="829" actId="478"/>
          <ac:spMkLst>
            <pc:docMk/>
            <pc:sldMk cId="1357172788" sldId="264"/>
            <ac:spMk id="14" creationId="{73079B05-E7A0-CFDA-9971-CC6627CCF034}"/>
          </ac:spMkLst>
        </pc:spChg>
        <pc:spChg chg="del">
          <ac:chgData name="Mohammad Salman" userId="cfd6754c-e613-4f6f-bb98-36aef69d8c31" providerId="ADAL" clId="{D186BFC0-1455-4547-84A8-F0BFD109146E}" dt="2023-09-18T05:19:24.301" v="829" actId="478"/>
          <ac:spMkLst>
            <pc:docMk/>
            <pc:sldMk cId="1357172788" sldId="264"/>
            <ac:spMk id="15" creationId="{103B04E5-08BF-22FD-EFA0-3C4A05842201}"/>
          </ac:spMkLst>
        </pc:spChg>
        <pc:spChg chg="del">
          <ac:chgData name="Mohammad Salman" userId="cfd6754c-e613-4f6f-bb98-36aef69d8c31" providerId="ADAL" clId="{D186BFC0-1455-4547-84A8-F0BFD109146E}" dt="2023-09-18T05:19:25.517" v="830" actId="478"/>
          <ac:spMkLst>
            <pc:docMk/>
            <pc:sldMk cId="1357172788" sldId="264"/>
            <ac:spMk id="16" creationId="{37BB9BA6-D958-7887-2CE2-915BD3A794FF}"/>
          </ac:spMkLst>
        </pc:spChg>
        <pc:spChg chg="mod">
          <ac:chgData name="Mohammad Salman" userId="cfd6754c-e613-4f6f-bb98-36aef69d8c31" providerId="ADAL" clId="{D186BFC0-1455-4547-84A8-F0BFD109146E}" dt="2023-09-18T07:12:47.802" v="2439" actId="20577"/>
          <ac:spMkLst>
            <pc:docMk/>
            <pc:sldMk cId="1357172788" sldId="264"/>
            <ac:spMk id="17" creationId="{4BE7C1CB-9816-D072-F3B9-C42996D805D7}"/>
          </ac:spMkLst>
        </pc:spChg>
      </pc:sldChg>
      <pc:sldChg chg="modSp add mod modNotesTx">
        <pc:chgData name="Mohammad Salman" userId="cfd6754c-e613-4f6f-bb98-36aef69d8c31" providerId="ADAL" clId="{D186BFC0-1455-4547-84A8-F0BFD109146E}" dt="2023-09-22T10:08:57.064" v="18934" actId="20577"/>
        <pc:sldMkLst>
          <pc:docMk/>
          <pc:sldMk cId="32902301" sldId="265"/>
        </pc:sldMkLst>
        <pc:spChg chg="mod">
          <ac:chgData name="Mohammad Salman" userId="cfd6754c-e613-4f6f-bb98-36aef69d8c31" providerId="ADAL" clId="{D186BFC0-1455-4547-84A8-F0BFD109146E}" dt="2023-09-22T10:08:29.094" v="18865" actId="207"/>
          <ac:spMkLst>
            <pc:docMk/>
            <pc:sldMk cId="32902301" sldId="265"/>
            <ac:spMk id="17" creationId="{4BE7C1CB-9816-D072-F3B9-C42996D805D7}"/>
          </ac:spMkLst>
        </pc:spChg>
      </pc:sldChg>
      <pc:sldChg chg="modSp add mod">
        <pc:chgData name="Mohammad Salman" userId="cfd6754c-e613-4f6f-bb98-36aef69d8c31" providerId="ADAL" clId="{D186BFC0-1455-4547-84A8-F0BFD109146E}" dt="2023-09-18T07:14:08.546" v="2589" actId="20577"/>
        <pc:sldMkLst>
          <pc:docMk/>
          <pc:sldMk cId="1568879450" sldId="266"/>
        </pc:sldMkLst>
        <pc:spChg chg="mod">
          <ac:chgData name="Mohammad Salman" userId="cfd6754c-e613-4f6f-bb98-36aef69d8c31" providerId="ADAL" clId="{D186BFC0-1455-4547-84A8-F0BFD109146E}" dt="2023-09-18T07:14:08.546" v="2589" actId="20577"/>
          <ac:spMkLst>
            <pc:docMk/>
            <pc:sldMk cId="1568879450" sldId="266"/>
            <ac:spMk id="17" creationId="{4BE7C1CB-9816-D072-F3B9-C42996D805D7}"/>
          </ac:spMkLst>
        </pc:spChg>
      </pc:sldChg>
      <pc:sldChg chg="addSp modSp new mod modTransition modAnim">
        <pc:chgData name="Mohammad Salman" userId="cfd6754c-e613-4f6f-bb98-36aef69d8c31" providerId="ADAL" clId="{D186BFC0-1455-4547-84A8-F0BFD109146E}" dt="2023-09-22T10:09:50.819" v="18961" actId="20577"/>
        <pc:sldMkLst>
          <pc:docMk/>
          <pc:sldMk cId="4032075732" sldId="267"/>
        </pc:sldMkLst>
        <pc:spChg chg="mod">
          <ac:chgData name="Mohammad Salman" userId="cfd6754c-e613-4f6f-bb98-36aef69d8c31" providerId="ADAL" clId="{D186BFC0-1455-4547-84A8-F0BFD109146E}" dt="2023-09-22T10:09:50.819" v="18961" actId="20577"/>
          <ac:spMkLst>
            <pc:docMk/>
            <pc:sldMk cId="4032075732" sldId="267"/>
            <ac:spMk id="2" creationId="{C6F08195-7F35-D03D-CDBC-546E25EECB86}"/>
          </ac:spMkLst>
        </pc:spChg>
        <pc:spChg chg="mod">
          <ac:chgData name="Mohammad Salman" userId="cfd6754c-e613-4f6f-bb98-36aef69d8c31" providerId="ADAL" clId="{D186BFC0-1455-4547-84A8-F0BFD109146E}" dt="2023-09-18T07:30:14.310" v="2982" actId="1076"/>
          <ac:spMkLst>
            <pc:docMk/>
            <pc:sldMk cId="4032075732" sldId="267"/>
            <ac:spMk id="3" creationId="{C6BD71A0-4AD0-CAAC-A945-B8915256CCD0}"/>
          </ac:spMkLst>
        </pc:spChg>
        <pc:picChg chg="add mod">
          <ac:chgData name="Mohammad Salman" userId="cfd6754c-e613-4f6f-bb98-36aef69d8c31" providerId="ADAL" clId="{D186BFC0-1455-4547-84A8-F0BFD109146E}" dt="2023-09-18T07:30:17.720" v="2983" actId="1076"/>
          <ac:picMkLst>
            <pc:docMk/>
            <pc:sldMk cId="4032075732" sldId="267"/>
            <ac:picMk id="4" creationId="{B2220629-66FC-0F13-81BA-EC180AB42AE0}"/>
          </ac:picMkLst>
        </pc:picChg>
      </pc:sldChg>
      <pc:sldChg chg="addSp modSp add mod modAnim">
        <pc:chgData name="Mohammad Salman" userId="cfd6754c-e613-4f6f-bb98-36aef69d8c31" providerId="ADAL" clId="{D186BFC0-1455-4547-84A8-F0BFD109146E}" dt="2023-09-18T07:22:25.920" v="2719" actId="1036"/>
        <pc:sldMkLst>
          <pc:docMk/>
          <pc:sldMk cId="1539435819" sldId="268"/>
        </pc:sldMkLst>
        <pc:spChg chg="add mod">
          <ac:chgData name="Mohammad Salman" userId="cfd6754c-e613-4f6f-bb98-36aef69d8c31" providerId="ADAL" clId="{D186BFC0-1455-4547-84A8-F0BFD109146E}" dt="2023-09-18T07:22:18.055" v="2703"/>
          <ac:spMkLst>
            <pc:docMk/>
            <pc:sldMk cId="1539435819" sldId="268"/>
            <ac:spMk id="3" creationId="{A5308013-9F51-634C-F59D-B36A023032AA}"/>
          </ac:spMkLst>
        </pc:spChg>
        <pc:spChg chg="mod">
          <ac:chgData name="Mohammad Salman" userId="cfd6754c-e613-4f6f-bb98-36aef69d8c31" providerId="ADAL" clId="{D186BFC0-1455-4547-84A8-F0BFD109146E}" dt="2023-09-18T07:22:25.920" v="2719" actId="1036"/>
          <ac:spMkLst>
            <pc:docMk/>
            <pc:sldMk cId="1539435819" sldId="268"/>
            <ac:spMk id="10" creationId="{914B01A2-274B-2B65-4F3D-395B60C045A7}"/>
          </ac:spMkLst>
        </pc:spChg>
        <pc:spChg chg="mod">
          <ac:chgData name="Mohammad Salman" userId="cfd6754c-e613-4f6f-bb98-36aef69d8c31" providerId="ADAL" clId="{D186BFC0-1455-4547-84A8-F0BFD109146E}" dt="2023-09-18T07:11:48.839" v="2421" actId="20577"/>
          <ac:spMkLst>
            <pc:docMk/>
            <pc:sldMk cId="1539435819" sldId="268"/>
            <ac:spMk id="17" creationId="{4BE7C1CB-9816-D072-F3B9-C42996D805D7}"/>
          </ac:spMkLst>
        </pc:spChg>
      </pc:sldChg>
      <pc:sldChg chg="addSp delSp modSp new mod setBg modClrScheme chgLayout">
        <pc:chgData name="Mohammad Salman" userId="cfd6754c-e613-4f6f-bb98-36aef69d8c31" providerId="ADAL" clId="{D186BFC0-1455-4547-84A8-F0BFD109146E}" dt="2023-09-18T14:08:09.771" v="6752" actId="6549"/>
        <pc:sldMkLst>
          <pc:docMk/>
          <pc:sldMk cId="410164745" sldId="269"/>
        </pc:sldMkLst>
        <pc:spChg chg="mod ord">
          <ac:chgData name="Mohammad Salman" userId="cfd6754c-e613-4f6f-bb98-36aef69d8c31" providerId="ADAL" clId="{D186BFC0-1455-4547-84A8-F0BFD109146E}" dt="2023-09-18T07:38:57.389" v="3185" actId="20577"/>
          <ac:spMkLst>
            <pc:docMk/>
            <pc:sldMk cId="410164745" sldId="269"/>
            <ac:spMk id="2" creationId="{4AA582F3-92F2-2F86-AB13-DD1F8D297640}"/>
          </ac:spMkLst>
        </pc:spChg>
        <pc:spChg chg="del mod ord">
          <ac:chgData name="Mohammad Salman" userId="cfd6754c-e613-4f6f-bb98-36aef69d8c31" providerId="ADAL" clId="{D186BFC0-1455-4547-84A8-F0BFD109146E}" dt="2023-09-18T07:36:23.446" v="3010" actId="700"/>
          <ac:spMkLst>
            <pc:docMk/>
            <pc:sldMk cId="410164745" sldId="269"/>
            <ac:spMk id="3" creationId="{3CBE6CE9-D703-3B80-2812-CD50F51CAA5D}"/>
          </ac:spMkLst>
        </pc:spChg>
        <pc:spChg chg="add mod ord">
          <ac:chgData name="Mohammad Salman" userId="cfd6754c-e613-4f6f-bb98-36aef69d8c31" providerId="ADAL" clId="{D186BFC0-1455-4547-84A8-F0BFD109146E}" dt="2023-09-18T14:08:09.771" v="6752" actId="6549"/>
          <ac:spMkLst>
            <pc:docMk/>
            <pc:sldMk cId="410164745" sldId="269"/>
            <ac:spMk id="4" creationId="{1661571D-2990-2234-0780-F144D844EA97}"/>
          </ac:spMkLst>
        </pc:spChg>
      </pc:sldChg>
      <pc:sldChg chg="addSp delSp modSp new del mod">
        <pc:chgData name="Mohammad Salman" userId="cfd6754c-e613-4f6f-bb98-36aef69d8c31" providerId="ADAL" clId="{D186BFC0-1455-4547-84A8-F0BFD109146E}" dt="2023-09-18T07:30:42.676" v="2984" actId="47"/>
        <pc:sldMkLst>
          <pc:docMk/>
          <pc:sldMk cId="2396306361" sldId="269"/>
        </pc:sldMkLst>
        <pc:spChg chg="mod">
          <ac:chgData name="Mohammad Salman" userId="cfd6754c-e613-4f6f-bb98-36aef69d8c31" providerId="ADAL" clId="{D186BFC0-1455-4547-84A8-F0BFD109146E}" dt="2023-09-18T07:22:55.009" v="2733" actId="20577"/>
          <ac:spMkLst>
            <pc:docMk/>
            <pc:sldMk cId="2396306361" sldId="269"/>
            <ac:spMk id="2" creationId="{19F4A101-5AAA-5326-9C23-B8BB8277BD69}"/>
          </ac:spMkLst>
        </pc:spChg>
        <pc:spChg chg="mod">
          <ac:chgData name="Mohammad Salman" userId="cfd6754c-e613-4f6f-bb98-36aef69d8c31" providerId="ADAL" clId="{D186BFC0-1455-4547-84A8-F0BFD109146E}" dt="2023-09-18T07:27:06.417" v="2904" actId="14100"/>
          <ac:spMkLst>
            <pc:docMk/>
            <pc:sldMk cId="2396306361" sldId="269"/>
            <ac:spMk id="3" creationId="{53DC0531-A440-9F28-612D-6969203979A8}"/>
          </ac:spMkLst>
        </pc:spChg>
        <pc:graphicFrameChg chg="add del mod modGraphic">
          <ac:chgData name="Mohammad Salman" userId="cfd6754c-e613-4f6f-bb98-36aef69d8c31" providerId="ADAL" clId="{D186BFC0-1455-4547-84A8-F0BFD109146E}" dt="2023-09-18T07:27:48.521" v="2907" actId="478"/>
          <ac:graphicFrameMkLst>
            <pc:docMk/>
            <pc:sldMk cId="2396306361" sldId="269"/>
            <ac:graphicFrameMk id="4" creationId="{D7913737-933E-E277-F134-84CD941B573C}"/>
          </ac:graphicFrameMkLst>
        </pc:graphicFrameChg>
        <pc:picChg chg="add del mod">
          <ac:chgData name="Mohammad Salman" userId="cfd6754c-e613-4f6f-bb98-36aef69d8c31" providerId="ADAL" clId="{D186BFC0-1455-4547-84A8-F0BFD109146E}" dt="2023-09-18T07:27:54.108" v="2908" actId="21"/>
          <ac:picMkLst>
            <pc:docMk/>
            <pc:sldMk cId="2396306361" sldId="269"/>
            <ac:picMk id="1026" creationId="{E39EE447-D3D1-E08E-95BD-FA2F112689A6}"/>
          </ac:picMkLst>
        </pc:picChg>
      </pc:sldChg>
      <pc:sldChg chg="addSp delSp modSp add mod setBg chgLayout">
        <pc:chgData name="Mohammad Salman" userId="cfd6754c-e613-4f6f-bb98-36aef69d8c31" providerId="ADAL" clId="{D186BFC0-1455-4547-84A8-F0BFD109146E}" dt="2023-09-18T14:07:41.744" v="6739" actId="20577"/>
        <pc:sldMkLst>
          <pc:docMk/>
          <pc:sldMk cId="863747348" sldId="270"/>
        </pc:sldMkLst>
        <pc:spChg chg="mod ord">
          <ac:chgData name="Mohammad Salman" userId="cfd6754c-e613-4f6f-bb98-36aef69d8c31" providerId="ADAL" clId="{D186BFC0-1455-4547-84A8-F0BFD109146E}" dt="2023-09-18T07:38:39.689" v="3182" actId="700"/>
          <ac:spMkLst>
            <pc:docMk/>
            <pc:sldMk cId="863747348" sldId="270"/>
            <ac:spMk id="2" creationId="{F84946F1-4576-7950-D336-49F9C6C2857E}"/>
          </ac:spMkLst>
        </pc:spChg>
        <pc:spChg chg="del">
          <ac:chgData name="Mohammad Salman" userId="cfd6754c-e613-4f6f-bb98-36aef69d8c31" providerId="ADAL" clId="{D186BFC0-1455-4547-84A8-F0BFD109146E}" dt="2023-09-18T07:37:24.368" v="3124" actId="478"/>
          <ac:spMkLst>
            <pc:docMk/>
            <pc:sldMk cId="863747348" sldId="270"/>
            <ac:spMk id="3" creationId="{759399DD-9A21-8C35-190C-CA2E850FB0C7}"/>
          </ac:spMkLst>
        </pc:spChg>
        <pc:spChg chg="add del mod">
          <ac:chgData name="Mohammad Salman" userId="cfd6754c-e613-4f6f-bb98-36aef69d8c31" providerId="ADAL" clId="{D186BFC0-1455-4547-84A8-F0BFD109146E}" dt="2023-09-18T07:37:26.537" v="3125" actId="478"/>
          <ac:spMkLst>
            <pc:docMk/>
            <pc:sldMk cId="863747348" sldId="270"/>
            <ac:spMk id="5" creationId="{9F167F89-6572-FCEC-7BB1-CB6CF1F65CFC}"/>
          </ac:spMkLst>
        </pc:spChg>
        <pc:spChg chg="add mod ord">
          <ac:chgData name="Mohammad Salman" userId="cfd6754c-e613-4f6f-bb98-36aef69d8c31" providerId="ADAL" clId="{D186BFC0-1455-4547-84A8-F0BFD109146E}" dt="2023-09-18T14:07:41.744" v="6739" actId="20577"/>
          <ac:spMkLst>
            <pc:docMk/>
            <pc:sldMk cId="863747348" sldId="270"/>
            <ac:spMk id="6" creationId="{75A1CDA7-4D21-6516-1695-E1E2B469E190}"/>
          </ac:spMkLst>
        </pc:spChg>
      </pc:sldChg>
      <pc:sldChg chg="delSp new del mod">
        <pc:chgData name="Mohammad Salman" userId="cfd6754c-e613-4f6f-bb98-36aef69d8c31" providerId="ADAL" clId="{D186BFC0-1455-4547-84A8-F0BFD109146E}" dt="2023-09-18T08:07:18.832" v="4456" actId="47"/>
        <pc:sldMkLst>
          <pc:docMk/>
          <pc:sldMk cId="2548096535" sldId="271"/>
        </pc:sldMkLst>
        <pc:spChg chg="del">
          <ac:chgData name="Mohammad Salman" userId="cfd6754c-e613-4f6f-bb98-36aef69d8c31" providerId="ADAL" clId="{D186BFC0-1455-4547-84A8-F0BFD109146E}" dt="2023-09-18T07:39:04.533" v="3187" actId="478"/>
          <ac:spMkLst>
            <pc:docMk/>
            <pc:sldMk cId="2548096535" sldId="271"/>
            <ac:spMk id="2" creationId="{5E965205-2F22-54FE-AF17-C263BB59D509}"/>
          </ac:spMkLst>
        </pc:spChg>
        <pc:spChg chg="del">
          <ac:chgData name="Mohammad Salman" userId="cfd6754c-e613-4f6f-bb98-36aef69d8c31" providerId="ADAL" clId="{D186BFC0-1455-4547-84A8-F0BFD109146E}" dt="2023-09-18T07:39:04.533" v="3187" actId="478"/>
          <ac:spMkLst>
            <pc:docMk/>
            <pc:sldMk cId="2548096535" sldId="271"/>
            <ac:spMk id="3" creationId="{29088337-3D31-2846-60D0-EF5616650AFE}"/>
          </ac:spMkLst>
        </pc:spChg>
      </pc:sldChg>
      <pc:sldChg chg="delSp modSp add del mod">
        <pc:chgData name="Mohammad Salman" userId="cfd6754c-e613-4f6f-bb98-36aef69d8c31" providerId="ADAL" clId="{D186BFC0-1455-4547-84A8-F0BFD109146E}" dt="2023-09-18T14:09:45.128" v="6760" actId="47"/>
        <pc:sldMkLst>
          <pc:docMk/>
          <pc:sldMk cId="3846018330" sldId="272"/>
        </pc:sldMkLst>
        <pc:spChg chg="mod">
          <ac:chgData name="Mohammad Salman" userId="cfd6754c-e613-4f6f-bb98-36aef69d8c31" providerId="ADAL" clId="{D186BFC0-1455-4547-84A8-F0BFD109146E}" dt="2023-09-18T07:40:14.939" v="3275" actId="20577"/>
          <ac:spMkLst>
            <pc:docMk/>
            <pc:sldMk cId="3846018330" sldId="272"/>
            <ac:spMk id="6" creationId="{ACBE64DF-1E5E-FD42-D624-2C244D54810B}"/>
          </ac:spMkLst>
        </pc:spChg>
        <pc:cxnChg chg="del mod">
          <ac:chgData name="Mohammad Salman" userId="cfd6754c-e613-4f6f-bb98-36aef69d8c31" providerId="ADAL" clId="{D186BFC0-1455-4547-84A8-F0BFD109146E}" dt="2023-09-18T07:39:22.532" v="3189" actId="478"/>
          <ac:cxnSpMkLst>
            <pc:docMk/>
            <pc:sldMk cId="3846018330" sldId="272"/>
            <ac:cxnSpMk id="8" creationId="{555F8D73-7FE2-B3A6-2553-DA507E8D3809}"/>
          </ac:cxnSpMkLst>
        </pc:cxnChg>
      </pc:sldChg>
      <pc:sldChg chg="modSp add mod">
        <pc:chgData name="Mohammad Salman" userId="cfd6754c-e613-4f6f-bb98-36aef69d8c31" providerId="ADAL" clId="{D186BFC0-1455-4547-84A8-F0BFD109146E}" dt="2023-09-18T14:09:52.852" v="6766" actId="20577"/>
        <pc:sldMkLst>
          <pc:docMk/>
          <pc:sldMk cId="1959424451" sldId="273"/>
        </pc:sldMkLst>
        <pc:spChg chg="mod">
          <ac:chgData name="Mohammad Salman" userId="cfd6754c-e613-4f6f-bb98-36aef69d8c31" providerId="ADAL" clId="{D186BFC0-1455-4547-84A8-F0BFD109146E}" dt="2023-09-18T14:09:52.852" v="6766" actId="20577"/>
          <ac:spMkLst>
            <pc:docMk/>
            <pc:sldMk cId="1959424451" sldId="273"/>
            <ac:spMk id="6" creationId="{ACBE64DF-1E5E-FD42-D624-2C244D54810B}"/>
          </ac:spMkLst>
        </pc:spChg>
      </pc:sldChg>
      <pc:sldChg chg="addSp delSp modSp add mod addAnim delAnim modAnim">
        <pc:chgData name="Mohammad Salman" userId="cfd6754c-e613-4f6f-bb98-36aef69d8c31" providerId="ADAL" clId="{D186BFC0-1455-4547-84A8-F0BFD109146E}" dt="2023-09-18T08:39:16.017" v="6068" actId="20577"/>
        <pc:sldMkLst>
          <pc:docMk/>
          <pc:sldMk cId="1170732793" sldId="274"/>
        </pc:sldMkLst>
        <pc:spChg chg="mod">
          <ac:chgData name="Mohammad Salman" userId="cfd6754c-e613-4f6f-bb98-36aef69d8c31" providerId="ADAL" clId="{D186BFC0-1455-4547-84A8-F0BFD109146E}" dt="2023-09-18T08:39:16.017" v="6068" actId="20577"/>
          <ac:spMkLst>
            <pc:docMk/>
            <pc:sldMk cId="1170732793" sldId="274"/>
            <ac:spMk id="2" creationId="{DFAF0615-ADFF-EE82-488B-57AE60CFC147}"/>
          </ac:spMkLst>
        </pc:spChg>
        <pc:spChg chg="add del mod">
          <ac:chgData name="Mohammad Salman" userId="cfd6754c-e613-4f6f-bb98-36aef69d8c31" providerId="ADAL" clId="{D186BFC0-1455-4547-84A8-F0BFD109146E}" dt="2023-09-18T07:56:56.998" v="3971" actId="20577"/>
          <ac:spMkLst>
            <pc:docMk/>
            <pc:sldMk cId="1170732793" sldId="274"/>
            <ac:spMk id="3" creationId="{F9654D70-AA9E-05C0-8A2E-BEB95693010F}"/>
          </ac:spMkLst>
        </pc:spChg>
        <pc:spChg chg="add mod">
          <ac:chgData name="Mohammad Salman" userId="cfd6754c-e613-4f6f-bb98-36aef69d8c31" providerId="ADAL" clId="{D186BFC0-1455-4547-84A8-F0BFD109146E}" dt="2023-09-18T07:57:02.987" v="3975" actId="20577"/>
          <ac:spMkLst>
            <pc:docMk/>
            <pc:sldMk cId="1170732793" sldId="274"/>
            <ac:spMk id="4" creationId="{638D6766-D3BA-1662-5685-538667A74551}"/>
          </ac:spMkLst>
        </pc:spChg>
        <pc:spChg chg="del">
          <ac:chgData name="Mohammad Salman" userId="cfd6754c-e613-4f6f-bb98-36aef69d8c31" providerId="ADAL" clId="{D186BFC0-1455-4547-84A8-F0BFD109146E}" dt="2023-09-18T07:43:09.627" v="3606" actId="478"/>
          <ac:spMkLst>
            <pc:docMk/>
            <pc:sldMk cId="1170732793" sldId="274"/>
            <ac:spMk id="6" creationId="{FFB98AD1-2AB2-272B-11DC-0F9FD3D02291}"/>
          </ac:spMkLst>
        </pc:spChg>
        <pc:spChg chg="del">
          <ac:chgData name="Mohammad Salman" userId="cfd6754c-e613-4f6f-bb98-36aef69d8c31" providerId="ADAL" clId="{D186BFC0-1455-4547-84A8-F0BFD109146E}" dt="2023-09-18T07:43:11.866" v="3607" actId="478"/>
          <ac:spMkLst>
            <pc:docMk/>
            <pc:sldMk cId="1170732793" sldId="274"/>
            <ac:spMk id="8" creationId="{EC05803C-1808-75DD-D511-97C5236C722B}"/>
          </ac:spMkLst>
        </pc:spChg>
        <pc:spChg chg="del">
          <ac:chgData name="Mohammad Salman" userId="cfd6754c-e613-4f6f-bb98-36aef69d8c31" providerId="ADAL" clId="{D186BFC0-1455-4547-84A8-F0BFD109146E}" dt="2023-09-18T07:43:06.487" v="3603" actId="478"/>
          <ac:spMkLst>
            <pc:docMk/>
            <pc:sldMk cId="1170732793" sldId="274"/>
            <ac:spMk id="10" creationId="{914B01A2-274B-2B65-4F3D-395B60C045A7}"/>
          </ac:spMkLst>
        </pc:spChg>
        <pc:spChg chg="del mod">
          <ac:chgData name="Mohammad Salman" userId="cfd6754c-e613-4f6f-bb98-36aef69d8c31" providerId="ADAL" clId="{D186BFC0-1455-4547-84A8-F0BFD109146E}" dt="2023-09-18T07:43:08.095" v="3605" actId="478"/>
          <ac:spMkLst>
            <pc:docMk/>
            <pc:sldMk cId="1170732793" sldId="274"/>
            <ac:spMk id="13" creationId="{C27D9CCC-4230-DB13-2E96-6F5B02459091}"/>
          </ac:spMkLst>
        </pc:spChg>
        <pc:spChg chg="del">
          <ac:chgData name="Mohammad Salman" userId="cfd6754c-e613-4f6f-bb98-36aef69d8c31" providerId="ADAL" clId="{D186BFC0-1455-4547-84A8-F0BFD109146E}" dt="2023-09-18T07:43:03.394" v="3602" actId="478"/>
          <ac:spMkLst>
            <pc:docMk/>
            <pc:sldMk cId="1170732793" sldId="274"/>
            <ac:spMk id="14" creationId="{73079B05-E7A0-CFDA-9971-CC6627CCF034}"/>
          </ac:spMkLst>
        </pc:spChg>
        <pc:spChg chg="mod">
          <ac:chgData name="Mohammad Salman" userId="cfd6754c-e613-4f6f-bb98-36aef69d8c31" providerId="ADAL" clId="{D186BFC0-1455-4547-84A8-F0BFD109146E}" dt="2023-09-18T07:56:59.650" v="3973" actId="20577"/>
          <ac:spMkLst>
            <pc:docMk/>
            <pc:sldMk cId="1170732793" sldId="274"/>
            <ac:spMk id="15" creationId="{103B04E5-08BF-22FD-EFA0-3C4A05842201}"/>
          </ac:spMkLst>
        </pc:spChg>
        <pc:spChg chg="mod">
          <ac:chgData name="Mohammad Salman" userId="cfd6754c-e613-4f6f-bb98-36aef69d8c31" providerId="ADAL" clId="{D186BFC0-1455-4547-84A8-F0BFD109146E}" dt="2023-09-18T07:57:01.244" v="3974" actId="20577"/>
          <ac:spMkLst>
            <pc:docMk/>
            <pc:sldMk cId="1170732793" sldId="274"/>
            <ac:spMk id="16" creationId="{37BB9BA6-D958-7887-2CE2-915BD3A794FF}"/>
          </ac:spMkLst>
        </pc:spChg>
        <pc:spChg chg="mod">
          <ac:chgData name="Mohammad Salman" userId="cfd6754c-e613-4f6f-bb98-36aef69d8c31" providerId="ADAL" clId="{D186BFC0-1455-4547-84A8-F0BFD109146E}" dt="2023-09-18T07:41:57.674" v="3528" actId="6549"/>
          <ac:spMkLst>
            <pc:docMk/>
            <pc:sldMk cId="1170732793" sldId="274"/>
            <ac:spMk id="17" creationId="{4BE7C1CB-9816-D072-F3B9-C42996D805D7}"/>
          </ac:spMkLst>
        </pc:spChg>
      </pc:sldChg>
      <pc:sldChg chg="addSp delSp modSp add mod">
        <pc:chgData name="Mohammad Salman" userId="cfd6754c-e613-4f6f-bb98-36aef69d8c31" providerId="ADAL" clId="{D186BFC0-1455-4547-84A8-F0BFD109146E}" dt="2023-09-21T04:50:54.156" v="9713" actId="20577"/>
        <pc:sldMkLst>
          <pc:docMk/>
          <pc:sldMk cId="2016251549" sldId="275"/>
        </pc:sldMkLst>
        <pc:spChg chg="mod">
          <ac:chgData name="Mohammad Salman" userId="cfd6754c-e613-4f6f-bb98-36aef69d8c31" providerId="ADAL" clId="{D186BFC0-1455-4547-84A8-F0BFD109146E}" dt="2023-09-21T04:50:54.156" v="9713" actId="20577"/>
          <ac:spMkLst>
            <pc:docMk/>
            <pc:sldMk cId="2016251549" sldId="275"/>
            <ac:spMk id="6" creationId="{ACBE64DF-1E5E-FD42-D624-2C244D54810B}"/>
          </ac:spMkLst>
        </pc:spChg>
        <pc:spChg chg="add mod">
          <ac:chgData name="Mohammad Salman" userId="cfd6754c-e613-4f6f-bb98-36aef69d8c31" providerId="ADAL" clId="{D186BFC0-1455-4547-84A8-F0BFD109146E}" dt="2023-09-20T15:33:00.112" v="7278" actId="1076"/>
          <ac:spMkLst>
            <pc:docMk/>
            <pc:sldMk cId="2016251549" sldId="275"/>
            <ac:spMk id="18" creationId="{6C0F242C-039C-DD7A-1EE2-04270083301B}"/>
          </ac:spMkLst>
        </pc:spChg>
        <pc:picChg chg="add del mod">
          <ac:chgData name="Mohammad Salman" userId="cfd6754c-e613-4f6f-bb98-36aef69d8c31" providerId="ADAL" clId="{D186BFC0-1455-4547-84A8-F0BFD109146E}" dt="2023-09-18T07:47:13.317" v="3671" actId="22"/>
          <ac:picMkLst>
            <pc:docMk/>
            <pc:sldMk cId="2016251549" sldId="275"/>
            <ac:picMk id="3" creationId="{076218B2-8B35-773C-E05B-BA00B79C403A}"/>
          </ac:picMkLst>
        </pc:picChg>
        <pc:picChg chg="mod">
          <ac:chgData name="Mohammad Salman" userId="cfd6754c-e613-4f6f-bb98-36aef69d8c31" providerId="ADAL" clId="{D186BFC0-1455-4547-84A8-F0BFD109146E}" dt="2023-09-18T08:39:23.400" v="6070" actId="1036"/>
          <ac:picMkLst>
            <pc:docMk/>
            <pc:sldMk cId="2016251549" sldId="275"/>
            <ac:picMk id="5" creationId="{25A03B6D-6552-4FB2-15CE-8F8AF791CAFC}"/>
          </ac:picMkLst>
        </pc:picChg>
        <pc:picChg chg="add del mod">
          <ac:chgData name="Mohammad Salman" userId="cfd6754c-e613-4f6f-bb98-36aef69d8c31" providerId="ADAL" clId="{D186BFC0-1455-4547-84A8-F0BFD109146E}" dt="2023-09-18T07:48:18.283" v="3674" actId="478"/>
          <ac:picMkLst>
            <pc:docMk/>
            <pc:sldMk cId="2016251549" sldId="275"/>
            <ac:picMk id="8" creationId="{E77BA27F-F900-F697-359D-824D3B085EDC}"/>
          </ac:picMkLst>
        </pc:picChg>
        <pc:picChg chg="add mod">
          <ac:chgData name="Mohammad Salman" userId="cfd6754c-e613-4f6f-bb98-36aef69d8c31" providerId="ADAL" clId="{D186BFC0-1455-4547-84A8-F0BFD109146E}" dt="2023-09-20T15:32:24.982" v="7271" actId="2085"/>
          <ac:picMkLst>
            <pc:docMk/>
            <pc:sldMk cId="2016251549" sldId="275"/>
            <ac:picMk id="12" creationId="{6064B016-FA9C-D45A-7C07-003679629566}"/>
          </ac:picMkLst>
        </pc:picChg>
        <pc:picChg chg="add del mod">
          <ac:chgData name="Mohammad Salman" userId="cfd6754c-e613-4f6f-bb98-36aef69d8c31" providerId="ADAL" clId="{D186BFC0-1455-4547-84A8-F0BFD109146E}" dt="2023-09-20T15:30:09.294" v="7266" actId="478"/>
          <ac:picMkLst>
            <pc:docMk/>
            <pc:sldMk cId="2016251549" sldId="275"/>
            <ac:picMk id="14" creationId="{F4A51267-53D2-DAC8-A32A-896DA8842697}"/>
          </ac:picMkLst>
        </pc:picChg>
        <pc:picChg chg="add mod">
          <ac:chgData name="Mohammad Salman" userId="cfd6754c-e613-4f6f-bb98-36aef69d8c31" providerId="ADAL" clId="{D186BFC0-1455-4547-84A8-F0BFD109146E}" dt="2023-09-20T15:32:13.219" v="7270" actId="14100"/>
          <ac:picMkLst>
            <pc:docMk/>
            <pc:sldMk cId="2016251549" sldId="275"/>
            <ac:picMk id="16" creationId="{1B877071-1131-2F38-A38F-D45C9E30BC92}"/>
          </ac:picMkLst>
        </pc:picChg>
        <pc:cxnChg chg="add del mod">
          <ac:chgData name="Mohammad Salman" userId="cfd6754c-e613-4f6f-bb98-36aef69d8c31" providerId="ADAL" clId="{D186BFC0-1455-4547-84A8-F0BFD109146E}" dt="2023-09-20T15:33:05.548" v="7279" actId="14100"/>
          <ac:cxnSpMkLst>
            <pc:docMk/>
            <pc:sldMk cId="2016251549" sldId="275"/>
            <ac:cxnSpMk id="13" creationId="{44179C9B-CED4-5B7B-7605-48BBE1BF1667}"/>
          </ac:cxnSpMkLst>
        </pc:cxnChg>
      </pc:sldChg>
      <pc:sldChg chg="addSp delSp modSp add mod delAnim modAnim">
        <pc:chgData name="Mohammad Salman" userId="cfd6754c-e613-4f6f-bb98-36aef69d8c31" providerId="ADAL" clId="{D186BFC0-1455-4547-84A8-F0BFD109146E}" dt="2023-09-21T04:51:50.423" v="9717" actId="113"/>
        <pc:sldMkLst>
          <pc:docMk/>
          <pc:sldMk cId="2948770170" sldId="276"/>
        </pc:sldMkLst>
        <pc:spChg chg="mod">
          <ac:chgData name="Mohammad Salman" userId="cfd6754c-e613-4f6f-bb98-36aef69d8c31" providerId="ADAL" clId="{D186BFC0-1455-4547-84A8-F0BFD109146E}" dt="2023-09-18T08:39:26.625" v="6072" actId="27636"/>
          <ac:spMkLst>
            <pc:docMk/>
            <pc:sldMk cId="2948770170" sldId="276"/>
            <ac:spMk id="2" creationId="{DFAF0615-ADFF-EE82-488B-57AE60CFC147}"/>
          </ac:spMkLst>
        </pc:spChg>
        <pc:spChg chg="mod">
          <ac:chgData name="Mohammad Salman" userId="cfd6754c-e613-4f6f-bb98-36aef69d8c31" providerId="ADAL" clId="{D186BFC0-1455-4547-84A8-F0BFD109146E}" dt="2023-09-21T04:51:50.423" v="9717" actId="113"/>
          <ac:spMkLst>
            <pc:docMk/>
            <pc:sldMk cId="2948770170" sldId="276"/>
            <ac:spMk id="3" creationId="{F9654D70-AA9E-05C0-8A2E-BEB95693010F}"/>
          </ac:spMkLst>
        </pc:spChg>
        <pc:spChg chg="mod">
          <ac:chgData name="Mohammad Salman" userId="cfd6754c-e613-4f6f-bb98-36aef69d8c31" providerId="ADAL" clId="{D186BFC0-1455-4547-84A8-F0BFD109146E}" dt="2023-09-18T07:57:43.247" v="3979" actId="6549"/>
          <ac:spMkLst>
            <pc:docMk/>
            <pc:sldMk cId="2948770170" sldId="276"/>
            <ac:spMk id="4" creationId="{638D6766-D3BA-1662-5685-538667A74551}"/>
          </ac:spMkLst>
        </pc:spChg>
        <pc:spChg chg="add del mod">
          <ac:chgData name="Mohammad Salman" userId="cfd6754c-e613-4f6f-bb98-36aef69d8c31" providerId="ADAL" clId="{D186BFC0-1455-4547-84A8-F0BFD109146E}" dt="2023-09-18T07:59:56.228" v="4181" actId="478"/>
          <ac:spMkLst>
            <pc:docMk/>
            <pc:sldMk cId="2948770170" sldId="276"/>
            <ac:spMk id="5" creationId="{39D630B9-29A4-59B3-800C-07A85CB1D551}"/>
          </ac:spMkLst>
        </pc:spChg>
        <pc:spChg chg="add mod">
          <ac:chgData name="Mohammad Salman" userId="cfd6754c-e613-4f6f-bb98-36aef69d8c31" providerId="ADAL" clId="{D186BFC0-1455-4547-84A8-F0BFD109146E}" dt="2023-09-21T04:51:50.423" v="9717" actId="113"/>
          <ac:spMkLst>
            <pc:docMk/>
            <pc:sldMk cId="2948770170" sldId="276"/>
            <ac:spMk id="5" creationId="{A72BE66F-2022-6B5D-DFF8-BF17012B99EA}"/>
          </ac:spMkLst>
        </pc:spChg>
        <pc:spChg chg="add del mod">
          <ac:chgData name="Mohammad Salman" userId="cfd6754c-e613-4f6f-bb98-36aef69d8c31" providerId="ADAL" clId="{D186BFC0-1455-4547-84A8-F0BFD109146E}" dt="2023-09-20T15:28:51.128" v="7150" actId="478"/>
          <ac:spMkLst>
            <pc:docMk/>
            <pc:sldMk cId="2948770170" sldId="276"/>
            <ac:spMk id="6" creationId="{0854BACB-28DF-2F13-5F9B-6B5CEE6CB044}"/>
          </ac:spMkLst>
        </pc:spChg>
        <pc:spChg chg="add del mod">
          <ac:chgData name="Mohammad Salman" userId="cfd6754c-e613-4f6f-bb98-36aef69d8c31" providerId="ADAL" clId="{D186BFC0-1455-4547-84A8-F0BFD109146E}" dt="2023-09-20T15:53:05.398" v="8196" actId="478"/>
          <ac:spMkLst>
            <pc:docMk/>
            <pc:sldMk cId="2948770170" sldId="276"/>
            <ac:spMk id="7" creationId="{312EE0B9-315D-4075-9235-A61D4F1B7242}"/>
          </ac:spMkLst>
        </pc:spChg>
        <pc:spChg chg="add mod">
          <ac:chgData name="Mohammad Salman" userId="cfd6754c-e613-4f6f-bb98-36aef69d8c31" providerId="ADAL" clId="{D186BFC0-1455-4547-84A8-F0BFD109146E}" dt="2023-09-21T04:51:50.423" v="9717" actId="113"/>
          <ac:spMkLst>
            <pc:docMk/>
            <pc:sldMk cId="2948770170" sldId="276"/>
            <ac:spMk id="8" creationId="{4C363D7C-EA27-4C1A-130A-C8F96014574F}"/>
          </ac:spMkLst>
        </pc:spChg>
        <pc:spChg chg="add mod">
          <ac:chgData name="Mohammad Salman" userId="cfd6754c-e613-4f6f-bb98-36aef69d8c31" providerId="ADAL" clId="{D186BFC0-1455-4547-84A8-F0BFD109146E}" dt="2023-09-20T15:53:02.981" v="8195"/>
          <ac:spMkLst>
            <pc:docMk/>
            <pc:sldMk cId="2948770170" sldId="276"/>
            <ac:spMk id="9" creationId="{3CA53C3E-C475-E1AA-A976-E545EE68136D}"/>
          </ac:spMkLst>
        </pc:spChg>
        <pc:spChg chg="del mod">
          <ac:chgData name="Mohammad Salman" userId="cfd6754c-e613-4f6f-bb98-36aef69d8c31" providerId="ADAL" clId="{D186BFC0-1455-4547-84A8-F0BFD109146E}" dt="2023-09-20T15:53:02.675" v="8194" actId="478"/>
          <ac:spMkLst>
            <pc:docMk/>
            <pc:sldMk cId="2948770170" sldId="276"/>
            <ac:spMk id="15" creationId="{103B04E5-08BF-22FD-EFA0-3C4A05842201}"/>
          </ac:spMkLst>
        </pc:spChg>
        <pc:spChg chg="mod">
          <ac:chgData name="Mohammad Salman" userId="cfd6754c-e613-4f6f-bb98-36aef69d8c31" providerId="ADAL" clId="{D186BFC0-1455-4547-84A8-F0BFD109146E}" dt="2023-09-21T04:51:50.423" v="9717" actId="113"/>
          <ac:spMkLst>
            <pc:docMk/>
            <pc:sldMk cId="2948770170" sldId="276"/>
            <ac:spMk id="16" creationId="{37BB9BA6-D958-7887-2CE2-915BD3A794FF}"/>
          </ac:spMkLst>
        </pc:spChg>
      </pc:sldChg>
      <pc:sldChg chg="addSp modSp add del mod or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657866945" sldId="277"/>
        </pc:sldMkLst>
        <pc:spChg chg="mod">
          <ac:chgData name="Mohammad Salman" userId="cfd6754c-e613-4f6f-bb98-36aef69d8c31" providerId="ADAL" clId="{D186BFC0-1455-4547-84A8-F0BFD109146E}" dt="2023-09-18T07:52:33.767" v="3831" actId="20577"/>
          <ac:spMkLst>
            <pc:docMk/>
            <pc:sldMk cId="1657866945" sldId="277"/>
            <ac:spMk id="6" creationId="{ACBE64DF-1E5E-FD42-D624-2C244D54810B}"/>
          </ac:spMkLst>
        </pc:spChg>
        <pc:picChg chg="add mod">
          <ac:chgData name="Mohammad Salman" userId="cfd6754c-e613-4f6f-bb98-36aef69d8c31" providerId="ADAL" clId="{D186BFC0-1455-4547-84A8-F0BFD109146E}" dt="2023-09-18T07:53:18.020" v="3845" actId="692"/>
          <ac:picMkLst>
            <pc:docMk/>
            <pc:sldMk cId="1657866945" sldId="277"/>
            <ac:picMk id="4" creationId="{4DD32FF1-4D32-1594-B0F4-438C97B5C4B8}"/>
          </ac:picMkLst>
        </pc:picChg>
        <pc:picChg chg="mod">
          <ac:chgData name="Mohammad Salman" userId="cfd6754c-e613-4f6f-bb98-36aef69d8c31" providerId="ADAL" clId="{D186BFC0-1455-4547-84A8-F0BFD109146E}" dt="2023-09-18T07:52:42.664" v="3833" actId="2085"/>
          <ac:picMkLst>
            <pc:docMk/>
            <pc:sldMk cId="1657866945" sldId="277"/>
            <ac:picMk id="12" creationId="{6064B016-FA9C-D45A-7C07-003679629566}"/>
          </ac:picMkLst>
        </pc:picChg>
        <pc:cxnChg chg="mod">
          <ac:chgData name="Mohammad Salman" userId="cfd6754c-e613-4f6f-bb98-36aef69d8c31" providerId="ADAL" clId="{D186BFC0-1455-4547-84A8-F0BFD109146E}" dt="2023-09-18T07:53:35.723" v="3848" actId="14100"/>
          <ac:cxnSpMkLst>
            <pc:docMk/>
            <pc:sldMk cId="1657866945" sldId="277"/>
            <ac:cxnSpMk id="13" creationId="{44179C9B-CED4-5B7B-7605-48BBE1BF1667}"/>
          </ac:cxnSpMkLst>
        </pc:cxnChg>
      </pc:sldChg>
      <pc:sldChg chg="addSp modSp add del mod or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443748962" sldId="278"/>
        </pc:sldMkLst>
        <pc:spChg chg="mod">
          <ac:chgData name="Mohammad Salman" userId="cfd6754c-e613-4f6f-bb98-36aef69d8c31" providerId="ADAL" clId="{D186BFC0-1455-4547-84A8-F0BFD109146E}" dt="2023-09-18T07:55:07.797" v="3933" actId="20577"/>
          <ac:spMkLst>
            <pc:docMk/>
            <pc:sldMk cId="1443748962" sldId="278"/>
            <ac:spMk id="6" creationId="{ACBE64DF-1E5E-FD42-D624-2C244D54810B}"/>
          </ac:spMkLst>
        </pc:spChg>
        <pc:picChg chg="add mod">
          <ac:chgData name="Mohammad Salman" userId="cfd6754c-e613-4f6f-bb98-36aef69d8c31" providerId="ADAL" clId="{D186BFC0-1455-4547-84A8-F0BFD109146E}" dt="2023-09-18T07:56:05.705" v="3942" actId="1076"/>
          <ac:picMkLst>
            <pc:docMk/>
            <pc:sldMk cId="1443748962" sldId="278"/>
            <ac:picMk id="3" creationId="{D508744C-3616-DE7E-BD8E-D9C5FD257581}"/>
          </ac:picMkLst>
        </pc:picChg>
        <pc:picChg chg="mod">
          <ac:chgData name="Mohammad Salman" userId="cfd6754c-e613-4f6f-bb98-36aef69d8c31" providerId="ADAL" clId="{D186BFC0-1455-4547-84A8-F0BFD109146E}" dt="2023-09-18T07:56:21.032" v="3945" actId="1076"/>
          <ac:picMkLst>
            <pc:docMk/>
            <pc:sldMk cId="1443748962" sldId="278"/>
            <ac:picMk id="4" creationId="{4DD32FF1-4D32-1594-B0F4-438C97B5C4B8}"/>
          </ac:picMkLst>
        </pc:picChg>
        <pc:picChg chg="add mod">
          <ac:chgData name="Mohammad Salman" userId="cfd6754c-e613-4f6f-bb98-36aef69d8c31" providerId="ADAL" clId="{D186BFC0-1455-4547-84A8-F0BFD109146E}" dt="2023-09-18T07:56:05.705" v="3942" actId="1076"/>
          <ac:picMkLst>
            <pc:docMk/>
            <pc:sldMk cId="1443748962" sldId="278"/>
            <ac:picMk id="8" creationId="{7E04112C-65D8-439D-A307-42128C6F3548}"/>
          </ac:picMkLst>
        </pc:picChg>
        <pc:picChg chg="add mod">
          <ac:chgData name="Mohammad Salman" userId="cfd6754c-e613-4f6f-bb98-36aef69d8c31" providerId="ADAL" clId="{D186BFC0-1455-4547-84A8-F0BFD109146E}" dt="2023-09-18T07:56:05.705" v="3942" actId="1076"/>
          <ac:picMkLst>
            <pc:docMk/>
            <pc:sldMk cId="1443748962" sldId="278"/>
            <ac:picMk id="10" creationId="{A54F76F5-BD38-1E1F-2C01-723EF9DEA0C5}"/>
          </ac:picMkLst>
        </pc:picChg>
        <pc:cxnChg chg="mod">
          <ac:chgData name="Mohammad Salman" userId="cfd6754c-e613-4f6f-bb98-36aef69d8c31" providerId="ADAL" clId="{D186BFC0-1455-4547-84A8-F0BFD109146E}" dt="2023-09-18T07:56:13.404" v="3943" actId="14100"/>
          <ac:cxnSpMkLst>
            <pc:docMk/>
            <pc:sldMk cId="1443748962" sldId="278"/>
            <ac:cxnSpMk id="13" creationId="{44179C9B-CED4-5B7B-7605-48BBE1BF1667}"/>
          </ac:cxnSpMkLst>
        </pc:cxnChg>
      </pc:sldChg>
      <pc:sldChg chg="addSp delSp modSp add mod delAnim modAnim">
        <pc:chgData name="Mohammad Salman" userId="cfd6754c-e613-4f6f-bb98-36aef69d8c31" providerId="ADAL" clId="{D186BFC0-1455-4547-84A8-F0BFD109146E}" dt="2023-09-20T15:53:14.290" v="8199" actId="478"/>
        <pc:sldMkLst>
          <pc:docMk/>
          <pc:sldMk cId="1894330547" sldId="279"/>
        </pc:sldMkLst>
        <pc:spChg chg="mod">
          <ac:chgData name="Mohammad Salman" userId="cfd6754c-e613-4f6f-bb98-36aef69d8c31" providerId="ADAL" clId="{D186BFC0-1455-4547-84A8-F0BFD109146E}" dt="2023-09-18T08:39:29.356" v="6074" actId="27636"/>
          <ac:spMkLst>
            <pc:docMk/>
            <pc:sldMk cId="1894330547" sldId="279"/>
            <ac:spMk id="2" creationId="{DFAF0615-ADFF-EE82-488B-57AE60CFC147}"/>
          </ac:spMkLst>
        </pc:spChg>
        <pc:spChg chg="del mod">
          <ac:chgData name="Mohammad Salman" userId="cfd6754c-e613-4f6f-bb98-36aef69d8c31" providerId="ADAL" clId="{D186BFC0-1455-4547-84A8-F0BFD109146E}" dt="2023-09-20T15:37:55.603" v="7307" actId="478"/>
          <ac:spMkLst>
            <pc:docMk/>
            <pc:sldMk cId="1894330547" sldId="279"/>
            <ac:spMk id="3" creationId="{F9654D70-AA9E-05C0-8A2E-BEB95693010F}"/>
          </ac:spMkLst>
        </pc:spChg>
        <pc:spChg chg="del">
          <ac:chgData name="Mohammad Salman" userId="cfd6754c-e613-4f6f-bb98-36aef69d8c31" providerId="ADAL" clId="{D186BFC0-1455-4547-84A8-F0BFD109146E}" dt="2023-09-20T15:37:55.603" v="7307" actId="478"/>
          <ac:spMkLst>
            <pc:docMk/>
            <pc:sldMk cId="1894330547" sldId="279"/>
            <ac:spMk id="4" creationId="{638D6766-D3BA-1662-5685-538667A74551}"/>
          </ac:spMkLst>
        </pc:spChg>
        <pc:spChg chg="del mod">
          <ac:chgData name="Mohammad Salman" userId="cfd6754c-e613-4f6f-bb98-36aef69d8c31" providerId="ADAL" clId="{D186BFC0-1455-4547-84A8-F0BFD109146E}" dt="2023-09-20T15:37:55.603" v="7307" actId="478"/>
          <ac:spMkLst>
            <pc:docMk/>
            <pc:sldMk cId="1894330547" sldId="279"/>
            <ac:spMk id="5" creationId="{39D630B9-29A4-59B3-800C-07A85CB1D551}"/>
          </ac:spMkLst>
        </pc:spChg>
        <pc:spChg chg="del">
          <ac:chgData name="Mohammad Salman" userId="cfd6754c-e613-4f6f-bb98-36aef69d8c31" providerId="ADAL" clId="{D186BFC0-1455-4547-84A8-F0BFD109146E}" dt="2023-09-20T15:37:55.603" v="7307" actId="478"/>
          <ac:spMkLst>
            <pc:docMk/>
            <pc:sldMk cId="1894330547" sldId="279"/>
            <ac:spMk id="6" creationId="{0854BACB-28DF-2F13-5F9B-6B5CEE6CB044}"/>
          </ac:spMkLst>
        </pc:spChg>
        <pc:spChg chg="del">
          <ac:chgData name="Mohammad Salman" userId="cfd6754c-e613-4f6f-bb98-36aef69d8c31" providerId="ADAL" clId="{D186BFC0-1455-4547-84A8-F0BFD109146E}" dt="2023-09-20T15:37:55.603" v="7307" actId="478"/>
          <ac:spMkLst>
            <pc:docMk/>
            <pc:sldMk cId="1894330547" sldId="279"/>
            <ac:spMk id="7" creationId="{312EE0B9-315D-4075-9235-A61D4F1B7242}"/>
          </ac:spMkLst>
        </pc:spChg>
        <pc:spChg chg="add del mod">
          <ac:chgData name="Mohammad Salman" userId="cfd6754c-e613-4f6f-bb98-36aef69d8c31" providerId="ADAL" clId="{D186BFC0-1455-4547-84A8-F0BFD109146E}" dt="2023-09-20T15:53:12.283" v="8197" actId="478"/>
          <ac:spMkLst>
            <pc:docMk/>
            <pc:sldMk cId="1894330547" sldId="279"/>
            <ac:spMk id="8" creationId="{E4B0CA23-CAAD-7272-4B27-19C864189B2E}"/>
          </ac:spMkLst>
        </pc:spChg>
        <pc:spChg chg="add mod">
          <ac:chgData name="Mohammad Salman" userId="cfd6754c-e613-4f6f-bb98-36aef69d8c31" providerId="ADAL" clId="{D186BFC0-1455-4547-84A8-F0BFD109146E}" dt="2023-09-20T15:37:56.107" v="7308"/>
          <ac:spMkLst>
            <pc:docMk/>
            <pc:sldMk cId="1894330547" sldId="279"/>
            <ac:spMk id="9" creationId="{44A95F45-ECE2-6EC8-6A35-1C7619E96BB8}"/>
          </ac:spMkLst>
        </pc:spChg>
        <pc:spChg chg="add mod">
          <ac:chgData name="Mohammad Salman" userId="cfd6754c-e613-4f6f-bb98-36aef69d8c31" providerId="ADAL" clId="{D186BFC0-1455-4547-84A8-F0BFD109146E}" dt="2023-09-20T15:37:56.107" v="7308"/>
          <ac:spMkLst>
            <pc:docMk/>
            <pc:sldMk cId="1894330547" sldId="279"/>
            <ac:spMk id="10" creationId="{54BB7E51-8E5B-CEC3-A2C3-BA61903653DD}"/>
          </ac:spMkLst>
        </pc:spChg>
        <pc:spChg chg="add mod">
          <ac:chgData name="Mohammad Salman" userId="cfd6754c-e613-4f6f-bb98-36aef69d8c31" providerId="ADAL" clId="{D186BFC0-1455-4547-84A8-F0BFD109146E}" dt="2023-09-20T15:37:56.107" v="7308"/>
          <ac:spMkLst>
            <pc:docMk/>
            <pc:sldMk cId="1894330547" sldId="279"/>
            <ac:spMk id="11" creationId="{B1CC3DB7-F5EE-097C-696D-9B7C9626DA6A}"/>
          </ac:spMkLst>
        </pc:spChg>
        <pc:spChg chg="add del mod">
          <ac:chgData name="Mohammad Salman" userId="cfd6754c-e613-4f6f-bb98-36aef69d8c31" providerId="ADAL" clId="{D186BFC0-1455-4547-84A8-F0BFD109146E}" dt="2023-09-20T15:53:14.290" v="8199" actId="478"/>
          <ac:spMkLst>
            <pc:docMk/>
            <pc:sldMk cId="1894330547" sldId="279"/>
            <ac:spMk id="12" creationId="{25AB15A0-3BBF-8032-48F7-FD2FAAA8D525}"/>
          </ac:spMkLst>
        </pc:spChg>
        <pc:spChg chg="add mod">
          <ac:chgData name="Mohammad Salman" userId="cfd6754c-e613-4f6f-bb98-36aef69d8c31" providerId="ADAL" clId="{D186BFC0-1455-4547-84A8-F0BFD109146E}" dt="2023-09-20T15:37:56.107" v="7308"/>
          <ac:spMkLst>
            <pc:docMk/>
            <pc:sldMk cId="1894330547" sldId="279"/>
            <ac:spMk id="13" creationId="{38D6984D-C525-F341-632D-97FC62DFC4A6}"/>
          </ac:spMkLst>
        </pc:spChg>
        <pc:spChg chg="add mod">
          <ac:chgData name="Mohammad Salman" userId="cfd6754c-e613-4f6f-bb98-36aef69d8c31" providerId="ADAL" clId="{D186BFC0-1455-4547-84A8-F0BFD109146E}" dt="2023-09-20T15:37:56.107" v="7308"/>
          <ac:spMkLst>
            <pc:docMk/>
            <pc:sldMk cId="1894330547" sldId="279"/>
            <ac:spMk id="14" creationId="{DE5CA090-F58A-7FF4-D19B-FDDB4B04BD7C}"/>
          </ac:spMkLst>
        </pc:spChg>
        <pc:spChg chg="del">
          <ac:chgData name="Mohammad Salman" userId="cfd6754c-e613-4f6f-bb98-36aef69d8c31" providerId="ADAL" clId="{D186BFC0-1455-4547-84A8-F0BFD109146E}" dt="2023-09-20T15:37:55.603" v="7307" actId="478"/>
          <ac:spMkLst>
            <pc:docMk/>
            <pc:sldMk cId="1894330547" sldId="279"/>
            <ac:spMk id="15" creationId="{103B04E5-08BF-22FD-EFA0-3C4A05842201}"/>
          </ac:spMkLst>
        </pc:spChg>
        <pc:spChg chg="del">
          <ac:chgData name="Mohammad Salman" userId="cfd6754c-e613-4f6f-bb98-36aef69d8c31" providerId="ADAL" clId="{D186BFC0-1455-4547-84A8-F0BFD109146E}" dt="2023-09-20T15:37:55.603" v="7307" actId="478"/>
          <ac:spMkLst>
            <pc:docMk/>
            <pc:sldMk cId="1894330547" sldId="279"/>
            <ac:spMk id="16" creationId="{37BB9BA6-D958-7887-2CE2-915BD3A794FF}"/>
          </ac:spMkLst>
        </pc:spChg>
        <pc:spChg chg="mod">
          <ac:chgData name="Mohammad Salman" userId="cfd6754c-e613-4f6f-bb98-36aef69d8c31" providerId="ADAL" clId="{D186BFC0-1455-4547-84A8-F0BFD109146E}" dt="2023-09-18T08:49:40.834" v="6682" actId="5793"/>
          <ac:spMkLst>
            <pc:docMk/>
            <pc:sldMk cId="1894330547" sldId="279"/>
            <ac:spMk id="17" creationId="{4BE7C1CB-9816-D072-F3B9-C42996D805D7}"/>
          </ac:spMkLst>
        </pc:spChg>
        <pc:spChg chg="add mod">
          <ac:chgData name="Mohammad Salman" userId="cfd6754c-e613-4f6f-bb98-36aef69d8c31" providerId="ADAL" clId="{D186BFC0-1455-4547-84A8-F0BFD109146E}" dt="2023-09-20T15:53:12.641" v="8198"/>
          <ac:spMkLst>
            <pc:docMk/>
            <pc:sldMk cId="1894330547" sldId="279"/>
            <ac:spMk id="18" creationId="{9C50FE3F-5264-BF12-81D5-1E46D67C565C}"/>
          </ac:spMkLst>
        </pc:spChg>
      </pc:sldChg>
      <pc:sldChg chg="addSp delSp modSp add mod delAnim modAnim">
        <pc:chgData name="Mohammad Salman" userId="cfd6754c-e613-4f6f-bb98-36aef69d8c31" providerId="ADAL" clId="{D186BFC0-1455-4547-84A8-F0BFD109146E}" dt="2023-09-22T10:11:11.664" v="18967" actId="1076"/>
        <pc:sldMkLst>
          <pc:docMk/>
          <pc:sldMk cId="3299612691" sldId="280"/>
        </pc:sldMkLst>
        <pc:spChg chg="mod">
          <ac:chgData name="Mohammad Salman" userId="cfd6754c-e613-4f6f-bb98-36aef69d8c31" providerId="ADAL" clId="{D186BFC0-1455-4547-84A8-F0BFD109146E}" dt="2023-09-20T15:40:12.882" v="7377" actId="1076"/>
          <ac:spMkLst>
            <pc:docMk/>
            <pc:sldMk cId="3299612691" sldId="280"/>
            <ac:spMk id="2" creationId="{DFAF0615-ADFF-EE82-488B-57AE60CFC147}"/>
          </ac:spMkLst>
        </pc:spChg>
        <pc:spChg chg="mod">
          <ac:chgData name="Mohammad Salman" userId="cfd6754c-e613-4f6f-bb98-36aef69d8c31" providerId="ADAL" clId="{D186BFC0-1455-4547-84A8-F0BFD109146E}" dt="2023-09-18T08:03:48.599" v="4390" actId="1036"/>
          <ac:spMkLst>
            <pc:docMk/>
            <pc:sldMk cId="3299612691" sldId="280"/>
            <ac:spMk id="3" creationId="{F9654D70-AA9E-05C0-8A2E-BEB95693010F}"/>
          </ac:spMkLst>
        </pc:spChg>
        <pc:spChg chg="del mod">
          <ac:chgData name="Mohammad Salman" userId="cfd6754c-e613-4f6f-bb98-36aef69d8c31" providerId="ADAL" clId="{D186BFC0-1455-4547-84A8-F0BFD109146E}" dt="2023-09-18T08:05:48.496" v="4430" actId="478"/>
          <ac:spMkLst>
            <pc:docMk/>
            <pc:sldMk cId="3299612691" sldId="280"/>
            <ac:spMk id="4" creationId="{638D6766-D3BA-1662-5685-538667A74551}"/>
          </ac:spMkLst>
        </pc:spChg>
        <pc:spChg chg="add mod">
          <ac:chgData name="Mohammad Salman" userId="cfd6754c-e613-4f6f-bb98-36aef69d8c31" providerId="ADAL" clId="{D186BFC0-1455-4547-84A8-F0BFD109146E}" dt="2023-09-22T10:11:11.664" v="18967" actId="1076"/>
          <ac:spMkLst>
            <pc:docMk/>
            <pc:sldMk cId="3299612691" sldId="280"/>
            <ac:spMk id="4" creationId="{A61875D5-432C-6A02-9469-23C428AE339D}"/>
          </ac:spMkLst>
        </pc:spChg>
        <pc:spChg chg="mod">
          <ac:chgData name="Mohammad Salman" userId="cfd6754c-e613-4f6f-bb98-36aef69d8c31" providerId="ADAL" clId="{D186BFC0-1455-4547-84A8-F0BFD109146E}" dt="2023-09-18T08:03:48.599" v="4390" actId="1036"/>
          <ac:spMkLst>
            <pc:docMk/>
            <pc:sldMk cId="3299612691" sldId="280"/>
            <ac:spMk id="5" creationId="{39D630B9-29A4-59B3-800C-07A85CB1D551}"/>
          </ac:spMkLst>
        </pc:spChg>
        <pc:spChg chg="del mod">
          <ac:chgData name="Mohammad Salman" userId="cfd6754c-e613-4f6f-bb98-36aef69d8c31" providerId="ADAL" clId="{D186BFC0-1455-4547-84A8-F0BFD109146E}" dt="2023-09-20T15:39:10.171" v="7362" actId="478"/>
          <ac:spMkLst>
            <pc:docMk/>
            <pc:sldMk cId="3299612691" sldId="280"/>
            <ac:spMk id="6" creationId="{0854BACB-28DF-2F13-5F9B-6B5CEE6CB044}"/>
          </ac:spMkLst>
        </pc:spChg>
        <pc:spChg chg="del mod">
          <ac:chgData name="Mohammad Salman" userId="cfd6754c-e613-4f6f-bb98-36aef69d8c31" providerId="ADAL" clId="{D186BFC0-1455-4547-84A8-F0BFD109146E}" dt="2023-09-20T15:53:25.251" v="8203" actId="478"/>
          <ac:spMkLst>
            <pc:docMk/>
            <pc:sldMk cId="3299612691" sldId="280"/>
            <ac:spMk id="7" creationId="{312EE0B9-315D-4075-9235-A61D4F1B7242}"/>
          </ac:spMkLst>
        </pc:spChg>
        <pc:spChg chg="add mod">
          <ac:chgData name="Mohammad Salman" userId="cfd6754c-e613-4f6f-bb98-36aef69d8c31" providerId="ADAL" clId="{D186BFC0-1455-4547-84A8-F0BFD109146E}" dt="2023-09-20T15:39:13.532" v="7363" actId="14100"/>
          <ac:spMkLst>
            <pc:docMk/>
            <pc:sldMk cId="3299612691" sldId="280"/>
            <ac:spMk id="8" creationId="{78371864-3579-1576-E45C-CBFB9AE27A2B}"/>
          </ac:spMkLst>
        </pc:spChg>
        <pc:spChg chg="add mod">
          <ac:chgData name="Mohammad Salman" userId="cfd6754c-e613-4f6f-bb98-36aef69d8c31" providerId="ADAL" clId="{D186BFC0-1455-4547-84A8-F0BFD109146E}" dt="2023-09-18T08:04:40.749" v="4409" actId="122"/>
          <ac:spMkLst>
            <pc:docMk/>
            <pc:sldMk cId="3299612691" sldId="280"/>
            <ac:spMk id="9" creationId="{84FFB80C-7386-F4E8-5AF9-F99093DF2ABE}"/>
          </ac:spMkLst>
        </pc:spChg>
        <pc:spChg chg="add mod">
          <ac:chgData name="Mohammad Salman" userId="cfd6754c-e613-4f6f-bb98-36aef69d8c31" providerId="ADAL" clId="{D186BFC0-1455-4547-84A8-F0BFD109146E}" dt="2023-09-20T15:53:28.232" v="8204" actId="14100"/>
          <ac:spMkLst>
            <pc:docMk/>
            <pc:sldMk cId="3299612691" sldId="280"/>
            <ac:spMk id="10" creationId="{77EC84B1-9D5A-661C-2D91-CEA8AD8C52A6}"/>
          </ac:spMkLst>
        </pc:spChg>
        <pc:spChg chg="add mod">
          <ac:chgData name="Mohammad Salman" userId="cfd6754c-e613-4f6f-bb98-36aef69d8c31" providerId="ADAL" clId="{D186BFC0-1455-4547-84A8-F0BFD109146E}" dt="2023-09-20T15:40:29.607" v="7380" actId="1076"/>
          <ac:spMkLst>
            <pc:docMk/>
            <pc:sldMk cId="3299612691" sldId="280"/>
            <ac:spMk id="11" creationId="{9D08DB69-A986-065E-7505-3F44E897B246}"/>
          </ac:spMkLst>
        </pc:spChg>
        <pc:spChg chg="add mod">
          <ac:chgData name="Mohammad Salman" userId="cfd6754c-e613-4f6f-bb98-36aef69d8c31" providerId="ADAL" clId="{D186BFC0-1455-4547-84A8-F0BFD109146E}" dt="2023-09-20T15:40:17.093" v="7378" actId="1076"/>
          <ac:spMkLst>
            <pc:docMk/>
            <pc:sldMk cId="3299612691" sldId="280"/>
            <ac:spMk id="12" creationId="{E7A5B34C-2D48-33CA-8EFB-ED72626BA61A}"/>
          </ac:spMkLst>
        </pc:spChg>
        <pc:spChg chg="add del mod">
          <ac:chgData name="Mohammad Salman" userId="cfd6754c-e613-4f6f-bb98-36aef69d8c31" providerId="ADAL" clId="{D186BFC0-1455-4547-84A8-F0BFD109146E}" dt="2023-09-20T15:40:17.093" v="7378" actId="1076"/>
          <ac:spMkLst>
            <pc:docMk/>
            <pc:sldMk cId="3299612691" sldId="280"/>
            <ac:spMk id="13" creationId="{93871E9F-423F-4DC0-F946-B1E1E849C57F}"/>
          </ac:spMkLst>
        </pc:spChg>
        <pc:spChg chg="add mod">
          <ac:chgData name="Mohammad Salman" userId="cfd6754c-e613-4f6f-bb98-36aef69d8c31" providerId="ADAL" clId="{D186BFC0-1455-4547-84A8-F0BFD109146E}" dt="2023-09-20T15:40:22.277" v="7379" actId="1076"/>
          <ac:spMkLst>
            <pc:docMk/>
            <pc:sldMk cId="3299612691" sldId="280"/>
            <ac:spMk id="14" creationId="{26FB6DB6-F69B-6D5C-E76C-50A09568806E}"/>
          </ac:spMkLst>
        </pc:spChg>
        <pc:spChg chg="mod">
          <ac:chgData name="Mohammad Salman" userId="cfd6754c-e613-4f6f-bb98-36aef69d8c31" providerId="ADAL" clId="{D186BFC0-1455-4547-84A8-F0BFD109146E}" dt="2023-09-20T15:40:29.607" v="7380" actId="1076"/>
          <ac:spMkLst>
            <pc:docMk/>
            <pc:sldMk cId="3299612691" sldId="280"/>
            <ac:spMk id="15" creationId="{103B04E5-08BF-22FD-EFA0-3C4A05842201}"/>
          </ac:spMkLst>
        </pc:spChg>
        <pc:spChg chg="mod">
          <ac:chgData name="Mohammad Salman" userId="cfd6754c-e613-4f6f-bb98-36aef69d8c31" providerId="ADAL" clId="{D186BFC0-1455-4547-84A8-F0BFD109146E}" dt="2023-09-22T10:11:11.223" v="18966" actId="1076"/>
          <ac:spMkLst>
            <pc:docMk/>
            <pc:sldMk cId="3299612691" sldId="280"/>
            <ac:spMk id="16" creationId="{37BB9BA6-D958-7887-2CE2-915BD3A794FF}"/>
          </ac:spMkLst>
        </pc:spChg>
        <pc:spChg chg="mod">
          <ac:chgData name="Mohammad Salman" userId="cfd6754c-e613-4f6f-bb98-36aef69d8c31" providerId="ADAL" clId="{D186BFC0-1455-4547-84A8-F0BFD109146E}" dt="2023-09-18T08:01:09.673" v="4320" actId="113"/>
          <ac:spMkLst>
            <pc:docMk/>
            <pc:sldMk cId="3299612691" sldId="280"/>
            <ac:spMk id="17" creationId="{4BE7C1CB-9816-D072-F3B9-C42996D805D7}"/>
          </ac:spMkLst>
        </pc:spChg>
        <pc:spChg chg="add mod">
          <ac:chgData name="Mohammad Salman" userId="cfd6754c-e613-4f6f-bb98-36aef69d8c31" providerId="ADAL" clId="{D186BFC0-1455-4547-84A8-F0BFD109146E}" dt="2023-09-20T15:40:22.277" v="7379" actId="1076"/>
          <ac:spMkLst>
            <pc:docMk/>
            <pc:sldMk cId="3299612691" sldId="280"/>
            <ac:spMk id="18" creationId="{8119889B-8C99-6841-73B4-83DBD92E4B3D}"/>
          </ac:spMkLst>
        </pc:spChg>
        <pc:spChg chg="add mod">
          <ac:chgData name="Mohammad Salman" userId="cfd6754c-e613-4f6f-bb98-36aef69d8c31" providerId="ADAL" clId="{D186BFC0-1455-4547-84A8-F0BFD109146E}" dt="2023-09-20T15:40:22.277" v="7379" actId="1076"/>
          <ac:spMkLst>
            <pc:docMk/>
            <pc:sldMk cId="3299612691" sldId="280"/>
            <ac:spMk id="19" creationId="{60A20566-D5F8-58F6-4B72-4EAF6EC0D91B}"/>
          </ac:spMkLst>
        </pc:spChg>
      </pc:sldChg>
      <pc:sldChg chg="addSp delSp modSp new mod delAnim modAnim">
        <pc:chgData name="Mohammad Salman" userId="cfd6754c-e613-4f6f-bb98-36aef69d8c31" providerId="ADAL" clId="{D186BFC0-1455-4547-84A8-F0BFD109146E}" dt="2023-09-20T16:49:01.642" v="8940"/>
        <pc:sldMkLst>
          <pc:docMk/>
          <pc:sldMk cId="1150073476" sldId="281"/>
        </pc:sldMkLst>
        <pc:spChg chg="del mod">
          <ac:chgData name="Mohammad Salman" userId="cfd6754c-e613-4f6f-bb98-36aef69d8c31" providerId="ADAL" clId="{D186BFC0-1455-4547-84A8-F0BFD109146E}" dt="2023-09-20T15:59:38.220" v="8264" actId="478"/>
          <ac:spMkLst>
            <pc:docMk/>
            <pc:sldMk cId="1150073476" sldId="281"/>
            <ac:spMk id="2" creationId="{328B4A51-E9F5-80E1-4E99-67A21C1CC563}"/>
          </ac:spMkLst>
        </pc:spChg>
        <pc:spChg chg="del">
          <ac:chgData name="Mohammad Salman" userId="cfd6754c-e613-4f6f-bb98-36aef69d8c31" providerId="ADAL" clId="{D186BFC0-1455-4547-84A8-F0BFD109146E}" dt="2023-09-20T15:57:00.749" v="8263" actId="478"/>
          <ac:spMkLst>
            <pc:docMk/>
            <pc:sldMk cId="1150073476" sldId="281"/>
            <ac:spMk id="3" creationId="{E303DFD3-DAEE-9282-598E-4C44C4420D74}"/>
          </ac:spMkLst>
        </pc:spChg>
        <pc:spChg chg="add del mod">
          <ac:chgData name="Mohammad Salman" userId="cfd6754c-e613-4f6f-bb98-36aef69d8c31" providerId="ADAL" clId="{D186BFC0-1455-4547-84A8-F0BFD109146E}" dt="2023-09-20T15:59:40.206" v="8265" actId="478"/>
          <ac:spMkLst>
            <pc:docMk/>
            <pc:sldMk cId="1150073476" sldId="281"/>
            <ac:spMk id="5" creationId="{114E3A72-6D53-9970-9D34-4AAA931370EA}"/>
          </ac:spMkLst>
        </pc:spChg>
        <pc:spChg chg="add del">
          <ac:chgData name="Mohammad Salman" userId="cfd6754c-e613-4f6f-bb98-36aef69d8c31" providerId="ADAL" clId="{D186BFC0-1455-4547-84A8-F0BFD109146E}" dt="2023-09-20T16:41:00.502" v="8871" actId="478"/>
          <ac:spMkLst>
            <pc:docMk/>
            <pc:sldMk cId="1150073476" sldId="281"/>
            <ac:spMk id="10" creationId="{6B16CDB4-C5CE-48F7-1A89-8B1D53B3D7AD}"/>
          </ac:spMkLst>
        </pc:spChg>
        <pc:spChg chg="add del mod ord">
          <ac:chgData name="Mohammad Salman" userId="cfd6754c-e613-4f6f-bb98-36aef69d8c31" providerId="ADAL" clId="{D186BFC0-1455-4547-84A8-F0BFD109146E}" dt="2023-09-20T16:47:56.082" v="8896" actId="478"/>
          <ac:spMkLst>
            <pc:docMk/>
            <pc:sldMk cId="1150073476" sldId="281"/>
            <ac:spMk id="15" creationId="{DCB0ECE0-B13B-568F-31E0-C2A5A2E93280}"/>
          </ac:spMkLst>
        </pc:spChg>
        <pc:spChg chg="add mod">
          <ac:chgData name="Mohammad Salman" userId="cfd6754c-e613-4f6f-bb98-36aef69d8c31" providerId="ADAL" clId="{D186BFC0-1455-4547-84A8-F0BFD109146E}" dt="2023-09-20T16:48:24.763" v="8938" actId="403"/>
          <ac:spMkLst>
            <pc:docMk/>
            <pc:sldMk cId="1150073476" sldId="281"/>
            <ac:spMk id="18" creationId="{438DFD81-46D6-C4A1-9D3A-3323E0D4F6DA}"/>
          </ac:spMkLst>
        </pc:spChg>
        <pc:picChg chg="add del mod">
          <ac:chgData name="Mohammad Salman" userId="cfd6754c-e613-4f6f-bb98-36aef69d8c31" providerId="ADAL" clId="{D186BFC0-1455-4547-84A8-F0BFD109146E}" dt="2023-09-20T16:39:37.190" v="8868" actId="478"/>
          <ac:picMkLst>
            <pc:docMk/>
            <pc:sldMk cId="1150073476" sldId="281"/>
            <ac:picMk id="7" creationId="{A17EB829-8BD9-5B39-EB21-0B835668D41F}"/>
          </ac:picMkLst>
        </pc:picChg>
        <pc:picChg chg="add del">
          <ac:chgData name="Mohammad Salman" userId="cfd6754c-e613-4f6f-bb98-36aef69d8c31" providerId="ADAL" clId="{D186BFC0-1455-4547-84A8-F0BFD109146E}" dt="2023-09-20T16:43:19.981" v="8872" actId="478"/>
          <ac:picMkLst>
            <pc:docMk/>
            <pc:sldMk cId="1150073476" sldId="281"/>
            <ac:picMk id="9" creationId="{B9E7B31D-2EDE-475F-B1E2-B3008B0F4C3D}"/>
          </ac:picMkLst>
        </pc:picChg>
        <pc:picChg chg="add del mod">
          <ac:chgData name="Mohammad Salman" userId="cfd6754c-e613-4f6f-bb98-36aef69d8c31" providerId="ADAL" clId="{D186BFC0-1455-4547-84A8-F0BFD109146E}" dt="2023-09-20T16:43:33.960" v="8877" actId="478"/>
          <ac:picMkLst>
            <pc:docMk/>
            <pc:sldMk cId="1150073476" sldId="281"/>
            <ac:picMk id="12" creationId="{7565ABEC-93D8-EAB9-7619-FFC6E6CC4119}"/>
          </ac:picMkLst>
        </pc:picChg>
        <pc:picChg chg="add del mod">
          <ac:chgData name="Mohammad Salman" userId="cfd6754c-e613-4f6f-bb98-36aef69d8c31" providerId="ADAL" clId="{D186BFC0-1455-4547-84A8-F0BFD109146E}" dt="2023-09-20T16:45:16.545" v="8886" actId="478"/>
          <ac:picMkLst>
            <pc:docMk/>
            <pc:sldMk cId="1150073476" sldId="281"/>
            <ac:picMk id="14" creationId="{D6EC643D-54B3-D7F1-292A-6810B12BF796}"/>
          </ac:picMkLst>
        </pc:picChg>
        <pc:picChg chg="add mod">
          <ac:chgData name="Mohammad Salman" userId="cfd6754c-e613-4f6f-bb98-36aef69d8c31" providerId="ADAL" clId="{D186BFC0-1455-4547-84A8-F0BFD109146E}" dt="2023-09-20T16:48:11.213" v="8900" actId="1076"/>
          <ac:picMkLst>
            <pc:docMk/>
            <pc:sldMk cId="1150073476" sldId="281"/>
            <ac:picMk id="17" creationId="{B611FABA-6FBF-F5FC-E636-2C058535AD93}"/>
          </ac:picMkLst>
        </pc:picChg>
      </pc:sldChg>
      <pc:sldChg chg="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2581657597" sldId="282"/>
        </pc:sldMkLst>
        <pc:spChg chg="mod">
          <ac:chgData name="Mohammad Salman" userId="cfd6754c-e613-4f6f-bb98-36aef69d8c31" providerId="ADAL" clId="{D186BFC0-1455-4547-84A8-F0BFD109146E}" dt="2023-09-18T14:18:45.347" v="6978" actId="5793"/>
          <ac:spMkLst>
            <pc:docMk/>
            <pc:sldMk cId="2581657597" sldId="282"/>
            <ac:spMk id="3" creationId="{6807FB53-386B-F47C-2CD5-EBB7F679F35C}"/>
          </ac:spMkLst>
        </pc:spChg>
      </pc:sldChg>
      <pc:sldChg chg="addSp delSp modSp add mod delAnim modAnim">
        <pc:chgData name="Mohammad Salman" userId="cfd6754c-e613-4f6f-bb98-36aef69d8c31" providerId="ADAL" clId="{D186BFC0-1455-4547-84A8-F0BFD109146E}" dt="2023-09-21T04:52:32.427" v="9718"/>
        <pc:sldMkLst>
          <pc:docMk/>
          <pc:sldMk cId="3441994301" sldId="283"/>
        </pc:sldMkLst>
        <pc:spChg chg="mod">
          <ac:chgData name="Mohammad Salman" userId="cfd6754c-e613-4f6f-bb98-36aef69d8c31" providerId="ADAL" clId="{D186BFC0-1455-4547-84A8-F0BFD109146E}" dt="2023-09-18T08:39:42.908" v="6078" actId="27636"/>
          <ac:spMkLst>
            <pc:docMk/>
            <pc:sldMk cId="3441994301" sldId="283"/>
            <ac:spMk id="2" creationId="{DFAF0615-ADFF-EE82-488B-57AE60CFC147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3" creationId="{F9654D70-AA9E-05C0-8A2E-BEB95693010F}"/>
          </ac:spMkLst>
        </pc:spChg>
        <pc:spChg chg="add del mod">
          <ac:chgData name="Mohammad Salman" userId="cfd6754c-e613-4f6f-bb98-36aef69d8c31" providerId="ADAL" clId="{D186BFC0-1455-4547-84A8-F0BFD109146E}" dt="2023-09-20T15:53:35.622" v="8205" actId="478"/>
          <ac:spMkLst>
            <pc:docMk/>
            <pc:sldMk cId="3441994301" sldId="283"/>
            <ac:spMk id="4" creationId="{7CFF7ACF-13F7-9360-CE80-D72D3E62CEB7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5" creationId="{39D630B9-29A4-59B3-800C-07A85CB1D551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6" creationId="{0854BACB-28DF-2F13-5F9B-6B5CEE6CB044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7" creationId="{312EE0B9-315D-4075-9235-A61D4F1B7242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8" creationId="{78371864-3579-1576-E45C-CBFB9AE27A2B}"/>
          </ac:spMkLst>
        </pc:spChg>
        <pc:spChg chg="del mod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9" creationId="{84FFB80C-7386-F4E8-5AF9-F99093DF2ABE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0" creationId="{77EC84B1-9D5A-661C-2D91-CEA8AD8C52A6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1" creationId="{9D08DB69-A986-065E-7505-3F44E897B246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2" creationId="{E7A5B34C-2D48-33CA-8EFB-ED72626BA61A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3" creationId="{93871E9F-423F-4DC0-F946-B1E1E849C57F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4" creationId="{26FB6DB6-F69B-6D5C-E76C-50A09568806E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5" creationId="{103B04E5-08BF-22FD-EFA0-3C4A05842201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6" creationId="{37BB9BA6-D958-7887-2CE2-915BD3A794FF}"/>
          </ac:spMkLst>
        </pc:spChg>
        <pc:spChg chg="mod">
          <ac:chgData name="Mohammad Salman" userId="cfd6754c-e613-4f6f-bb98-36aef69d8c31" providerId="ADAL" clId="{D186BFC0-1455-4547-84A8-F0BFD109146E}" dt="2023-09-18T08:13:23.855" v="5090" actId="113"/>
          <ac:spMkLst>
            <pc:docMk/>
            <pc:sldMk cId="3441994301" sldId="283"/>
            <ac:spMk id="17" creationId="{4BE7C1CB-9816-D072-F3B9-C42996D805D7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8" creationId="{8119889B-8C99-6841-73B4-83DBD92E4B3D}"/>
          </ac:spMkLst>
        </pc:spChg>
        <pc:spChg chg="del">
          <ac:chgData name="Mohammad Salman" userId="cfd6754c-e613-4f6f-bb98-36aef69d8c31" providerId="ADAL" clId="{D186BFC0-1455-4547-84A8-F0BFD109146E}" dt="2023-09-20T15:40:45.253" v="7381" actId="478"/>
          <ac:spMkLst>
            <pc:docMk/>
            <pc:sldMk cId="3441994301" sldId="283"/>
            <ac:spMk id="19" creationId="{60A20566-D5F8-58F6-4B72-4EAF6EC0D91B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20" creationId="{81C5F359-FFA9-7040-6268-EBFFA016547E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21" creationId="{01FAD74F-9191-BF74-3304-768C3E65F366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22" creationId="{FD32CCF9-4D71-F571-A046-16CCDF2AA181}"/>
          </ac:spMkLst>
        </pc:spChg>
        <pc:spChg chg="add del mod">
          <ac:chgData name="Mohammad Salman" userId="cfd6754c-e613-4f6f-bb98-36aef69d8c31" providerId="ADAL" clId="{D186BFC0-1455-4547-84A8-F0BFD109146E}" dt="2023-09-20T15:53:35.622" v="8205" actId="478"/>
          <ac:spMkLst>
            <pc:docMk/>
            <pc:sldMk cId="3441994301" sldId="283"/>
            <ac:spMk id="23" creationId="{4AB361D3-2633-6AD8-D764-13E5CE6CAB5F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24" creationId="{C6A100A7-04B3-D31A-D501-8F0842F6D54C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25" creationId="{1CE8C09D-9076-9C3F-15B1-E844F1524D35}"/>
          </ac:spMkLst>
        </pc:spChg>
        <pc:spChg chg="add del mod">
          <ac:chgData name="Mohammad Salman" userId="cfd6754c-e613-4f6f-bb98-36aef69d8c31" providerId="ADAL" clId="{D186BFC0-1455-4547-84A8-F0BFD109146E}" dt="2023-09-20T15:53:35.622" v="8205" actId="478"/>
          <ac:spMkLst>
            <pc:docMk/>
            <pc:sldMk cId="3441994301" sldId="283"/>
            <ac:spMk id="26" creationId="{2BC42678-0093-DF44-61E3-1FC30BBA6800}"/>
          </ac:spMkLst>
        </pc:spChg>
        <pc:spChg chg="add del mod">
          <ac:chgData name="Mohammad Salman" userId="cfd6754c-e613-4f6f-bb98-36aef69d8c31" providerId="ADAL" clId="{D186BFC0-1455-4547-84A8-F0BFD109146E}" dt="2023-09-20T15:53:35.622" v="8205" actId="478"/>
          <ac:spMkLst>
            <pc:docMk/>
            <pc:sldMk cId="3441994301" sldId="283"/>
            <ac:spMk id="27" creationId="{5A230A67-5902-FEC8-1741-7F6D9E5210C9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28" creationId="{E8C10E5C-0081-61B6-7D01-7E1E542C8F60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29" creationId="{17007BA7-C001-AA1C-416C-5654D0CEBC4B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30" creationId="{1379548F-C628-21A1-0DA6-1F4EB9344F10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31" creationId="{A744FE87-CBED-F1C1-090A-E7D01E5EA515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32" creationId="{47E1CF26-6642-C01C-5E16-098012A03883}"/>
          </ac:spMkLst>
        </pc:spChg>
        <pc:spChg chg="add mod">
          <ac:chgData name="Mohammad Salman" userId="cfd6754c-e613-4f6f-bb98-36aef69d8c31" providerId="ADAL" clId="{D186BFC0-1455-4547-84A8-F0BFD109146E}" dt="2023-09-20T15:40:45.802" v="7382"/>
          <ac:spMkLst>
            <pc:docMk/>
            <pc:sldMk cId="3441994301" sldId="283"/>
            <ac:spMk id="33" creationId="{755C30FC-593A-0CEE-EA6C-51CA2BC7D969}"/>
          </ac:spMkLst>
        </pc:spChg>
        <pc:spChg chg="add mod">
          <ac:chgData name="Mohammad Salman" userId="cfd6754c-e613-4f6f-bb98-36aef69d8c31" providerId="ADAL" clId="{D186BFC0-1455-4547-84A8-F0BFD109146E}" dt="2023-09-20T15:53:35.976" v="8206"/>
          <ac:spMkLst>
            <pc:docMk/>
            <pc:sldMk cId="3441994301" sldId="283"/>
            <ac:spMk id="34" creationId="{AAA9BFB1-BAE2-8525-C4F7-86B65810E2AB}"/>
          </ac:spMkLst>
        </pc:spChg>
        <pc:spChg chg="add mod">
          <ac:chgData name="Mohammad Salman" userId="cfd6754c-e613-4f6f-bb98-36aef69d8c31" providerId="ADAL" clId="{D186BFC0-1455-4547-84A8-F0BFD109146E}" dt="2023-09-20T15:53:35.976" v="8206"/>
          <ac:spMkLst>
            <pc:docMk/>
            <pc:sldMk cId="3441994301" sldId="283"/>
            <ac:spMk id="35" creationId="{F0633B83-E528-9381-83A6-C7E35F473893}"/>
          </ac:spMkLst>
        </pc:spChg>
        <pc:spChg chg="add mod">
          <ac:chgData name="Mohammad Salman" userId="cfd6754c-e613-4f6f-bb98-36aef69d8c31" providerId="ADAL" clId="{D186BFC0-1455-4547-84A8-F0BFD109146E}" dt="2023-09-20T15:53:35.976" v="8206"/>
          <ac:spMkLst>
            <pc:docMk/>
            <pc:sldMk cId="3441994301" sldId="283"/>
            <ac:spMk id="36" creationId="{6942AB70-8D2C-927F-6117-9B9D50A3884C}"/>
          </ac:spMkLst>
        </pc:spChg>
      </pc:sldChg>
      <pc:sldChg chg="modSp new mod modAnim">
        <pc:chgData name="Mohammad Salman" userId="cfd6754c-e613-4f6f-bb98-36aef69d8c31" providerId="ADAL" clId="{D186BFC0-1455-4547-84A8-F0BFD109146E}" dt="2023-09-21T04:52:42.761" v="9719"/>
        <pc:sldMkLst>
          <pc:docMk/>
          <pc:sldMk cId="820834004" sldId="284"/>
        </pc:sldMkLst>
        <pc:spChg chg="mod">
          <ac:chgData name="Mohammad Salman" userId="cfd6754c-e613-4f6f-bb98-36aef69d8c31" providerId="ADAL" clId="{D186BFC0-1455-4547-84A8-F0BFD109146E}" dt="2023-09-18T08:09:15.845" v="4607" actId="20577"/>
          <ac:spMkLst>
            <pc:docMk/>
            <pc:sldMk cId="820834004" sldId="284"/>
            <ac:spMk id="2" creationId="{C2532A21-CFE7-B1FD-A21C-7963C56E7AE5}"/>
          </ac:spMkLst>
        </pc:spChg>
        <pc:spChg chg="mod">
          <ac:chgData name="Mohammad Salman" userId="cfd6754c-e613-4f6f-bb98-36aef69d8c31" providerId="ADAL" clId="{D186BFC0-1455-4547-84A8-F0BFD109146E}" dt="2023-09-18T08:14:10.489" v="5098" actId="20577"/>
          <ac:spMkLst>
            <pc:docMk/>
            <pc:sldMk cId="820834004" sldId="284"/>
            <ac:spMk id="3" creationId="{A735802E-861C-11AA-6102-CD46A1CB8EFC}"/>
          </ac:spMkLst>
        </pc:spChg>
      </pc:sldChg>
      <pc:sldChg chg="addSp delSp modSp add mod modAnim">
        <pc:chgData name="Mohammad Salman" userId="cfd6754c-e613-4f6f-bb98-36aef69d8c31" providerId="ADAL" clId="{D186BFC0-1455-4547-84A8-F0BFD109146E}" dt="2023-09-22T10:12:22.471" v="18995" actId="20577"/>
        <pc:sldMkLst>
          <pc:docMk/>
          <pc:sldMk cId="677829009" sldId="285"/>
        </pc:sldMkLst>
        <pc:spChg chg="mod">
          <ac:chgData name="Mohammad Salman" userId="cfd6754c-e613-4f6f-bb98-36aef69d8c31" providerId="ADAL" clId="{D186BFC0-1455-4547-84A8-F0BFD109146E}" dt="2023-09-22T10:12:22.471" v="18995" actId="20577"/>
          <ac:spMkLst>
            <pc:docMk/>
            <pc:sldMk cId="677829009" sldId="285"/>
            <ac:spMk id="3" creationId="{A735802E-861C-11AA-6102-CD46A1CB8EFC}"/>
          </ac:spMkLst>
        </pc:spChg>
        <pc:spChg chg="add mod">
          <ac:chgData name="Mohammad Salman" userId="cfd6754c-e613-4f6f-bb98-36aef69d8c31" providerId="ADAL" clId="{D186BFC0-1455-4547-84A8-F0BFD109146E}" dt="2023-09-18T08:17:12.574" v="5587" actId="164"/>
          <ac:spMkLst>
            <pc:docMk/>
            <pc:sldMk cId="677829009" sldId="285"/>
            <ac:spMk id="4" creationId="{B0731F24-15B2-653A-816F-D2C529BFD430}"/>
          </ac:spMkLst>
        </pc:spChg>
        <pc:spChg chg="add mod">
          <ac:chgData name="Mohammad Salman" userId="cfd6754c-e613-4f6f-bb98-36aef69d8c31" providerId="ADAL" clId="{D186BFC0-1455-4547-84A8-F0BFD109146E}" dt="2023-09-18T08:17:12.574" v="5587" actId="164"/>
          <ac:spMkLst>
            <pc:docMk/>
            <pc:sldMk cId="677829009" sldId="285"/>
            <ac:spMk id="5" creationId="{B8C0AEC3-D0B4-CE3A-253B-3DF3B3693882}"/>
          </ac:spMkLst>
        </pc:spChg>
        <pc:spChg chg="add del mod">
          <ac:chgData name="Mohammad Salman" userId="cfd6754c-e613-4f6f-bb98-36aef69d8c31" providerId="ADAL" clId="{D186BFC0-1455-4547-84A8-F0BFD109146E}" dt="2023-09-20T15:47:08.069" v="7958" actId="478"/>
          <ac:spMkLst>
            <pc:docMk/>
            <pc:sldMk cId="677829009" sldId="285"/>
            <ac:spMk id="6" creationId="{F55B632A-601F-3985-3B25-1FFB39976E02}"/>
          </ac:spMkLst>
        </pc:spChg>
        <pc:spChg chg="add mod">
          <ac:chgData name="Mohammad Salman" userId="cfd6754c-e613-4f6f-bb98-36aef69d8c31" providerId="ADAL" clId="{D186BFC0-1455-4547-84A8-F0BFD109146E}" dt="2023-09-20T15:47:07.257" v="7957" actId="14100"/>
          <ac:spMkLst>
            <pc:docMk/>
            <pc:sldMk cId="677829009" sldId="285"/>
            <ac:spMk id="7" creationId="{3013FAFD-94DF-3FE5-ADD4-146D178FB8E2}"/>
          </ac:spMkLst>
        </pc:spChg>
        <pc:spChg chg="add mod">
          <ac:chgData name="Mohammad Salman" userId="cfd6754c-e613-4f6f-bb98-36aef69d8c31" providerId="ADAL" clId="{D186BFC0-1455-4547-84A8-F0BFD109146E}" dt="2023-09-18T08:17:12.574" v="5587" actId="164"/>
          <ac:spMkLst>
            <pc:docMk/>
            <pc:sldMk cId="677829009" sldId="285"/>
            <ac:spMk id="8" creationId="{62E451CF-19CE-8063-B680-3DC6BE1F6737}"/>
          </ac:spMkLst>
        </pc:spChg>
        <pc:spChg chg="add mod">
          <ac:chgData name="Mohammad Salman" userId="cfd6754c-e613-4f6f-bb98-36aef69d8c31" providerId="ADAL" clId="{D186BFC0-1455-4547-84A8-F0BFD109146E}" dt="2023-09-20T15:47:24.865" v="7966" actId="164"/>
          <ac:spMkLst>
            <pc:docMk/>
            <pc:sldMk cId="677829009" sldId="285"/>
            <ac:spMk id="10" creationId="{B555C034-CFF4-7DF0-D8FC-43D7060CE793}"/>
          </ac:spMkLst>
        </pc:spChg>
        <pc:spChg chg="add mod">
          <ac:chgData name="Mohammad Salman" userId="cfd6754c-e613-4f6f-bb98-36aef69d8c31" providerId="ADAL" clId="{D186BFC0-1455-4547-84A8-F0BFD109146E}" dt="2023-09-20T15:47:24.865" v="7966" actId="164"/>
          <ac:spMkLst>
            <pc:docMk/>
            <pc:sldMk cId="677829009" sldId="285"/>
            <ac:spMk id="11" creationId="{A179F3AD-7FB9-9EA0-6A14-05D18CB5ED81}"/>
          </ac:spMkLst>
        </pc:spChg>
        <pc:spChg chg="add mod">
          <ac:chgData name="Mohammad Salman" userId="cfd6754c-e613-4f6f-bb98-36aef69d8c31" providerId="ADAL" clId="{D186BFC0-1455-4547-84A8-F0BFD109146E}" dt="2023-09-20T15:47:24.865" v="7966" actId="164"/>
          <ac:spMkLst>
            <pc:docMk/>
            <pc:sldMk cId="677829009" sldId="285"/>
            <ac:spMk id="12" creationId="{0DA68214-1CA6-E5E8-6447-FC29B17F6F1E}"/>
          </ac:spMkLst>
        </pc:spChg>
        <pc:spChg chg="add mod">
          <ac:chgData name="Mohammad Salman" userId="cfd6754c-e613-4f6f-bb98-36aef69d8c31" providerId="ADAL" clId="{D186BFC0-1455-4547-84A8-F0BFD109146E}" dt="2023-09-20T15:47:24.865" v="7966" actId="164"/>
          <ac:spMkLst>
            <pc:docMk/>
            <pc:sldMk cId="677829009" sldId="285"/>
            <ac:spMk id="13" creationId="{0D14B026-2A7C-0E66-A6C4-23E389430B40}"/>
          </ac:spMkLst>
        </pc:spChg>
        <pc:grpChg chg="add del mod">
          <ac:chgData name="Mohammad Salman" userId="cfd6754c-e613-4f6f-bb98-36aef69d8c31" providerId="ADAL" clId="{D186BFC0-1455-4547-84A8-F0BFD109146E}" dt="2023-09-20T15:47:14.666" v="7964" actId="478"/>
          <ac:grpSpMkLst>
            <pc:docMk/>
            <pc:sldMk cId="677829009" sldId="285"/>
            <ac:grpSpMk id="9" creationId="{E48DB026-A632-58F1-63AD-68AEA2B9EB49}"/>
          </ac:grpSpMkLst>
        </pc:grpChg>
        <pc:grpChg chg="add del mod">
          <ac:chgData name="Mohammad Salman" userId="cfd6754c-e613-4f6f-bb98-36aef69d8c31" providerId="ADAL" clId="{D186BFC0-1455-4547-84A8-F0BFD109146E}" dt="2023-09-20T15:47:51.083" v="7972" actId="478"/>
          <ac:grpSpMkLst>
            <pc:docMk/>
            <pc:sldMk cId="677829009" sldId="285"/>
            <ac:grpSpMk id="14" creationId="{ECBFBE22-BAE3-FE61-060F-7A5E75A716F3}"/>
          </ac:grpSpMkLst>
        </pc:grpChg>
      </pc:sldChg>
      <pc:sldChg chg="addSp delSp modSp new mod modAnim">
        <pc:chgData name="Mohammad Salman" userId="cfd6754c-e613-4f6f-bb98-36aef69d8c31" providerId="ADAL" clId="{D186BFC0-1455-4547-84A8-F0BFD109146E}" dt="2023-09-20T15:25:13.616" v="7149"/>
        <pc:sldMkLst>
          <pc:docMk/>
          <pc:sldMk cId="295754202" sldId="286"/>
        </pc:sldMkLst>
        <pc:spChg chg="mod">
          <ac:chgData name="Mohammad Salman" userId="cfd6754c-e613-4f6f-bb98-36aef69d8c31" providerId="ADAL" clId="{D186BFC0-1455-4547-84A8-F0BFD109146E}" dt="2023-09-18T14:13:05.582" v="6783" actId="1076"/>
          <ac:spMkLst>
            <pc:docMk/>
            <pc:sldMk cId="295754202" sldId="286"/>
            <ac:spMk id="2" creationId="{58634682-FB1F-795D-7E00-237EA22777B0}"/>
          </ac:spMkLst>
        </pc:spChg>
        <pc:spChg chg="add mod">
          <ac:chgData name="Mohammad Salman" userId="cfd6754c-e613-4f6f-bb98-36aef69d8c31" providerId="ADAL" clId="{D186BFC0-1455-4547-84A8-F0BFD109146E}" dt="2023-09-20T15:25:06.504" v="7148" actId="692"/>
          <ac:spMkLst>
            <pc:docMk/>
            <pc:sldMk cId="295754202" sldId="286"/>
            <ac:spMk id="3" creationId="{8ABA1549-69DE-ED47-91C6-2B34D64DAE89}"/>
          </ac:spMkLst>
        </pc:spChg>
        <pc:spChg chg="del">
          <ac:chgData name="Mohammad Salman" userId="cfd6754c-e613-4f6f-bb98-36aef69d8c31" providerId="ADAL" clId="{D186BFC0-1455-4547-84A8-F0BFD109146E}" dt="2023-09-18T08:40:39.966" v="6110" actId="478"/>
          <ac:spMkLst>
            <pc:docMk/>
            <pc:sldMk cId="295754202" sldId="286"/>
            <ac:spMk id="3" creationId="{BA243455-B247-EF77-0377-4400A7175F98}"/>
          </ac:spMkLst>
        </pc:spChg>
        <pc:spChg chg="add mod">
          <ac:chgData name="Mohammad Salman" userId="cfd6754c-e613-4f6f-bb98-36aef69d8c31" providerId="ADAL" clId="{D186BFC0-1455-4547-84A8-F0BFD109146E}" dt="2023-09-18T14:13:22.167" v="6799" actId="1076"/>
          <ac:spMkLst>
            <pc:docMk/>
            <pc:sldMk cId="295754202" sldId="286"/>
            <ac:spMk id="4" creationId="{413DA251-3008-05E7-8375-A7A83A8FF738}"/>
          </ac:spMkLst>
        </pc:spChg>
        <pc:spChg chg="add mod">
          <ac:chgData name="Mohammad Salman" userId="cfd6754c-e613-4f6f-bb98-36aef69d8c31" providerId="ADAL" clId="{D186BFC0-1455-4547-84A8-F0BFD109146E}" dt="2023-09-20T05:04:32.135" v="6996" actId="20577"/>
          <ac:spMkLst>
            <pc:docMk/>
            <pc:sldMk cId="295754202" sldId="286"/>
            <ac:spMk id="6" creationId="{40B39EEC-925A-5419-2D2F-EC301336C99A}"/>
          </ac:spMkLst>
        </pc:spChg>
        <pc:graphicFrameChg chg="add mod modGraphic">
          <ac:chgData name="Mohammad Salman" userId="cfd6754c-e613-4f6f-bb98-36aef69d8c31" providerId="ADAL" clId="{D186BFC0-1455-4547-84A8-F0BFD109146E}" dt="2023-09-18T14:13:15.556" v="6797" actId="1036"/>
          <ac:graphicFrameMkLst>
            <pc:docMk/>
            <pc:sldMk cId="295754202" sldId="286"/>
            <ac:graphicFrameMk id="5" creationId="{1FAE27ED-FD8E-907E-7F34-B06D6E298A56}"/>
          </ac:graphicFrameMkLst>
        </pc:graphicFrameChg>
      </pc:sldChg>
      <pc:sldChg chg="addSp delSp modSp add mod delAnim modAnim">
        <pc:chgData name="Mohammad Salman" userId="cfd6754c-e613-4f6f-bb98-36aef69d8c31" providerId="ADAL" clId="{D186BFC0-1455-4547-84A8-F0BFD109146E}" dt="2023-09-20T15:53:19.102" v="8202"/>
        <pc:sldMkLst>
          <pc:docMk/>
          <pc:sldMk cId="2560182135" sldId="287"/>
        </pc:sldMkLst>
        <pc:spChg chg="del">
          <ac:chgData name="Mohammad Salman" userId="cfd6754c-e613-4f6f-bb98-36aef69d8c31" providerId="ADAL" clId="{D186BFC0-1455-4547-84A8-F0BFD109146E}" dt="2023-09-20T15:38:10.521" v="7309" actId="478"/>
          <ac:spMkLst>
            <pc:docMk/>
            <pc:sldMk cId="2560182135" sldId="287"/>
            <ac:spMk id="3" creationId="{F9654D70-AA9E-05C0-8A2E-BEB95693010F}"/>
          </ac:spMkLst>
        </pc:spChg>
        <pc:spChg chg="del">
          <ac:chgData name="Mohammad Salman" userId="cfd6754c-e613-4f6f-bb98-36aef69d8c31" providerId="ADAL" clId="{D186BFC0-1455-4547-84A8-F0BFD109146E}" dt="2023-09-20T15:38:10.521" v="7309" actId="478"/>
          <ac:spMkLst>
            <pc:docMk/>
            <pc:sldMk cId="2560182135" sldId="287"/>
            <ac:spMk id="4" creationId="{638D6766-D3BA-1662-5685-538667A74551}"/>
          </ac:spMkLst>
        </pc:spChg>
        <pc:spChg chg="del">
          <ac:chgData name="Mohammad Salman" userId="cfd6754c-e613-4f6f-bb98-36aef69d8c31" providerId="ADAL" clId="{D186BFC0-1455-4547-84A8-F0BFD109146E}" dt="2023-09-20T15:38:10.521" v="7309" actId="478"/>
          <ac:spMkLst>
            <pc:docMk/>
            <pc:sldMk cId="2560182135" sldId="287"/>
            <ac:spMk id="5" creationId="{39D630B9-29A4-59B3-800C-07A85CB1D551}"/>
          </ac:spMkLst>
        </pc:spChg>
        <pc:spChg chg="del">
          <ac:chgData name="Mohammad Salman" userId="cfd6754c-e613-4f6f-bb98-36aef69d8c31" providerId="ADAL" clId="{D186BFC0-1455-4547-84A8-F0BFD109146E}" dt="2023-09-20T15:38:10.521" v="7309" actId="478"/>
          <ac:spMkLst>
            <pc:docMk/>
            <pc:sldMk cId="2560182135" sldId="287"/>
            <ac:spMk id="6" creationId="{0854BACB-28DF-2F13-5F9B-6B5CEE6CB044}"/>
          </ac:spMkLst>
        </pc:spChg>
        <pc:spChg chg="del">
          <ac:chgData name="Mohammad Salman" userId="cfd6754c-e613-4f6f-bb98-36aef69d8c31" providerId="ADAL" clId="{D186BFC0-1455-4547-84A8-F0BFD109146E}" dt="2023-09-20T15:38:10.521" v="7309" actId="478"/>
          <ac:spMkLst>
            <pc:docMk/>
            <pc:sldMk cId="2560182135" sldId="287"/>
            <ac:spMk id="7" creationId="{312EE0B9-315D-4075-9235-A61D4F1B7242}"/>
          </ac:spMkLst>
        </pc:spChg>
        <pc:spChg chg="add del mod">
          <ac:chgData name="Mohammad Salman" userId="cfd6754c-e613-4f6f-bb98-36aef69d8c31" providerId="ADAL" clId="{D186BFC0-1455-4547-84A8-F0BFD109146E}" dt="2023-09-20T15:53:18.502" v="8201" actId="478"/>
          <ac:spMkLst>
            <pc:docMk/>
            <pc:sldMk cId="2560182135" sldId="287"/>
            <ac:spMk id="8" creationId="{EEC45C32-FB3F-1C73-37BC-F0EC6DAADF05}"/>
          </ac:spMkLst>
        </pc:spChg>
        <pc:spChg chg="add mod">
          <ac:chgData name="Mohammad Salman" userId="cfd6754c-e613-4f6f-bb98-36aef69d8c31" providerId="ADAL" clId="{D186BFC0-1455-4547-84A8-F0BFD109146E}" dt="2023-09-20T15:38:11.060" v="7310"/>
          <ac:spMkLst>
            <pc:docMk/>
            <pc:sldMk cId="2560182135" sldId="287"/>
            <ac:spMk id="9" creationId="{D7FC9F28-E13D-F564-E62C-B93D633378AA}"/>
          </ac:spMkLst>
        </pc:spChg>
        <pc:spChg chg="add mod">
          <ac:chgData name="Mohammad Salman" userId="cfd6754c-e613-4f6f-bb98-36aef69d8c31" providerId="ADAL" clId="{D186BFC0-1455-4547-84A8-F0BFD109146E}" dt="2023-09-20T15:38:11.060" v="7310"/>
          <ac:spMkLst>
            <pc:docMk/>
            <pc:sldMk cId="2560182135" sldId="287"/>
            <ac:spMk id="10" creationId="{0F8DAE96-AE3F-149B-82B7-97BFA4867796}"/>
          </ac:spMkLst>
        </pc:spChg>
        <pc:spChg chg="add mod">
          <ac:chgData name="Mohammad Salman" userId="cfd6754c-e613-4f6f-bb98-36aef69d8c31" providerId="ADAL" clId="{D186BFC0-1455-4547-84A8-F0BFD109146E}" dt="2023-09-20T15:38:11.060" v="7310"/>
          <ac:spMkLst>
            <pc:docMk/>
            <pc:sldMk cId="2560182135" sldId="287"/>
            <ac:spMk id="11" creationId="{5138134D-08F3-0412-9442-CF2369B9FD6A}"/>
          </ac:spMkLst>
        </pc:spChg>
        <pc:spChg chg="add del mod">
          <ac:chgData name="Mohammad Salman" userId="cfd6754c-e613-4f6f-bb98-36aef69d8c31" providerId="ADAL" clId="{D186BFC0-1455-4547-84A8-F0BFD109146E}" dt="2023-09-20T15:53:17.364" v="8200" actId="478"/>
          <ac:spMkLst>
            <pc:docMk/>
            <pc:sldMk cId="2560182135" sldId="287"/>
            <ac:spMk id="12" creationId="{70E2792C-671F-4B3A-69DE-87896833ED21}"/>
          </ac:spMkLst>
        </pc:spChg>
        <pc:spChg chg="add mod">
          <ac:chgData name="Mohammad Salman" userId="cfd6754c-e613-4f6f-bb98-36aef69d8c31" providerId="ADAL" clId="{D186BFC0-1455-4547-84A8-F0BFD109146E}" dt="2023-09-20T15:38:11.060" v="7310"/>
          <ac:spMkLst>
            <pc:docMk/>
            <pc:sldMk cId="2560182135" sldId="287"/>
            <ac:spMk id="13" creationId="{245451BE-6EAC-D1CB-9617-21234272785F}"/>
          </ac:spMkLst>
        </pc:spChg>
        <pc:spChg chg="add mod">
          <ac:chgData name="Mohammad Salman" userId="cfd6754c-e613-4f6f-bb98-36aef69d8c31" providerId="ADAL" clId="{D186BFC0-1455-4547-84A8-F0BFD109146E}" dt="2023-09-20T15:38:11.060" v="7310"/>
          <ac:spMkLst>
            <pc:docMk/>
            <pc:sldMk cId="2560182135" sldId="287"/>
            <ac:spMk id="14" creationId="{5A945CFD-824A-0D31-28FC-62E126238DD5}"/>
          </ac:spMkLst>
        </pc:spChg>
        <pc:spChg chg="del">
          <ac:chgData name="Mohammad Salman" userId="cfd6754c-e613-4f6f-bb98-36aef69d8c31" providerId="ADAL" clId="{D186BFC0-1455-4547-84A8-F0BFD109146E}" dt="2023-09-20T15:38:10.521" v="7309" actId="478"/>
          <ac:spMkLst>
            <pc:docMk/>
            <pc:sldMk cId="2560182135" sldId="287"/>
            <ac:spMk id="15" creationId="{103B04E5-08BF-22FD-EFA0-3C4A05842201}"/>
          </ac:spMkLst>
        </pc:spChg>
        <pc:spChg chg="del">
          <ac:chgData name="Mohammad Salman" userId="cfd6754c-e613-4f6f-bb98-36aef69d8c31" providerId="ADAL" clId="{D186BFC0-1455-4547-84A8-F0BFD109146E}" dt="2023-09-20T15:38:10.521" v="7309" actId="478"/>
          <ac:spMkLst>
            <pc:docMk/>
            <pc:sldMk cId="2560182135" sldId="287"/>
            <ac:spMk id="16" creationId="{37BB9BA6-D958-7887-2CE2-915BD3A794FF}"/>
          </ac:spMkLst>
        </pc:spChg>
        <pc:spChg chg="mod">
          <ac:chgData name="Mohammad Salman" userId="cfd6754c-e613-4f6f-bb98-36aef69d8c31" providerId="ADAL" clId="{D186BFC0-1455-4547-84A8-F0BFD109146E}" dt="2023-09-20T15:39:01.414" v="7361" actId="20577"/>
          <ac:spMkLst>
            <pc:docMk/>
            <pc:sldMk cId="2560182135" sldId="287"/>
            <ac:spMk id="17" creationId="{4BE7C1CB-9816-D072-F3B9-C42996D805D7}"/>
          </ac:spMkLst>
        </pc:spChg>
        <pc:spChg chg="add mod">
          <ac:chgData name="Mohammad Salman" userId="cfd6754c-e613-4f6f-bb98-36aef69d8c31" providerId="ADAL" clId="{D186BFC0-1455-4547-84A8-F0BFD109146E}" dt="2023-09-20T15:53:19.102" v="8202"/>
          <ac:spMkLst>
            <pc:docMk/>
            <pc:sldMk cId="2560182135" sldId="287"/>
            <ac:spMk id="18" creationId="{5949B431-2E4F-4DC1-8C71-A23C722B6628}"/>
          </ac:spMkLst>
        </pc:spChg>
      </pc:sldChg>
      <pc:sldChg chg="addSp delSp modSp add mod modAnim">
        <pc:chgData name="Mohammad Salman" userId="cfd6754c-e613-4f6f-bb98-36aef69d8c31" providerId="ADAL" clId="{D186BFC0-1455-4547-84A8-F0BFD109146E}" dt="2023-09-20T15:45:14.255" v="7722" actId="113"/>
        <pc:sldMkLst>
          <pc:docMk/>
          <pc:sldMk cId="3124651036" sldId="288"/>
        </pc:sldMkLst>
        <pc:spChg chg="del mod">
          <ac:chgData name="Mohammad Salman" userId="cfd6754c-e613-4f6f-bb98-36aef69d8c31" providerId="ADAL" clId="{D186BFC0-1455-4547-84A8-F0BFD109146E}" dt="2023-09-20T15:43:01.837" v="7701" actId="478"/>
          <ac:spMkLst>
            <pc:docMk/>
            <pc:sldMk cId="3124651036" sldId="288"/>
            <ac:spMk id="2" creationId="{58634682-FB1F-795D-7E00-237EA22777B0}"/>
          </ac:spMkLst>
        </pc:spChg>
        <pc:spChg chg="mod">
          <ac:chgData name="Mohammad Salman" userId="cfd6754c-e613-4f6f-bb98-36aef69d8c31" providerId="ADAL" clId="{D186BFC0-1455-4547-84A8-F0BFD109146E}" dt="2023-09-20T15:42:39.250" v="7700" actId="20577"/>
          <ac:spMkLst>
            <pc:docMk/>
            <pc:sldMk cId="3124651036" sldId="288"/>
            <ac:spMk id="3" creationId="{8ABA1549-69DE-ED47-91C6-2B34D64DAE89}"/>
          </ac:spMkLst>
        </pc:spChg>
        <pc:spChg chg="mod">
          <ac:chgData name="Mohammad Salman" userId="cfd6754c-e613-4f6f-bb98-36aef69d8c31" providerId="ADAL" clId="{D186BFC0-1455-4547-84A8-F0BFD109146E}" dt="2023-09-20T15:45:14.255" v="7722" actId="113"/>
          <ac:spMkLst>
            <pc:docMk/>
            <pc:sldMk cId="3124651036" sldId="288"/>
            <ac:spMk id="6" creationId="{40B39EEC-925A-5419-2D2F-EC301336C99A}"/>
          </ac:spMkLst>
        </pc:spChg>
        <pc:spChg chg="add del mod">
          <ac:chgData name="Mohammad Salman" userId="cfd6754c-e613-4f6f-bb98-36aef69d8c31" providerId="ADAL" clId="{D186BFC0-1455-4547-84A8-F0BFD109146E}" dt="2023-09-20T15:43:04.143" v="7702" actId="478"/>
          <ac:spMkLst>
            <pc:docMk/>
            <pc:sldMk cId="3124651036" sldId="288"/>
            <ac:spMk id="8" creationId="{8B4620EE-31AF-3CDA-561D-FADA053C268A}"/>
          </ac:spMkLst>
        </pc:spChg>
        <pc:spChg chg="add mod">
          <ac:chgData name="Mohammad Salman" userId="cfd6754c-e613-4f6f-bb98-36aef69d8c31" providerId="ADAL" clId="{D186BFC0-1455-4547-84A8-F0BFD109146E}" dt="2023-09-20T15:43:04.676" v="7703"/>
          <ac:spMkLst>
            <pc:docMk/>
            <pc:sldMk cId="3124651036" sldId="288"/>
            <ac:spMk id="9" creationId="{C038EF55-C278-1F7A-1A7D-948E9684BCC3}"/>
          </ac:spMkLst>
        </pc:spChg>
        <pc:spChg chg="add mod">
          <ac:chgData name="Mohammad Salman" userId="cfd6754c-e613-4f6f-bb98-36aef69d8c31" providerId="ADAL" clId="{D186BFC0-1455-4547-84A8-F0BFD109146E}" dt="2023-09-20T15:44:32.902" v="7715" actId="692"/>
          <ac:spMkLst>
            <pc:docMk/>
            <pc:sldMk cId="3124651036" sldId="288"/>
            <ac:spMk id="10" creationId="{864B41FE-4FE8-C74C-D373-242CEA1EAB30}"/>
          </ac:spMkLst>
        </pc:spChg>
      </pc:sldChg>
      <pc:sldChg chg="addSp modSp add mod modAnim">
        <pc:chgData name="Mohammad Salman" userId="cfd6754c-e613-4f6f-bb98-36aef69d8c31" providerId="ADAL" clId="{D186BFC0-1455-4547-84A8-F0BFD109146E}" dt="2023-09-22T10:13:53.927" v="19096" actId="20577"/>
        <pc:sldMkLst>
          <pc:docMk/>
          <pc:sldMk cId="1601764593" sldId="289"/>
        </pc:sldMkLst>
        <pc:spChg chg="mod">
          <ac:chgData name="Mohammad Salman" userId="cfd6754c-e613-4f6f-bb98-36aef69d8c31" providerId="ADAL" clId="{D186BFC0-1455-4547-84A8-F0BFD109146E}" dt="2023-09-22T10:13:53.927" v="19096" actId="20577"/>
          <ac:spMkLst>
            <pc:docMk/>
            <pc:sldMk cId="1601764593" sldId="289"/>
            <ac:spMk id="2" creationId="{C2532A21-CFE7-B1FD-A21C-7963C56E7AE5}"/>
          </ac:spMkLst>
        </pc:spChg>
        <pc:spChg chg="mod">
          <ac:chgData name="Mohammad Salman" userId="cfd6754c-e613-4f6f-bb98-36aef69d8c31" providerId="ADAL" clId="{D186BFC0-1455-4547-84A8-F0BFD109146E}" dt="2023-09-20T15:52:29.134" v="8173" actId="20577"/>
          <ac:spMkLst>
            <pc:docMk/>
            <pc:sldMk cId="1601764593" sldId="289"/>
            <ac:spMk id="3" creationId="{A735802E-861C-11AA-6102-CD46A1CB8EFC}"/>
          </ac:spMkLst>
        </pc:spChg>
        <pc:spChg chg="add mod">
          <ac:chgData name="Mohammad Salman" userId="cfd6754c-e613-4f6f-bb98-36aef69d8c31" providerId="ADAL" clId="{D186BFC0-1455-4547-84A8-F0BFD109146E}" dt="2023-09-20T15:51:29.823" v="8111" actId="1076"/>
          <ac:spMkLst>
            <pc:docMk/>
            <pc:sldMk cId="1601764593" sldId="289"/>
            <ac:spMk id="4" creationId="{40DFD7AE-383A-46E5-B8A5-0085A0DC0017}"/>
          </ac:spMkLst>
        </pc:spChg>
        <pc:spChg chg="add mod">
          <ac:chgData name="Mohammad Salman" userId="cfd6754c-e613-4f6f-bb98-36aef69d8c31" providerId="ADAL" clId="{D186BFC0-1455-4547-84A8-F0BFD109146E}" dt="2023-09-20T15:50:59.918" v="8105" actId="164"/>
          <ac:spMkLst>
            <pc:docMk/>
            <pc:sldMk cId="1601764593" sldId="289"/>
            <ac:spMk id="5" creationId="{25528DC2-125E-79A7-F157-4ABB5DDD2D0D}"/>
          </ac:spMkLst>
        </pc:spChg>
        <pc:spChg chg="add mod">
          <ac:chgData name="Mohammad Salman" userId="cfd6754c-e613-4f6f-bb98-36aef69d8c31" providerId="ADAL" clId="{D186BFC0-1455-4547-84A8-F0BFD109146E}" dt="2023-09-20T15:50:59.918" v="8105" actId="164"/>
          <ac:spMkLst>
            <pc:docMk/>
            <pc:sldMk cId="1601764593" sldId="289"/>
            <ac:spMk id="6" creationId="{F648FB85-AB5A-6022-7A27-0E808148B9E8}"/>
          </ac:spMkLst>
        </pc:spChg>
        <pc:spChg chg="add mod">
          <ac:chgData name="Mohammad Salman" userId="cfd6754c-e613-4f6f-bb98-36aef69d8c31" providerId="ADAL" clId="{D186BFC0-1455-4547-84A8-F0BFD109146E}" dt="2023-09-20T15:51:24.871" v="8110" actId="1076"/>
          <ac:spMkLst>
            <pc:docMk/>
            <pc:sldMk cId="1601764593" sldId="289"/>
            <ac:spMk id="7" creationId="{8D1F63B5-D308-76CF-4BDA-39B8663DC90C}"/>
          </ac:spMkLst>
        </pc:spChg>
        <pc:grpChg chg="add mod">
          <ac:chgData name="Mohammad Salman" userId="cfd6754c-e613-4f6f-bb98-36aef69d8c31" providerId="ADAL" clId="{D186BFC0-1455-4547-84A8-F0BFD109146E}" dt="2023-09-20T15:52:45.847" v="8193" actId="1076"/>
          <ac:grpSpMkLst>
            <pc:docMk/>
            <pc:sldMk cId="1601764593" sldId="289"/>
            <ac:grpSpMk id="8" creationId="{D0009265-A44B-DC76-AB2E-4D0D93A8821F}"/>
          </ac:grpSpMkLst>
        </pc:grpChg>
        <pc:grpChg chg="mod">
          <ac:chgData name="Mohammad Salman" userId="cfd6754c-e613-4f6f-bb98-36aef69d8c31" providerId="ADAL" clId="{D186BFC0-1455-4547-84A8-F0BFD109146E}" dt="2023-09-20T15:52:40.540" v="8192" actId="1036"/>
          <ac:grpSpMkLst>
            <pc:docMk/>
            <pc:sldMk cId="1601764593" sldId="289"/>
            <ac:grpSpMk id="14" creationId="{ECBFBE22-BAE3-FE61-060F-7A5E75A716F3}"/>
          </ac:grpSpMkLst>
        </pc:grpChg>
      </pc:sldChg>
      <pc:sldChg chg="modSp add mod modAnim">
        <pc:chgData name="Mohammad Salman" userId="cfd6754c-e613-4f6f-bb98-36aef69d8c31" providerId="ADAL" clId="{D186BFC0-1455-4547-84A8-F0BFD109146E}" dt="2023-09-22T10:13:14.413" v="19054" actId="20577"/>
        <pc:sldMkLst>
          <pc:docMk/>
          <pc:sldMk cId="3845713123" sldId="290"/>
        </pc:sldMkLst>
        <pc:spChg chg="mod">
          <ac:chgData name="Mohammad Salman" userId="cfd6754c-e613-4f6f-bb98-36aef69d8c31" providerId="ADAL" clId="{D186BFC0-1455-4547-84A8-F0BFD109146E}" dt="2023-09-22T10:12:56.278" v="19042" actId="113"/>
          <ac:spMkLst>
            <pc:docMk/>
            <pc:sldMk cId="3845713123" sldId="290"/>
            <ac:spMk id="2" creationId="{C2532A21-CFE7-B1FD-A21C-7963C56E7AE5}"/>
          </ac:spMkLst>
        </pc:spChg>
        <pc:spChg chg="mod">
          <ac:chgData name="Mohammad Salman" userId="cfd6754c-e613-4f6f-bb98-36aef69d8c31" providerId="ADAL" clId="{D186BFC0-1455-4547-84A8-F0BFD109146E}" dt="2023-09-22T10:13:14.413" v="19054" actId="20577"/>
          <ac:spMkLst>
            <pc:docMk/>
            <pc:sldMk cId="3845713123" sldId="290"/>
            <ac:spMk id="3" creationId="{A735802E-861C-11AA-6102-CD46A1CB8EFC}"/>
          </ac:spMkLst>
        </pc:spChg>
      </pc:sldChg>
      <pc:sldChg chg="addSp delSp modSp new mod delAnim modAnim modNotesTx">
        <pc:chgData name="Mohammad Salman" userId="cfd6754c-e613-4f6f-bb98-36aef69d8c31" providerId="ADAL" clId="{D186BFC0-1455-4547-84A8-F0BFD109146E}" dt="2023-09-21T13:03:00.219" v="14951" actId="1076"/>
        <pc:sldMkLst>
          <pc:docMk/>
          <pc:sldMk cId="4193266984" sldId="291"/>
        </pc:sldMkLst>
        <pc:spChg chg="del">
          <ac:chgData name="Mohammad Salman" userId="cfd6754c-e613-4f6f-bb98-36aef69d8c31" providerId="ADAL" clId="{D186BFC0-1455-4547-84A8-F0BFD109146E}" dt="2023-09-20T16:49:14.341" v="8941" actId="478"/>
          <ac:spMkLst>
            <pc:docMk/>
            <pc:sldMk cId="4193266984" sldId="291"/>
            <ac:spMk id="2" creationId="{950D9BA6-1060-C89E-D282-98D0645B0015}"/>
          </ac:spMkLst>
        </pc:spChg>
        <pc:spChg chg="del">
          <ac:chgData name="Mohammad Salman" userId="cfd6754c-e613-4f6f-bb98-36aef69d8c31" providerId="ADAL" clId="{D186BFC0-1455-4547-84A8-F0BFD109146E}" dt="2023-09-20T16:49:14.341" v="8941" actId="478"/>
          <ac:spMkLst>
            <pc:docMk/>
            <pc:sldMk cId="4193266984" sldId="291"/>
            <ac:spMk id="3" creationId="{189E70D5-8460-FAED-872B-B9BF049576F0}"/>
          </ac:spMkLst>
        </pc:spChg>
        <pc:spChg chg="add mod ord">
          <ac:chgData name="Mohammad Salman" userId="cfd6754c-e613-4f6f-bb98-36aef69d8c31" providerId="ADAL" clId="{D186BFC0-1455-4547-84A8-F0BFD109146E}" dt="2023-09-21T13:03:00.219" v="14951" actId="1076"/>
          <ac:spMkLst>
            <pc:docMk/>
            <pc:sldMk cId="4193266984" sldId="291"/>
            <ac:spMk id="4" creationId="{97084620-9372-18B3-255B-E5422F859A78}"/>
          </ac:spMkLst>
        </pc:spChg>
        <pc:spChg chg="add mod">
          <ac:chgData name="Mohammad Salman" userId="cfd6754c-e613-4f6f-bb98-36aef69d8c31" providerId="ADAL" clId="{D186BFC0-1455-4547-84A8-F0BFD109146E}" dt="2023-09-21T13:02:46.082" v="14942" actId="1036"/>
          <ac:spMkLst>
            <pc:docMk/>
            <pc:sldMk cId="4193266984" sldId="291"/>
            <ac:spMk id="7" creationId="{BECE5B1D-ADD3-5BDC-F01C-63B3B641099D}"/>
          </ac:spMkLst>
        </pc:spChg>
        <pc:spChg chg="add mod">
          <ac:chgData name="Mohammad Salman" userId="cfd6754c-e613-4f6f-bb98-36aef69d8c31" providerId="ADAL" clId="{D186BFC0-1455-4547-84A8-F0BFD109146E}" dt="2023-09-20T16:57:58.643" v="9264" actId="207"/>
          <ac:spMkLst>
            <pc:docMk/>
            <pc:sldMk cId="4193266984" sldId="291"/>
            <ac:spMk id="9" creationId="{534104D8-CF69-4361-E7C0-63B5A13260FA}"/>
          </ac:spMkLst>
        </pc:spChg>
        <pc:spChg chg="add del mod">
          <ac:chgData name="Mohammad Salman" userId="cfd6754c-e613-4f6f-bb98-36aef69d8c31" providerId="ADAL" clId="{D186BFC0-1455-4547-84A8-F0BFD109146E}" dt="2023-09-21T07:11:03.655" v="9920" actId="478"/>
          <ac:spMkLst>
            <pc:docMk/>
            <pc:sldMk cId="4193266984" sldId="291"/>
            <ac:spMk id="10" creationId="{DB3B86C7-B79D-8D77-EE69-0B87C542E2E9}"/>
          </ac:spMkLst>
        </pc:spChg>
        <pc:graphicFrameChg chg="add mod">
          <ac:chgData name="Mohammad Salman" userId="cfd6754c-e613-4f6f-bb98-36aef69d8c31" providerId="ADAL" clId="{D186BFC0-1455-4547-84A8-F0BFD109146E}" dt="2023-09-21T13:02:46.082" v="14942" actId="1036"/>
          <ac:graphicFrameMkLst>
            <pc:docMk/>
            <pc:sldMk cId="4193266984" sldId="291"/>
            <ac:graphicFrameMk id="8" creationId="{F3995324-7882-385A-4D8A-6F9B2845394C}"/>
          </ac:graphicFrameMkLst>
        </pc:graphicFrameChg>
        <pc:picChg chg="add mod">
          <ac:chgData name="Mohammad Salman" userId="cfd6754c-e613-4f6f-bb98-36aef69d8c31" providerId="ADAL" clId="{D186BFC0-1455-4547-84A8-F0BFD109146E}" dt="2023-09-21T13:02:54.033" v="14950" actId="1035"/>
          <ac:picMkLst>
            <pc:docMk/>
            <pc:sldMk cId="4193266984" sldId="291"/>
            <ac:picMk id="6" creationId="{7ACF6B2E-1C12-6DBD-0B3B-1CC2487D146F}"/>
          </ac:picMkLst>
        </pc:picChg>
      </pc:sldChg>
      <pc:sldChg chg="addSp delSp modSp add mod delAnim modAnim modNotesTx">
        <pc:chgData name="Mohammad Salman" userId="cfd6754c-e613-4f6f-bb98-36aef69d8c31" providerId="ADAL" clId="{D186BFC0-1455-4547-84A8-F0BFD109146E}" dt="2023-09-22T10:15:52.150" v="19133" actId="1076"/>
        <pc:sldMkLst>
          <pc:docMk/>
          <pc:sldMk cId="357780815" sldId="292"/>
        </pc:sldMkLst>
        <pc:spChg chg="add mod">
          <ac:chgData name="Mohammad Salman" userId="cfd6754c-e613-4f6f-bb98-36aef69d8c31" providerId="ADAL" clId="{D186BFC0-1455-4547-84A8-F0BFD109146E}" dt="2023-09-21T11:02:22.379" v="12445" actId="1076"/>
          <ac:spMkLst>
            <pc:docMk/>
            <pc:sldMk cId="357780815" sldId="292"/>
            <ac:spMk id="2" creationId="{B8C00FF4-2CE4-84B6-E590-18573D433A92}"/>
          </ac:spMkLst>
        </pc:spChg>
        <pc:spChg chg="mod">
          <ac:chgData name="Mohammad Salman" userId="cfd6754c-e613-4f6f-bb98-36aef69d8c31" providerId="ADAL" clId="{D186BFC0-1455-4547-84A8-F0BFD109146E}" dt="2023-09-22T10:15:37.804" v="19132" actId="20577"/>
          <ac:spMkLst>
            <pc:docMk/>
            <pc:sldMk cId="357780815" sldId="292"/>
            <ac:spMk id="4" creationId="{97084620-9372-18B3-255B-E5422F859A78}"/>
          </ac:spMkLst>
        </pc:spChg>
        <pc:spChg chg="del">
          <ac:chgData name="Mohammad Salman" userId="cfd6754c-e613-4f6f-bb98-36aef69d8c31" providerId="ADAL" clId="{D186BFC0-1455-4547-84A8-F0BFD109146E}" dt="2023-09-20T17:01:05.741" v="9336" actId="478"/>
          <ac:spMkLst>
            <pc:docMk/>
            <pc:sldMk cId="357780815" sldId="292"/>
            <ac:spMk id="7" creationId="{BECE5B1D-ADD3-5BDC-F01C-63B3B641099D}"/>
          </ac:spMkLst>
        </pc:spChg>
        <pc:spChg chg="del mod">
          <ac:chgData name="Mohammad Salman" userId="cfd6754c-e613-4f6f-bb98-36aef69d8c31" providerId="ADAL" clId="{D186BFC0-1455-4547-84A8-F0BFD109146E}" dt="2023-09-20T16:59:09.053" v="9290" actId="478"/>
          <ac:spMkLst>
            <pc:docMk/>
            <pc:sldMk cId="357780815" sldId="292"/>
            <ac:spMk id="9" creationId="{534104D8-CF69-4361-E7C0-63B5A13260FA}"/>
          </ac:spMkLst>
        </pc:spChg>
        <pc:spChg chg="add mod">
          <ac:chgData name="Mohammad Salman" userId="cfd6754c-e613-4f6f-bb98-36aef69d8c31" providerId="ADAL" clId="{D186BFC0-1455-4547-84A8-F0BFD109146E}" dt="2023-09-20T17:42:40.245" v="9700" actId="164"/>
          <ac:spMkLst>
            <pc:docMk/>
            <pc:sldMk cId="357780815" sldId="292"/>
            <ac:spMk id="17" creationId="{82E7A9F7-C011-D77A-42E2-EF85A9D77B95}"/>
          </ac:spMkLst>
        </pc:spChg>
        <pc:spChg chg="add del mod">
          <ac:chgData name="Mohammad Salman" userId="cfd6754c-e613-4f6f-bb98-36aef69d8c31" providerId="ADAL" clId="{D186BFC0-1455-4547-84A8-F0BFD109146E}" dt="2023-09-20T17:35:49.051" v="9512" actId="478"/>
          <ac:spMkLst>
            <pc:docMk/>
            <pc:sldMk cId="357780815" sldId="292"/>
            <ac:spMk id="23" creationId="{14B713AF-972C-C32B-8A67-8AB4AD8FF90D}"/>
          </ac:spMkLst>
        </pc:spChg>
        <pc:spChg chg="add mod">
          <ac:chgData name="Mohammad Salman" userId="cfd6754c-e613-4f6f-bb98-36aef69d8c31" providerId="ADAL" clId="{D186BFC0-1455-4547-84A8-F0BFD109146E}" dt="2023-09-20T17:42:40.245" v="9700" actId="164"/>
          <ac:spMkLst>
            <pc:docMk/>
            <pc:sldMk cId="357780815" sldId="292"/>
            <ac:spMk id="25" creationId="{F29F08E9-3BE8-B29B-0783-40DD65F6A652}"/>
          </ac:spMkLst>
        </pc:spChg>
        <pc:spChg chg="add mod">
          <ac:chgData name="Mohammad Salman" userId="cfd6754c-e613-4f6f-bb98-36aef69d8c31" providerId="ADAL" clId="{D186BFC0-1455-4547-84A8-F0BFD109146E}" dt="2023-09-22T10:15:52.150" v="19133" actId="1076"/>
          <ac:spMkLst>
            <pc:docMk/>
            <pc:sldMk cId="357780815" sldId="292"/>
            <ac:spMk id="28" creationId="{50F9C1CD-073E-98A3-B34F-2FA7B6F017D9}"/>
          </ac:spMkLst>
        </pc:spChg>
        <pc:grpChg chg="add mod">
          <ac:chgData name="Mohammad Salman" userId="cfd6754c-e613-4f6f-bb98-36aef69d8c31" providerId="ADAL" clId="{D186BFC0-1455-4547-84A8-F0BFD109146E}" dt="2023-09-21T11:01:57.725" v="12440" actId="1076"/>
          <ac:grpSpMkLst>
            <pc:docMk/>
            <pc:sldMk cId="357780815" sldId="292"/>
            <ac:grpSpMk id="29" creationId="{078F5B4C-5290-850C-C014-9B8AF3131C93}"/>
          </ac:grpSpMkLst>
        </pc:grpChg>
        <pc:graphicFrameChg chg="del">
          <ac:chgData name="Mohammad Salman" userId="cfd6754c-e613-4f6f-bb98-36aef69d8c31" providerId="ADAL" clId="{D186BFC0-1455-4547-84A8-F0BFD109146E}" dt="2023-09-20T17:01:05.741" v="9336" actId="478"/>
          <ac:graphicFrameMkLst>
            <pc:docMk/>
            <pc:sldMk cId="357780815" sldId="292"/>
            <ac:graphicFrameMk id="8" creationId="{F3995324-7882-385A-4D8A-6F9B2845394C}"/>
          </ac:graphicFrameMkLst>
        </pc:graphicFrameChg>
        <pc:picChg chg="add mod">
          <ac:chgData name="Mohammad Salman" userId="cfd6754c-e613-4f6f-bb98-36aef69d8c31" providerId="ADAL" clId="{D186BFC0-1455-4547-84A8-F0BFD109146E}" dt="2023-09-20T17:18:40.868" v="9472" actId="1076"/>
          <ac:picMkLst>
            <pc:docMk/>
            <pc:sldMk cId="357780815" sldId="292"/>
            <ac:picMk id="5" creationId="{C2E4E847-9E0B-49F9-CF9D-779F5E6FD555}"/>
          </ac:picMkLst>
        </pc:picChg>
        <pc:picChg chg="del">
          <ac:chgData name="Mohammad Salman" userId="cfd6754c-e613-4f6f-bb98-36aef69d8c31" providerId="ADAL" clId="{D186BFC0-1455-4547-84A8-F0BFD109146E}" dt="2023-09-20T16:58:50.676" v="9270" actId="478"/>
          <ac:picMkLst>
            <pc:docMk/>
            <pc:sldMk cId="357780815" sldId="292"/>
            <ac:picMk id="6" creationId="{7ACF6B2E-1C12-6DBD-0B3B-1CC2487D146F}"/>
          </ac:picMkLst>
        </pc:picChg>
        <pc:picChg chg="add mod">
          <ac:chgData name="Mohammad Salman" userId="cfd6754c-e613-4f6f-bb98-36aef69d8c31" providerId="ADAL" clId="{D186BFC0-1455-4547-84A8-F0BFD109146E}" dt="2023-09-20T17:18:40.868" v="9472" actId="1076"/>
          <ac:picMkLst>
            <pc:docMk/>
            <pc:sldMk cId="357780815" sldId="292"/>
            <ac:picMk id="11" creationId="{8AC4C069-2B40-CB16-F1BA-4EFBD7C9229F}"/>
          </ac:picMkLst>
        </pc:picChg>
        <pc:picChg chg="add mod">
          <ac:chgData name="Mohammad Salman" userId="cfd6754c-e613-4f6f-bb98-36aef69d8c31" providerId="ADAL" clId="{D186BFC0-1455-4547-84A8-F0BFD109146E}" dt="2023-09-20T17:42:40.245" v="9700" actId="164"/>
          <ac:picMkLst>
            <pc:docMk/>
            <pc:sldMk cId="357780815" sldId="292"/>
            <ac:picMk id="13" creationId="{BD6BE6D3-1A75-E7A7-420C-5E73ABA1A336}"/>
          </ac:picMkLst>
        </pc:picChg>
        <pc:picChg chg="add del mod">
          <ac:chgData name="Mohammad Salman" userId="cfd6754c-e613-4f6f-bb98-36aef69d8c31" providerId="ADAL" clId="{D186BFC0-1455-4547-84A8-F0BFD109146E}" dt="2023-09-20T17:32:37.957" v="9497" actId="478"/>
          <ac:picMkLst>
            <pc:docMk/>
            <pc:sldMk cId="357780815" sldId="292"/>
            <ac:picMk id="14" creationId="{FEF10552-4BF7-458C-10CE-F7EDE7560DBA}"/>
          </ac:picMkLst>
        </pc:picChg>
        <pc:picChg chg="add del mod">
          <ac:chgData name="Mohammad Salman" userId="cfd6754c-e613-4f6f-bb98-36aef69d8c31" providerId="ADAL" clId="{D186BFC0-1455-4547-84A8-F0BFD109146E}" dt="2023-09-20T17:32:40.251" v="9498" actId="478"/>
          <ac:picMkLst>
            <pc:docMk/>
            <pc:sldMk cId="357780815" sldId="292"/>
            <ac:picMk id="16" creationId="{F8AE4155-9335-4670-A036-1ACEBCFEB482}"/>
          </ac:picMkLst>
        </pc:picChg>
        <pc:cxnChg chg="add del mod">
          <ac:chgData name="Mohammad Salman" userId="cfd6754c-e613-4f6f-bb98-36aef69d8c31" providerId="ADAL" clId="{D186BFC0-1455-4547-84A8-F0BFD109146E}" dt="2023-09-20T17:39:48.535" v="9647" actId="478"/>
          <ac:cxnSpMkLst>
            <pc:docMk/>
            <pc:sldMk cId="357780815" sldId="292"/>
            <ac:cxnSpMk id="15" creationId="{ACE56C66-A074-9C32-12FE-8C34424E0310}"/>
          </ac:cxnSpMkLst>
        </pc:cxnChg>
        <pc:cxnChg chg="add del mod">
          <ac:chgData name="Mohammad Salman" userId="cfd6754c-e613-4f6f-bb98-36aef69d8c31" providerId="ADAL" clId="{D186BFC0-1455-4547-84A8-F0BFD109146E}" dt="2023-09-20T17:35:49.051" v="9512" actId="478"/>
          <ac:cxnSpMkLst>
            <pc:docMk/>
            <pc:sldMk cId="357780815" sldId="292"/>
            <ac:cxnSpMk id="22" creationId="{33A07B7D-2EE8-5298-A88C-17698EF0A572}"/>
          </ac:cxnSpMkLst>
        </pc:cxnChg>
        <pc:cxnChg chg="add del mod">
          <ac:chgData name="Mohammad Salman" userId="cfd6754c-e613-4f6f-bb98-36aef69d8c31" providerId="ADAL" clId="{D186BFC0-1455-4547-84A8-F0BFD109146E}" dt="2023-09-20T17:39:48.535" v="9647" actId="478"/>
          <ac:cxnSpMkLst>
            <pc:docMk/>
            <pc:sldMk cId="357780815" sldId="292"/>
            <ac:cxnSpMk id="24" creationId="{861704BA-597B-313D-9AF1-B548070347EF}"/>
          </ac:cxnSpMkLst>
        </pc:cxnChg>
      </pc:sldChg>
      <pc:sldChg chg="delSp modSp new del mod setBg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042326075" sldId="293"/>
        </pc:sldMkLst>
        <pc:spChg chg="mod">
          <ac:chgData name="Mohammad Salman" userId="cfd6754c-e613-4f6f-bb98-36aef69d8c31" providerId="ADAL" clId="{D186BFC0-1455-4547-84A8-F0BFD109146E}" dt="2023-09-21T06:57:52.727" v="9750" actId="20577"/>
          <ac:spMkLst>
            <pc:docMk/>
            <pc:sldMk cId="1042326075" sldId="293"/>
            <ac:spMk id="2" creationId="{A388861C-8D92-398C-65C1-9A97218744F4}"/>
          </ac:spMkLst>
        </pc:spChg>
        <pc:spChg chg="del">
          <ac:chgData name="Mohammad Salman" userId="cfd6754c-e613-4f6f-bb98-36aef69d8c31" providerId="ADAL" clId="{D186BFC0-1455-4547-84A8-F0BFD109146E}" dt="2023-09-21T06:57:56.483" v="9751" actId="478"/>
          <ac:spMkLst>
            <pc:docMk/>
            <pc:sldMk cId="1042326075" sldId="293"/>
            <ac:spMk id="3" creationId="{CD00E73F-13BB-0AD9-6C90-9DC609886EA1}"/>
          </ac:spMkLst>
        </pc:spChg>
      </pc:sldChg>
      <pc:sldChg chg="delSp modSp add del mod">
        <pc:chgData name="Mohammad Salman" userId="cfd6754c-e613-4f6f-bb98-36aef69d8c31" providerId="ADAL" clId="{D186BFC0-1455-4547-84A8-F0BFD109146E}" dt="2023-09-20T17:36:52.084" v="9518" actId="47"/>
        <pc:sldMkLst>
          <pc:docMk/>
          <pc:sldMk cId="1406683152" sldId="294"/>
        </pc:sldMkLst>
        <pc:spChg chg="del mod">
          <ac:chgData name="Mohammad Salman" userId="cfd6754c-e613-4f6f-bb98-36aef69d8c31" providerId="ADAL" clId="{D186BFC0-1455-4547-84A8-F0BFD109146E}" dt="2023-09-20T17:36:48.810" v="9517" actId="21"/>
          <ac:spMkLst>
            <pc:docMk/>
            <pc:sldMk cId="1406683152" sldId="294"/>
            <ac:spMk id="17" creationId="{82E7A9F7-C011-D77A-42E2-EF85A9D77B95}"/>
          </ac:spMkLst>
        </pc:spChg>
        <pc:cxnChg chg="del mod">
          <ac:chgData name="Mohammad Salman" userId="cfd6754c-e613-4f6f-bb98-36aef69d8c31" providerId="ADAL" clId="{D186BFC0-1455-4547-84A8-F0BFD109146E}" dt="2023-09-20T17:36:48.810" v="9517" actId="21"/>
          <ac:cxnSpMkLst>
            <pc:docMk/>
            <pc:sldMk cId="1406683152" sldId="294"/>
            <ac:cxnSpMk id="15" creationId="{ACE56C66-A074-9C32-12FE-8C34424E0310}"/>
          </ac:cxnSpMkLst>
        </pc:cxnChg>
      </pc:sldChg>
      <pc:sldChg chg="addSp delSp modSp new mod">
        <pc:chgData name="Mohammad Salman" userId="cfd6754c-e613-4f6f-bb98-36aef69d8c31" providerId="ADAL" clId="{D186BFC0-1455-4547-84A8-F0BFD109146E}" dt="2023-09-21T11:12:36.936" v="12726"/>
        <pc:sldMkLst>
          <pc:docMk/>
          <pc:sldMk cId="2179674005" sldId="294"/>
        </pc:sldMkLst>
        <pc:spChg chg="del">
          <ac:chgData name="Mohammad Salman" userId="cfd6754c-e613-4f6f-bb98-36aef69d8c31" providerId="ADAL" clId="{D186BFC0-1455-4547-84A8-F0BFD109146E}" dt="2023-09-21T07:13:18.961" v="10011" actId="478"/>
          <ac:spMkLst>
            <pc:docMk/>
            <pc:sldMk cId="2179674005" sldId="294"/>
            <ac:spMk id="2" creationId="{604EA9A3-1ADD-37D9-8DA9-50C9134488DD}"/>
          </ac:spMkLst>
        </pc:spChg>
        <pc:spChg chg="del">
          <ac:chgData name="Mohammad Salman" userId="cfd6754c-e613-4f6f-bb98-36aef69d8c31" providerId="ADAL" clId="{D186BFC0-1455-4547-84A8-F0BFD109146E}" dt="2023-09-21T07:13:18.961" v="10011" actId="478"/>
          <ac:spMkLst>
            <pc:docMk/>
            <pc:sldMk cId="2179674005" sldId="294"/>
            <ac:spMk id="3" creationId="{6D6230C8-8DB9-0734-29E9-1B025B065F52}"/>
          </ac:spMkLst>
        </pc:spChg>
        <pc:spChg chg="add mod">
          <ac:chgData name="Mohammad Salman" userId="cfd6754c-e613-4f6f-bb98-36aef69d8c31" providerId="ADAL" clId="{D186BFC0-1455-4547-84A8-F0BFD109146E}" dt="2023-09-21T11:11:46.260" v="12723" actId="404"/>
          <ac:spMkLst>
            <pc:docMk/>
            <pc:sldMk cId="2179674005" sldId="294"/>
            <ac:spMk id="4" creationId="{6D1EFA88-B247-8C42-985D-217B8D73EEB4}"/>
          </ac:spMkLst>
        </pc:spChg>
        <pc:spChg chg="add del mod">
          <ac:chgData name="Mohammad Salman" userId="cfd6754c-e613-4f6f-bb98-36aef69d8c31" providerId="ADAL" clId="{D186BFC0-1455-4547-84A8-F0BFD109146E}" dt="2023-09-21T11:12:36.466" v="12725" actId="478"/>
          <ac:spMkLst>
            <pc:docMk/>
            <pc:sldMk cId="2179674005" sldId="294"/>
            <ac:spMk id="9" creationId="{E26978AB-E924-2DC1-DF6A-273AEAEFCEF8}"/>
          </ac:spMkLst>
        </pc:spChg>
        <pc:spChg chg="add mod">
          <ac:chgData name="Mohammad Salman" userId="cfd6754c-e613-4f6f-bb98-36aef69d8c31" providerId="ADAL" clId="{D186BFC0-1455-4547-84A8-F0BFD109146E}" dt="2023-09-21T11:12:36.936" v="12726"/>
          <ac:spMkLst>
            <pc:docMk/>
            <pc:sldMk cId="2179674005" sldId="294"/>
            <ac:spMk id="10" creationId="{34A3E32A-2C0E-C2E1-4A5A-0E9AD4438C29}"/>
          </ac:spMkLst>
        </pc:spChg>
        <pc:picChg chg="add del mod">
          <ac:chgData name="Mohammad Salman" userId="cfd6754c-e613-4f6f-bb98-36aef69d8c31" providerId="ADAL" clId="{D186BFC0-1455-4547-84A8-F0BFD109146E}" dt="2023-09-21T11:09:32.496" v="12717" actId="478"/>
          <ac:picMkLst>
            <pc:docMk/>
            <pc:sldMk cId="2179674005" sldId="294"/>
            <ac:picMk id="6" creationId="{4D199F4C-806F-9170-F66E-AD026024391F}"/>
          </ac:picMkLst>
        </pc:picChg>
        <pc:picChg chg="add mod">
          <ac:chgData name="Mohammad Salman" userId="cfd6754c-e613-4f6f-bb98-36aef69d8c31" providerId="ADAL" clId="{D186BFC0-1455-4547-84A8-F0BFD109146E}" dt="2023-09-21T11:10:23.384" v="12721" actId="14100"/>
          <ac:picMkLst>
            <pc:docMk/>
            <pc:sldMk cId="2179674005" sldId="294"/>
            <ac:picMk id="8" creationId="{4851681E-59A7-C524-42AB-E6F007DDA5E8}"/>
          </ac:picMkLst>
        </pc:picChg>
      </pc:sldChg>
      <pc:sldChg chg="modSp new del mod setBg">
        <pc:chgData name="Mohammad Salman" userId="cfd6754c-e613-4f6f-bb98-36aef69d8c31" providerId="ADAL" clId="{D186BFC0-1455-4547-84A8-F0BFD109146E}" dt="2023-09-23T09:45:37.234" v="19391" actId="2696"/>
        <pc:sldMkLst>
          <pc:docMk/>
          <pc:sldMk cId="2027236910" sldId="295"/>
        </pc:sldMkLst>
        <pc:spChg chg="mod">
          <ac:chgData name="Mohammad Salman" userId="cfd6754c-e613-4f6f-bb98-36aef69d8c31" providerId="ADAL" clId="{D186BFC0-1455-4547-84A8-F0BFD109146E}" dt="2023-09-21T07:21:26.215" v="10481" actId="20577"/>
          <ac:spMkLst>
            <pc:docMk/>
            <pc:sldMk cId="2027236910" sldId="295"/>
            <ac:spMk id="2" creationId="{BF5E097C-5D41-0B8B-A52D-1284A19056B2}"/>
          </ac:spMkLst>
        </pc:spChg>
        <pc:spChg chg="mod">
          <ac:chgData name="Mohammad Salman" userId="cfd6754c-e613-4f6f-bb98-36aef69d8c31" providerId="ADAL" clId="{D186BFC0-1455-4547-84A8-F0BFD109146E}" dt="2023-09-21T07:26:29.210" v="10946" actId="20577"/>
          <ac:spMkLst>
            <pc:docMk/>
            <pc:sldMk cId="2027236910" sldId="295"/>
            <ac:spMk id="3" creationId="{D6DF85E8-7D48-C78B-7D55-3446EC68FEFC}"/>
          </ac:spMkLst>
        </pc:spChg>
      </pc:sldChg>
      <pc:sldChg chg="addSp delSp modSp new del mod">
        <pc:chgData name="Mohammad Salman" userId="cfd6754c-e613-4f6f-bb98-36aef69d8c31" providerId="ADAL" clId="{D186BFC0-1455-4547-84A8-F0BFD109146E}" dt="2023-09-21T07:38:18.030" v="10958" actId="2696"/>
        <pc:sldMkLst>
          <pc:docMk/>
          <pc:sldMk cId="2859557409" sldId="296"/>
        </pc:sldMkLst>
        <pc:spChg chg="del">
          <ac:chgData name="Mohammad Salman" userId="cfd6754c-e613-4f6f-bb98-36aef69d8c31" providerId="ADAL" clId="{D186BFC0-1455-4547-84A8-F0BFD109146E}" dt="2023-09-21T07:36:02.181" v="10952" actId="478"/>
          <ac:spMkLst>
            <pc:docMk/>
            <pc:sldMk cId="2859557409" sldId="296"/>
            <ac:spMk id="2" creationId="{3D2B68A0-E73C-38C6-744C-E3C06F01F20A}"/>
          </ac:spMkLst>
        </pc:spChg>
        <pc:spChg chg="del">
          <ac:chgData name="Mohammad Salman" userId="cfd6754c-e613-4f6f-bb98-36aef69d8c31" providerId="ADAL" clId="{D186BFC0-1455-4547-84A8-F0BFD109146E}" dt="2023-09-21T07:36:02.181" v="10952" actId="478"/>
          <ac:spMkLst>
            <pc:docMk/>
            <pc:sldMk cId="2859557409" sldId="296"/>
            <ac:spMk id="3" creationId="{D536B0EC-AA39-9CB1-45C2-FA519EAD00B9}"/>
          </ac:spMkLst>
        </pc:spChg>
        <pc:picChg chg="add del mod">
          <ac:chgData name="Mohammad Salman" userId="cfd6754c-e613-4f6f-bb98-36aef69d8c31" providerId="ADAL" clId="{D186BFC0-1455-4547-84A8-F0BFD109146E}" dt="2023-09-21T07:38:08.537" v="10956" actId="21"/>
          <ac:picMkLst>
            <pc:docMk/>
            <pc:sldMk cId="2859557409" sldId="296"/>
            <ac:picMk id="5" creationId="{99CC79C5-F7DE-8BD3-177A-FB24E7D54BAC}"/>
          </ac:picMkLst>
        </pc:picChg>
      </pc:sldChg>
      <pc:sldChg chg="addSp modSp add del mod chgLayout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08293083" sldId="297"/>
        </pc:sldMkLst>
        <pc:spChg chg="add mod">
          <ac:chgData name="Mohammad Salman" userId="cfd6754c-e613-4f6f-bb98-36aef69d8c31" providerId="ADAL" clId="{D186BFC0-1455-4547-84A8-F0BFD109146E}" dt="2023-09-21T08:04:34.598" v="11010" actId="20577"/>
          <ac:spMkLst>
            <pc:docMk/>
            <pc:sldMk cId="108293083" sldId="297"/>
            <ac:spMk id="2" creationId="{AFFE28C5-4BDB-12B7-00F3-843091C721F4}"/>
          </ac:spMkLst>
        </pc:spChg>
        <pc:spChg chg="add mod">
          <ac:chgData name="Mohammad Salman" userId="cfd6754c-e613-4f6f-bb98-36aef69d8c31" providerId="ADAL" clId="{D186BFC0-1455-4547-84A8-F0BFD109146E}" dt="2023-09-21T08:22:38.874" v="12392" actId="20577"/>
          <ac:spMkLst>
            <pc:docMk/>
            <pc:sldMk cId="108293083" sldId="297"/>
            <ac:spMk id="3" creationId="{44EDF3AD-4A51-4290-500A-BAF612B05A0B}"/>
          </ac:spMkLst>
        </pc:spChg>
      </pc:sldChg>
      <pc:sldChg chg="addSp delSp modSp add del mod">
        <pc:chgData name="Mohammad Salman" userId="cfd6754c-e613-4f6f-bb98-36aef69d8c31" providerId="ADAL" clId="{D186BFC0-1455-4547-84A8-F0BFD109146E}" dt="2023-09-21T11:13:01.148" v="12727" actId="47"/>
        <pc:sldMkLst>
          <pc:docMk/>
          <pc:sldMk cId="2119366396" sldId="298"/>
        </pc:sldMkLst>
        <pc:spChg chg="add mod">
          <ac:chgData name="Mohammad Salman" userId="cfd6754c-e613-4f6f-bb98-36aef69d8c31" providerId="ADAL" clId="{D186BFC0-1455-4547-84A8-F0BFD109146E}" dt="2023-09-21T07:39:32.966" v="10976" actId="1076"/>
          <ac:spMkLst>
            <pc:docMk/>
            <pc:sldMk cId="2119366396" sldId="298"/>
            <ac:spMk id="3" creationId="{C83AC5AE-04BA-5014-916E-B0C6B4E26868}"/>
          </ac:spMkLst>
        </pc:spChg>
        <pc:spChg chg="mod">
          <ac:chgData name="Mohammad Salman" userId="cfd6754c-e613-4f6f-bb98-36aef69d8c31" providerId="ADAL" clId="{D186BFC0-1455-4547-84A8-F0BFD109146E}" dt="2023-09-21T08:24:28.913" v="12434" actId="207"/>
          <ac:spMkLst>
            <pc:docMk/>
            <pc:sldMk cId="2119366396" sldId="298"/>
            <ac:spMk id="4" creationId="{6D1EFA88-B247-8C42-985D-217B8D73EEB4}"/>
          </ac:spMkLst>
        </pc:spChg>
        <pc:picChg chg="add del mod">
          <ac:chgData name="Mohammad Salman" userId="cfd6754c-e613-4f6f-bb98-36aef69d8c31" providerId="ADAL" clId="{D186BFC0-1455-4547-84A8-F0BFD109146E}" dt="2023-09-21T11:06:20.981" v="12503" actId="478"/>
          <ac:picMkLst>
            <pc:docMk/>
            <pc:sldMk cId="2119366396" sldId="298"/>
            <ac:picMk id="2" creationId="{30F2E1D6-E59A-322B-BF4D-BAADB7087B40}"/>
          </ac:picMkLst>
        </pc:picChg>
        <pc:picChg chg="del mod">
          <ac:chgData name="Mohammad Salman" userId="cfd6754c-e613-4f6f-bb98-36aef69d8c31" providerId="ADAL" clId="{D186BFC0-1455-4547-84A8-F0BFD109146E}" dt="2023-09-21T07:38:37.498" v="10964" actId="478"/>
          <ac:picMkLst>
            <pc:docMk/>
            <pc:sldMk cId="2119366396" sldId="298"/>
            <ac:picMk id="6" creationId="{4D199F4C-806F-9170-F66E-AD026024391F}"/>
          </ac:picMkLst>
        </pc:picChg>
        <pc:picChg chg="add mod">
          <ac:chgData name="Mohammad Salman" userId="cfd6754c-e613-4f6f-bb98-36aef69d8c31" providerId="ADAL" clId="{D186BFC0-1455-4547-84A8-F0BFD109146E}" dt="2023-09-21T11:06:25.862" v="12506" actId="1076"/>
          <ac:picMkLst>
            <pc:docMk/>
            <pc:sldMk cId="2119366396" sldId="298"/>
            <ac:picMk id="7" creationId="{69575791-2CA9-EFBB-B8D6-EE4EAE07AB77}"/>
          </ac:picMkLst>
        </pc:picChg>
      </pc:sldChg>
      <pc:sldChg chg="addSp delSp modSp add mod modAnim modNotesTx">
        <pc:chgData name="Mohammad Salman" userId="cfd6754c-e613-4f6f-bb98-36aef69d8c31" providerId="ADAL" clId="{D186BFC0-1455-4547-84A8-F0BFD109146E}" dt="2023-09-21T12:51:18.931" v="14837" actId="20577"/>
        <pc:sldMkLst>
          <pc:docMk/>
          <pc:sldMk cId="1995116470" sldId="299"/>
        </pc:sldMkLst>
        <pc:spChg chg="del">
          <ac:chgData name="Mohammad Salman" userId="cfd6754c-e613-4f6f-bb98-36aef69d8c31" providerId="ADAL" clId="{D186BFC0-1455-4547-84A8-F0BFD109146E}" dt="2023-09-21T11:17:25.994" v="12745" actId="478"/>
          <ac:spMkLst>
            <pc:docMk/>
            <pc:sldMk cId="1995116470" sldId="299"/>
            <ac:spMk id="3" creationId="{C83AC5AE-04BA-5014-916E-B0C6B4E26868}"/>
          </ac:spMkLst>
        </pc:spChg>
        <pc:spChg chg="del mod">
          <ac:chgData name="Mohammad Salman" userId="cfd6754c-e613-4f6f-bb98-36aef69d8c31" providerId="ADAL" clId="{D186BFC0-1455-4547-84A8-F0BFD109146E}" dt="2023-09-21T11:17:32.972" v="12748" actId="478"/>
          <ac:spMkLst>
            <pc:docMk/>
            <pc:sldMk cId="1995116470" sldId="299"/>
            <ac:spMk id="4" creationId="{6D1EFA88-B247-8C42-985D-217B8D73EEB4}"/>
          </ac:spMkLst>
        </pc:spChg>
        <pc:spChg chg="add mod">
          <ac:chgData name="Mohammad Salman" userId="cfd6754c-e613-4f6f-bb98-36aef69d8c31" providerId="ADAL" clId="{D186BFC0-1455-4547-84A8-F0BFD109146E}" dt="2023-09-21T11:17:26.516" v="12746"/>
          <ac:spMkLst>
            <pc:docMk/>
            <pc:sldMk cId="1995116470" sldId="299"/>
            <ac:spMk id="12" creationId="{D1A74478-7C79-0B91-D17D-4999529C4D3D}"/>
          </ac:spMkLst>
        </pc:spChg>
        <pc:picChg chg="del">
          <ac:chgData name="Mohammad Salman" userId="cfd6754c-e613-4f6f-bb98-36aef69d8c31" providerId="ADAL" clId="{D186BFC0-1455-4547-84A8-F0BFD109146E}" dt="2023-09-21T07:43:27.842" v="10978" actId="478"/>
          <ac:picMkLst>
            <pc:docMk/>
            <pc:sldMk cId="1995116470" sldId="299"/>
            <ac:picMk id="2" creationId="{30F2E1D6-E59A-322B-BF4D-BAADB7087B40}"/>
          </ac:picMkLst>
        </pc:picChg>
        <pc:picChg chg="add del mod">
          <ac:chgData name="Mohammad Salman" userId="cfd6754c-e613-4f6f-bb98-36aef69d8c31" providerId="ADAL" clId="{D186BFC0-1455-4547-84A8-F0BFD109146E}" dt="2023-09-21T11:13:39.383" v="12729" actId="478"/>
          <ac:picMkLst>
            <pc:docMk/>
            <pc:sldMk cId="1995116470" sldId="299"/>
            <ac:picMk id="6" creationId="{4086D7CC-2A54-6001-2A38-832928DF97BC}"/>
          </ac:picMkLst>
        </pc:picChg>
        <pc:picChg chg="add del mod">
          <ac:chgData name="Mohammad Salman" userId="cfd6754c-e613-4f6f-bb98-36aef69d8c31" providerId="ADAL" clId="{D186BFC0-1455-4547-84A8-F0BFD109146E}" dt="2023-09-21T11:14:30.438" v="12741" actId="478"/>
          <ac:picMkLst>
            <pc:docMk/>
            <pc:sldMk cId="1995116470" sldId="299"/>
            <ac:picMk id="8" creationId="{0760C9EF-6176-7F46-FD4D-C7C6C672EB8F}"/>
          </ac:picMkLst>
        </pc:picChg>
        <pc:picChg chg="add mod">
          <ac:chgData name="Mohammad Salman" userId="cfd6754c-e613-4f6f-bb98-36aef69d8c31" providerId="ADAL" clId="{D186BFC0-1455-4547-84A8-F0BFD109146E}" dt="2023-09-21T11:13:51.179" v="12737" actId="1076"/>
          <ac:picMkLst>
            <pc:docMk/>
            <pc:sldMk cId="1995116470" sldId="299"/>
            <ac:picMk id="9" creationId="{D8D2BB0B-CFEE-10EB-9E1C-E14368B241B8}"/>
          </ac:picMkLst>
        </pc:picChg>
        <pc:picChg chg="add mod">
          <ac:chgData name="Mohammad Salman" userId="cfd6754c-e613-4f6f-bb98-36aef69d8c31" providerId="ADAL" clId="{D186BFC0-1455-4547-84A8-F0BFD109146E}" dt="2023-09-21T11:17:30.878" v="12747" actId="14100"/>
          <ac:picMkLst>
            <pc:docMk/>
            <pc:sldMk cId="1995116470" sldId="299"/>
            <ac:picMk id="11" creationId="{CDCDE006-051F-FF59-7641-5E4C7C44F413}"/>
          </ac:picMkLst>
        </pc:picChg>
        <pc:picChg chg="add mod">
          <ac:chgData name="Mohammad Salman" userId="cfd6754c-e613-4f6f-bb98-36aef69d8c31" providerId="ADAL" clId="{D186BFC0-1455-4547-84A8-F0BFD109146E}" dt="2023-09-21T11:18:19.279" v="12751" actId="1076"/>
          <ac:picMkLst>
            <pc:docMk/>
            <pc:sldMk cId="1995116470" sldId="299"/>
            <ac:picMk id="14" creationId="{603DBE6E-3A86-EDB8-0F34-52376C403D7E}"/>
          </ac:picMkLst>
        </pc:picChg>
      </pc:sldChg>
      <pc:sldChg chg="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706067249" sldId="300"/>
        </pc:sldMkLst>
        <pc:spChg chg="mod">
          <ac:chgData name="Mohammad Salman" userId="cfd6754c-e613-4f6f-bb98-36aef69d8c31" providerId="ADAL" clId="{D186BFC0-1455-4547-84A8-F0BFD109146E}" dt="2023-09-21T08:14:20.025" v="11773" actId="20577"/>
          <ac:spMkLst>
            <pc:docMk/>
            <pc:sldMk cId="1706067249" sldId="300"/>
            <ac:spMk id="3" creationId="{CFF5CC0A-74C7-498E-6491-602809A5022C}"/>
          </ac:spMkLst>
        </pc:spChg>
      </pc:sldChg>
      <pc:sldChg chg="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3703329307" sldId="301"/>
        </pc:sldMkLst>
        <pc:spChg chg="mod">
          <ac:chgData name="Mohammad Salman" userId="cfd6754c-e613-4f6f-bb98-36aef69d8c31" providerId="ADAL" clId="{D186BFC0-1455-4547-84A8-F0BFD109146E}" dt="2023-09-21T08:20:20.136" v="12205" actId="20577"/>
          <ac:spMkLst>
            <pc:docMk/>
            <pc:sldMk cId="3703329307" sldId="301"/>
            <ac:spMk id="3" creationId="{607F8F9C-DC4E-EA1B-5B0C-64816BDA7779}"/>
          </ac:spMkLst>
        </pc:spChg>
      </pc:sldChg>
      <pc:sldChg chg="modSp new mod">
        <pc:chgData name="Mohammad Salman" userId="cfd6754c-e613-4f6f-bb98-36aef69d8c31" providerId="ADAL" clId="{D186BFC0-1455-4547-84A8-F0BFD109146E}" dt="2023-09-21T11:23:56.187" v="13141" actId="20577"/>
        <pc:sldMkLst>
          <pc:docMk/>
          <pc:sldMk cId="1424848147" sldId="302"/>
        </pc:sldMkLst>
        <pc:spChg chg="mod">
          <ac:chgData name="Mohammad Salman" userId="cfd6754c-e613-4f6f-bb98-36aef69d8c31" providerId="ADAL" clId="{D186BFC0-1455-4547-84A8-F0BFD109146E}" dt="2023-09-21T11:20:31.095" v="12787" actId="20577"/>
          <ac:spMkLst>
            <pc:docMk/>
            <pc:sldMk cId="1424848147" sldId="302"/>
            <ac:spMk id="2" creationId="{22D30C8C-E80C-2CC9-3DCE-87E8FA1E75B7}"/>
          </ac:spMkLst>
        </pc:spChg>
        <pc:spChg chg="mod">
          <ac:chgData name="Mohammad Salman" userId="cfd6754c-e613-4f6f-bb98-36aef69d8c31" providerId="ADAL" clId="{D186BFC0-1455-4547-84A8-F0BFD109146E}" dt="2023-09-21T11:23:56.187" v="13141" actId="20577"/>
          <ac:spMkLst>
            <pc:docMk/>
            <pc:sldMk cId="1424848147" sldId="302"/>
            <ac:spMk id="3" creationId="{046A811F-17BB-CD31-7B56-D91C8C6DE36E}"/>
          </ac:spMkLst>
        </pc:spChg>
      </pc:sldChg>
      <pc:sldChg chg="add del">
        <pc:chgData name="Mohammad Salman" userId="cfd6754c-e613-4f6f-bb98-36aef69d8c31" providerId="ADAL" clId="{D186BFC0-1455-4547-84A8-F0BFD109146E}" dt="2023-09-21T11:25:37.622" v="13143" actId="2890"/>
        <pc:sldMkLst>
          <pc:docMk/>
          <pc:sldMk cId="1136572585" sldId="303"/>
        </pc:sldMkLst>
      </pc:sldChg>
      <pc:sldChg chg="modSp add mod">
        <pc:chgData name="Mohammad Salman" userId="cfd6754c-e613-4f6f-bb98-36aef69d8c31" providerId="ADAL" clId="{D186BFC0-1455-4547-84A8-F0BFD109146E}" dt="2023-09-21T11:28:22.372" v="13513" actId="20577"/>
        <pc:sldMkLst>
          <pc:docMk/>
          <pc:sldMk cId="2412536107" sldId="303"/>
        </pc:sldMkLst>
        <pc:spChg chg="mod">
          <ac:chgData name="Mohammad Salman" userId="cfd6754c-e613-4f6f-bb98-36aef69d8c31" providerId="ADAL" clId="{D186BFC0-1455-4547-84A8-F0BFD109146E}" dt="2023-09-21T11:28:22.372" v="13513" actId="20577"/>
          <ac:spMkLst>
            <pc:docMk/>
            <pc:sldMk cId="2412536107" sldId="303"/>
            <ac:spMk id="3" creationId="{046A811F-17BB-CD31-7B56-D91C8C6DE36E}"/>
          </ac:spMkLst>
        </pc:spChg>
      </pc:sldChg>
      <pc:sldChg chg="modSp add mod modAnim">
        <pc:chgData name="Mohammad Salman" userId="cfd6754c-e613-4f6f-bb98-36aef69d8c31" providerId="ADAL" clId="{D186BFC0-1455-4547-84A8-F0BFD109146E}" dt="2023-09-21T12:47:50.887" v="14735" actId="5793"/>
        <pc:sldMkLst>
          <pc:docMk/>
          <pc:sldMk cId="1911334156" sldId="304"/>
        </pc:sldMkLst>
        <pc:spChg chg="mod">
          <ac:chgData name="Mohammad Salman" userId="cfd6754c-e613-4f6f-bb98-36aef69d8c31" providerId="ADAL" clId="{D186BFC0-1455-4547-84A8-F0BFD109146E}" dt="2023-09-21T11:28:48.802" v="13538" actId="20577"/>
          <ac:spMkLst>
            <pc:docMk/>
            <pc:sldMk cId="1911334156" sldId="304"/>
            <ac:spMk id="2" creationId="{22D30C8C-E80C-2CC9-3DCE-87E8FA1E75B7}"/>
          </ac:spMkLst>
        </pc:spChg>
        <pc:spChg chg="mod">
          <ac:chgData name="Mohammad Salman" userId="cfd6754c-e613-4f6f-bb98-36aef69d8c31" providerId="ADAL" clId="{D186BFC0-1455-4547-84A8-F0BFD109146E}" dt="2023-09-21T12:47:50.887" v="14735" actId="5793"/>
          <ac:spMkLst>
            <pc:docMk/>
            <pc:sldMk cId="1911334156" sldId="304"/>
            <ac:spMk id="3" creationId="{046A811F-17BB-CD31-7B56-D91C8C6DE36E}"/>
          </ac:spMkLst>
        </pc:spChg>
      </pc:sldChg>
      <pc:sldChg chg="addSp modSp add mod modAnim">
        <pc:chgData name="Mohammad Salman" userId="cfd6754c-e613-4f6f-bb98-36aef69d8c31" providerId="ADAL" clId="{D186BFC0-1455-4547-84A8-F0BFD109146E}" dt="2023-09-21T13:05:05.101" v="14958" actId="1036"/>
        <pc:sldMkLst>
          <pc:docMk/>
          <pc:sldMk cId="948357687" sldId="305"/>
        </pc:sldMkLst>
        <pc:spChg chg="mod">
          <ac:chgData name="Mohammad Salman" userId="cfd6754c-e613-4f6f-bb98-36aef69d8c31" providerId="ADAL" clId="{D186BFC0-1455-4547-84A8-F0BFD109146E}" dt="2023-09-21T11:47:59.949" v="14672" actId="113"/>
          <ac:spMkLst>
            <pc:docMk/>
            <pc:sldMk cId="948357687" sldId="305"/>
            <ac:spMk id="3" creationId="{046A811F-17BB-CD31-7B56-D91C8C6DE36E}"/>
          </ac:spMkLst>
        </pc:spChg>
        <pc:spChg chg="add mod">
          <ac:chgData name="Mohammad Salman" userId="cfd6754c-e613-4f6f-bb98-36aef69d8c31" providerId="ADAL" clId="{D186BFC0-1455-4547-84A8-F0BFD109146E}" dt="2023-09-21T13:05:05.101" v="14958" actId="1036"/>
          <ac:spMkLst>
            <pc:docMk/>
            <pc:sldMk cId="948357687" sldId="305"/>
            <ac:spMk id="4" creationId="{4BBCC7AF-E8E2-3E26-8F0B-C5C31EE5EB9F}"/>
          </ac:spMkLst>
        </pc:spChg>
        <pc:spChg chg="add mod">
          <ac:chgData name="Mohammad Salman" userId="cfd6754c-e613-4f6f-bb98-36aef69d8c31" providerId="ADAL" clId="{D186BFC0-1455-4547-84A8-F0BFD109146E}" dt="2023-09-21T13:05:00.470" v="14954" actId="1036"/>
          <ac:spMkLst>
            <pc:docMk/>
            <pc:sldMk cId="948357687" sldId="305"/>
            <ac:spMk id="5" creationId="{E40449BB-E490-2B11-33F0-5D9B0268CBA0}"/>
          </ac:spMkLst>
        </pc:spChg>
      </pc:sldChg>
      <pc:sldChg chg="modSp new mod">
        <pc:chgData name="Mohammad Salman" userId="cfd6754c-e613-4f6f-bb98-36aef69d8c31" providerId="ADAL" clId="{D186BFC0-1455-4547-84A8-F0BFD109146E}" dt="2023-09-23T09:43:44.074" v="19390" actId="20577"/>
        <pc:sldMkLst>
          <pc:docMk/>
          <pc:sldMk cId="3056350316" sldId="306"/>
        </pc:sldMkLst>
        <pc:spChg chg="mod">
          <ac:chgData name="Mohammad Salman" userId="cfd6754c-e613-4f6f-bb98-36aef69d8c31" providerId="ADAL" clId="{D186BFC0-1455-4547-84A8-F0BFD109146E}" dt="2023-09-21T11:47:19.632" v="14622" actId="20577"/>
          <ac:spMkLst>
            <pc:docMk/>
            <pc:sldMk cId="3056350316" sldId="306"/>
            <ac:spMk id="2" creationId="{C37532C0-9AE2-343D-1B98-28F81CF2822A}"/>
          </ac:spMkLst>
        </pc:spChg>
        <pc:spChg chg="mod">
          <ac:chgData name="Mohammad Salman" userId="cfd6754c-e613-4f6f-bb98-36aef69d8c31" providerId="ADAL" clId="{D186BFC0-1455-4547-84A8-F0BFD109146E}" dt="2023-09-23T09:43:44.074" v="19390" actId="20577"/>
          <ac:spMkLst>
            <pc:docMk/>
            <pc:sldMk cId="3056350316" sldId="306"/>
            <ac:spMk id="3" creationId="{42935585-D32D-600A-3598-ABAF22E1A767}"/>
          </ac:spMkLst>
        </pc:spChg>
      </pc:sldChg>
      <pc:sldChg chg="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970079010" sldId="307"/>
        </pc:sldMkLst>
        <pc:spChg chg="mod">
          <ac:chgData name="Mohammad Salman" userId="cfd6754c-e613-4f6f-bb98-36aef69d8c31" providerId="ADAL" clId="{D186BFC0-1455-4547-84A8-F0BFD109146E}" dt="2023-09-23T09:41:21.852" v="19323"/>
          <ac:spMkLst>
            <pc:docMk/>
            <pc:sldMk cId="1970079010" sldId="307"/>
            <ac:spMk id="2" creationId="{B89A1A26-6C99-E196-CBB2-6108EE16DB4C}"/>
          </ac:spMkLst>
        </pc:spChg>
        <pc:spChg chg="mod">
          <ac:chgData name="Mohammad Salman" userId="cfd6754c-e613-4f6f-bb98-36aef69d8c31" providerId="ADAL" clId="{D186BFC0-1455-4547-84A8-F0BFD109146E}" dt="2023-09-23T09:41:19.042" v="19322" actId="6549"/>
          <ac:spMkLst>
            <pc:docMk/>
            <pc:sldMk cId="1970079010" sldId="307"/>
            <ac:spMk id="3" creationId="{C2358794-BCBA-55C5-62AE-6FB13BD8846D}"/>
          </ac:spMkLst>
        </pc:spChg>
      </pc:sldChg>
      <pc:sldChg chg="addSp delSp modSp new mod setBg modClrScheme chgLayout">
        <pc:chgData name="Mohammad Salman" userId="cfd6754c-e613-4f6f-bb98-36aef69d8c31" providerId="ADAL" clId="{D186BFC0-1455-4547-84A8-F0BFD109146E}" dt="2023-09-21T13:02:18.611" v="14910"/>
        <pc:sldMkLst>
          <pc:docMk/>
          <pc:sldMk cId="2449047352" sldId="308"/>
        </pc:sldMkLst>
        <pc:spChg chg="del mod ord">
          <ac:chgData name="Mohammad Salman" userId="cfd6754c-e613-4f6f-bb98-36aef69d8c31" providerId="ADAL" clId="{D186BFC0-1455-4547-84A8-F0BFD109146E}" dt="2023-09-21T13:01:42.147" v="14839" actId="700"/>
          <ac:spMkLst>
            <pc:docMk/>
            <pc:sldMk cId="2449047352" sldId="308"/>
            <ac:spMk id="2" creationId="{4AC4300A-58FE-3013-98C5-223171A41B9B}"/>
          </ac:spMkLst>
        </pc:spChg>
        <pc:spChg chg="del mod ord">
          <ac:chgData name="Mohammad Salman" userId="cfd6754c-e613-4f6f-bb98-36aef69d8c31" providerId="ADAL" clId="{D186BFC0-1455-4547-84A8-F0BFD109146E}" dt="2023-09-21T13:01:42.147" v="14839" actId="700"/>
          <ac:spMkLst>
            <pc:docMk/>
            <pc:sldMk cId="2449047352" sldId="308"/>
            <ac:spMk id="3" creationId="{51BC6037-28A4-D5EE-FD54-EAD502901837}"/>
          </ac:spMkLst>
        </pc:spChg>
        <pc:spChg chg="add mod ord">
          <ac:chgData name="Mohammad Salman" userId="cfd6754c-e613-4f6f-bb98-36aef69d8c31" providerId="ADAL" clId="{D186BFC0-1455-4547-84A8-F0BFD109146E}" dt="2023-09-21T13:02:01.180" v="14899" actId="20577"/>
          <ac:spMkLst>
            <pc:docMk/>
            <pc:sldMk cId="2449047352" sldId="308"/>
            <ac:spMk id="4" creationId="{2B45E603-D10E-4699-997B-F7ED132D636A}"/>
          </ac:spMkLst>
        </pc:spChg>
        <pc:spChg chg="add mod ord">
          <ac:chgData name="Mohammad Salman" userId="cfd6754c-e613-4f6f-bb98-36aef69d8c31" providerId="ADAL" clId="{D186BFC0-1455-4547-84A8-F0BFD109146E}" dt="2023-09-21T13:02:14.212" v="14909" actId="5793"/>
          <ac:spMkLst>
            <pc:docMk/>
            <pc:sldMk cId="2449047352" sldId="308"/>
            <ac:spMk id="5" creationId="{8758FC81-4B9E-AD67-B009-085DAC2E1A66}"/>
          </ac:spMkLst>
        </pc:spChg>
      </pc:sldChg>
      <pc:sldChg chg="addSp delSp modSp new del mod setBg modClrScheme chgLayout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200797114" sldId="309"/>
        </pc:sldMkLst>
        <pc:spChg chg="del mod ord">
          <ac:chgData name="Mohammad Salman" userId="cfd6754c-e613-4f6f-bb98-36aef69d8c31" providerId="ADAL" clId="{D186BFC0-1455-4547-84A8-F0BFD109146E}" dt="2023-09-21T13:05:46.458" v="14961" actId="700"/>
          <ac:spMkLst>
            <pc:docMk/>
            <pc:sldMk cId="1200797114" sldId="309"/>
            <ac:spMk id="2" creationId="{C2D302D4-EC93-7164-2B62-8291542F32A2}"/>
          </ac:spMkLst>
        </pc:spChg>
        <pc:spChg chg="del mod ord">
          <ac:chgData name="Mohammad Salman" userId="cfd6754c-e613-4f6f-bb98-36aef69d8c31" providerId="ADAL" clId="{D186BFC0-1455-4547-84A8-F0BFD109146E}" dt="2023-09-21T13:05:46.458" v="14961" actId="700"/>
          <ac:spMkLst>
            <pc:docMk/>
            <pc:sldMk cId="1200797114" sldId="309"/>
            <ac:spMk id="3" creationId="{6D5AA15A-6A20-482A-9C93-B4B3351742F4}"/>
          </ac:spMkLst>
        </pc:spChg>
        <pc:spChg chg="add mod ord">
          <ac:chgData name="Mohammad Salman" userId="cfd6754c-e613-4f6f-bb98-36aef69d8c31" providerId="ADAL" clId="{D186BFC0-1455-4547-84A8-F0BFD109146E}" dt="2023-09-21T13:05:53.126" v="14978" actId="20577"/>
          <ac:spMkLst>
            <pc:docMk/>
            <pc:sldMk cId="1200797114" sldId="309"/>
            <ac:spMk id="4" creationId="{F3EDA922-8083-619D-5763-F7134563A474}"/>
          </ac:spMkLst>
        </pc:spChg>
        <pc:spChg chg="add mod ord">
          <ac:chgData name="Mohammad Salman" userId="cfd6754c-e613-4f6f-bb98-36aef69d8c31" providerId="ADAL" clId="{D186BFC0-1455-4547-84A8-F0BFD109146E}" dt="2023-09-21T13:06:09.259" v="15025" actId="20577"/>
          <ac:spMkLst>
            <pc:docMk/>
            <pc:sldMk cId="1200797114" sldId="309"/>
            <ac:spMk id="5" creationId="{C04AC6CC-ED14-9454-836A-43D607B0C72A}"/>
          </ac:spMkLst>
        </pc:spChg>
      </pc:sldChg>
      <pc:sldChg chg="modSp new del mod modNotesTx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049378338" sldId="310"/>
        </pc:sldMkLst>
        <pc:spChg chg="mod">
          <ac:chgData name="Mohammad Salman" userId="cfd6754c-e613-4f6f-bb98-36aef69d8c31" providerId="ADAL" clId="{D186BFC0-1455-4547-84A8-F0BFD109146E}" dt="2023-09-21T14:09:18.644" v="16519" actId="20577"/>
          <ac:spMkLst>
            <pc:docMk/>
            <pc:sldMk cId="1049378338" sldId="310"/>
            <ac:spMk id="2" creationId="{CFB3A570-961D-0A72-1667-D82999A07119}"/>
          </ac:spMkLst>
        </pc:spChg>
        <pc:spChg chg="mod">
          <ac:chgData name="Mohammad Salman" userId="cfd6754c-e613-4f6f-bb98-36aef69d8c31" providerId="ADAL" clId="{D186BFC0-1455-4547-84A8-F0BFD109146E}" dt="2023-09-21T14:13:54.344" v="16812" actId="20577"/>
          <ac:spMkLst>
            <pc:docMk/>
            <pc:sldMk cId="1049378338" sldId="310"/>
            <ac:spMk id="3" creationId="{82C7AF16-A4B2-51E1-19D1-8B46B2226561}"/>
          </ac:spMkLst>
        </pc:spChg>
      </pc:sldChg>
      <pc:sldChg chg="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4115593422" sldId="311"/>
        </pc:sldMkLst>
        <pc:spChg chg="mod">
          <ac:chgData name="Mohammad Salman" userId="cfd6754c-e613-4f6f-bb98-36aef69d8c31" providerId="ADAL" clId="{D186BFC0-1455-4547-84A8-F0BFD109146E}" dt="2023-09-21T13:07:11.046" v="15044" actId="20577"/>
          <ac:spMkLst>
            <pc:docMk/>
            <pc:sldMk cId="4115593422" sldId="311"/>
            <ac:spMk id="2" creationId="{F5EBFD2A-8224-AB1B-6E6D-8C228D4459BC}"/>
          </ac:spMkLst>
        </pc:spChg>
        <pc:spChg chg="mod">
          <ac:chgData name="Mohammad Salman" userId="cfd6754c-e613-4f6f-bb98-36aef69d8c31" providerId="ADAL" clId="{D186BFC0-1455-4547-84A8-F0BFD109146E}" dt="2023-09-21T13:09:11.246" v="15189" actId="6549"/>
          <ac:spMkLst>
            <pc:docMk/>
            <pc:sldMk cId="4115593422" sldId="311"/>
            <ac:spMk id="3" creationId="{F075922C-A420-9EDD-A14E-7BB647DD35A2}"/>
          </ac:spMkLst>
        </pc:spChg>
      </pc:sldChg>
      <pc:sldChg chg="addSp delSp modSp new del mod setBg modNotesTx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942571559" sldId="312"/>
        </pc:sldMkLst>
        <pc:spChg chg="mod">
          <ac:chgData name="Mohammad Salman" userId="cfd6754c-e613-4f6f-bb98-36aef69d8c31" providerId="ADAL" clId="{D186BFC0-1455-4547-84A8-F0BFD109146E}" dt="2023-09-21T13:13:32.943" v="15204" actId="20577"/>
          <ac:spMkLst>
            <pc:docMk/>
            <pc:sldMk cId="1942571559" sldId="312"/>
            <ac:spMk id="2" creationId="{AA6487A8-9B90-15CA-D5F2-AA042835D898}"/>
          </ac:spMkLst>
        </pc:spChg>
        <pc:spChg chg="mod">
          <ac:chgData name="Mohammad Salman" userId="cfd6754c-e613-4f6f-bb98-36aef69d8c31" providerId="ADAL" clId="{D186BFC0-1455-4547-84A8-F0BFD109146E}" dt="2023-09-21T13:38:34.838" v="15637" actId="20577"/>
          <ac:spMkLst>
            <pc:docMk/>
            <pc:sldMk cId="1942571559" sldId="312"/>
            <ac:spMk id="3" creationId="{C56E699C-0ACE-C35B-412A-F165C5B9F1A2}"/>
          </ac:spMkLst>
        </pc:spChg>
        <pc:spChg chg="add del">
          <ac:chgData name="Mohammad Salman" userId="cfd6754c-e613-4f6f-bb98-36aef69d8c31" providerId="ADAL" clId="{D186BFC0-1455-4547-84A8-F0BFD109146E}" dt="2023-09-21T13:44:08.814" v="15644" actId="22"/>
          <ac:spMkLst>
            <pc:docMk/>
            <pc:sldMk cId="1942571559" sldId="312"/>
            <ac:spMk id="5" creationId="{C9E2ECFB-8424-B6DD-02F8-A8B5033D3DAC}"/>
          </ac:spMkLst>
        </pc:spChg>
        <pc:spChg chg="add del mod">
          <ac:chgData name="Mohammad Salman" userId="cfd6754c-e613-4f6f-bb98-36aef69d8c31" providerId="ADAL" clId="{D186BFC0-1455-4547-84A8-F0BFD109146E}" dt="2023-09-21T13:44:51.436" v="15795" actId="478"/>
          <ac:spMkLst>
            <pc:docMk/>
            <pc:sldMk cId="1942571559" sldId="312"/>
            <ac:spMk id="7" creationId="{AC92D59D-E4D9-6D4F-9D78-0A365CED9346}"/>
          </ac:spMkLst>
        </pc:spChg>
      </pc:sldChg>
      <pc:sldChg chg="addSp delSp modSp new del mod">
        <pc:chgData name="Mohammad Salman" userId="cfd6754c-e613-4f6f-bb98-36aef69d8c31" providerId="ADAL" clId="{D186BFC0-1455-4547-84A8-F0BFD109146E}" dt="2023-09-21T14:08:23.570" v="16457" actId="47"/>
        <pc:sldMkLst>
          <pc:docMk/>
          <pc:sldMk cId="3749060784" sldId="313"/>
        </pc:sldMkLst>
        <pc:spChg chg="del">
          <ac:chgData name="Mohammad Salman" userId="cfd6754c-e613-4f6f-bb98-36aef69d8c31" providerId="ADAL" clId="{D186BFC0-1455-4547-84A8-F0BFD109146E}" dt="2023-09-21T13:48:05.820" v="15800" actId="478"/>
          <ac:spMkLst>
            <pc:docMk/>
            <pc:sldMk cId="3749060784" sldId="313"/>
            <ac:spMk id="2" creationId="{72AE8B7A-F8ED-EFC4-0D18-D01EC52ECBF5}"/>
          </ac:spMkLst>
        </pc:spChg>
        <pc:spChg chg="del">
          <ac:chgData name="Mohammad Salman" userId="cfd6754c-e613-4f6f-bb98-36aef69d8c31" providerId="ADAL" clId="{D186BFC0-1455-4547-84A8-F0BFD109146E}" dt="2023-09-21T13:48:05.820" v="15800" actId="478"/>
          <ac:spMkLst>
            <pc:docMk/>
            <pc:sldMk cId="3749060784" sldId="313"/>
            <ac:spMk id="3" creationId="{B901A996-8080-FE72-2AB2-6D1B92D33273}"/>
          </ac:spMkLst>
        </pc:spChg>
        <pc:picChg chg="add mod">
          <ac:chgData name="Mohammad Salman" userId="cfd6754c-e613-4f6f-bb98-36aef69d8c31" providerId="ADAL" clId="{D186BFC0-1455-4547-84A8-F0BFD109146E}" dt="2023-09-21T13:48:06.264" v="15801"/>
          <ac:picMkLst>
            <pc:docMk/>
            <pc:sldMk cId="3749060784" sldId="313"/>
            <ac:picMk id="4" creationId="{17596CE6-C943-5F32-FAA6-4C00AF21C509}"/>
          </ac:picMkLst>
        </pc:picChg>
        <pc:picChg chg="add mod">
          <ac:chgData name="Mohammad Salman" userId="cfd6754c-e613-4f6f-bb98-36aef69d8c31" providerId="ADAL" clId="{D186BFC0-1455-4547-84A8-F0BFD109146E}" dt="2023-09-21T13:48:35.819" v="15805" actId="1076"/>
          <ac:picMkLst>
            <pc:docMk/>
            <pc:sldMk cId="3749060784" sldId="313"/>
            <ac:picMk id="5" creationId="{C24EB063-284B-CB3E-93D8-0161FD4F486C}"/>
          </ac:picMkLst>
        </pc:picChg>
        <pc:picChg chg="add mod">
          <ac:chgData name="Mohammad Salman" userId="cfd6754c-e613-4f6f-bb98-36aef69d8c31" providerId="ADAL" clId="{D186BFC0-1455-4547-84A8-F0BFD109146E}" dt="2023-09-21T13:48:27.758" v="15804"/>
          <ac:picMkLst>
            <pc:docMk/>
            <pc:sldMk cId="3749060784" sldId="313"/>
            <ac:picMk id="6" creationId="{28A2D71D-E4C1-7C29-3C98-A9F5FFECB81C}"/>
          </ac:picMkLst>
        </pc:picChg>
      </pc:sldChg>
      <pc:sldChg chg="addSp delSp modSp new del mod or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2682966602" sldId="314"/>
        </pc:sldMkLst>
        <pc:spChg chg="del">
          <ac:chgData name="Mohammad Salman" userId="cfd6754c-e613-4f6f-bb98-36aef69d8c31" providerId="ADAL" clId="{D186BFC0-1455-4547-84A8-F0BFD109146E}" dt="2023-09-21T13:49:10.041" v="15809" actId="478"/>
          <ac:spMkLst>
            <pc:docMk/>
            <pc:sldMk cId="2682966602" sldId="314"/>
            <ac:spMk id="2" creationId="{8A0F4ED7-54E3-8BCC-AB8C-91D3B0B42A76}"/>
          </ac:spMkLst>
        </pc:spChg>
        <pc:spChg chg="del">
          <ac:chgData name="Mohammad Salman" userId="cfd6754c-e613-4f6f-bb98-36aef69d8c31" providerId="ADAL" clId="{D186BFC0-1455-4547-84A8-F0BFD109146E}" dt="2023-09-21T13:49:10.041" v="15809" actId="478"/>
          <ac:spMkLst>
            <pc:docMk/>
            <pc:sldMk cId="2682966602" sldId="314"/>
            <ac:spMk id="3" creationId="{BBBF7938-342C-1B25-A637-EB095511B000}"/>
          </ac:spMkLst>
        </pc:spChg>
        <pc:spChg chg="add mod">
          <ac:chgData name="Mohammad Salman" userId="cfd6754c-e613-4f6f-bb98-36aef69d8c31" providerId="ADAL" clId="{D186BFC0-1455-4547-84A8-F0BFD109146E}" dt="2023-09-21T13:57:28.909" v="16138" actId="113"/>
          <ac:spMkLst>
            <pc:docMk/>
            <pc:sldMk cId="2682966602" sldId="314"/>
            <ac:spMk id="6" creationId="{519E6309-7507-E7E3-3107-BD11BD652549}"/>
          </ac:spMkLst>
        </pc:spChg>
        <pc:spChg chg="add mod">
          <ac:chgData name="Mohammad Salman" userId="cfd6754c-e613-4f6f-bb98-36aef69d8c31" providerId="ADAL" clId="{D186BFC0-1455-4547-84A8-F0BFD109146E}" dt="2023-09-21T14:05:17.786" v="16451" actId="6549"/>
          <ac:spMkLst>
            <pc:docMk/>
            <pc:sldMk cId="2682966602" sldId="314"/>
            <ac:spMk id="9" creationId="{631615F5-8745-8748-291E-A23DA95628A9}"/>
          </ac:spMkLst>
        </pc:spChg>
        <pc:picChg chg="add del mod">
          <ac:chgData name="Mohammad Salman" userId="cfd6754c-e613-4f6f-bb98-36aef69d8c31" providerId="ADAL" clId="{D186BFC0-1455-4547-84A8-F0BFD109146E}" dt="2023-09-21T13:50:51.974" v="15983" actId="478"/>
          <ac:picMkLst>
            <pc:docMk/>
            <pc:sldMk cId="2682966602" sldId="314"/>
            <ac:picMk id="4" creationId="{253ED747-0A02-E1E9-AF3D-8DA638B00C24}"/>
          </ac:picMkLst>
        </pc:picChg>
        <pc:picChg chg="add del mod">
          <ac:chgData name="Mohammad Salman" userId="cfd6754c-e613-4f6f-bb98-36aef69d8c31" providerId="ADAL" clId="{D186BFC0-1455-4547-84A8-F0BFD109146E}" dt="2023-09-21T13:50:51.974" v="15983" actId="478"/>
          <ac:picMkLst>
            <pc:docMk/>
            <pc:sldMk cId="2682966602" sldId="314"/>
            <ac:picMk id="5" creationId="{0C838473-4725-5B60-8237-2784FD727E2F}"/>
          </ac:picMkLst>
        </pc:picChg>
        <pc:picChg chg="add mod">
          <ac:chgData name="Mohammad Salman" userId="cfd6754c-e613-4f6f-bb98-36aef69d8c31" providerId="ADAL" clId="{D186BFC0-1455-4547-84A8-F0BFD109146E}" dt="2023-09-21T13:56:20.776" v="15986" actId="14100"/>
          <ac:picMkLst>
            <pc:docMk/>
            <pc:sldMk cId="2682966602" sldId="314"/>
            <ac:picMk id="8" creationId="{45ECA887-DFD4-04AD-B93C-4EEB979CAC03}"/>
          </ac:picMkLst>
        </pc:picChg>
      </pc:sldChg>
      <pc:sldChg chg="addSp delSp modSp add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671028542" sldId="315"/>
        </pc:sldMkLst>
        <pc:spChg chg="mod">
          <ac:chgData name="Mohammad Salman" userId="cfd6754c-e613-4f6f-bb98-36aef69d8c31" providerId="ADAL" clId="{D186BFC0-1455-4547-84A8-F0BFD109146E}" dt="2023-09-21T14:01:02.783" v="16188" actId="20577"/>
          <ac:spMkLst>
            <pc:docMk/>
            <pc:sldMk cId="1671028542" sldId="315"/>
            <ac:spMk id="6" creationId="{519E6309-7507-E7E3-3107-BD11BD652549}"/>
          </ac:spMkLst>
        </pc:spChg>
        <pc:picChg chg="add mod">
          <ac:chgData name="Mohammad Salman" userId="cfd6754c-e613-4f6f-bb98-36aef69d8c31" providerId="ADAL" clId="{D186BFC0-1455-4547-84A8-F0BFD109146E}" dt="2023-09-21T14:00:40.954" v="16144" actId="14100"/>
          <ac:picMkLst>
            <pc:docMk/>
            <pc:sldMk cId="1671028542" sldId="315"/>
            <ac:picMk id="3" creationId="{1919ABD9-1813-E4EF-C9BA-E4E6921BBB7F}"/>
          </ac:picMkLst>
        </pc:picChg>
        <pc:picChg chg="del">
          <ac:chgData name="Mohammad Salman" userId="cfd6754c-e613-4f6f-bb98-36aef69d8c31" providerId="ADAL" clId="{D186BFC0-1455-4547-84A8-F0BFD109146E}" dt="2023-09-21T13:57:38.322" v="16140" actId="478"/>
          <ac:picMkLst>
            <pc:docMk/>
            <pc:sldMk cId="1671028542" sldId="315"/>
            <ac:picMk id="8" creationId="{45ECA887-DFD4-04AD-B93C-4EEB979CAC03}"/>
          </ac:picMkLst>
        </pc:picChg>
      </pc:sldChg>
      <pc:sldChg chg="addSp delSp modSp add del mod or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090348784" sldId="316"/>
        </pc:sldMkLst>
        <pc:spChg chg="mod">
          <ac:chgData name="Mohammad Salman" userId="cfd6754c-e613-4f6f-bb98-36aef69d8c31" providerId="ADAL" clId="{D186BFC0-1455-4547-84A8-F0BFD109146E}" dt="2023-09-21T14:03:55.019" v="16268" actId="20577"/>
          <ac:spMkLst>
            <pc:docMk/>
            <pc:sldMk cId="1090348784" sldId="316"/>
            <ac:spMk id="6" creationId="{519E6309-7507-E7E3-3107-BD11BD652549}"/>
          </ac:spMkLst>
        </pc:spChg>
        <pc:picChg chg="del">
          <ac:chgData name="Mohammad Salman" userId="cfd6754c-e613-4f6f-bb98-36aef69d8c31" providerId="ADAL" clId="{D186BFC0-1455-4547-84A8-F0BFD109146E}" dt="2023-09-21T14:01:44.418" v="16190" actId="478"/>
          <ac:picMkLst>
            <pc:docMk/>
            <pc:sldMk cId="1090348784" sldId="316"/>
            <ac:picMk id="3" creationId="{1919ABD9-1813-E4EF-C9BA-E4E6921BBB7F}"/>
          </ac:picMkLst>
        </pc:picChg>
        <pc:picChg chg="add mod">
          <ac:chgData name="Mohammad Salman" userId="cfd6754c-e613-4f6f-bb98-36aef69d8c31" providerId="ADAL" clId="{D186BFC0-1455-4547-84A8-F0BFD109146E}" dt="2023-09-21T14:03:01.989" v="16193" actId="14100"/>
          <ac:picMkLst>
            <pc:docMk/>
            <pc:sldMk cId="1090348784" sldId="316"/>
            <ac:picMk id="4" creationId="{D718D021-513C-54B1-34D1-CFCDB791C350}"/>
          </ac:picMkLst>
        </pc:picChg>
      </pc:sldChg>
      <pc:sldChg chg="addSp delSp modSp new del mod modAnim">
        <pc:chgData name="Mohammad Salman" userId="cfd6754c-e613-4f6f-bb98-36aef69d8c31" providerId="ADAL" clId="{D186BFC0-1455-4547-84A8-F0BFD109146E}" dt="2023-09-23T09:45:37.234" v="19391" actId="2696"/>
        <pc:sldMkLst>
          <pc:docMk/>
          <pc:sldMk cId="2548417361" sldId="317"/>
        </pc:sldMkLst>
        <pc:spChg chg="del">
          <ac:chgData name="Mohammad Salman" userId="cfd6754c-e613-4f6f-bb98-36aef69d8c31" providerId="ADAL" clId="{D186BFC0-1455-4547-84A8-F0BFD109146E}" dt="2023-09-21T14:15:16.906" v="16867" actId="478"/>
          <ac:spMkLst>
            <pc:docMk/>
            <pc:sldMk cId="2548417361" sldId="317"/>
            <ac:spMk id="2" creationId="{4CD22E26-3690-8394-026A-79509D76BEE5}"/>
          </ac:spMkLst>
        </pc:spChg>
        <pc:spChg chg="del">
          <ac:chgData name="Mohammad Salman" userId="cfd6754c-e613-4f6f-bb98-36aef69d8c31" providerId="ADAL" clId="{D186BFC0-1455-4547-84A8-F0BFD109146E}" dt="2023-09-21T14:15:16.906" v="16867" actId="478"/>
          <ac:spMkLst>
            <pc:docMk/>
            <pc:sldMk cId="2548417361" sldId="317"/>
            <ac:spMk id="3" creationId="{15A65D1F-5AFE-6BA9-214E-4ECC07744392}"/>
          </ac:spMkLst>
        </pc:spChg>
        <pc:spChg chg="add mod">
          <ac:chgData name="Mohammad Salman" userId="cfd6754c-e613-4f6f-bb98-36aef69d8c31" providerId="ADAL" clId="{D186BFC0-1455-4547-84A8-F0BFD109146E}" dt="2023-09-21T14:19:00.383" v="17101" actId="113"/>
          <ac:spMkLst>
            <pc:docMk/>
            <pc:sldMk cId="2548417361" sldId="317"/>
            <ac:spMk id="6" creationId="{D658C39E-9AA8-59BD-9283-DB5E40FB35D4}"/>
          </ac:spMkLst>
        </pc:spChg>
        <pc:spChg chg="add del mod">
          <ac:chgData name="Mohammad Salman" userId="cfd6754c-e613-4f6f-bb98-36aef69d8c31" providerId="ADAL" clId="{D186BFC0-1455-4547-84A8-F0BFD109146E}" dt="2023-09-21T14:16:43.926" v="16925"/>
          <ac:spMkLst>
            <pc:docMk/>
            <pc:sldMk cId="2548417361" sldId="317"/>
            <ac:spMk id="9" creationId="{B1D23DD3-2CC4-2F62-1161-5147754FD013}"/>
          </ac:spMkLst>
        </pc:spChg>
        <pc:picChg chg="add mod">
          <ac:chgData name="Mohammad Salman" userId="cfd6754c-e613-4f6f-bb98-36aef69d8c31" providerId="ADAL" clId="{D186BFC0-1455-4547-84A8-F0BFD109146E}" dt="2023-09-21T14:16:05.883" v="16920" actId="1076"/>
          <ac:picMkLst>
            <pc:docMk/>
            <pc:sldMk cId="2548417361" sldId="317"/>
            <ac:picMk id="5" creationId="{4BE9FBCC-2500-C6B4-9BDE-CEA32A97E5CB}"/>
          </ac:picMkLst>
        </pc:picChg>
        <pc:picChg chg="add mod">
          <ac:chgData name="Mohammad Salman" userId="cfd6754c-e613-4f6f-bb98-36aef69d8c31" providerId="ADAL" clId="{D186BFC0-1455-4547-84A8-F0BFD109146E}" dt="2023-09-21T14:16:38.047" v="16923" actId="14100"/>
          <ac:picMkLst>
            <pc:docMk/>
            <pc:sldMk cId="2548417361" sldId="317"/>
            <ac:picMk id="8" creationId="{9D81E9D8-EE7B-C3C0-0115-5628433C6AC7}"/>
          </ac:picMkLst>
        </pc:picChg>
        <pc:picChg chg="add mod">
          <ac:chgData name="Mohammad Salman" userId="cfd6754c-e613-4f6f-bb98-36aef69d8c31" providerId="ADAL" clId="{D186BFC0-1455-4547-84A8-F0BFD109146E}" dt="2023-09-21T14:18:33.884" v="17097" actId="1076"/>
          <ac:picMkLst>
            <pc:docMk/>
            <pc:sldMk cId="2548417361" sldId="317"/>
            <ac:picMk id="11" creationId="{C9515A75-7302-AD9A-ECE1-3E87AD1797B5}"/>
          </ac:picMkLst>
        </pc:picChg>
      </pc:sldChg>
      <pc:sldChg chg="addSp delSp 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3841035529" sldId="318"/>
        </pc:sldMkLst>
        <pc:spChg chg="del">
          <ac:chgData name="Mohammad Salman" userId="cfd6754c-e613-4f6f-bb98-36aef69d8c31" providerId="ADAL" clId="{D186BFC0-1455-4547-84A8-F0BFD109146E}" dt="2023-09-21T14:19:33.702" v="17104" actId="478"/>
          <ac:spMkLst>
            <pc:docMk/>
            <pc:sldMk cId="3841035529" sldId="318"/>
            <ac:spMk id="2" creationId="{3D4E2065-0735-5D28-5DF9-249F8C4C046F}"/>
          </ac:spMkLst>
        </pc:spChg>
        <pc:spChg chg="del">
          <ac:chgData name="Mohammad Salman" userId="cfd6754c-e613-4f6f-bb98-36aef69d8c31" providerId="ADAL" clId="{D186BFC0-1455-4547-84A8-F0BFD109146E}" dt="2023-09-21T14:19:33.702" v="17104" actId="478"/>
          <ac:spMkLst>
            <pc:docMk/>
            <pc:sldMk cId="3841035529" sldId="318"/>
            <ac:spMk id="3" creationId="{89BF82DD-0C37-B1C6-F6A8-09FF7BBBA02B}"/>
          </ac:spMkLst>
        </pc:spChg>
        <pc:spChg chg="add mod">
          <ac:chgData name="Mohammad Salman" userId="cfd6754c-e613-4f6f-bb98-36aef69d8c31" providerId="ADAL" clId="{D186BFC0-1455-4547-84A8-F0BFD109146E}" dt="2023-09-21T14:20:21.659" v="17142" actId="14100"/>
          <ac:spMkLst>
            <pc:docMk/>
            <pc:sldMk cId="3841035529" sldId="318"/>
            <ac:spMk id="6" creationId="{8867E4EC-AED5-F291-9D25-BD6937E60A2F}"/>
          </ac:spMkLst>
        </pc:spChg>
        <pc:spChg chg="add mod">
          <ac:chgData name="Mohammad Salman" userId="cfd6754c-e613-4f6f-bb98-36aef69d8c31" providerId="ADAL" clId="{D186BFC0-1455-4547-84A8-F0BFD109146E}" dt="2023-09-21T14:21:30.562" v="17165" actId="1035"/>
          <ac:spMkLst>
            <pc:docMk/>
            <pc:sldMk cId="3841035529" sldId="318"/>
            <ac:spMk id="7" creationId="{FEA70A8F-5E63-9BE2-079C-F001C78749FD}"/>
          </ac:spMkLst>
        </pc:spChg>
        <pc:spChg chg="add mod">
          <ac:chgData name="Mohammad Salman" userId="cfd6754c-e613-4f6f-bb98-36aef69d8c31" providerId="ADAL" clId="{D186BFC0-1455-4547-84A8-F0BFD109146E}" dt="2023-09-21T14:21:27.946" v="17163" actId="1036"/>
          <ac:spMkLst>
            <pc:docMk/>
            <pc:sldMk cId="3841035529" sldId="318"/>
            <ac:spMk id="8" creationId="{CB7D0D9E-6202-D063-6646-4C2A024F797B}"/>
          </ac:spMkLst>
        </pc:spChg>
        <pc:spChg chg="add del mod">
          <ac:chgData name="Mohammad Salman" userId="cfd6754c-e613-4f6f-bb98-36aef69d8c31" providerId="ADAL" clId="{D186BFC0-1455-4547-84A8-F0BFD109146E}" dt="2023-09-21T14:33:38.003" v="17199"/>
          <ac:spMkLst>
            <pc:docMk/>
            <pc:sldMk cId="3841035529" sldId="318"/>
            <ac:spMk id="9" creationId="{A903CE44-9E02-AF7B-8160-4785A1F7C4A3}"/>
          </ac:spMkLst>
        </pc:spChg>
        <pc:picChg chg="add mod">
          <ac:chgData name="Mohammad Salman" userId="cfd6754c-e613-4f6f-bb98-36aef69d8c31" providerId="ADAL" clId="{D186BFC0-1455-4547-84A8-F0BFD109146E}" dt="2023-09-21T14:20:28.460" v="17145" actId="1076"/>
          <ac:picMkLst>
            <pc:docMk/>
            <pc:sldMk cId="3841035529" sldId="318"/>
            <ac:picMk id="5" creationId="{7931D78E-637D-58AE-63FB-0A7AA6DBE411}"/>
          </ac:picMkLst>
        </pc:picChg>
      </pc:sldChg>
      <pc:sldChg chg="addSp delSp 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937488764" sldId="319"/>
        </pc:sldMkLst>
        <pc:spChg chg="del mod">
          <ac:chgData name="Mohammad Salman" userId="cfd6754c-e613-4f6f-bb98-36aef69d8c31" providerId="ADAL" clId="{D186BFC0-1455-4547-84A8-F0BFD109146E}" dt="2023-09-21T14:33:32.204" v="17196" actId="478"/>
          <ac:spMkLst>
            <pc:docMk/>
            <pc:sldMk cId="1937488764" sldId="319"/>
            <ac:spMk id="2" creationId="{B472B6AA-5F44-F160-B64D-C1A6FA570855}"/>
          </ac:spMkLst>
        </pc:spChg>
        <pc:spChg chg="del">
          <ac:chgData name="Mohammad Salman" userId="cfd6754c-e613-4f6f-bb98-36aef69d8c31" providerId="ADAL" clId="{D186BFC0-1455-4547-84A8-F0BFD109146E}" dt="2023-09-21T14:33:32.204" v="17196" actId="478"/>
          <ac:spMkLst>
            <pc:docMk/>
            <pc:sldMk cId="1937488764" sldId="319"/>
            <ac:spMk id="3" creationId="{F96AACD1-72CF-15B5-79C1-B5389BD0488F}"/>
          </ac:spMkLst>
        </pc:spChg>
        <pc:spChg chg="add del mod">
          <ac:chgData name="Mohammad Salman" userId="cfd6754c-e613-4f6f-bb98-36aef69d8c31" providerId="ADAL" clId="{D186BFC0-1455-4547-84A8-F0BFD109146E}" dt="2023-09-21T14:33:32.998" v="17197" actId="478"/>
          <ac:spMkLst>
            <pc:docMk/>
            <pc:sldMk cId="1937488764" sldId="319"/>
            <ac:spMk id="5" creationId="{BE4227DB-1772-BEA7-BA74-1598A68F10ED}"/>
          </ac:spMkLst>
        </pc:spChg>
        <pc:spChg chg="add mod">
          <ac:chgData name="Mohammad Salman" userId="cfd6754c-e613-4f6f-bb98-36aef69d8c31" providerId="ADAL" clId="{D186BFC0-1455-4547-84A8-F0BFD109146E}" dt="2023-09-21T14:33:58.980" v="17294" actId="20577"/>
          <ac:spMkLst>
            <pc:docMk/>
            <pc:sldMk cId="1937488764" sldId="319"/>
            <ac:spMk id="6" creationId="{5F3AE16A-321D-F3BE-2948-E439B6FF8E30}"/>
          </ac:spMkLst>
        </pc:spChg>
        <pc:spChg chg="add">
          <ac:chgData name="Mohammad Salman" userId="cfd6754c-e613-4f6f-bb98-36aef69d8c31" providerId="ADAL" clId="{D186BFC0-1455-4547-84A8-F0BFD109146E}" dt="2023-09-21T14:36:46.154" v="17300" actId="11529"/>
          <ac:spMkLst>
            <pc:docMk/>
            <pc:sldMk cId="1937488764" sldId="319"/>
            <ac:spMk id="9" creationId="{1FD95B7F-54FA-BCFB-DF75-42FE306B66D4}"/>
          </ac:spMkLst>
        </pc:spChg>
        <pc:picChg chg="add mod">
          <ac:chgData name="Mohammad Salman" userId="cfd6754c-e613-4f6f-bb98-36aef69d8c31" providerId="ADAL" clId="{D186BFC0-1455-4547-84A8-F0BFD109146E}" dt="2023-09-21T14:36:14.274" v="17299" actId="1076"/>
          <ac:picMkLst>
            <pc:docMk/>
            <pc:sldMk cId="1937488764" sldId="319"/>
            <ac:picMk id="8" creationId="{70580E05-DE61-7EF1-FE7A-9C7F9B65F6A5}"/>
          </ac:picMkLst>
        </pc:picChg>
      </pc:sldChg>
      <pc:sldChg chg="modSp add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945870895" sldId="320"/>
        </pc:sldMkLst>
        <pc:spChg chg="mod">
          <ac:chgData name="Mohammad Salman" userId="cfd6754c-e613-4f6f-bb98-36aef69d8c31" providerId="ADAL" clId="{D186BFC0-1455-4547-84A8-F0BFD109146E}" dt="2023-09-21T14:38:58.483" v="17303" actId="14100"/>
          <ac:spMkLst>
            <pc:docMk/>
            <pc:sldMk cId="1945870895" sldId="320"/>
            <ac:spMk id="9" creationId="{1FD95B7F-54FA-BCFB-DF75-42FE306B66D4}"/>
          </ac:spMkLst>
        </pc:spChg>
      </pc:sldChg>
      <pc:sldChg chg="delSp modSp add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922465323" sldId="321"/>
        </pc:sldMkLst>
        <pc:spChg chg="del mod">
          <ac:chgData name="Mohammad Salman" userId="cfd6754c-e613-4f6f-bb98-36aef69d8c31" providerId="ADAL" clId="{D186BFC0-1455-4547-84A8-F0BFD109146E}" dt="2023-09-21T14:39:33.221" v="17305" actId="478"/>
          <ac:spMkLst>
            <pc:docMk/>
            <pc:sldMk cId="922465323" sldId="321"/>
            <ac:spMk id="9" creationId="{1FD95B7F-54FA-BCFB-DF75-42FE306B66D4}"/>
          </ac:spMkLst>
        </pc:spChg>
      </pc:sldChg>
      <pc:sldChg chg="addSp delSp modSp new del mod setBg modNotesTx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430756158" sldId="322"/>
        </pc:sldMkLst>
        <pc:spChg chg="del">
          <ac:chgData name="Mohammad Salman" userId="cfd6754c-e613-4f6f-bb98-36aef69d8c31" providerId="ADAL" clId="{D186BFC0-1455-4547-84A8-F0BFD109146E}" dt="2023-09-21T14:44:22.252" v="17307" actId="478"/>
          <ac:spMkLst>
            <pc:docMk/>
            <pc:sldMk cId="1430756158" sldId="322"/>
            <ac:spMk id="2" creationId="{E898659A-AEBB-4F02-A940-BBD229A06319}"/>
          </ac:spMkLst>
        </pc:spChg>
        <pc:spChg chg="del">
          <ac:chgData name="Mohammad Salman" userId="cfd6754c-e613-4f6f-bb98-36aef69d8c31" providerId="ADAL" clId="{D186BFC0-1455-4547-84A8-F0BFD109146E}" dt="2023-09-21T14:44:22.252" v="17307" actId="478"/>
          <ac:spMkLst>
            <pc:docMk/>
            <pc:sldMk cId="1430756158" sldId="322"/>
            <ac:spMk id="3" creationId="{CB6E4732-470F-AD9D-EAD0-D9C6F773B9B5}"/>
          </ac:spMkLst>
        </pc:spChg>
        <pc:picChg chg="add del mod">
          <ac:chgData name="Mohammad Salman" userId="cfd6754c-e613-4f6f-bb98-36aef69d8c31" providerId="ADAL" clId="{D186BFC0-1455-4547-84A8-F0BFD109146E}" dt="2023-09-21T14:47:04.296" v="17313" actId="478"/>
          <ac:picMkLst>
            <pc:docMk/>
            <pc:sldMk cId="1430756158" sldId="322"/>
            <ac:picMk id="5" creationId="{0A9D2625-50D6-E86A-241D-21240EA18CEB}"/>
          </ac:picMkLst>
        </pc:picChg>
        <pc:picChg chg="add mod">
          <ac:chgData name="Mohammad Salman" userId="cfd6754c-e613-4f6f-bb98-36aef69d8c31" providerId="ADAL" clId="{D186BFC0-1455-4547-84A8-F0BFD109146E}" dt="2023-09-21T14:47:10.152" v="17316" actId="1076"/>
          <ac:picMkLst>
            <pc:docMk/>
            <pc:sldMk cId="1430756158" sldId="322"/>
            <ac:picMk id="7" creationId="{06E9D70E-ABBB-5DE4-BFBC-7934F767A56B}"/>
          </ac:picMkLst>
        </pc:picChg>
      </pc:sldChg>
      <pc:sldChg chg="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2568747649" sldId="323"/>
        </pc:sldMkLst>
        <pc:spChg chg="mod">
          <ac:chgData name="Mohammad Salman" userId="cfd6754c-e613-4f6f-bb98-36aef69d8c31" providerId="ADAL" clId="{D186BFC0-1455-4547-84A8-F0BFD109146E}" dt="2023-09-21T14:54:01.485" v="17392" actId="20577"/>
          <ac:spMkLst>
            <pc:docMk/>
            <pc:sldMk cId="2568747649" sldId="323"/>
            <ac:spMk id="2" creationId="{56AEEDE7-7DBC-B4AB-FF4E-310F6E0E7ECA}"/>
          </ac:spMkLst>
        </pc:spChg>
        <pc:spChg chg="mod">
          <ac:chgData name="Mohammad Salman" userId="cfd6754c-e613-4f6f-bb98-36aef69d8c31" providerId="ADAL" clId="{D186BFC0-1455-4547-84A8-F0BFD109146E}" dt="2023-09-21T14:55:57.416" v="17592" actId="20577"/>
          <ac:spMkLst>
            <pc:docMk/>
            <pc:sldMk cId="2568747649" sldId="323"/>
            <ac:spMk id="3" creationId="{1201E0F5-9A2D-7E10-74B4-7085EAC8AE74}"/>
          </ac:spMkLst>
        </pc:spChg>
      </pc:sldChg>
      <pc:sldChg chg="modSp new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268913008" sldId="324"/>
        </pc:sldMkLst>
        <pc:spChg chg="mod">
          <ac:chgData name="Mohammad Salman" userId="cfd6754c-e613-4f6f-bb98-36aef69d8c31" providerId="ADAL" clId="{D186BFC0-1455-4547-84A8-F0BFD109146E}" dt="2023-09-21T15:43:31.299" v="18832"/>
          <ac:spMkLst>
            <pc:docMk/>
            <pc:sldMk cId="1268913008" sldId="324"/>
            <ac:spMk id="2" creationId="{2FE87334-7C92-93E9-9E5A-B1C4C2E79866}"/>
          </ac:spMkLst>
        </pc:spChg>
        <pc:spChg chg="mod">
          <ac:chgData name="Mohammad Salman" userId="cfd6754c-e613-4f6f-bb98-36aef69d8c31" providerId="ADAL" clId="{D186BFC0-1455-4547-84A8-F0BFD109146E}" dt="2023-09-21T15:37:39.677" v="18703" actId="113"/>
          <ac:spMkLst>
            <pc:docMk/>
            <pc:sldMk cId="1268913008" sldId="324"/>
            <ac:spMk id="3" creationId="{0BC5E635-4039-266C-2F9D-B9DFEBB8050A}"/>
          </ac:spMkLst>
        </pc:spChg>
      </pc:sldChg>
      <pc:sldChg chg="addSp delSp modSp new del mod or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4143519917" sldId="325"/>
        </pc:sldMkLst>
        <pc:spChg chg="del">
          <ac:chgData name="Mohammad Salman" userId="cfd6754c-e613-4f6f-bb98-36aef69d8c31" providerId="ADAL" clId="{D186BFC0-1455-4547-84A8-F0BFD109146E}" dt="2023-09-21T15:12:29.709" v="17600" actId="478"/>
          <ac:spMkLst>
            <pc:docMk/>
            <pc:sldMk cId="4143519917" sldId="325"/>
            <ac:spMk id="2" creationId="{6C258B2A-12B3-6913-0BC0-D089B92C3ADF}"/>
          </ac:spMkLst>
        </pc:spChg>
        <pc:spChg chg="del">
          <ac:chgData name="Mohammad Salman" userId="cfd6754c-e613-4f6f-bb98-36aef69d8c31" providerId="ADAL" clId="{D186BFC0-1455-4547-84A8-F0BFD109146E}" dt="2023-09-21T15:12:29.709" v="17600" actId="478"/>
          <ac:spMkLst>
            <pc:docMk/>
            <pc:sldMk cId="4143519917" sldId="325"/>
            <ac:spMk id="3" creationId="{8B72F829-DE51-F555-96B7-A6EA250EDFAF}"/>
          </ac:spMkLst>
        </pc:spChg>
        <pc:spChg chg="add mod">
          <ac:chgData name="Mohammad Salman" userId="cfd6754c-e613-4f6f-bb98-36aef69d8c31" providerId="ADAL" clId="{D186BFC0-1455-4547-84A8-F0BFD109146E}" dt="2023-09-21T15:18:54.640" v="17985" actId="20577"/>
          <ac:spMkLst>
            <pc:docMk/>
            <pc:sldMk cId="4143519917" sldId="325"/>
            <ac:spMk id="6" creationId="{63627C60-4D21-9E85-FAB6-DFC9C9D7E998}"/>
          </ac:spMkLst>
        </pc:spChg>
        <pc:spChg chg="add del mod">
          <ac:chgData name="Mohammad Salman" userId="cfd6754c-e613-4f6f-bb98-36aef69d8c31" providerId="ADAL" clId="{D186BFC0-1455-4547-84A8-F0BFD109146E}" dt="2023-09-21T15:32:54.610" v="18663" actId="478"/>
          <ac:spMkLst>
            <pc:docMk/>
            <pc:sldMk cId="4143519917" sldId="325"/>
            <ac:spMk id="7" creationId="{9F24A054-16C0-9860-074B-9D6C4AA1DE78}"/>
          </ac:spMkLst>
        </pc:spChg>
        <pc:spChg chg="add del mod">
          <ac:chgData name="Mohammad Salman" userId="cfd6754c-e613-4f6f-bb98-36aef69d8c31" providerId="ADAL" clId="{D186BFC0-1455-4547-84A8-F0BFD109146E}" dt="2023-09-21T15:20:47.577" v="17995" actId="478"/>
          <ac:spMkLst>
            <pc:docMk/>
            <pc:sldMk cId="4143519917" sldId="325"/>
            <ac:spMk id="8" creationId="{94BDA044-D24B-7F19-4FA4-87F1394E7F76}"/>
          </ac:spMkLst>
        </pc:spChg>
        <pc:spChg chg="add del mod">
          <ac:chgData name="Mohammad Salman" userId="cfd6754c-e613-4f6f-bb98-36aef69d8c31" providerId="ADAL" clId="{D186BFC0-1455-4547-84A8-F0BFD109146E}" dt="2023-09-21T15:32:54.610" v="18663" actId="478"/>
          <ac:spMkLst>
            <pc:docMk/>
            <pc:sldMk cId="4143519917" sldId="325"/>
            <ac:spMk id="9" creationId="{4BD796EA-6F13-B365-313D-8802939EF7BC}"/>
          </ac:spMkLst>
        </pc:spChg>
        <pc:spChg chg="add mod">
          <ac:chgData name="Mohammad Salman" userId="cfd6754c-e613-4f6f-bb98-36aef69d8c31" providerId="ADAL" clId="{D186BFC0-1455-4547-84A8-F0BFD109146E}" dt="2023-09-21T15:35:24.814" v="18689" actId="1076"/>
          <ac:spMkLst>
            <pc:docMk/>
            <pc:sldMk cId="4143519917" sldId="325"/>
            <ac:spMk id="11" creationId="{AA109AF4-68D4-8D2F-708F-4B9C56911E83}"/>
          </ac:spMkLst>
        </pc:spChg>
        <pc:spChg chg="add mod">
          <ac:chgData name="Mohammad Salman" userId="cfd6754c-e613-4f6f-bb98-36aef69d8c31" providerId="ADAL" clId="{D186BFC0-1455-4547-84A8-F0BFD109146E}" dt="2023-09-21T15:35:24.814" v="18689" actId="1076"/>
          <ac:spMkLst>
            <pc:docMk/>
            <pc:sldMk cId="4143519917" sldId="325"/>
            <ac:spMk id="12" creationId="{30383974-34C6-120D-5461-314D10005F2C}"/>
          </ac:spMkLst>
        </pc:spChg>
        <pc:picChg chg="add del mod">
          <ac:chgData name="Mohammad Salman" userId="cfd6754c-e613-4f6f-bb98-36aef69d8c31" providerId="ADAL" clId="{D186BFC0-1455-4547-84A8-F0BFD109146E}" dt="2023-09-21T15:32:54.610" v="18663" actId="478"/>
          <ac:picMkLst>
            <pc:docMk/>
            <pc:sldMk cId="4143519917" sldId="325"/>
            <ac:picMk id="5" creationId="{E93166FF-3357-856E-1A10-77A91B21B5C9}"/>
          </ac:picMkLst>
        </pc:picChg>
        <pc:picChg chg="add del mod">
          <ac:chgData name="Mohammad Salman" userId="cfd6754c-e613-4f6f-bb98-36aef69d8c31" providerId="ADAL" clId="{D186BFC0-1455-4547-84A8-F0BFD109146E}" dt="2023-09-21T15:35:11.911" v="18686" actId="478"/>
          <ac:picMkLst>
            <pc:docMk/>
            <pc:sldMk cId="4143519917" sldId="325"/>
            <ac:picMk id="10" creationId="{B4C96CC8-F0BF-68CA-0F07-3743AC11240A}"/>
          </ac:picMkLst>
        </pc:picChg>
        <pc:picChg chg="add mod ord">
          <ac:chgData name="Mohammad Salman" userId="cfd6754c-e613-4f6f-bb98-36aef69d8c31" providerId="ADAL" clId="{D186BFC0-1455-4547-84A8-F0BFD109146E}" dt="2023-09-21T15:35:14.279" v="18688" actId="167"/>
          <ac:picMkLst>
            <pc:docMk/>
            <pc:sldMk cId="4143519917" sldId="325"/>
            <ac:picMk id="13" creationId="{64AEDB4C-A645-726C-9706-89034F0C2D37}"/>
          </ac:picMkLst>
        </pc:picChg>
      </pc:sldChg>
      <pc:sldChg chg="addSp delSp modSp add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293834643" sldId="326"/>
        </pc:sldMkLst>
        <pc:spChg chg="add del mod">
          <ac:chgData name="Mohammad Salman" userId="cfd6754c-e613-4f6f-bb98-36aef69d8c31" providerId="ADAL" clId="{D186BFC0-1455-4547-84A8-F0BFD109146E}" dt="2023-09-21T15:36:08.313" v="18693" actId="478"/>
          <ac:spMkLst>
            <pc:docMk/>
            <pc:sldMk cId="293834643" sldId="326"/>
            <ac:spMk id="3" creationId="{B94DD296-3293-67C7-F479-4E9262CCC50E}"/>
          </ac:spMkLst>
        </pc:spChg>
        <pc:spChg chg="add mod">
          <ac:chgData name="Mohammad Salman" userId="cfd6754c-e613-4f6f-bb98-36aef69d8c31" providerId="ADAL" clId="{D186BFC0-1455-4547-84A8-F0BFD109146E}" dt="2023-09-21T15:35:46.010" v="18691" actId="1076"/>
          <ac:spMkLst>
            <pc:docMk/>
            <pc:sldMk cId="293834643" sldId="326"/>
            <ac:spMk id="4" creationId="{A6BB472C-19BB-F8AC-0616-7D2B2F9E72BF}"/>
          </ac:spMkLst>
        </pc:spChg>
        <pc:spChg chg="mod">
          <ac:chgData name="Mohammad Salman" userId="cfd6754c-e613-4f6f-bb98-36aef69d8c31" providerId="ADAL" clId="{D186BFC0-1455-4547-84A8-F0BFD109146E}" dt="2023-09-21T15:23:22.082" v="18252" actId="113"/>
          <ac:spMkLst>
            <pc:docMk/>
            <pc:sldMk cId="293834643" sldId="326"/>
            <ac:spMk id="6" creationId="{63627C60-4D21-9E85-FAB6-DFC9C9D7E998}"/>
          </ac:spMkLst>
        </pc:spChg>
        <pc:spChg chg="del">
          <ac:chgData name="Mohammad Salman" userId="cfd6754c-e613-4f6f-bb98-36aef69d8c31" providerId="ADAL" clId="{D186BFC0-1455-4547-84A8-F0BFD109146E}" dt="2023-09-21T15:32:34.549" v="18658" actId="478"/>
          <ac:spMkLst>
            <pc:docMk/>
            <pc:sldMk cId="293834643" sldId="326"/>
            <ac:spMk id="7" creationId="{9F24A054-16C0-9860-074B-9D6C4AA1DE78}"/>
          </ac:spMkLst>
        </pc:spChg>
        <pc:spChg chg="del mod">
          <ac:chgData name="Mohammad Salman" userId="cfd6754c-e613-4f6f-bb98-36aef69d8c31" providerId="ADAL" clId="{D186BFC0-1455-4547-84A8-F0BFD109146E}" dt="2023-09-21T15:32:34.549" v="18658" actId="478"/>
          <ac:spMkLst>
            <pc:docMk/>
            <pc:sldMk cId="293834643" sldId="326"/>
            <ac:spMk id="9" creationId="{4BD796EA-6F13-B365-313D-8802939EF7BC}"/>
          </ac:spMkLst>
        </pc:spChg>
        <pc:spChg chg="add mod">
          <ac:chgData name="Mohammad Salman" userId="cfd6754c-e613-4f6f-bb98-36aef69d8c31" providerId="ADAL" clId="{D186BFC0-1455-4547-84A8-F0BFD109146E}" dt="2023-09-21T15:36:08.647" v="18694"/>
          <ac:spMkLst>
            <pc:docMk/>
            <pc:sldMk cId="293834643" sldId="326"/>
            <ac:spMk id="10" creationId="{8F07D269-8A49-9457-9F37-3CEEBBE8638F}"/>
          </ac:spMkLst>
        </pc:spChg>
        <pc:picChg chg="add del mod">
          <ac:chgData name="Mohammad Salman" userId="cfd6754c-e613-4f6f-bb98-36aef69d8c31" providerId="ADAL" clId="{D186BFC0-1455-4547-84A8-F0BFD109146E}" dt="2023-09-21T15:35:06.012" v="18683" actId="478"/>
          <ac:picMkLst>
            <pc:docMk/>
            <pc:sldMk cId="293834643" sldId="326"/>
            <ac:picMk id="2" creationId="{AE8B5199-B46B-5DA0-B201-D90644F7E728}"/>
          </ac:picMkLst>
        </pc:picChg>
        <pc:picChg chg="del">
          <ac:chgData name="Mohammad Salman" userId="cfd6754c-e613-4f6f-bb98-36aef69d8c31" providerId="ADAL" clId="{D186BFC0-1455-4547-84A8-F0BFD109146E}" dt="2023-09-21T15:32:34.549" v="18658" actId="478"/>
          <ac:picMkLst>
            <pc:docMk/>
            <pc:sldMk cId="293834643" sldId="326"/>
            <ac:picMk id="5" creationId="{E93166FF-3357-856E-1A10-77A91B21B5C9}"/>
          </ac:picMkLst>
        </pc:picChg>
        <pc:picChg chg="add mod ord">
          <ac:chgData name="Mohammad Salman" userId="cfd6754c-e613-4f6f-bb98-36aef69d8c31" providerId="ADAL" clId="{D186BFC0-1455-4547-84A8-F0BFD109146E}" dt="2023-09-21T15:35:09.454" v="18685" actId="167"/>
          <ac:picMkLst>
            <pc:docMk/>
            <pc:sldMk cId="293834643" sldId="326"/>
            <ac:picMk id="8" creationId="{E354FCB1-1881-9707-7CFF-F32AA21126C9}"/>
          </ac:picMkLst>
        </pc:picChg>
      </pc:sldChg>
      <pc:sldChg chg="addSp delSp modSp add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1942129302" sldId="327"/>
        </pc:sldMkLst>
        <pc:spChg chg="add del mod">
          <ac:chgData name="Mohammad Salman" userId="cfd6754c-e613-4f6f-bb98-36aef69d8c31" providerId="ADAL" clId="{D186BFC0-1455-4547-84A8-F0BFD109146E}" dt="2023-09-21T15:30:06.317" v="18645" actId="21"/>
          <ac:spMkLst>
            <pc:docMk/>
            <pc:sldMk cId="1942129302" sldId="327"/>
            <ac:spMk id="2" creationId="{80FD8CE4-77F4-017B-5664-CCCE37A5F15B}"/>
          </ac:spMkLst>
        </pc:spChg>
        <pc:spChg chg="mod">
          <ac:chgData name="Mohammad Salman" userId="cfd6754c-e613-4f6f-bb98-36aef69d8c31" providerId="ADAL" clId="{D186BFC0-1455-4547-84A8-F0BFD109146E}" dt="2023-09-21T15:28:58.532" v="18485" actId="692"/>
          <ac:spMkLst>
            <pc:docMk/>
            <pc:sldMk cId="1942129302" sldId="327"/>
            <ac:spMk id="6" creationId="{63627C60-4D21-9E85-FAB6-DFC9C9D7E998}"/>
          </ac:spMkLst>
        </pc:spChg>
        <pc:spChg chg="del mod">
          <ac:chgData name="Mohammad Salman" userId="cfd6754c-e613-4f6f-bb98-36aef69d8c31" providerId="ADAL" clId="{D186BFC0-1455-4547-84A8-F0BFD109146E}" dt="2023-09-21T15:36:10.500" v="18695" actId="478"/>
          <ac:spMkLst>
            <pc:docMk/>
            <pc:sldMk cId="1942129302" sldId="327"/>
            <ac:spMk id="7" creationId="{9F24A054-16C0-9860-074B-9D6C4AA1DE78}"/>
          </ac:spMkLst>
        </pc:spChg>
        <pc:spChg chg="mod">
          <ac:chgData name="Mohammad Salman" userId="cfd6754c-e613-4f6f-bb98-36aef69d8c31" providerId="ADAL" clId="{D186BFC0-1455-4547-84A8-F0BFD109146E}" dt="2023-09-21T15:35:55.637" v="18692" actId="1076"/>
          <ac:spMkLst>
            <pc:docMk/>
            <pc:sldMk cId="1942129302" sldId="327"/>
            <ac:spMk id="9" creationId="{4BD796EA-6F13-B365-313D-8802939EF7BC}"/>
          </ac:spMkLst>
        </pc:spChg>
        <pc:spChg chg="add mod ord">
          <ac:chgData name="Mohammad Salman" userId="cfd6754c-e613-4f6f-bb98-36aef69d8c31" providerId="ADAL" clId="{D186BFC0-1455-4547-84A8-F0BFD109146E}" dt="2023-09-21T15:36:14.396" v="18697" actId="171"/>
          <ac:spMkLst>
            <pc:docMk/>
            <pc:sldMk cId="1942129302" sldId="327"/>
            <ac:spMk id="11" creationId="{48F04956-FF36-6B4F-AAD9-6059FC286272}"/>
          </ac:spMkLst>
        </pc:spChg>
        <pc:picChg chg="add del mod ord">
          <ac:chgData name="Mohammad Salman" userId="cfd6754c-e613-4f6f-bb98-36aef69d8c31" providerId="ADAL" clId="{D186BFC0-1455-4547-84A8-F0BFD109146E}" dt="2023-09-21T15:34:52.954" v="18678" actId="478"/>
          <ac:picMkLst>
            <pc:docMk/>
            <pc:sldMk cId="1942129302" sldId="327"/>
            <ac:picMk id="3" creationId="{3B44D855-59A6-CF4D-CBD2-AC00F7123597}"/>
          </ac:picMkLst>
        </pc:picChg>
        <pc:picChg chg="del">
          <ac:chgData name="Mohammad Salman" userId="cfd6754c-e613-4f6f-bb98-36aef69d8c31" providerId="ADAL" clId="{D186BFC0-1455-4547-84A8-F0BFD109146E}" dt="2023-09-21T15:32:03.983" v="18654" actId="478"/>
          <ac:picMkLst>
            <pc:docMk/>
            <pc:sldMk cId="1942129302" sldId="327"/>
            <ac:picMk id="5" creationId="{E93166FF-3357-856E-1A10-77A91B21B5C9}"/>
          </ac:picMkLst>
        </pc:picChg>
        <pc:picChg chg="add del">
          <ac:chgData name="Mohammad Salman" userId="cfd6754c-e613-4f6f-bb98-36aef69d8c31" providerId="ADAL" clId="{D186BFC0-1455-4547-84A8-F0BFD109146E}" dt="2023-09-21T15:34:56.439" v="18680" actId="478"/>
          <ac:picMkLst>
            <pc:docMk/>
            <pc:sldMk cId="1942129302" sldId="327"/>
            <ac:picMk id="8" creationId="{BF9DED8A-70B7-353F-9392-466DCCEB6CDA}"/>
          </ac:picMkLst>
        </pc:picChg>
        <pc:picChg chg="add mod ord">
          <ac:chgData name="Mohammad Salman" userId="cfd6754c-e613-4f6f-bb98-36aef69d8c31" providerId="ADAL" clId="{D186BFC0-1455-4547-84A8-F0BFD109146E}" dt="2023-09-21T15:35:02.215" v="18682" actId="167"/>
          <ac:picMkLst>
            <pc:docMk/>
            <pc:sldMk cId="1942129302" sldId="327"/>
            <ac:picMk id="10" creationId="{DBF83B64-DDAB-4FAB-2255-AF4B79C2AA01}"/>
          </ac:picMkLst>
        </pc:picChg>
      </pc:sldChg>
      <pc:sldChg chg="addSp delSp modSp add del mod">
        <pc:chgData name="Mohammad Salman" userId="cfd6754c-e613-4f6f-bb98-36aef69d8c31" providerId="ADAL" clId="{D186BFC0-1455-4547-84A8-F0BFD109146E}" dt="2023-09-23T09:45:37.234" v="19391" actId="2696"/>
        <pc:sldMkLst>
          <pc:docMk/>
          <pc:sldMk cId="280971759" sldId="328"/>
        </pc:sldMkLst>
        <pc:spChg chg="add mod">
          <ac:chgData name="Mohammad Salman" userId="cfd6754c-e613-4f6f-bb98-36aef69d8c31" providerId="ADAL" clId="{D186BFC0-1455-4547-84A8-F0BFD109146E}" dt="2023-09-21T15:30:10.795" v="18647"/>
          <ac:spMkLst>
            <pc:docMk/>
            <pc:sldMk cId="280971759" sldId="328"/>
            <ac:spMk id="2" creationId="{62ADCCDC-2B4B-B14D-6566-236EA25E9B33}"/>
          </ac:spMkLst>
        </pc:spChg>
        <pc:spChg chg="del">
          <ac:chgData name="Mohammad Salman" userId="cfd6754c-e613-4f6f-bb98-36aef69d8c31" providerId="ADAL" clId="{D186BFC0-1455-4547-84A8-F0BFD109146E}" dt="2023-09-21T15:30:12.096" v="18648" actId="478"/>
          <ac:spMkLst>
            <pc:docMk/>
            <pc:sldMk cId="280971759" sldId="328"/>
            <ac:spMk id="7" creationId="{9F24A054-16C0-9860-074B-9D6C4AA1DE78}"/>
          </ac:spMkLst>
        </pc:spChg>
        <pc:spChg chg="del">
          <ac:chgData name="Mohammad Salman" userId="cfd6754c-e613-4f6f-bb98-36aef69d8c31" providerId="ADAL" clId="{D186BFC0-1455-4547-84A8-F0BFD109146E}" dt="2023-09-21T15:30:13.593" v="18649" actId="478"/>
          <ac:spMkLst>
            <pc:docMk/>
            <pc:sldMk cId="280971759" sldId="328"/>
            <ac:spMk id="9" creationId="{4BD796EA-6F13-B365-313D-8802939EF7BC}"/>
          </ac:spMkLst>
        </pc:spChg>
        <pc:picChg chg="add del mod">
          <ac:chgData name="Mohammad Salman" userId="cfd6754c-e613-4f6f-bb98-36aef69d8c31" providerId="ADAL" clId="{D186BFC0-1455-4547-84A8-F0BFD109146E}" dt="2023-09-21T15:34:31.230" v="18674" actId="478"/>
          <ac:picMkLst>
            <pc:docMk/>
            <pc:sldMk cId="280971759" sldId="328"/>
            <ac:picMk id="4" creationId="{49F29126-4D77-EB5C-5C00-3AA6EE522598}"/>
          </ac:picMkLst>
        </pc:picChg>
        <pc:picChg chg="del">
          <ac:chgData name="Mohammad Salman" userId="cfd6754c-e613-4f6f-bb98-36aef69d8c31" providerId="ADAL" clId="{D186BFC0-1455-4547-84A8-F0BFD109146E}" dt="2023-09-21T15:31:34.585" v="18650" actId="478"/>
          <ac:picMkLst>
            <pc:docMk/>
            <pc:sldMk cId="280971759" sldId="328"/>
            <ac:picMk id="5" creationId="{E93166FF-3357-856E-1A10-77A91B21B5C9}"/>
          </ac:picMkLst>
        </pc:picChg>
        <pc:picChg chg="add mod">
          <ac:chgData name="Mohammad Salman" userId="cfd6754c-e613-4f6f-bb98-36aef69d8c31" providerId="ADAL" clId="{D186BFC0-1455-4547-84A8-F0BFD109146E}" dt="2023-09-21T15:34:38.420" v="18677" actId="14100"/>
          <ac:picMkLst>
            <pc:docMk/>
            <pc:sldMk cId="280971759" sldId="328"/>
            <ac:picMk id="10" creationId="{13276D77-0BAC-1D30-E266-82B4804735FB}"/>
          </ac:picMkLst>
        </pc:picChg>
      </pc:sldChg>
      <pc:sldChg chg="new del">
        <pc:chgData name="Mohammad Salman" userId="cfd6754c-e613-4f6f-bb98-36aef69d8c31" providerId="ADAL" clId="{D186BFC0-1455-4547-84A8-F0BFD109146E}" dt="2023-09-21T15:26:04.584" v="18387" actId="680"/>
        <pc:sldMkLst>
          <pc:docMk/>
          <pc:sldMk cId="2448064332" sldId="328"/>
        </pc:sldMkLst>
      </pc:sldChg>
      <pc:sldChg chg="modSp add del mod setBg">
        <pc:chgData name="Mohammad Salman" userId="cfd6754c-e613-4f6f-bb98-36aef69d8c31" providerId="ADAL" clId="{D186BFC0-1455-4547-84A8-F0BFD109146E}" dt="2023-09-23T09:45:37.234" v="19391" actId="2696"/>
        <pc:sldMkLst>
          <pc:docMk/>
          <pc:sldMk cId="789730226" sldId="329"/>
        </pc:sldMkLst>
        <pc:spChg chg="mod">
          <ac:chgData name="Mohammad Salman" userId="cfd6754c-e613-4f6f-bb98-36aef69d8c31" providerId="ADAL" clId="{D186BFC0-1455-4547-84A8-F0BFD109146E}" dt="2023-09-21T15:42:44.579" v="18827" actId="20577"/>
          <ac:spMkLst>
            <pc:docMk/>
            <pc:sldMk cId="789730226" sldId="329"/>
            <ac:spMk id="2" creationId="{2FE87334-7C92-93E9-9E5A-B1C4C2E79866}"/>
          </ac:spMkLst>
        </pc:spChg>
        <pc:spChg chg="mod">
          <ac:chgData name="Mohammad Salman" userId="cfd6754c-e613-4f6f-bb98-36aef69d8c31" providerId="ADAL" clId="{D186BFC0-1455-4547-84A8-F0BFD109146E}" dt="2023-09-23T09:42:26.683" v="19380" actId="20577"/>
          <ac:spMkLst>
            <pc:docMk/>
            <pc:sldMk cId="789730226" sldId="329"/>
            <ac:spMk id="3" creationId="{0BC5E635-4039-266C-2F9D-B9DFEBB8050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73A41-5832-46FB-A7BD-7E0EE1E4C7EF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C91FA-128A-43DC-A8B7-26690F7A6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1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of “Shift of Responsibility”.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89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68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38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17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23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59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97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Public specifier isn’t the convention!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3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Public specifier isn’t the convention!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28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members inside a class can be written in any order. </a:t>
            </a:r>
          </a:p>
          <a:p>
            <a:r>
              <a:rPr lang="en-US" dirty="0"/>
              <a:t>Doesn’t matter what comes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C91FA-128A-43DC-A8B7-26690F7A68F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5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C5E8-9910-6862-EDF3-36BAD1DB9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2610F-B215-7A8E-0280-4D43341EB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ECB0D-84CC-35D9-E75F-1F055D1A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A3B77-4064-726C-5E66-5FBB4ABE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01983-834F-1E63-3496-1345828C1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0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BDFF-BFA6-CCBA-9994-6ECA94011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7AB31-1811-DC99-2575-A8FBCCD9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76F6F-64FE-6232-AF82-3495EFF1C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F81E6-90AA-BE9E-2790-EB1F31798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97FB6-1416-3F29-0D64-7C797C93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03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7E00-304E-36BF-7D19-668E84EF8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132D7-57D1-E660-4788-8899E423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6E70B-6412-24B2-81EC-6D693C36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52067-59CA-AADC-5B99-7B97C59AD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47C24-2E8F-7997-ADA1-A9874BA6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7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B92A-A033-E56A-E353-9D25378A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A4D17-8D44-C710-BDCE-B1F0D25DF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B9CDB-1102-9DC6-D230-D00B0D2B6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0C883-1D90-1206-6FD6-C6CEA967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4C1B4-C412-4034-6BCA-123552A73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9A842-7AA5-3CB2-D11F-8C0A2DD7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83EC-B208-4D77-1E38-93D91553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547F8-670E-48AB-8969-A83559222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7AE0A-C081-CDDB-C508-7FFF1103B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00618C-7A91-1285-39D9-27CF9C7791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F3CC9F-3403-1099-E56E-20ECFB86B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F9275-4C62-13A3-4589-0E1050D0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CD421-5D21-BD34-8E92-75771236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5106C-4BD9-8E1E-601C-243DE578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1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5981-E0F8-F052-543E-3495AF436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D2172B-D124-8EBC-856A-ADA09423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A0376-A277-1DC2-07A5-0FF147F2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59F8D-1731-36F2-BA8E-4AC179B7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9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603BD-235D-3D12-97DF-39B4A76E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34DFF9-EAE9-4ECC-AC83-E46300E43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33B11-E845-8509-B7A5-2C0A07C99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16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B65B-60E0-706D-E148-3EB0773D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6289B-2129-4D46-A44E-71A0AFA0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71FBD-A296-A27F-2CA9-22AF9CD31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11F3F-CECE-74DF-FAAF-852215FE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4BD53-FD9B-3463-CFB5-01D301EF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57DD8-4F8E-321C-2AB2-C759D4EE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5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8049-EA02-6B66-7EAE-37DFD79C5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564953-9AEA-1BB7-D621-DB7AB0F61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095CF-EE54-1D0D-38DC-18A9F8131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FC282-79DD-F766-D633-A93BF9E8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5C80D-B7C4-3620-3ADD-90FD6CB8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3268B7-1FE5-3791-9F62-14503BE0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3D746-6402-FEEA-4747-A60743410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F784D-0349-A425-5648-32AD7B15F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082AD-396D-EABE-8C06-A81D9C10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E362D-BBD2-309B-47D8-D7716E4EA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94167-208F-AF10-D4FA-76FE2D4C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3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1CC0D-086A-3B21-C135-483059F49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4F2F4-004B-FC60-505A-929927DF2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729FF-6E4C-C911-C4EB-2F2EC5F7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6ED1E-DA25-16B9-644B-82C6E87BB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E3501-0AA8-0209-B9B5-4EA7B163B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01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CDF04-0DFF-68F6-59E8-EEC9F48AD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073BD-12D9-3A82-2476-87F42AB0A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E7325-A40F-8A16-9AF2-FF80C4356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B12D3-E4A2-4846-8CFC-C9FDCE419DB7}" type="datetimeFigureOut">
              <a:rPr lang="en-US" smtClean="0"/>
              <a:t>9/20/2023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C644-86BA-1E22-4B74-23E92B9F0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D9877-EA1C-FC03-AE18-D0F971528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E749E-99A1-425C-A314-BD77C720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46F1-4576-7950-D336-49F9C6C28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399DD-9A21-8C35-190C-CA2E850FB0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New way of thinking…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0A121-05A6-FE22-245E-73A578ADC854}"/>
              </a:ext>
            </a:extLst>
          </p:cNvPr>
          <p:cNvSpPr txBox="1"/>
          <p:nvPr/>
        </p:nvSpPr>
        <p:spPr>
          <a:xfrm>
            <a:off x="9622971" y="6030686"/>
            <a:ext cx="2427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Stole the tagline from </a:t>
            </a:r>
            <a:r>
              <a:rPr lang="en-US" b="1" i="1" dirty="0"/>
              <a:t>ColdFusion </a:t>
            </a:r>
            <a:r>
              <a:rPr lang="en-US" i="1" dirty="0"/>
              <a:t>:P</a:t>
            </a:r>
          </a:p>
        </p:txBody>
      </p:sp>
    </p:spTree>
    <p:extLst>
      <p:ext uri="{BB962C8B-B14F-4D97-AF65-F5344CB8AC3E}">
        <p14:creationId xmlns:p14="http://schemas.microsoft.com/office/powerpoint/2010/main" val="414484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46F1-4576-7950-D336-49F9C6C28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Let’s try modeling a real world situation…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5A1CDA7-4D21-6516-1695-E1E2B469E1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Robots in a Warehouse </a:t>
            </a:r>
          </a:p>
        </p:txBody>
      </p:sp>
    </p:spTree>
    <p:extLst>
      <p:ext uri="{BB962C8B-B14F-4D97-AF65-F5344CB8AC3E}">
        <p14:creationId xmlns:p14="http://schemas.microsoft.com/office/powerpoint/2010/main" val="863747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03B6D-6552-4FB2-15CE-8F8AF791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1" y="375557"/>
            <a:ext cx="12193071" cy="6106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D20C3-D463-4BEC-46F2-47E14614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614371" y="4087883"/>
            <a:ext cx="893455" cy="424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E94D2-598E-D824-D058-7BCA4187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932673" y="4087883"/>
            <a:ext cx="893456" cy="1986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44FF66-E572-36E5-0478-AA44285A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781" y="4786336"/>
            <a:ext cx="1806097" cy="12878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1E27F6-7A6C-B288-C6DC-1C9282B770FD}"/>
              </a:ext>
            </a:extLst>
          </p:cNvPr>
          <p:cNvSpPr txBox="1"/>
          <p:nvPr/>
        </p:nvSpPr>
        <p:spPr>
          <a:xfrm>
            <a:off x="6955971" y="609600"/>
            <a:ext cx="4626429" cy="1015663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i="1" dirty="0"/>
              <a:t>Let’s say you have a warehouse in which you have an autonomous robot that moves around packages and cartons.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B25D236-07C9-A8DE-B61B-DD96D04121FA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 flipH="1">
            <a:off x="9061098" y="1625263"/>
            <a:ext cx="208088" cy="2462620"/>
          </a:xfrm>
          <a:prstGeom prst="straightConnector1">
            <a:avLst/>
          </a:prstGeom>
          <a:ln w="28575">
            <a:solidFill>
              <a:srgbClr val="FFFF00">
                <a:alpha val="85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01969E-CD1F-B607-2AF6-3AAD3CC9C406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4126830" y="1625263"/>
            <a:ext cx="5142356" cy="3161073"/>
          </a:xfrm>
          <a:prstGeom prst="straightConnector1">
            <a:avLst/>
          </a:prstGeom>
          <a:ln w="28575">
            <a:solidFill>
              <a:srgbClr val="FFFF00">
                <a:alpha val="85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803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03B6D-6552-4FB2-15CE-8F8AF791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1" y="375557"/>
            <a:ext cx="12193071" cy="6106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D20C3-D463-4BEC-46F2-47E14614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7769" y="5007429"/>
            <a:ext cx="2246293" cy="10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E94D2-598E-D824-D058-7BCA4187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932673" y="4087883"/>
            <a:ext cx="893456" cy="1986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44FF66-E572-36E5-0478-AA44285A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781" y="4786336"/>
            <a:ext cx="1806097" cy="1287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D6BA8C-F6E9-7F4B-A830-A44AA5FD4D0E}"/>
              </a:ext>
            </a:extLst>
          </p:cNvPr>
          <p:cNvSpPr txBox="1"/>
          <p:nvPr/>
        </p:nvSpPr>
        <p:spPr>
          <a:xfrm>
            <a:off x="6955971" y="609600"/>
            <a:ext cx="4626429" cy="400110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i="1" dirty="0"/>
              <a:t>The robot moves to the package.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F0F94FC-81A0-E6CF-10D9-59AF72F98659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6460915" y="1009710"/>
            <a:ext cx="2808271" cy="3997719"/>
          </a:xfrm>
          <a:prstGeom prst="straightConnector1">
            <a:avLst/>
          </a:prstGeom>
          <a:ln w="28575">
            <a:solidFill>
              <a:srgbClr val="FFFF00">
                <a:alpha val="85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2911E2F-7BBB-7F89-0ACA-20EAE53572B1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4126830" y="1009710"/>
            <a:ext cx="5142356" cy="3776626"/>
          </a:xfrm>
          <a:prstGeom prst="straightConnector1">
            <a:avLst/>
          </a:prstGeom>
          <a:ln w="28575">
            <a:solidFill>
              <a:srgbClr val="FFFF00">
                <a:alpha val="85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52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03B6D-6552-4FB2-15CE-8F8AF791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1" y="375557"/>
            <a:ext cx="12193071" cy="6106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D20C3-D463-4BEC-46F2-47E14614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7769" y="5007429"/>
            <a:ext cx="2246293" cy="10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E94D2-598E-D824-D058-7BCA4187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932673" y="4087883"/>
            <a:ext cx="893456" cy="1986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44FF66-E572-36E5-0478-AA44285A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769" y="4002568"/>
            <a:ext cx="1806097" cy="1287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A539DB-CAA2-A03E-0852-734AA39CA816}"/>
              </a:ext>
            </a:extLst>
          </p:cNvPr>
          <p:cNvSpPr txBox="1"/>
          <p:nvPr/>
        </p:nvSpPr>
        <p:spPr>
          <a:xfrm>
            <a:off x="6955971" y="609600"/>
            <a:ext cx="4626429" cy="707886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i="1" dirty="0"/>
              <a:t>It picks up the package through its imaginary arms.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A4E3A53-3D87-8031-F217-F16B900DDC96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6400800" y="1317486"/>
            <a:ext cx="2868386" cy="2525171"/>
          </a:xfrm>
          <a:prstGeom prst="straightConnector1">
            <a:avLst/>
          </a:prstGeom>
          <a:ln w="28575">
            <a:solidFill>
              <a:srgbClr val="FFFF00">
                <a:alpha val="85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6F627AE-35C6-F296-3533-6857B8483798}"/>
              </a:ext>
            </a:extLst>
          </p:cNvPr>
          <p:cNvSpPr/>
          <p:nvPr/>
        </p:nvSpPr>
        <p:spPr>
          <a:xfrm>
            <a:off x="5138057" y="3842657"/>
            <a:ext cx="2525486" cy="2373086"/>
          </a:xfrm>
          <a:prstGeom prst="rect">
            <a:avLst/>
          </a:prstGeom>
          <a:noFill/>
          <a:ln w="41275">
            <a:solidFill>
              <a:srgbClr val="FFFF00">
                <a:alpha val="8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4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03B6D-6552-4FB2-15CE-8F8AF791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1" y="375557"/>
            <a:ext cx="12193071" cy="6106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D20C3-D463-4BEC-46F2-47E14614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686380" y="5007428"/>
            <a:ext cx="2246293" cy="10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E94D2-598E-D824-D058-7BCA4187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932673" y="4087883"/>
            <a:ext cx="893456" cy="1986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44FF66-E572-36E5-0478-AA44285A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380" y="4002567"/>
            <a:ext cx="1806097" cy="12878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BE64DF-1E5E-FD42-D624-2C244D54810B}"/>
              </a:ext>
            </a:extLst>
          </p:cNvPr>
          <p:cNvSpPr txBox="1"/>
          <p:nvPr/>
        </p:nvSpPr>
        <p:spPr>
          <a:xfrm>
            <a:off x="6955971" y="609600"/>
            <a:ext cx="4626429" cy="707886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i="1" dirty="0"/>
              <a:t>And then brings it to the warehouse supervisor for further processing.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5F8D73-7FE2-B3A6-2553-DA507E8D380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9269186" y="1317486"/>
            <a:ext cx="320243" cy="2685081"/>
          </a:xfrm>
          <a:prstGeom prst="straightConnector1">
            <a:avLst/>
          </a:prstGeom>
          <a:ln w="28575">
            <a:solidFill>
              <a:srgbClr val="FFFF00">
                <a:alpha val="85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74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saw this situation…</a:t>
            </a:r>
            <a:br>
              <a:rPr lang="en-US" dirty="0"/>
            </a:br>
            <a:r>
              <a:rPr lang="en-US" dirty="0"/>
              <a:t>How do we start about writing a program for it?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98AD1-2AB2-272B-11DC-0F9FD3D02291}"/>
              </a:ext>
            </a:extLst>
          </p:cNvPr>
          <p:cNvSpPr txBox="1"/>
          <p:nvPr/>
        </p:nvSpPr>
        <p:spPr>
          <a:xfrm>
            <a:off x="3750130" y="5612179"/>
            <a:ext cx="3444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Robot position (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000" dirty="0">
                <a:solidFill>
                  <a:schemeClr val="accent1"/>
                </a:solidFill>
              </a:rPr>
              <a:t> and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5803C-1808-75DD-D511-97C5236C722B}"/>
              </a:ext>
            </a:extLst>
          </p:cNvPr>
          <p:cNvSpPr txBox="1"/>
          <p:nvPr/>
        </p:nvSpPr>
        <p:spPr>
          <a:xfrm>
            <a:off x="7795649" y="2967335"/>
            <a:ext cx="3558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Package position (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000" dirty="0">
                <a:solidFill>
                  <a:schemeClr val="accent1"/>
                </a:solidFill>
              </a:rPr>
              <a:t> and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B01A2-274B-2B65-4F3D-395B60C045A7}"/>
              </a:ext>
            </a:extLst>
          </p:cNvPr>
          <p:cNvSpPr txBox="1"/>
          <p:nvPr/>
        </p:nvSpPr>
        <p:spPr>
          <a:xfrm>
            <a:off x="2350372" y="4081354"/>
            <a:ext cx="36993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Supervisor position (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000" dirty="0">
                <a:solidFill>
                  <a:schemeClr val="accent1"/>
                </a:solidFill>
              </a:rPr>
              <a:t> and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D9CCC-4230-DB13-2E96-6F5B02459091}"/>
              </a:ext>
            </a:extLst>
          </p:cNvPr>
          <p:cNvSpPr txBox="1"/>
          <p:nvPr/>
        </p:nvSpPr>
        <p:spPr>
          <a:xfrm>
            <a:off x="1077687" y="4818968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moveRobot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079B05-E7A0-CFDA-9971-CC6627CCF034}"/>
              </a:ext>
            </a:extLst>
          </p:cNvPr>
          <p:cNvSpPr txBox="1"/>
          <p:nvPr/>
        </p:nvSpPr>
        <p:spPr>
          <a:xfrm>
            <a:off x="7097487" y="4400844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liftPackage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B04E5-08BF-22FD-EFA0-3C4A05842201}"/>
              </a:ext>
            </a:extLst>
          </p:cNvPr>
          <p:cNvSpPr txBox="1"/>
          <p:nvPr/>
        </p:nvSpPr>
        <p:spPr>
          <a:xfrm>
            <a:off x="4735289" y="3269785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approachPackage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BB9BA6-D958-7887-2CE2-915BD3A794FF}"/>
              </a:ext>
            </a:extLst>
          </p:cNvPr>
          <p:cNvSpPr txBox="1"/>
          <p:nvPr/>
        </p:nvSpPr>
        <p:spPr>
          <a:xfrm>
            <a:off x="8441872" y="5548312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approachHuman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68877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Think about the </a:t>
            </a:r>
            <a:r>
              <a:rPr lang="en-US" sz="2400" b="1" dirty="0"/>
              <a:t>data</a:t>
            </a:r>
            <a:r>
              <a:rPr lang="en-US" sz="2400" dirty="0"/>
              <a:t> and the </a:t>
            </a:r>
            <a:r>
              <a:rPr lang="en-US" sz="2400" b="1" dirty="0"/>
              <a:t>functions </a:t>
            </a:r>
            <a:r>
              <a:rPr lang="en-US" sz="2400" dirty="0"/>
              <a:t>we will require.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54D70-AA9E-05C0-8A2E-BEB95693010F}"/>
              </a:ext>
            </a:extLst>
          </p:cNvPr>
          <p:cNvSpPr txBox="1"/>
          <p:nvPr/>
        </p:nvSpPr>
        <p:spPr>
          <a:xfrm>
            <a:off x="4200055" y="2249185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dropPackage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1159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8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3" grpId="0"/>
      <p:bldP spid="14" grpId="0"/>
      <p:bldP spid="15" grpId="0"/>
      <p:bldP spid="16" grpId="0"/>
      <p:bldP spid="17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saw this situation…</a:t>
            </a:r>
            <a:br>
              <a:rPr lang="en-US" dirty="0"/>
            </a:br>
            <a:r>
              <a:rPr lang="en-US" dirty="0"/>
              <a:t>How do we start about writing a program for it?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98AD1-2AB2-272B-11DC-0F9FD3D02291}"/>
              </a:ext>
            </a:extLst>
          </p:cNvPr>
          <p:cNvSpPr txBox="1"/>
          <p:nvPr/>
        </p:nvSpPr>
        <p:spPr>
          <a:xfrm>
            <a:off x="3750130" y="5612179"/>
            <a:ext cx="3444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Robot position (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000" dirty="0">
                <a:solidFill>
                  <a:schemeClr val="accent1"/>
                </a:solidFill>
              </a:rPr>
              <a:t> and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5803C-1808-75DD-D511-97C5236C722B}"/>
              </a:ext>
            </a:extLst>
          </p:cNvPr>
          <p:cNvSpPr txBox="1"/>
          <p:nvPr/>
        </p:nvSpPr>
        <p:spPr>
          <a:xfrm>
            <a:off x="7795649" y="2967335"/>
            <a:ext cx="3558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Package position (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000" dirty="0">
                <a:solidFill>
                  <a:schemeClr val="accent1"/>
                </a:solidFill>
              </a:rPr>
              <a:t> and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B01A2-274B-2B65-4F3D-395B60C045A7}"/>
              </a:ext>
            </a:extLst>
          </p:cNvPr>
          <p:cNvSpPr txBox="1"/>
          <p:nvPr/>
        </p:nvSpPr>
        <p:spPr>
          <a:xfrm>
            <a:off x="2350372" y="4081354"/>
            <a:ext cx="36993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Supervisor position (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</a:t>
            </a:r>
            <a:r>
              <a:rPr lang="en-US" sz="2000" dirty="0">
                <a:solidFill>
                  <a:schemeClr val="accent1"/>
                </a:solidFill>
              </a:rPr>
              <a:t> and 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D9CCC-4230-DB13-2E96-6F5B02459091}"/>
              </a:ext>
            </a:extLst>
          </p:cNvPr>
          <p:cNvSpPr txBox="1"/>
          <p:nvPr/>
        </p:nvSpPr>
        <p:spPr>
          <a:xfrm>
            <a:off x="1077687" y="4818968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moveRobot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079B05-E7A0-CFDA-9971-CC6627CCF034}"/>
              </a:ext>
            </a:extLst>
          </p:cNvPr>
          <p:cNvSpPr txBox="1"/>
          <p:nvPr/>
        </p:nvSpPr>
        <p:spPr>
          <a:xfrm>
            <a:off x="7097487" y="4400844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liftPackage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B04E5-08BF-22FD-EFA0-3C4A05842201}"/>
              </a:ext>
            </a:extLst>
          </p:cNvPr>
          <p:cNvSpPr txBox="1"/>
          <p:nvPr/>
        </p:nvSpPr>
        <p:spPr>
          <a:xfrm>
            <a:off x="4735289" y="3270129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approachPackage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BB9BA6-D958-7887-2CE2-915BD3A794FF}"/>
              </a:ext>
            </a:extLst>
          </p:cNvPr>
          <p:cNvSpPr txBox="1"/>
          <p:nvPr/>
        </p:nvSpPr>
        <p:spPr>
          <a:xfrm>
            <a:off x="8441872" y="5548312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approachHuman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547257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This is what we’ve done thus far…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Procedural Programming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08013-9F51-634C-F59D-B36A023032AA}"/>
              </a:ext>
            </a:extLst>
          </p:cNvPr>
          <p:cNvSpPr txBox="1"/>
          <p:nvPr/>
        </p:nvSpPr>
        <p:spPr>
          <a:xfrm>
            <a:off x="4200055" y="2249185"/>
            <a:ext cx="262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rgbClr val="00B050"/>
                </a:solidFill>
              </a:rPr>
              <a:t>dropPackage</a:t>
            </a:r>
            <a:r>
              <a:rPr lang="en-US" sz="2000" dirty="0">
                <a:solidFill>
                  <a:srgbClr val="00B050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3943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saw this situation…</a:t>
            </a:r>
            <a:br>
              <a:rPr lang="en-US" dirty="0"/>
            </a:br>
            <a:r>
              <a:rPr lang="en-US" dirty="0"/>
              <a:t>How do we start about writing a program for it?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5803C-1808-75DD-D511-97C5236C722B}"/>
              </a:ext>
            </a:extLst>
          </p:cNvPr>
          <p:cNvSpPr txBox="1"/>
          <p:nvPr/>
        </p:nvSpPr>
        <p:spPr>
          <a:xfrm>
            <a:off x="8118023" y="2410669"/>
            <a:ext cx="2460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Package position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x 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y</a:t>
            </a:r>
            <a:endParaRPr lang="en-US" sz="24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D9CCC-4230-DB13-2E96-6F5B02459091}"/>
              </a:ext>
            </a:extLst>
          </p:cNvPr>
          <p:cNvSpPr txBox="1"/>
          <p:nvPr/>
        </p:nvSpPr>
        <p:spPr>
          <a:xfrm>
            <a:off x="7086601" y="3938515"/>
            <a:ext cx="4523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(int x, int 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573677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However, there could be potential problems. 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Programmatically, you could have passed </a:t>
            </a:r>
            <a:r>
              <a:rPr lang="en-US" sz="2400" dirty="0">
                <a:solidFill>
                  <a:schemeClr val="tx1"/>
                </a:solidFill>
                <a:ea typeface="Roboto Mono" panose="00000009000000000000" pitchFamily="49" charset="0"/>
              </a:rPr>
              <a:t>package position (</a:t>
            </a:r>
            <a:r>
              <a:rPr lang="en-US" sz="2400" b="1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x </a:t>
            </a:r>
            <a:r>
              <a:rPr lang="en-US" sz="2400" dirty="0">
                <a:solidFill>
                  <a:schemeClr val="tx1"/>
                </a:solidFill>
                <a:ea typeface="Roboto Mono" panose="00000009000000000000" pitchFamily="49" charset="0"/>
              </a:rPr>
              <a:t>and </a:t>
            </a:r>
            <a:r>
              <a:rPr lang="en-US" sz="2400" b="1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y</a:t>
            </a:r>
            <a:r>
              <a:rPr lang="en-US" sz="2400" dirty="0">
                <a:solidFill>
                  <a:schemeClr val="tx1"/>
                </a:solidFill>
                <a:ea typeface="Roboto Mono" panose="00000009000000000000" pitchFamily="49" charset="0"/>
              </a:rPr>
              <a:t>) </a:t>
            </a:r>
            <a:r>
              <a:rPr lang="en-US" sz="2400" dirty="0">
                <a:solidFill>
                  <a:schemeClr val="tx1"/>
                </a:solidFill>
              </a:rPr>
              <a:t>to </a:t>
            </a:r>
            <a:r>
              <a:rPr lang="en-US" sz="2400" b="1" dirty="0" err="1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sz="2400" b="1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sz="2400" dirty="0">
                <a:solidFill>
                  <a:schemeClr val="tx1"/>
                </a:solidFill>
              </a:rPr>
              <a:t> because </a:t>
            </a:r>
            <a:r>
              <a:rPr lang="en-US" sz="2400" u="sng" dirty="0">
                <a:solidFill>
                  <a:schemeClr val="tx1"/>
                </a:solidFill>
              </a:rPr>
              <a:t>the function just expects two integers</a:t>
            </a:r>
            <a:r>
              <a:rPr lang="en-US" sz="2400" dirty="0">
                <a:solidFill>
                  <a:schemeClr val="tx1"/>
                </a:solidFill>
              </a:rPr>
              <a:t>. </a:t>
            </a:r>
            <a:endParaRPr lang="en-US" sz="2400" b="1" dirty="0">
              <a:solidFill>
                <a:schemeClr val="tx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endParaRPr lang="en-US" sz="2400" dirty="0"/>
          </a:p>
          <a:p>
            <a:r>
              <a:rPr lang="en-US" sz="2400" dirty="0">
                <a:solidFill>
                  <a:schemeClr val="tx1"/>
                </a:solidFill>
              </a:rPr>
              <a:t>In fact, could have given it two random integers, and it would run its procedures on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97FBC-1154-4968-81E9-03B6E1B3B949}"/>
              </a:ext>
            </a:extLst>
          </p:cNvPr>
          <p:cNvSpPr txBox="1"/>
          <p:nvPr/>
        </p:nvSpPr>
        <p:spPr>
          <a:xfrm>
            <a:off x="8118023" y="4727697"/>
            <a:ext cx="2460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Robot position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x 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y</a:t>
            </a:r>
            <a:endParaRPr lang="en-US" sz="24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7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saw this situation…</a:t>
            </a:r>
            <a:br>
              <a:rPr lang="en-US" dirty="0"/>
            </a:br>
            <a:r>
              <a:rPr lang="en-US" dirty="0"/>
              <a:t>How do we start about writing a program for it?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5803C-1808-75DD-D511-97C5236C722B}"/>
              </a:ext>
            </a:extLst>
          </p:cNvPr>
          <p:cNvSpPr txBox="1"/>
          <p:nvPr/>
        </p:nvSpPr>
        <p:spPr>
          <a:xfrm>
            <a:off x="8118023" y="2410669"/>
            <a:ext cx="2460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Package position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x 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y</a:t>
            </a:r>
            <a:endParaRPr lang="en-US" sz="24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D9CCC-4230-DB13-2E96-6F5B02459091}"/>
              </a:ext>
            </a:extLst>
          </p:cNvPr>
          <p:cNvSpPr txBox="1"/>
          <p:nvPr/>
        </p:nvSpPr>
        <p:spPr>
          <a:xfrm>
            <a:off x="7086601" y="3938515"/>
            <a:ext cx="4523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(int x, int 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5736771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There is no “relationship” between this function and the particular two integers of the robot’s position.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1"/>
                </a:solidFill>
              </a:rPr>
              <a:t>The data and the functions are independent from one another.</a:t>
            </a:r>
          </a:p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You, the programmer, needs to ensure that everything works as intended. </a:t>
            </a:r>
            <a:r>
              <a:rPr lang="en-US" sz="2400" b="1" dirty="0">
                <a:solidFill>
                  <a:schemeClr val="accent1"/>
                </a:solidFill>
              </a:rPr>
              <a:t>It is your responsibility!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97FBC-1154-4968-81E9-03B6E1B3B949}"/>
              </a:ext>
            </a:extLst>
          </p:cNvPr>
          <p:cNvSpPr txBox="1"/>
          <p:nvPr/>
        </p:nvSpPr>
        <p:spPr>
          <a:xfrm>
            <a:off x="8118023" y="4727697"/>
            <a:ext cx="2460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Robot position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x 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y</a:t>
            </a:r>
            <a:endParaRPr lang="en-US" sz="24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2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 saw this situation…</a:t>
            </a:r>
            <a:br>
              <a:rPr lang="en-US" dirty="0"/>
            </a:br>
            <a:r>
              <a:rPr lang="en-US" dirty="0"/>
              <a:t>How do we start about writing a program for it?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5803C-1808-75DD-D511-97C5236C722B}"/>
              </a:ext>
            </a:extLst>
          </p:cNvPr>
          <p:cNvSpPr txBox="1"/>
          <p:nvPr/>
        </p:nvSpPr>
        <p:spPr>
          <a:xfrm>
            <a:off x="8118023" y="2410669"/>
            <a:ext cx="2460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Package position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x 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y</a:t>
            </a:r>
            <a:endParaRPr lang="en-US" sz="24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D9CCC-4230-DB13-2E96-6F5B02459091}"/>
              </a:ext>
            </a:extLst>
          </p:cNvPr>
          <p:cNvSpPr txBox="1"/>
          <p:nvPr/>
        </p:nvSpPr>
        <p:spPr>
          <a:xfrm>
            <a:off x="7086601" y="3938515"/>
            <a:ext cx="4523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 err="1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sz="2400" b="1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(int x, int 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5736771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What if we could somehow establish this ‘relationship’, however?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tx1"/>
                </a:solidFill>
              </a:rPr>
              <a:t>If we could, then we can be sure that </a:t>
            </a:r>
            <a:r>
              <a:rPr lang="en-US" sz="2400" b="1" dirty="0" err="1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sz="2400" b="1" dirty="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 </a:t>
            </a:r>
            <a:r>
              <a:rPr lang="en-US" sz="2400" dirty="0">
                <a:solidFill>
                  <a:schemeClr val="tx1"/>
                </a:solidFill>
              </a:rPr>
              <a:t>will only accept the robot’s position as an input even if we forced an error.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97FBC-1154-4968-81E9-03B6E1B3B949}"/>
              </a:ext>
            </a:extLst>
          </p:cNvPr>
          <p:cNvSpPr txBox="1"/>
          <p:nvPr/>
        </p:nvSpPr>
        <p:spPr>
          <a:xfrm>
            <a:off x="8118023" y="4727697"/>
            <a:ext cx="24601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Robot position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x 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int y</a:t>
            </a:r>
            <a:endParaRPr lang="en-US" sz="2400" dirty="0">
              <a:solidFill>
                <a:schemeClr val="accent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879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8195-7F35-D03D-CDBC-546E25EE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D71A0-4AD0-CAAC-A945-B8915256C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1423"/>
            <a:ext cx="5257800" cy="2941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could establish this relationship if you somehow combined, or </a:t>
            </a:r>
            <a:r>
              <a:rPr lang="en-US" sz="2400" b="1" dirty="0"/>
              <a:t>encapsulated</a:t>
            </a:r>
            <a:r>
              <a:rPr lang="en-US" sz="2400" dirty="0"/>
              <a:t>, the functions with the related data in a </a:t>
            </a:r>
            <a:r>
              <a:rPr lang="en-US" sz="2400" b="1" dirty="0"/>
              <a:t>single entity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These entities are what we refer to as </a:t>
            </a:r>
            <a:r>
              <a:rPr lang="en-US" sz="2400" b="1" dirty="0"/>
              <a:t>objects</a:t>
            </a:r>
            <a:r>
              <a:rPr lang="en-US" sz="2400" dirty="0"/>
              <a:t>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220629-66FC-0F13-81BA-EC180AB42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372" y="2608718"/>
            <a:ext cx="5286818" cy="248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07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582F3-92F2-2F86-AB13-DD1F8D2976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Now let’s implement our warehouse in OOP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661571D-2990-2234-0780-F144D844E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Identify objects.</a:t>
            </a:r>
          </a:p>
        </p:txBody>
      </p:sp>
    </p:spTree>
    <p:extLst>
      <p:ext uri="{BB962C8B-B14F-4D97-AF65-F5344CB8AC3E}">
        <p14:creationId xmlns:p14="http://schemas.microsoft.com/office/powerpoint/2010/main" val="410164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03B6D-6552-4FB2-15CE-8F8AF791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1" y="375557"/>
            <a:ext cx="12193071" cy="6106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D20C3-D463-4BEC-46F2-47E14614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686380" y="5007428"/>
            <a:ext cx="2246293" cy="10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E94D2-598E-D824-D058-7BCA4187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932673" y="4087883"/>
            <a:ext cx="893456" cy="1986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44FF66-E572-36E5-0478-AA44285A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380" y="4002567"/>
            <a:ext cx="1806097" cy="12878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BE64DF-1E5E-FD42-D624-2C244D54810B}"/>
              </a:ext>
            </a:extLst>
          </p:cNvPr>
          <p:cNvSpPr txBox="1"/>
          <p:nvPr/>
        </p:nvSpPr>
        <p:spPr>
          <a:xfrm>
            <a:off x="6955971" y="609600"/>
            <a:ext cx="4626429" cy="1631216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i="1" dirty="0"/>
              <a:t>Imagine you are trying to </a:t>
            </a:r>
            <a:r>
              <a:rPr lang="en-US" sz="2000" b="1" i="1" dirty="0"/>
              <a:t>simulate</a:t>
            </a:r>
            <a:r>
              <a:rPr lang="en-US" sz="2000" i="1" dirty="0"/>
              <a:t> this warehouse.</a:t>
            </a:r>
          </a:p>
          <a:p>
            <a:endParaRPr lang="en-US" sz="2000" i="1" dirty="0"/>
          </a:p>
          <a:p>
            <a:r>
              <a:rPr lang="en-US" sz="2000" i="1" dirty="0"/>
              <a:t>What entities can you spot in this situation?</a:t>
            </a:r>
          </a:p>
        </p:txBody>
      </p:sp>
    </p:spTree>
    <p:extLst>
      <p:ext uri="{BB962C8B-B14F-4D97-AF65-F5344CB8AC3E}">
        <p14:creationId xmlns:p14="http://schemas.microsoft.com/office/powerpoint/2010/main" val="1959424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Identifying Objects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B04E5-08BF-22FD-EFA0-3C4A05842201}"/>
              </a:ext>
            </a:extLst>
          </p:cNvPr>
          <p:cNvSpPr txBox="1"/>
          <p:nvPr/>
        </p:nvSpPr>
        <p:spPr>
          <a:xfrm>
            <a:off x="6215747" y="420595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Package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BB9BA6-D958-7887-2CE2-915BD3A794FF}"/>
              </a:ext>
            </a:extLst>
          </p:cNvPr>
          <p:cNvSpPr txBox="1"/>
          <p:nvPr/>
        </p:nvSpPr>
        <p:spPr>
          <a:xfrm>
            <a:off x="3815444" y="4707364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Supervisor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68877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These are some of the objects that could be identified.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54D70-AA9E-05C0-8A2E-BEB95693010F}"/>
              </a:ext>
            </a:extLst>
          </p:cNvPr>
          <p:cNvSpPr txBox="1"/>
          <p:nvPr/>
        </p:nvSpPr>
        <p:spPr>
          <a:xfrm>
            <a:off x="4798770" y="272815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Robot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D6766-D3BA-1662-5685-538667A74551}"/>
              </a:ext>
            </a:extLst>
          </p:cNvPr>
          <p:cNvSpPr txBox="1"/>
          <p:nvPr/>
        </p:nvSpPr>
        <p:spPr>
          <a:xfrm>
            <a:off x="8343901" y="334864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</p:spTree>
    <p:extLst>
      <p:ext uri="{BB962C8B-B14F-4D97-AF65-F5344CB8AC3E}">
        <p14:creationId xmlns:p14="http://schemas.microsoft.com/office/powerpoint/2010/main" val="117073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A03B6D-6552-4FB2-15CE-8F8AF791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1" y="375557"/>
            <a:ext cx="12193071" cy="61068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D20C3-D463-4BEC-46F2-47E14614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686380" y="5007428"/>
            <a:ext cx="2246293" cy="1066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0E94D2-598E-D824-D058-7BCA4187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932673" y="4087883"/>
            <a:ext cx="893456" cy="1986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44FF66-E572-36E5-0478-AA44285A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380" y="4002567"/>
            <a:ext cx="1806097" cy="12878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BE64DF-1E5E-FD42-D624-2C244D54810B}"/>
              </a:ext>
            </a:extLst>
          </p:cNvPr>
          <p:cNvSpPr txBox="1"/>
          <p:nvPr/>
        </p:nvSpPr>
        <p:spPr>
          <a:xfrm>
            <a:off x="6955971" y="609600"/>
            <a:ext cx="4626429" cy="2246769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i="1" dirty="0"/>
              <a:t>Let’s say this warehouse had many grounded robots.</a:t>
            </a:r>
          </a:p>
          <a:p>
            <a:r>
              <a:rPr lang="en-US" sz="2000" i="1" dirty="0"/>
              <a:t>And each robot had their own supervisor as well.</a:t>
            </a:r>
          </a:p>
          <a:p>
            <a:endParaRPr lang="en-US" sz="2000" i="1" dirty="0"/>
          </a:p>
          <a:p>
            <a:r>
              <a:rPr lang="en-US" sz="2000" i="1" dirty="0"/>
              <a:t>Both these entities, become new objects.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64B016-FA9C-D45A-7C07-0036796295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5143" y="3888828"/>
            <a:ext cx="1656729" cy="757685"/>
          </a:xfrm>
          <a:prstGeom prst="rect">
            <a:avLst/>
          </a:prstGeom>
          <a:ln w="25400">
            <a:noFill/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4179C9B-CED4-5B7B-7605-48BBE1BF1667}"/>
              </a:ext>
            </a:extLst>
          </p:cNvPr>
          <p:cNvCxnSpPr>
            <a:cxnSpLocks/>
            <a:stCxn id="6" idx="2"/>
            <a:endCxn id="18" idx="3"/>
          </p:cNvCxnSpPr>
          <p:nvPr/>
        </p:nvCxnSpPr>
        <p:spPr>
          <a:xfrm flipH="1">
            <a:off x="7454152" y="2856369"/>
            <a:ext cx="1815034" cy="1107324"/>
          </a:xfrm>
          <a:prstGeom prst="straightConnector1">
            <a:avLst/>
          </a:prstGeom>
          <a:ln w="28575">
            <a:solidFill>
              <a:srgbClr val="FFFF00">
                <a:alpha val="85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1B877071-1131-2F38-A38F-D45C9E30BC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601" y="3358621"/>
            <a:ext cx="432951" cy="12878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C0F242C-039C-DD7A-1EE2-04270083301B}"/>
              </a:ext>
            </a:extLst>
          </p:cNvPr>
          <p:cNvSpPr/>
          <p:nvPr/>
        </p:nvSpPr>
        <p:spPr>
          <a:xfrm>
            <a:off x="4928666" y="3237186"/>
            <a:ext cx="2525486" cy="1453014"/>
          </a:xfrm>
          <a:prstGeom prst="rect">
            <a:avLst/>
          </a:prstGeom>
          <a:noFill/>
          <a:ln w="41275">
            <a:solidFill>
              <a:srgbClr val="FFFF00">
                <a:alpha val="8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51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Identifying Objects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BB9BA6-D958-7887-2CE2-915BD3A794FF}"/>
              </a:ext>
            </a:extLst>
          </p:cNvPr>
          <p:cNvSpPr txBox="1"/>
          <p:nvPr/>
        </p:nvSpPr>
        <p:spPr>
          <a:xfrm>
            <a:off x="3815444" y="4707364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Male Supervisor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68877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These are some of the objects that could be identified.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54D70-AA9E-05C0-8A2E-BEB95693010F}"/>
              </a:ext>
            </a:extLst>
          </p:cNvPr>
          <p:cNvSpPr txBox="1"/>
          <p:nvPr/>
        </p:nvSpPr>
        <p:spPr>
          <a:xfrm>
            <a:off x="4798770" y="2728157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D6766-D3BA-1662-5685-538667A74551}"/>
              </a:ext>
            </a:extLst>
          </p:cNvPr>
          <p:cNvSpPr txBox="1"/>
          <p:nvPr/>
        </p:nvSpPr>
        <p:spPr>
          <a:xfrm>
            <a:off x="8343901" y="334864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63D7C-EA27-4C1A-130A-C8F96014574F}"/>
              </a:ext>
            </a:extLst>
          </p:cNvPr>
          <p:cNvSpPr txBox="1"/>
          <p:nvPr/>
        </p:nvSpPr>
        <p:spPr>
          <a:xfrm>
            <a:off x="8724900" y="2173418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2BE66F-2022-6B5D-DFF8-BF17012B99EA}"/>
              </a:ext>
            </a:extLst>
          </p:cNvPr>
          <p:cNvSpPr txBox="1"/>
          <p:nvPr/>
        </p:nvSpPr>
        <p:spPr>
          <a:xfrm>
            <a:off x="7427670" y="5314425"/>
            <a:ext cx="2628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Female Supervisor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A53C3E-C475-E1AA-A976-E545EE68136D}"/>
              </a:ext>
            </a:extLst>
          </p:cNvPr>
          <p:cNvSpPr txBox="1"/>
          <p:nvPr/>
        </p:nvSpPr>
        <p:spPr>
          <a:xfrm>
            <a:off x="6215747" y="420595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294877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 animBg="1"/>
      <p:bldP spid="3" grpId="0"/>
      <p:bldP spid="4" grpId="0"/>
      <p:bldP spid="8" grpId="0"/>
      <p:bldP spid="5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4682-FB1F-795D-7E00-237EA2277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3084"/>
            <a:ext cx="10515600" cy="1325563"/>
          </a:xfrm>
        </p:spPr>
        <p:txBody>
          <a:bodyPr/>
          <a:lstStyle/>
          <a:p>
            <a:r>
              <a:rPr lang="en-US" dirty="0"/>
              <a:t>Identifying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DA251-3008-05E7-8375-A7A83A8FF738}"/>
              </a:ext>
            </a:extLst>
          </p:cNvPr>
          <p:cNvSpPr txBox="1"/>
          <p:nvPr/>
        </p:nvSpPr>
        <p:spPr>
          <a:xfrm>
            <a:off x="6959804" y="1846864"/>
            <a:ext cx="2418847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FAE27ED-FD8E-907E-7F34-B06D6E298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918063"/>
              </p:ext>
            </p:extLst>
          </p:nvPr>
        </p:nvGraphicFramePr>
        <p:xfrm>
          <a:off x="5744028" y="2721380"/>
          <a:ext cx="48504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627">
                  <a:extLst>
                    <a:ext uri="{9D8B030D-6E8A-4147-A177-3AD203B41FA5}">
                      <a16:colId xmlns:a16="http://schemas.microsoft.com/office/drawing/2014/main" val="295379381"/>
                    </a:ext>
                  </a:extLst>
                </a:gridCol>
                <a:gridCol w="2816773">
                  <a:extLst>
                    <a:ext uri="{9D8B030D-6E8A-4147-A177-3AD203B41FA5}">
                      <a16:colId xmlns:a16="http://schemas.microsoft.com/office/drawing/2014/main" val="1005559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Battery left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Position_x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Position_y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Max. Load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And more…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Behaviors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moveRobot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approachPackage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liftPackage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approachHuman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dropPackage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And more…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091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0B39EEC-925A-5419-2D2F-EC301336C99A}"/>
              </a:ext>
            </a:extLst>
          </p:cNvPr>
          <p:cNvSpPr txBox="1"/>
          <p:nvPr/>
        </p:nvSpPr>
        <p:spPr>
          <a:xfrm>
            <a:off x="838200" y="2090172"/>
            <a:ext cx="4288971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Every object encapsulates data and behaviors.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/>
              <a:t>Because </a:t>
            </a:r>
            <a:r>
              <a:rPr lang="en-US" sz="2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sz="2400" dirty="0">
                <a:latin typeface="Roboto Mono" panose="00000009000000000000" pitchFamily="49" charset="0"/>
                <a:ea typeface="Roboto Mono" panose="00000009000000000000" pitchFamily="49" charset="0"/>
              </a:rPr>
              <a:t>() </a:t>
            </a:r>
            <a:r>
              <a:rPr lang="en-US" sz="2400" dirty="0"/>
              <a:t>is now </a:t>
            </a:r>
            <a:r>
              <a:rPr lang="en-US" sz="2400" u="sng" dirty="0"/>
              <a:t>associated with the </a:t>
            </a:r>
            <a:r>
              <a:rPr lang="en-US" sz="2400" b="1" u="sng" dirty="0"/>
              <a:t>robot object</a:t>
            </a:r>
            <a:r>
              <a:rPr lang="en-US" sz="2400" dirty="0"/>
              <a:t>, you can no longer pass in other data directly.</a:t>
            </a:r>
          </a:p>
          <a:p>
            <a:endParaRPr lang="en-US" sz="2400" b="1" u="sng" dirty="0">
              <a:solidFill>
                <a:schemeClr val="tx1"/>
              </a:solidFill>
            </a:endParaRPr>
          </a:p>
          <a:p>
            <a:r>
              <a:rPr lang="en-US" sz="2400" dirty="0"/>
              <a:t>So the problem we saw earlier won’t happen here.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A1549-69DE-ED47-91C6-2B34D64DAE89}"/>
              </a:ext>
            </a:extLst>
          </p:cNvPr>
          <p:cNvSpPr txBox="1"/>
          <p:nvPr/>
        </p:nvSpPr>
        <p:spPr>
          <a:xfrm>
            <a:off x="7451834" y="323084"/>
            <a:ext cx="436179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We are getting closer to how we will write this programmatically…</a:t>
            </a:r>
          </a:p>
        </p:txBody>
      </p:sp>
    </p:spTree>
    <p:extLst>
      <p:ext uri="{BB962C8B-B14F-4D97-AF65-F5344CB8AC3E}">
        <p14:creationId xmlns:p14="http://schemas.microsoft.com/office/powerpoint/2010/main" val="29575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Identifying Objects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688771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Back to our objects.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tx1"/>
                </a:solidFill>
              </a:rPr>
              <a:t>There seems to be one difficulty…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95F45-ECE2-6EC8-6A35-1C7619E96BB8}"/>
              </a:ext>
            </a:extLst>
          </p:cNvPr>
          <p:cNvSpPr txBox="1"/>
          <p:nvPr/>
        </p:nvSpPr>
        <p:spPr>
          <a:xfrm>
            <a:off x="3815444" y="4707364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Male Supervisor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BB7E51-8E5B-CEC3-A2C3-BA61903653DD}"/>
              </a:ext>
            </a:extLst>
          </p:cNvPr>
          <p:cNvSpPr txBox="1"/>
          <p:nvPr/>
        </p:nvSpPr>
        <p:spPr>
          <a:xfrm>
            <a:off x="4798770" y="2728157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CC3DB7-F5EE-097C-696D-9B7C9626DA6A}"/>
              </a:ext>
            </a:extLst>
          </p:cNvPr>
          <p:cNvSpPr txBox="1"/>
          <p:nvPr/>
        </p:nvSpPr>
        <p:spPr>
          <a:xfrm>
            <a:off x="8343901" y="334864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D6984D-C525-F341-632D-97FC62DFC4A6}"/>
              </a:ext>
            </a:extLst>
          </p:cNvPr>
          <p:cNvSpPr txBox="1"/>
          <p:nvPr/>
        </p:nvSpPr>
        <p:spPr>
          <a:xfrm>
            <a:off x="8724900" y="2173418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5CA090-F58A-7FF4-D19B-FDDB4B04BD7C}"/>
              </a:ext>
            </a:extLst>
          </p:cNvPr>
          <p:cNvSpPr txBox="1"/>
          <p:nvPr/>
        </p:nvSpPr>
        <p:spPr>
          <a:xfrm>
            <a:off x="7427670" y="5314425"/>
            <a:ext cx="2628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Female Supervisor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50FE3F-5264-BF12-81D5-1E46D67C565C}"/>
              </a:ext>
            </a:extLst>
          </p:cNvPr>
          <p:cNvSpPr txBox="1"/>
          <p:nvPr/>
        </p:nvSpPr>
        <p:spPr>
          <a:xfrm>
            <a:off x="6215747" y="420595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189433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/>
      <p:bldP spid="10" grpId="0"/>
      <p:bldP spid="11" grpId="0"/>
      <p:bldP spid="13" grpId="0"/>
      <p:bldP spid="14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Identifying Objects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68877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Considering </a:t>
            </a:r>
            <a:r>
              <a:rPr lang="en-US" sz="2400" b="1" dirty="0">
                <a:solidFill>
                  <a:schemeClr val="tx1"/>
                </a:solidFill>
              </a:rPr>
              <a:t>every entity </a:t>
            </a:r>
            <a:r>
              <a:rPr lang="en-US" sz="2400" dirty="0">
                <a:solidFill>
                  <a:schemeClr val="tx1"/>
                </a:solidFill>
              </a:rPr>
              <a:t>in our simulation to be a </a:t>
            </a:r>
            <a:r>
              <a:rPr lang="en-US" sz="2400" b="1" dirty="0">
                <a:solidFill>
                  <a:schemeClr val="tx1"/>
                </a:solidFill>
              </a:rPr>
              <a:t>unique category </a:t>
            </a:r>
            <a:r>
              <a:rPr lang="en-US" sz="2400" dirty="0">
                <a:solidFill>
                  <a:schemeClr val="tx1"/>
                </a:solidFill>
              </a:rPr>
              <a:t>could make life hard…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tx1"/>
                </a:solidFill>
              </a:rPr>
              <a:t>So I want to categorize them.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FC9F28-E13D-F564-E62C-B93D633378AA}"/>
              </a:ext>
            </a:extLst>
          </p:cNvPr>
          <p:cNvSpPr txBox="1"/>
          <p:nvPr/>
        </p:nvSpPr>
        <p:spPr>
          <a:xfrm>
            <a:off x="3815444" y="4707364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Male Supervisor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8DAE96-AE3F-149B-82B7-97BFA4867796}"/>
              </a:ext>
            </a:extLst>
          </p:cNvPr>
          <p:cNvSpPr txBox="1"/>
          <p:nvPr/>
        </p:nvSpPr>
        <p:spPr>
          <a:xfrm>
            <a:off x="4798770" y="2728157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8134D-08F3-0412-9442-CF2369B9FD6A}"/>
              </a:ext>
            </a:extLst>
          </p:cNvPr>
          <p:cNvSpPr txBox="1"/>
          <p:nvPr/>
        </p:nvSpPr>
        <p:spPr>
          <a:xfrm>
            <a:off x="8343901" y="334864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5451BE-6EAC-D1CB-9617-21234272785F}"/>
              </a:ext>
            </a:extLst>
          </p:cNvPr>
          <p:cNvSpPr txBox="1"/>
          <p:nvPr/>
        </p:nvSpPr>
        <p:spPr>
          <a:xfrm>
            <a:off x="8724900" y="2173418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945CFD-824A-0D31-28FC-62E126238DD5}"/>
              </a:ext>
            </a:extLst>
          </p:cNvPr>
          <p:cNvSpPr txBox="1"/>
          <p:nvPr/>
        </p:nvSpPr>
        <p:spPr>
          <a:xfrm>
            <a:off x="7427670" y="5314425"/>
            <a:ext cx="2628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Female Supervisor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49B431-2E4F-4DC1-8C71-A23C722B6628}"/>
              </a:ext>
            </a:extLst>
          </p:cNvPr>
          <p:cNvSpPr txBox="1"/>
          <p:nvPr/>
        </p:nvSpPr>
        <p:spPr>
          <a:xfrm>
            <a:off x="6215747" y="4205957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Package</a:t>
            </a:r>
          </a:p>
        </p:txBody>
      </p:sp>
    </p:spTree>
    <p:extLst>
      <p:ext uri="{BB962C8B-B14F-4D97-AF65-F5344CB8AC3E}">
        <p14:creationId xmlns:p14="http://schemas.microsoft.com/office/powerpoint/2010/main" val="256018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9" grpId="0"/>
      <p:bldP spid="10" grpId="0"/>
      <p:bldP spid="11" grpId="0"/>
      <p:bldP spid="13" grpId="0"/>
      <p:bldP spid="14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Identifying Objects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B04E5-08BF-22FD-EFA0-3C4A05842201}"/>
              </a:ext>
            </a:extLst>
          </p:cNvPr>
          <p:cNvSpPr txBox="1"/>
          <p:nvPr/>
        </p:nvSpPr>
        <p:spPr>
          <a:xfrm>
            <a:off x="8921545" y="4514338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Carton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BB9BA6-D958-7887-2CE2-915BD3A794FF}"/>
              </a:ext>
            </a:extLst>
          </p:cNvPr>
          <p:cNvSpPr txBox="1"/>
          <p:nvPr/>
        </p:nvSpPr>
        <p:spPr>
          <a:xfrm>
            <a:off x="8887537" y="1468486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Male Supervisor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688771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This could be </a:t>
            </a:r>
            <a:r>
              <a:rPr lang="en-US" sz="2400" b="1" dirty="0"/>
              <a:t>one way </a:t>
            </a:r>
            <a:r>
              <a:rPr lang="en-US" sz="2400" dirty="0"/>
              <a:t>we can categorize these objects.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654D70-AA9E-05C0-8A2E-BEB95693010F}"/>
              </a:ext>
            </a:extLst>
          </p:cNvPr>
          <p:cNvSpPr txBox="1"/>
          <p:nvPr/>
        </p:nvSpPr>
        <p:spPr>
          <a:xfrm>
            <a:off x="3812299" y="2623529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630B9-29A4-59B3-800C-07A85CB1D551}"/>
              </a:ext>
            </a:extLst>
          </p:cNvPr>
          <p:cNvSpPr txBox="1"/>
          <p:nvPr/>
        </p:nvSpPr>
        <p:spPr>
          <a:xfrm>
            <a:off x="3775091" y="3683341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71864-3579-1576-E45C-CBFB9AE27A2B}"/>
              </a:ext>
            </a:extLst>
          </p:cNvPr>
          <p:cNvSpPr/>
          <p:nvPr/>
        </p:nvSpPr>
        <p:spPr>
          <a:xfrm>
            <a:off x="3893052" y="2538814"/>
            <a:ext cx="2510939" cy="21172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FB80C-7386-F4E8-5AF9-F99093DF2ABE}"/>
              </a:ext>
            </a:extLst>
          </p:cNvPr>
          <p:cNvSpPr txBox="1"/>
          <p:nvPr/>
        </p:nvSpPr>
        <p:spPr>
          <a:xfrm>
            <a:off x="3932957" y="2009639"/>
            <a:ext cx="2431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Robot 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C84B1-9D5A-661C-2D91-CEA8AD8C52A6}"/>
              </a:ext>
            </a:extLst>
          </p:cNvPr>
          <p:cNvSpPr/>
          <p:nvPr/>
        </p:nvSpPr>
        <p:spPr>
          <a:xfrm>
            <a:off x="8980525" y="4514338"/>
            <a:ext cx="2510939" cy="51115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08DB69-A986-065E-7505-3F44E897B246}"/>
              </a:ext>
            </a:extLst>
          </p:cNvPr>
          <p:cNvSpPr txBox="1"/>
          <p:nvPr/>
        </p:nvSpPr>
        <p:spPr>
          <a:xfrm>
            <a:off x="8828557" y="3991192"/>
            <a:ext cx="2814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Package Category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A5B34C-2D48-33CA-8EFB-ED72626BA61A}"/>
              </a:ext>
            </a:extLst>
          </p:cNvPr>
          <p:cNvSpPr/>
          <p:nvPr/>
        </p:nvSpPr>
        <p:spPr>
          <a:xfrm>
            <a:off x="8980525" y="1475321"/>
            <a:ext cx="2510939" cy="139666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871E9F-423F-4DC0-F946-B1E1E849C57F}"/>
              </a:ext>
            </a:extLst>
          </p:cNvPr>
          <p:cNvSpPr txBox="1"/>
          <p:nvPr/>
        </p:nvSpPr>
        <p:spPr>
          <a:xfrm>
            <a:off x="8665031" y="980566"/>
            <a:ext cx="314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Employee Category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FB6DB6-F69B-6D5C-E76C-50A09568806E}"/>
              </a:ext>
            </a:extLst>
          </p:cNvPr>
          <p:cNvSpPr txBox="1"/>
          <p:nvPr/>
        </p:nvSpPr>
        <p:spPr>
          <a:xfrm>
            <a:off x="6626497" y="3444620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19889B-8C99-6841-73B4-83DBD92E4B3D}"/>
              </a:ext>
            </a:extLst>
          </p:cNvPr>
          <p:cNvSpPr/>
          <p:nvPr/>
        </p:nvSpPr>
        <p:spPr>
          <a:xfrm>
            <a:off x="6719485" y="3451455"/>
            <a:ext cx="2510939" cy="5078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A20566-D5F8-58F6-4B72-4EAF6EC0D91B}"/>
              </a:ext>
            </a:extLst>
          </p:cNvPr>
          <p:cNvSpPr txBox="1"/>
          <p:nvPr/>
        </p:nvSpPr>
        <p:spPr>
          <a:xfrm>
            <a:off x="6403991" y="2956700"/>
            <a:ext cx="314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Building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1875D5-432C-6A02-9469-23C428AE339D}"/>
              </a:ext>
            </a:extLst>
          </p:cNvPr>
          <p:cNvSpPr txBox="1"/>
          <p:nvPr/>
        </p:nvSpPr>
        <p:spPr>
          <a:xfrm>
            <a:off x="8921544" y="1985569"/>
            <a:ext cx="2628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Female Supervisor</a:t>
            </a:r>
          </a:p>
        </p:txBody>
      </p:sp>
    </p:spTree>
    <p:extLst>
      <p:ext uri="{BB962C8B-B14F-4D97-AF65-F5344CB8AC3E}">
        <p14:creationId xmlns:p14="http://schemas.microsoft.com/office/powerpoint/2010/main" val="329961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0615-ADFF-EE82-488B-57AE60CF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Identifying Objects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7C1CB-9816-D072-F3B9-C42996D805D7}"/>
              </a:ext>
            </a:extLst>
          </p:cNvPr>
          <p:cNvSpPr txBox="1"/>
          <p:nvPr/>
        </p:nvSpPr>
        <p:spPr>
          <a:xfrm>
            <a:off x="838200" y="1900180"/>
            <a:ext cx="2688771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We have categorized or classified our objects.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/>
              <a:t>Each category is a </a:t>
            </a:r>
            <a:r>
              <a:rPr lang="en-US" sz="2400" b="1" dirty="0"/>
              <a:t>class</a:t>
            </a:r>
            <a:r>
              <a:rPr lang="en-US" sz="2400" dirty="0"/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C5F359-FFA9-7040-6268-EBFFA016547E}"/>
              </a:ext>
            </a:extLst>
          </p:cNvPr>
          <p:cNvSpPr txBox="1"/>
          <p:nvPr/>
        </p:nvSpPr>
        <p:spPr>
          <a:xfrm>
            <a:off x="8887537" y="1468486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Male Supervisor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FAD74F-9191-BF74-3304-768C3E65F366}"/>
              </a:ext>
            </a:extLst>
          </p:cNvPr>
          <p:cNvSpPr txBox="1"/>
          <p:nvPr/>
        </p:nvSpPr>
        <p:spPr>
          <a:xfrm>
            <a:off x="3812299" y="2623529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32CCF9-4D71-F571-A046-16CCDF2AA181}"/>
              </a:ext>
            </a:extLst>
          </p:cNvPr>
          <p:cNvSpPr txBox="1"/>
          <p:nvPr/>
        </p:nvSpPr>
        <p:spPr>
          <a:xfrm>
            <a:off x="3775091" y="3683341"/>
            <a:ext cx="2628900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Green Robot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A100A7-04B3-D31A-D501-8F0842F6D54C}"/>
              </a:ext>
            </a:extLst>
          </p:cNvPr>
          <p:cNvSpPr/>
          <p:nvPr/>
        </p:nvSpPr>
        <p:spPr>
          <a:xfrm>
            <a:off x="3893052" y="2538814"/>
            <a:ext cx="2510939" cy="211726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E8C09D-9076-9C3F-15B1-E844F1524D35}"/>
              </a:ext>
            </a:extLst>
          </p:cNvPr>
          <p:cNvSpPr txBox="1"/>
          <p:nvPr/>
        </p:nvSpPr>
        <p:spPr>
          <a:xfrm>
            <a:off x="3932957" y="2009639"/>
            <a:ext cx="2431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Robot Category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C10E5C-0081-61B6-7D01-7E1E542C8F60}"/>
              </a:ext>
            </a:extLst>
          </p:cNvPr>
          <p:cNvSpPr/>
          <p:nvPr/>
        </p:nvSpPr>
        <p:spPr>
          <a:xfrm>
            <a:off x="8980525" y="1475321"/>
            <a:ext cx="2510939" cy="139666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007BA7-C001-AA1C-416C-5654D0CEBC4B}"/>
              </a:ext>
            </a:extLst>
          </p:cNvPr>
          <p:cNvSpPr txBox="1"/>
          <p:nvPr/>
        </p:nvSpPr>
        <p:spPr>
          <a:xfrm>
            <a:off x="8665031" y="980566"/>
            <a:ext cx="314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Employee Category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79548F-C628-21A1-0DA6-1F4EB9344F10}"/>
              </a:ext>
            </a:extLst>
          </p:cNvPr>
          <p:cNvSpPr txBox="1"/>
          <p:nvPr/>
        </p:nvSpPr>
        <p:spPr>
          <a:xfrm>
            <a:off x="6626497" y="3444620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Warehouse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44FE87-CBED-F1C1-090A-E7D01E5EA515}"/>
              </a:ext>
            </a:extLst>
          </p:cNvPr>
          <p:cNvSpPr/>
          <p:nvPr/>
        </p:nvSpPr>
        <p:spPr>
          <a:xfrm>
            <a:off x="6719485" y="3451455"/>
            <a:ext cx="2510939" cy="5078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E1CF26-6642-C01C-5E16-098012A03883}"/>
              </a:ext>
            </a:extLst>
          </p:cNvPr>
          <p:cNvSpPr txBox="1"/>
          <p:nvPr/>
        </p:nvSpPr>
        <p:spPr>
          <a:xfrm>
            <a:off x="6403991" y="2956700"/>
            <a:ext cx="3141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Building Category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5C30FC-593A-0CEE-EA6C-51CA2BC7D969}"/>
              </a:ext>
            </a:extLst>
          </p:cNvPr>
          <p:cNvSpPr txBox="1"/>
          <p:nvPr/>
        </p:nvSpPr>
        <p:spPr>
          <a:xfrm>
            <a:off x="8921544" y="1985569"/>
            <a:ext cx="2628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Female Supervisor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A9BFB1-BAE2-8525-C4F7-86B65810E2AB}"/>
              </a:ext>
            </a:extLst>
          </p:cNvPr>
          <p:cNvSpPr txBox="1"/>
          <p:nvPr/>
        </p:nvSpPr>
        <p:spPr>
          <a:xfrm>
            <a:off x="8921545" y="4514338"/>
            <a:ext cx="262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Carton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633B83-E528-9381-83A6-C7E35F473893}"/>
              </a:ext>
            </a:extLst>
          </p:cNvPr>
          <p:cNvSpPr/>
          <p:nvPr/>
        </p:nvSpPr>
        <p:spPr>
          <a:xfrm>
            <a:off x="8980525" y="4514338"/>
            <a:ext cx="2510939" cy="51115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42AB70-8D2C-927F-6117-9B9D50A3884C}"/>
              </a:ext>
            </a:extLst>
          </p:cNvPr>
          <p:cNvSpPr txBox="1"/>
          <p:nvPr/>
        </p:nvSpPr>
        <p:spPr>
          <a:xfrm>
            <a:off x="8828557" y="3991192"/>
            <a:ext cx="2814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B050"/>
                </a:solidFill>
              </a:rPr>
              <a:t>Package Category</a:t>
            </a:r>
          </a:p>
        </p:txBody>
      </p:sp>
    </p:spTree>
    <p:extLst>
      <p:ext uri="{BB962C8B-B14F-4D97-AF65-F5344CB8AC3E}">
        <p14:creationId xmlns:p14="http://schemas.microsoft.com/office/powerpoint/2010/main" val="3441994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32A21-CFE7-B1FD-A21C-7963C56E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5802E-861C-11AA-6102-CD46A1CB8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class </a:t>
            </a:r>
            <a:r>
              <a:rPr lang="en-US" dirty="0"/>
              <a:t>is essentially a way to categorize </a:t>
            </a:r>
            <a:r>
              <a:rPr lang="en-US" b="1" dirty="0"/>
              <a:t>objects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other words, a </a:t>
            </a:r>
            <a:r>
              <a:rPr lang="en-US" b="1" dirty="0"/>
              <a:t>class </a:t>
            </a:r>
            <a:r>
              <a:rPr lang="en-US" dirty="0"/>
              <a:t>is a </a:t>
            </a:r>
            <a:r>
              <a:rPr lang="en-US" u="sng" dirty="0"/>
              <a:t>template</a:t>
            </a:r>
            <a:r>
              <a:rPr lang="en-US" dirty="0"/>
              <a:t> that tells us how objects </a:t>
            </a:r>
            <a:r>
              <a:rPr lang="en-US" sz="2400" i="1" dirty="0"/>
              <a:t>(of this particular class) </a:t>
            </a:r>
            <a:r>
              <a:rPr lang="en-US" dirty="0"/>
              <a:t>are created.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It defines all the </a:t>
            </a:r>
            <a:r>
              <a:rPr lang="en-US" b="1" dirty="0">
                <a:solidFill>
                  <a:schemeClr val="accent1"/>
                </a:solidFill>
              </a:rPr>
              <a:t>data (variables)</a:t>
            </a:r>
            <a:r>
              <a:rPr lang="en-US" dirty="0">
                <a:solidFill>
                  <a:schemeClr val="accent1"/>
                </a:solidFill>
              </a:rPr>
              <a:t> that an </a:t>
            </a:r>
            <a:r>
              <a:rPr lang="en-US" u="sng" dirty="0">
                <a:solidFill>
                  <a:schemeClr val="accent1"/>
                </a:solidFill>
              </a:rPr>
              <a:t>object will contain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1"/>
                </a:solidFill>
              </a:rPr>
              <a:t>It defines all the </a:t>
            </a:r>
            <a:r>
              <a:rPr lang="en-US" b="1" dirty="0">
                <a:solidFill>
                  <a:schemeClr val="accent1"/>
                </a:solidFill>
              </a:rPr>
              <a:t>functions (behaviors) </a:t>
            </a:r>
            <a:r>
              <a:rPr lang="en-US" dirty="0">
                <a:solidFill>
                  <a:schemeClr val="accent1"/>
                </a:solidFill>
              </a:rPr>
              <a:t>that an </a:t>
            </a:r>
            <a:r>
              <a:rPr lang="en-US" u="sng" dirty="0">
                <a:solidFill>
                  <a:schemeClr val="accent1"/>
                </a:solidFill>
              </a:rPr>
              <a:t>object can perform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83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3DA251-3008-05E7-8375-A7A83A8FF738}"/>
              </a:ext>
            </a:extLst>
          </p:cNvPr>
          <p:cNvSpPr txBox="1"/>
          <p:nvPr/>
        </p:nvSpPr>
        <p:spPr>
          <a:xfrm>
            <a:off x="6959804" y="1846864"/>
            <a:ext cx="2418847" cy="8309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FAE27ED-FD8E-907E-7F34-B06D6E298A56}"/>
              </a:ext>
            </a:extLst>
          </p:cNvPr>
          <p:cNvGraphicFramePr>
            <a:graphicFrameLocks noGrp="1"/>
          </p:cNvGraphicFramePr>
          <p:nvPr/>
        </p:nvGraphicFramePr>
        <p:xfrm>
          <a:off x="5744028" y="2721380"/>
          <a:ext cx="48504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627">
                  <a:extLst>
                    <a:ext uri="{9D8B030D-6E8A-4147-A177-3AD203B41FA5}">
                      <a16:colId xmlns:a16="http://schemas.microsoft.com/office/drawing/2014/main" val="295379381"/>
                    </a:ext>
                  </a:extLst>
                </a:gridCol>
                <a:gridCol w="2816773">
                  <a:extLst>
                    <a:ext uri="{9D8B030D-6E8A-4147-A177-3AD203B41FA5}">
                      <a16:colId xmlns:a16="http://schemas.microsoft.com/office/drawing/2014/main" val="1005559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Battery left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Position_x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Position_y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Max. Load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And more…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Behaviors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moveRobot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approachPackage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liftPackage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approachHuman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dropPackage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And more…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0919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0B39EEC-925A-5419-2D2F-EC301336C99A}"/>
              </a:ext>
            </a:extLst>
          </p:cNvPr>
          <p:cNvSpPr txBox="1"/>
          <p:nvPr/>
        </p:nvSpPr>
        <p:spPr>
          <a:xfrm>
            <a:off x="838200" y="2090172"/>
            <a:ext cx="4288971" cy="267765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In other words, all this </a:t>
            </a:r>
            <a:r>
              <a:rPr lang="en-US" sz="2400" b="1" dirty="0">
                <a:solidFill>
                  <a:srgbClr val="7030A0"/>
                </a:solidFill>
              </a:rPr>
              <a:t>information is defined inside a class</a:t>
            </a:r>
            <a:r>
              <a:rPr lang="en-US" sz="2400" dirty="0">
                <a:solidFill>
                  <a:srgbClr val="7030A0"/>
                </a:solidFill>
              </a:rPr>
              <a:t>. </a:t>
            </a:r>
          </a:p>
          <a:p>
            <a:endParaRPr lang="en-US" sz="2400" dirty="0">
              <a:solidFill>
                <a:srgbClr val="7030A0"/>
              </a:solidFill>
            </a:endParaRPr>
          </a:p>
          <a:p>
            <a:r>
              <a:rPr lang="en-US" sz="2400" dirty="0">
                <a:solidFill>
                  <a:srgbClr val="7030A0"/>
                </a:solidFill>
              </a:rPr>
              <a:t>And you </a:t>
            </a:r>
            <a:r>
              <a:rPr lang="en-US" sz="2400" b="1" dirty="0">
                <a:solidFill>
                  <a:srgbClr val="7030A0"/>
                </a:solidFill>
              </a:rPr>
              <a:t>create objects using classes </a:t>
            </a:r>
            <a:r>
              <a:rPr lang="en-US" sz="2400" dirty="0">
                <a:solidFill>
                  <a:srgbClr val="7030A0"/>
                </a:solidFill>
              </a:rPr>
              <a:t>(hence utilizing the information).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A1549-69DE-ED47-91C6-2B34D64DAE89}"/>
              </a:ext>
            </a:extLst>
          </p:cNvPr>
          <p:cNvSpPr txBox="1"/>
          <p:nvPr/>
        </p:nvSpPr>
        <p:spPr>
          <a:xfrm>
            <a:off x="7451834" y="323084"/>
            <a:ext cx="436179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Very close to actually writing code…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038EF55-C278-1F7A-1A7D-948E9684B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Enter Classes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4B41FE-4FE8-C74C-D373-242CEA1EAB30}"/>
              </a:ext>
            </a:extLst>
          </p:cNvPr>
          <p:cNvSpPr/>
          <p:nvPr/>
        </p:nvSpPr>
        <p:spPr>
          <a:xfrm>
            <a:off x="5538265" y="2554014"/>
            <a:ext cx="5266369" cy="2912963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5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32A21-CFE7-B1FD-A21C-7963C56E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5802E-861C-11AA-6102-CD46A1CB8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Since classes are templates, they are </a:t>
            </a:r>
            <a:r>
              <a:rPr lang="en-US" b="1" dirty="0"/>
              <a:t>not entities </a:t>
            </a:r>
            <a:r>
              <a:rPr lang="en-US" dirty="0"/>
              <a:t>in their own right.</a:t>
            </a:r>
          </a:p>
          <a:p>
            <a:pPr lvl="1"/>
            <a:r>
              <a:rPr lang="en-US" dirty="0"/>
              <a:t>That is, they don’t occupy any space in memory </a:t>
            </a:r>
            <a:r>
              <a:rPr lang="en-US" sz="2000" i="1" dirty="0"/>
              <a:t>(based on the context that we’ve been referring to memory)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They’re just blueprints.</a:t>
            </a:r>
          </a:p>
          <a:p>
            <a:endParaRPr lang="en-US" dirty="0"/>
          </a:p>
          <a:p>
            <a:r>
              <a:rPr lang="en-US" dirty="0"/>
              <a:t>Each object, however, is an </a:t>
            </a:r>
            <a:r>
              <a:rPr lang="en-US" b="1" dirty="0"/>
              <a:t>instance </a:t>
            </a:r>
            <a:r>
              <a:rPr lang="en-US" dirty="0"/>
              <a:t>of a class.</a:t>
            </a:r>
          </a:p>
          <a:p>
            <a:pPr lvl="1"/>
            <a:r>
              <a:rPr lang="en-US" dirty="0"/>
              <a:t>Objects </a:t>
            </a:r>
            <a:r>
              <a:rPr lang="en-US" b="1" dirty="0"/>
              <a:t>are</a:t>
            </a:r>
            <a:r>
              <a:rPr lang="en-US" dirty="0"/>
              <a:t> entities.</a:t>
            </a:r>
          </a:p>
          <a:p>
            <a:pPr lvl="1"/>
            <a:r>
              <a:rPr lang="en-US" dirty="0"/>
              <a:t>They do occupy space in memory just like variables and arrays do.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32A21-CFE7-B1FD-A21C-7963C56E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of Classes as a </a:t>
            </a:r>
            <a:r>
              <a:rPr lang="en-US" b="1" dirty="0"/>
              <a:t>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5802E-861C-11AA-6102-CD46A1CB8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think of classes as a </a:t>
            </a:r>
            <a:r>
              <a:rPr lang="en-US" b="1" dirty="0"/>
              <a:t>user-defined data type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Just like an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int </a:t>
            </a:r>
            <a:r>
              <a:rPr lang="en-US" dirty="0"/>
              <a:t>or a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double</a:t>
            </a:r>
            <a:r>
              <a:rPr lang="en-US" dirty="0"/>
              <a:t>, you now have your own data type. </a:t>
            </a:r>
          </a:p>
          <a:p>
            <a:endParaRPr lang="en-US" dirty="0"/>
          </a:p>
          <a:p>
            <a:r>
              <a:rPr lang="en-US" dirty="0"/>
              <a:t>The programming language provides you with such primitive data types. </a:t>
            </a:r>
          </a:p>
          <a:p>
            <a:endParaRPr lang="en-US" dirty="0"/>
          </a:p>
          <a:p>
            <a:r>
              <a:rPr lang="en-US" dirty="0"/>
              <a:t>But because we’re trying to </a:t>
            </a:r>
            <a:r>
              <a:rPr lang="en-US" b="1" dirty="0"/>
              <a:t>simulate the real world</a:t>
            </a:r>
            <a:r>
              <a:rPr lang="en-US" dirty="0"/>
              <a:t>, primitive data types don’t complete the job effectively.</a:t>
            </a:r>
          </a:p>
          <a:p>
            <a:pPr lvl="1"/>
            <a:r>
              <a:rPr lang="en-US" dirty="0"/>
              <a:t>Classes help with this.</a:t>
            </a:r>
          </a:p>
        </p:txBody>
      </p:sp>
    </p:spTree>
    <p:extLst>
      <p:ext uri="{BB962C8B-B14F-4D97-AF65-F5344CB8AC3E}">
        <p14:creationId xmlns:p14="http://schemas.microsoft.com/office/powerpoint/2010/main" val="384571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32A21-CFE7-B1FD-A21C-7963C56E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5802E-861C-11AA-6102-CD46A1CB8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64286" cy="4351338"/>
          </a:xfrm>
        </p:spPr>
        <p:txBody>
          <a:bodyPr>
            <a:normAutofit/>
          </a:bodyPr>
          <a:lstStyle/>
          <a:p>
            <a:r>
              <a:rPr lang="en-US" dirty="0"/>
              <a:t>Understand that an object’s data is </a:t>
            </a:r>
            <a:r>
              <a:rPr lang="en-US" b="1" dirty="0"/>
              <a:t>independent</a:t>
            </a:r>
            <a:r>
              <a:rPr lang="en-US" dirty="0"/>
              <a:t> of other objects’ data.</a:t>
            </a:r>
          </a:p>
          <a:p>
            <a:endParaRPr lang="en-US" dirty="0"/>
          </a:p>
          <a:p>
            <a:r>
              <a:rPr lang="en-US" dirty="0"/>
              <a:t>Each robot, for e.g. has their own color.</a:t>
            </a:r>
          </a:p>
          <a:p>
            <a:pPr lvl="1"/>
            <a:r>
              <a:rPr lang="en-US" dirty="0"/>
              <a:t>Spray painting (changing the color) of any robot </a:t>
            </a:r>
            <a:r>
              <a:rPr lang="en-US" b="1" dirty="0"/>
              <a:t>will not </a:t>
            </a:r>
            <a:r>
              <a:rPr lang="en-US" dirty="0"/>
              <a:t>change the color of all the robots of that class.</a:t>
            </a:r>
          </a:p>
          <a:p>
            <a:pPr lvl="1"/>
            <a:endParaRPr lang="en-US" dirty="0"/>
          </a:p>
          <a:p>
            <a:r>
              <a:rPr lang="en-US" dirty="0"/>
              <a:t>Each employee will have their own unique ID.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CBFBE22-BAE3-FE61-060F-7A5E75A716F3}"/>
              </a:ext>
            </a:extLst>
          </p:cNvPr>
          <p:cNvGrpSpPr/>
          <p:nvPr/>
        </p:nvGrpSpPr>
        <p:grpSpPr>
          <a:xfrm>
            <a:off x="9198429" y="1107596"/>
            <a:ext cx="2666108" cy="2646444"/>
            <a:chOff x="3775091" y="2009639"/>
            <a:chExt cx="2666108" cy="264644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55C034-CFF4-7DF0-D8FC-43D7060CE793}"/>
                </a:ext>
              </a:extLst>
            </p:cNvPr>
            <p:cNvSpPr txBox="1"/>
            <p:nvPr/>
          </p:nvSpPr>
          <p:spPr>
            <a:xfrm>
              <a:off x="3812299" y="2623529"/>
              <a:ext cx="2628900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Ground Orange Robot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179F3AD-7FB9-9EA0-6A14-05D18CB5ED81}"/>
                </a:ext>
              </a:extLst>
            </p:cNvPr>
            <p:cNvSpPr txBox="1"/>
            <p:nvPr/>
          </p:nvSpPr>
          <p:spPr>
            <a:xfrm>
              <a:off x="3775091" y="3683341"/>
              <a:ext cx="2628900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Ground Green Robot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A68214-1CA6-E5E8-6447-FC29B17F6F1E}"/>
                </a:ext>
              </a:extLst>
            </p:cNvPr>
            <p:cNvSpPr/>
            <p:nvPr/>
          </p:nvSpPr>
          <p:spPr>
            <a:xfrm>
              <a:off x="3893052" y="2538814"/>
              <a:ext cx="2510939" cy="2117269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14B026-2A7C-0E66-A6C4-23E389430B40}"/>
                </a:ext>
              </a:extLst>
            </p:cNvPr>
            <p:cNvSpPr txBox="1"/>
            <p:nvPr/>
          </p:nvSpPr>
          <p:spPr>
            <a:xfrm>
              <a:off x="3932957" y="2009639"/>
              <a:ext cx="2431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rgbClr val="00B050"/>
                  </a:solidFill>
                </a:rPr>
                <a:t>Robot Category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0009265-A44B-DC76-AB2E-4D0D93A8821F}"/>
              </a:ext>
            </a:extLst>
          </p:cNvPr>
          <p:cNvGrpSpPr/>
          <p:nvPr/>
        </p:nvGrpSpPr>
        <p:grpSpPr>
          <a:xfrm>
            <a:off x="8941916" y="4079976"/>
            <a:ext cx="3141926" cy="1891419"/>
            <a:chOff x="8665031" y="980566"/>
            <a:chExt cx="3141926" cy="189141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DFD7AE-383A-46E5-B8A5-0085A0DC0017}"/>
                </a:ext>
              </a:extLst>
            </p:cNvPr>
            <p:cNvSpPr txBox="1"/>
            <p:nvPr/>
          </p:nvSpPr>
          <p:spPr>
            <a:xfrm>
              <a:off x="8951829" y="2410320"/>
              <a:ext cx="26289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Male Supervisor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5528DC2-125E-79A7-F157-4ABB5DDD2D0D}"/>
                </a:ext>
              </a:extLst>
            </p:cNvPr>
            <p:cNvSpPr/>
            <p:nvPr/>
          </p:nvSpPr>
          <p:spPr>
            <a:xfrm>
              <a:off x="8980525" y="1475321"/>
              <a:ext cx="2510939" cy="1396664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48FB85-AB5A-6022-7A27-0E808148B9E8}"/>
                </a:ext>
              </a:extLst>
            </p:cNvPr>
            <p:cNvSpPr txBox="1"/>
            <p:nvPr/>
          </p:nvSpPr>
          <p:spPr>
            <a:xfrm>
              <a:off x="8665031" y="980566"/>
              <a:ext cx="314192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i="1" dirty="0">
                  <a:solidFill>
                    <a:srgbClr val="00B050"/>
                  </a:solidFill>
                </a:rPr>
                <a:t>Employee Category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1F63B5-D308-76CF-4BDA-39B8663DC90C}"/>
                </a:ext>
              </a:extLst>
            </p:cNvPr>
            <p:cNvSpPr txBox="1"/>
            <p:nvPr/>
          </p:nvSpPr>
          <p:spPr>
            <a:xfrm>
              <a:off x="8921544" y="1442231"/>
              <a:ext cx="26289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Female Supervisor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176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45E603-D10E-4699-997B-F7ED132D6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Creating Classes and Objects in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758FC81-4B9E-AD67-B009-085DAC2E1A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Finally!</a:t>
            </a:r>
          </a:p>
        </p:txBody>
      </p:sp>
    </p:spTree>
    <p:extLst>
      <p:ext uri="{BB962C8B-B14F-4D97-AF65-F5344CB8AC3E}">
        <p14:creationId xmlns:p14="http://schemas.microsoft.com/office/powerpoint/2010/main" val="2449047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611FABA-6FBF-F5FC-E636-2C058535A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72" y="1271206"/>
            <a:ext cx="11114855" cy="37286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8DFD81-46D6-C4A1-9D3A-3323E0D4F6DA}"/>
              </a:ext>
            </a:extLst>
          </p:cNvPr>
          <p:cNvSpPr txBox="1"/>
          <p:nvPr/>
        </p:nvSpPr>
        <p:spPr>
          <a:xfrm>
            <a:off x="7451834" y="323084"/>
            <a:ext cx="436179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Creating a class and an object.</a:t>
            </a:r>
          </a:p>
        </p:txBody>
      </p:sp>
    </p:spTree>
    <p:extLst>
      <p:ext uri="{BB962C8B-B14F-4D97-AF65-F5344CB8AC3E}">
        <p14:creationId xmlns:p14="http://schemas.microsoft.com/office/powerpoint/2010/main" val="1150073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CF6B2E-1C12-6DBD-0B3B-1CC2487D1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1" y="178555"/>
            <a:ext cx="8198003" cy="41361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084620-9372-18B3-255B-E5422F859A78}"/>
              </a:ext>
            </a:extLst>
          </p:cNvPr>
          <p:cNvSpPr txBox="1"/>
          <p:nvPr/>
        </p:nvSpPr>
        <p:spPr>
          <a:xfrm>
            <a:off x="8631743" y="178555"/>
            <a:ext cx="320559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Adding the data, or the </a:t>
            </a:r>
            <a:r>
              <a:rPr lang="en-US" sz="2400" b="1" i="1" dirty="0">
                <a:solidFill>
                  <a:schemeClr val="accent1"/>
                </a:solidFill>
              </a:rPr>
              <a:t>ATTRIBUTES</a:t>
            </a:r>
            <a:r>
              <a:rPr lang="en-US" sz="2400" i="1" dirty="0">
                <a:solidFill>
                  <a:schemeClr val="accent1"/>
                </a:solidFill>
              </a:rPr>
              <a:t>, as they are called. Note the </a:t>
            </a:r>
            <a:r>
              <a:rPr lang="en-US" sz="2400" b="1" i="1" dirty="0">
                <a:solidFill>
                  <a:schemeClr val="accent1"/>
                </a:solidFill>
              </a:rPr>
              <a:t>different data types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CE5B1D-ADD3-5BDC-F01C-63B3B641099D}"/>
              </a:ext>
            </a:extLst>
          </p:cNvPr>
          <p:cNvSpPr txBox="1"/>
          <p:nvPr/>
        </p:nvSpPr>
        <p:spPr>
          <a:xfrm>
            <a:off x="8221043" y="2328693"/>
            <a:ext cx="2418847" cy="83099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/>
                </a:solidFill>
              </a:rPr>
              <a:t>Ground Orange Robot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3995324-7882-385A-4D8A-6F9B28453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456234"/>
              </p:ext>
            </p:extLst>
          </p:nvPr>
        </p:nvGraphicFramePr>
        <p:xfrm>
          <a:off x="7005267" y="3203209"/>
          <a:ext cx="48504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627">
                  <a:extLst>
                    <a:ext uri="{9D8B030D-6E8A-4147-A177-3AD203B41FA5}">
                      <a16:colId xmlns:a16="http://schemas.microsoft.com/office/drawing/2014/main" val="295379381"/>
                    </a:ext>
                  </a:extLst>
                </a:gridCol>
                <a:gridCol w="2816773">
                  <a:extLst>
                    <a:ext uri="{9D8B030D-6E8A-4147-A177-3AD203B41FA5}">
                      <a16:colId xmlns:a16="http://schemas.microsoft.com/office/drawing/2014/main" val="1005559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Data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Color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Battery left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Position_x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Position_y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Max. Load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And more…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Behaviors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moveRobot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approachPackage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liftPackage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approachHuman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dropPackage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b="0" i="1" dirty="0">
                          <a:solidFill>
                            <a:schemeClr val="tx1"/>
                          </a:solidFill>
                        </a:rPr>
                        <a:t>And more…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8091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34104D8-CF69-4361-E7C0-63B5A13260FA}"/>
              </a:ext>
            </a:extLst>
          </p:cNvPr>
          <p:cNvSpPr txBox="1"/>
          <p:nvPr/>
        </p:nvSpPr>
        <p:spPr>
          <a:xfrm>
            <a:off x="189251" y="4735112"/>
            <a:ext cx="6463985" cy="15696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QUESTION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Based on what we’ve seen thus far, do any ideas come to mind when you see these attributes?</a:t>
            </a:r>
          </a:p>
          <a:p>
            <a:r>
              <a:rPr lang="en-US" sz="2400" b="1" i="1" dirty="0">
                <a:solidFill>
                  <a:schemeClr val="accent1"/>
                </a:solidFill>
              </a:rPr>
              <a:t>We can create more data types!</a:t>
            </a:r>
          </a:p>
        </p:txBody>
      </p:sp>
    </p:spTree>
    <p:extLst>
      <p:ext uri="{BB962C8B-B14F-4D97-AF65-F5344CB8AC3E}">
        <p14:creationId xmlns:p14="http://schemas.microsoft.com/office/powerpoint/2010/main" val="419326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084620-9372-18B3-255B-E5422F859A78}"/>
              </a:ext>
            </a:extLst>
          </p:cNvPr>
          <p:cNvSpPr txBox="1"/>
          <p:nvPr/>
        </p:nvSpPr>
        <p:spPr>
          <a:xfrm>
            <a:off x="8088923" y="344105"/>
            <a:ext cx="3819232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More classes!</a:t>
            </a:r>
          </a:p>
          <a:p>
            <a:r>
              <a:rPr lang="en-US" sz="2400" i="1" dirty="0">
                <a:solidFill>
                  <a:schemeClr val="accent1"/>
                </a:solidFill>
              </a:rPr>
              <a:t>May help in organizing data.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C00FF4-2CE4-84B6-E590-18573D433A92}"/>
              </a:ext>
            </a:extLst>
          </p:cNvPr>
          <p:cNvSpPr txBox="1"/>
          <p:nvPr/>
        </p:nvSpPr>
        <p:spPr>
          <a:xfrm>
            <a:off x="7595856" y="5054568"/>
            <a:ext cx="4548781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Side note</a:t>
            </a:r>
          </a:p>
          <a:p>
            <a:endParaRPr lang="en-US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public </a:t>
            </a:r>
            <a:r>
              <a:rPr lang="en-US" i="1" dirty="0">
                <a:solidFill>
                  <a:srgbClr val="FF0000"/>
                </a:solidFill>
              </a:rPr>
              <a:t>visibility is not recommended for attributes.</a:t>
            </a:r>
          </a:p>
          <a:p>
            <a:endParaRPr lang="en-US" i="1" dirty="0">
              <a:solidFill>
                <a:srgbClr val="FF0000"/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We will replace this as we progress.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E4E847-9E0B-49F9-CF9D-779F5E6FD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" y="344105"/>
            <a:ext cx="2601785" cy="20645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C4C069-2B40-CB16-F1BA-4EFBD7C92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45" y="2672493"/>
            <a:ext cx="2601784" cy="177682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078F5B4C-5290-850C-C014-9B8AF3131C93}"/>
              </a:ext>
            </a:extLst>
          </p:cNvPr>
          <p:cNvGrpSpPr/>
          <p:nvPr/>
        </p:nvGrpSpPr>
        <p:grpSpPr>
          <a:xfrm>
            <a:off x="3064534" y="1496333"/>
            <a:ext cx="3642824" cy="2064574"/>
            <a:chOff x="4750450" y="1464802"/>
            <a:chExt cx="3642824" cy="206457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D6BE6D3-1A75-E7A7-420C-5E73ABA1A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50450" y="1464802"/>
              <a:ext cx="3642824" cy="2064574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2E7A9F7-C011-D77A-42E2-EF85A9D77B95}"/>
                </a:ext>
              </a:extLst>
            </p:cNvPr>
            <p:cNvSpPr/>
            <p:nvPr/>
          </p:nvSpPr>
          <p:spPr>
            <a:xfrm>
              <a:off x="5717780" y="2259724"/>
              <a:ext cx="1502981" cy="273269"/>
            </a:xfrm>
            <a:prstGeom prst="rect">
              <a:avLst/>
            </a:prstGeom>
            <a:noFill/>
            <a:ln w="412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29F08E9-3BE8-B29B-0783-40DD65F6A652}"/>
                </a:ext>
              </a:extLst>
            </p:cNvPr>
            <p:cNvSpPr/>
            <p:nvPr/>
          </p:nvSpPr>
          <p:spPr>
            <a:xfrm>
              <a:off x="5717779" y="2753710"/>
              <a:ext cx="2196511" cy="283780"/>
            </a:xfrm>
            <a:prstGeom prst="rect">
              <a:avLst/>
            </a:prstGeom>
            <a:noFill/>
            <a:ln w="412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0F9C1CD-073E-98A3-B34F-2FA7B6F017D9}"/>
              </a:ext>
            </a:extLst>
          </p:cNvPr>
          <p:cNvSpPr txBox="1"/>
          <p:nvPr/>
        </p:nvSpPr>
        <p:spPr>
          <a:xfrm>
            <a:off x="8177127" y="1549704"/>
            <a:ext cx="3642824" cy="304698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Robot</a:t>
            </a:r>
            <a:r>
              <a:rPr lang="en-US" sz="2400" i="1" dirty="0">
                <a:solidFill>
                  <a:schemeClr val="accent2"/>
                </a:solidFill>
              </a:rPr>
              <a:t> now contains objects of </a:t>
            </a:r>
            <a:r>
              <a:rPr lang="en-US" sz="2400" b="1" dirty="0">
                <a:solidFill>
                  <a:schemeClr val="accent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Color</a:t>
            </a:r>
            <a:r>
              <a:rPr lang="en-US" sz="2400" i="1" dirty="0">
                <a:solidFill>
                  <a:schemeClr val="accent2"/>
                </a:solidFill>
              </a:rPr>
              <a:t> and </a:t>
            </a:r>
            <a:r>
              <a:rPr lang="en-US" sz="2400" b="1" dirty="0">
                <a:solidFill>
                  <a:schemeClr val="accent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Position</a:t>
            </a:r>
            <a:r>
              <a:rPr lang="en-US" sz="2400" b="1" i="1" dirty="0">
                <a:solidFill>
                  <a:schemeClr val="accent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2400" i="1" dirty="0">
                <a:solidFill>
                  <a:schemeClr val="accent2"/>
                </a:solidFill>
              </a:rPr>
              <a:t>as attributes.</a:t>
            </a:r>
          </a:p>
          <a:p>
            <a:endParaRPr lang="en-US" sz="2400" i="1" dirty="0">
              <a:solidFill>
                <a:schemeClr val="accent2"/>
              </a:solidFill>
            </a:endParaRPr>
          </a:p>
          <a:p>
            <a:r>
              <a:rPr lang="en-US" sz="2400" i="1" dirty="0">
                <a:solidFill>
                  <a:schemeClr val="accent2"/>
                </a:solidFill>
              </a:rPr>
              <a:t>Objects can be an amalgamation of </a:t>
            </a:r>
            <a:r>
              <a:rPr lang="en-US" sz="2400" b="1" i="1" dirty="0">
                <a:solidFill>
                  <a:schemeClr val="accent2"/>
                </a:solidFill>
              </a:rPr>
              <a:t>primitive</a:t>
            </a:r>
            <a:r>
              <a:rPr lang="en-US" sz="2400" i="1" dirty="0">
                <a:solidFill>
                  <a:schemeClr val="accent2"/>
                </a:solidFill>
              </a:rPr>
              <a:t> as well as </a:t>
            </a:r>
            <a:r>
              <a:rPr lang="en-US" sz="2400" b="1" i="1" dirty="0">
                <a:solidFill>
                  <a:schemeClr val="accent2"/>
                </a:solidFill>
              </a:rPr>
              <a:t>user-defined </a:t>
            </a:r>
            <a:r>
              <a:rPr lang="en-US" sz="2400" i="1" dirty="0">
                <a:solidFill>
                  <a:schemeClr val="accent2"/>
                </a:solidFill>
              </a:rPr>
              <a:t>data types.</a:t>
            </a:r>
          </a:p>
        </p:txBody>
      </p:sp>
    </p:spTree>
    <p:extLst>
      <p:ext uri="{BB962C8B-B14F-4D97-AF65-F5344CB8AC3E}">
        <p14:creationId xmlns:p14="http://schemas.microsoft.com/office/powerpoint/2010/main" val="35778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1EFA88-B247-8C42-985D-217B8D73EEB4}"/>
              </a:ext>
            </a:extLst>
          </p:cNvPr>
          <p:cNvSpPr txBox="1"/>
          <p:nvPr/>
        </p:nvSpPr>
        <p:spPr>
          <a:xfrm>
            <a:off x="8306195" y="184955"/>
            <a:ext cx="3668045" cy="33547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accent1"/>
                </a:solidFill>
              </a:rPr>
              <a:t>Now let’s add </a:t>
            </a:r>
            <a:r>
              <a:rPr lang="en-US" sz="2400" b="1" i="1" dirty="0">
                <a:solidFill>
                  <a:schemeClr val="accent1"/>
                </a:solidFill>
              </a:rPr>
              <a:t>methods </a:t>
            </a:r>
            <a:r>
              <a:rPr lang="en-US" sz="2400" i="1" dirty="0">
                <a:solidFill>
                  <a:schemeClr val="accent1"/>
                </a:solidFill>
              </a:rPr>
              <a:t>in our </a:t>
            </a:r>
            <a:r>
              <a:rPr lang="en-US" sz="2400" b="1" i="1" dirty="0">
                <a:solidFill>
                  <a:schemeClr val="accent1"/>
                </a:solidFill>
              </a:rPr>
              <a:t>class definition</a:t>
            </a:r>
            <a:r>
              <a:rPr lang="en-US" sz="2400" i="1" dirty="0">
                <a:solidFill>
                  <a:schemeClr val="accent1"/>
                </a:solidFill>
              </a:rPr>
              <a:t>.</a:t>
            </a:r>
          </a:p>
          <a:p>
            <a:endParaRPr lang="en-US" sz="2400" i="1" dirty="0">
              <a:solidFill>
                <a:schemeClr val="accent1"/>
              </a:solidFill>
            </a:endParaRPr>
          </a:p>
          <a:p>
            <a:r>
              <a:rPr lang="en-US" sz="2000" b="1" i="1" dirty="0">
                <a:solidFill>
                  <a:schemeClr val="accent1"/>
                </a:solidFill>
              </a:rPr>
              <a:t>Note</a:t>
            </a:r>
          </a:p>
          <a:p>
            <a:r>
              <a:rPr lang="en-US" sz="2000" i="1" dirty="0">
                <a:solidFill>
                  <a:schemeClr val="accent1"/>
                </a:solidFill>
              </a:rPr>
              <a:t>By convention, attribute names are prefixed by </a:t>
            </a:r>
            <a:r>
              <a:rPr lang="en-US" sz="2000" dirty="0">
                <a:solidFill>
                  <a:schemeClr val="accent1"/>
                </a:solidFill>
              </a:rPr>
              <a:t>‘</a:t>
            </a:r>
            <a:r>
              <a:rPr lang="en-US" sz="2000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m_</a:t>
            </a:r>
            <a:r>
              <a:rPr lang="en-US" sz="2000" dirty="0">
                <a:solidFill>
                  <a:schemeClr val="accent1"/>
                </a:solidFill>
              </a:rPr>
              <a:t>’</a:t>
            </a:r>
          </a:p>
          <a:p>
            <a:endParaRPr lang="en-US" sz="2000" i="1" dirty="0">
              <a:solidFill>
                <a:schemeClr val="accent1"/>
              </a:solidFill>
            </a:endParaRPr>
          </a:p>
          <a:p>
            <a:r>
              <a:rPr lang="en-US" sz="2000" i="1" dirty="0">
                <a:solidFill>
                  <a:schemeClr val="accent1"/>
                </a:solidFill>
              </a:rPr>
              <a:t>This helps in differentiating between object’s attributes vs. other variables.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51681E-59A7-C524-42AB-E6F007DDA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60" y="184955"/>
            <a:ext cx="6637525" cy="53434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A3E32A-2C0E-C2E1-4A5A-0E9AD4438C29}"/>
              </a:ext>
            </a:extLst>
          </p:cNvPr>
          <p:cNvSpPr txBox="1"/>
          <p:nvPr/>
        </p:nvSpPr>
        <p:spPr>
          <a:xfrm>
            <a:off x="7595856" y="5054568"/>
            <a:ext cx="4548781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Side note</a:t>
            </a:r>
          </a:p>
          <a:p>
            <a:endParaRPr lang="en-US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public </a:t>
            </a:r>
            <a:r>
              <a:rPr lang="en-US" i="1" dirty="0">
                <a:solidFill>
                  <a:srgbClr val="FF0000"/>
                </a:solidFill>
              </a:rPr>
              <a:t>visibility is not recommended for attributes.</a:t>
            </a:r>
          </a:p>
          <a:p>
            <a:endParaRPr lang="en-US" i="1" dirty="0">
              <a:solidFill>
                <a:srgbClr val="FF0000"/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We will replace this as we progress.</a:t>
            </a:r>
          </a:p>
        </p:txBody>
      </p:sp>
    </p:spTree>
    <p:extLst>
      <p:ext uri="{BB962C8B-B14F-4D97-AF65-F5344CB8AC3E}">
        <p14:creationId xmlns:p14="http://schemas.microsoft.com/office/powerpoint/2010/main" val="2179674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0C8C-E80C-2CC9-3DCE-87E8FA1E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Object’s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811F-17BB-CD31-7B56-D91C8C6DE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order to access an object’s members (attributes or methods), use the dot operator.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Robot r1;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 Mono" panose="00000009000000000000" pitchFamily="49" charset="0"/>
                <a:ea typeface="Roboto Mono" panose="00000009000000000000" pitchFamily="49" charset="0"/>
                <a:cs typeface="+mn-cs"/>
              </a:rPr>
              <a:t> // creating an object</a:t>
            </a:r>
            <a:endParaRPr lang="en-US" b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r1.m_maxLoad;	</a:t>
            </a:r>
            <a:r>
              <a:rPr lang="en-US" sz="2400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accessing attributes</a:t>
            </a:r>
            <a:endParaRPr lang="en-US" sz="2400" b="1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endParaRPr lang="en-US" b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r1.m_liftPackage();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	</a:t>
            </a:r>
            <a:r>
              <a:rPr lang="en-US" sz="2400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accessing methods</a:t>
            </a:r>
            <a:endParaRPr lang="en-US" dirty="0">
              <a:solidFill>
                <a:srgbClr val="00B05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848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D2BB0B-CFEE-10EB-9E1C-E14368B24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90" y="350384"/>
            <a:ext cx="5178692" cy="4169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CDE006-051F-FF59-7641-5E4C7C44F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411" y="350383"/>
            <a:ext cx="6766225" cy="27806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A74478-7C79-0B91-D17D-4999529C4D3D}"/>
              </a:ext>
            </a:extLst>
          </p:cNvPr>
          <p:cNvSpPr txBox="1"/>
          <p:nvPr/>
        </p:nvSpPr>
        <p:spPr>
          <a:xfrm>
            <a:off x="7595856" y="5054568"/>
            <a:ext cx="4548781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Side note</a:t>
            </a:r>
          </a:p>
          <a:p>
            <a:endParaRPr lang="en-US" b="1" dirty="0">
              <a:solidFill>
                <a:srgbClr val="FF0000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public </a:t>
            </a:r>
            <a:r>
              <a:rPr lang="en-US" i="1" dirty="0">
                <a:solidFill>
                  <a:srgbClr val="FF0000"/>
                </a:solidFill>
              </a:rPr>
              <a:t>visibility is not recommended for attributes.</a:t>
            </a:r>
          </a:p>
          <a:p>
            <a:endParaRPr lang="en-US" i="1" dirty="0">
              <a:solidFill>
                <a:srgbClr val="FF0000"/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We will replace this as we progress.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3DBE6E-3A86-EDB8-0F34-52376C403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411" y="3181419"/>
            <a:ext cx="2044733" cy="18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11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0C8C-E80C-2CC9-3DCE-87E8FA1E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an Object’s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811F-17BB-CD31-7B56-D91C8C6DE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 the last example, if I printed </a:t>
            </a:r>
            <a:r>
              <a:rPr lang="en-US" b="1" dirty="0">
                <a:solidFill>
                  <a:srgbClr val="FF000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r2</a:t>
            </a:r>
            <a:r>
              <a:rPr lang="en-US" dirty="0">
                <a:solidFill>
                  <a:srgbClr val="FF0000"/>
                </a:solidFill>
              </a:rPr>
              <a:t>’s position attributes, </a:t>
            </a:r>
            <a:r>
              <a:rPr lang="en-US" b="1" dirty="0">
                <a:solidFill>
                  <a:srgbClr val="FF0000"/>
                </a:solidFill>
              </a:rPr>
              <a:t>after </a:t>
            </a:r>
            <a:r>
              <a:rPr lang="en-US" dirty="0">
                <a:solidFill>
                  <a:srgbClr val="FF0000"/>
                </a:solidFill>
              </a:rPr>
              <a:t>the function call was made, what would be their values?</a:t>
            </a:r>
            <a:endParaRPr lang="en-US" dirty="0"/>
          </a:p>
          <a:p>
            <a:pPr lvl="1"/>
            <a:r>
              <a:rPr lang="en-US" dirty="0">
                <a:solidFill>
                  <a:schemeClr val="accent1"/>
                </a:solidFill>
              </a:rPr>
              <a:t>Unaffected.</a:t>
            </a:r>
          </a:p>
          <a:p>
            <a:endParaRPr lang="en-US" dirty="0"/>
          </a:p>
          <a:p>
            <a:r>
              <a:rPr lang="en-US" b="1" dirty="0"/>
              <a:t>Reason:</a:t>
            </a:r>
            <a:r>
              <a:rPr lang="en-US" dirty="0"/>
              <a:t> The data of different objects are independent from one another. </a:t>
            </a:r>
          </a:p>
        </p:txBody>
      </p:sp>
    </p:spTree>
    <p:extLst>
      <p:ext uri="{BB962C8B-B14F-4D97-AF65-F5344CB8AC3E}">
        <p14:creationId xmlns:p14="http://schemas.microsoft.com/office/powerpoint/2010/main" val="2412536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0C8C-E80C-2CC9-3DCE-87E8FA1E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811F-17BB-CD31-7B56-D91C8C6DE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does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r2</a:t>
            </a:r>
            <a:r>
              <a:rPr lang="en-US" dirty="0"/>
              <a:t>’s position (or attributes, in general) didn’t change?</a:t>
            </a:r>
          </a:p>
          <a:p>
            <a:pPr lvl="1"/>
            <a:r>
              <a:rPr lang="en-US" i="1" dirty="0">
                <a:solidFill>
                  <a:schemeClr val="accent1"/>
                </a:solidFill>
              </a:rPr>
              <a:t>Because data of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r1 </a:t>
            </a:r>
            <a:r>
              <a:rPr lang="en-US" i="1" dirty="0">
                <a:solidFill>
                  <a:schemeClr val="accent1"/>
                </a:solidFill>
              </a:rPr>
              <a:t>is independent from the data of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r2</a:t>
            </a:r>
            <a:r>
              <a:rPr lang="en-US" i="1" dirty="0">
                <a:solidFill>
                  <a:schemeClr val="accent1"/>
                </a:solidFill>
              </a:rPr>
              <a:t>!</a:t>
            </a:r>
          </a:p>
          <a:p>
            <a:pPr lvl="1"/>
            <a:endParaRPr lang="en-US" i="1" dirty="0"/>
          </a:p>
          <a:p>
            <a:r>
              <a:rPr lang="en-US" dirty="0"/>
              <a:t>This idea could be explained more…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334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0C8C-E80C-2CC9-3DCE-87E8FA1E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811F-17BB-CD31-7B56-D91C8C6DE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call a member function of an object, like so,</a:t>
            </a:r>
          </a:p>
          <a:p>
            <a:pPr marL="0" indent="0">
              <a:buNone/>
            </a:pP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r1.moveRobot();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object,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r1</a:t>
            </a:r>
            <a:r>
              <a:rPr lang="en-US" dirty="0"/>
              <a:t>, is </a:t>
            </a:r>
            <a:r>
              <a:rPr lang="en-US" b="1" dirty="0">
                <a:solidFill>
                  <a:schemeClr val="accent1"/>
                </a:solidFill>
              </a:rPr>
              <a:t>implicitly </a:t>
            </a:r>
            <a:r>
              <a:rPr lang="en-US" dirty="0"/>
              <a:t>passed to 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(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&amp;r1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)	</a:t>
            </a:r>
            <a:r>
              <a:rPr lang="en-US" sz="2400" dirty="0">
                <a:solidFill>
                  <a:srgbClr val="00B050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// compiler does this for us.</a:t>
            </a: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And the attributes that you accessed within </a:t>
            </a:r>
            <a:r>
              <a:rPr lang="en-US" b="1" dirty="0" err="1">
                <a:latin typeface="Roboto Mono" panose="00000009000000000000" pitchFamily="49" charset="0"/>
                <a:ea typeface="Roboto Mono" panose="00000009000000000000" pitchFamily="49" charset="0"/>
              </a:rPr>
              <a:t>moveRobot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()</a:t>
            </a:r>
            <a:r>
              <a:rPr lang="en-US" dirty="0"/>
              <a:t> were of this </a:t>
            </a:r>
            <a:r>
              <a:rPr lang="en-US" b="1" dirty="0"/>
              <a:t>implicit object </a:t>
            </a:r>
            <a:r>
              <a:rPr lang="en-US" dirty="0"/>
              <a:t>(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r1 </a:t>
            </a:r>
            <a:r>
              <a:rPr lang="en-US" dirty="0"/>
              <a:t>in this case).</a:t>
            </a:r>
            <a:endParaRPr lang="en-US" b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BCC7AF-E8E2-3E26-8F0B-C5C31EE5EB9F}"/>
              </a:ext>
            </a:extLst>
          </p:cNvPr>
          <p:cNvSpPr/>
          <p:nvPr/>
        </p:nvSpPr>
        <p:spPr>
          <a:xfrm>
            <a:off x="838200" y="2348656"/>
            <a:ext cx="3397469" cy="462456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449BB-E490-2B11-33F0-5D9B0268CBA0}"/>
              </a:ext>
            </a:extLst>
          </p:cNvPr>
          <p:cNvSpPr/>
          <p:nvPr/>
        </p:nvSpPr>
        <p:spPr>
          <a:xfrm>
            <a:off x="838200" y="3885999"/>
            <a:ext cx="9125607" cy="462456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5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32C0-9AE2-343D-1B98-28F81CF2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Member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35585-D32D-600A-3598-ABAF22E1A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That’s why the method knows that it needs to modify </a:t>
            </a:r>
            <a:r>
              <a:rPr lang="en-US" b="1" dirty="0">
                <a:latin typeface="Roboto Mono" panose="00000009000000000000" pitchFamily="49" charset="0"/>
                <a:ea typeface="Roboto Mono" panose="00000009000000000000" pitchFamily="49" charset="0"/>
              </a:rPr>
              <a:t>r1</a:t>
            </a:r>
            <a:r>
              <a:rPr lang="en-US" dirty="0"/>
              <a:t>’s attributes.</a:t>
            </a:r>
          </a:p>
          <a:p>
            <a:pPr lvl="1"/>
            <a:r>
              <a:rPr lang="en-US" dirty="0"/>
              <a:t>Concept of </a:t>
            </a:r>
            <a:r>
              <a:rPr lang="en-US" b="1" dirty="0">
                <a:solidFill>
                  <a:schemeClr val="accent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this </a:t>
            </a:r>
            <a:r>
              <a:rPr lang="en-US" dirty="0"/>
              <a:t>pointer.</a:t>
            </a:r>
          </a:p>
          <a:p>
            <a:pPr lvl="1"/>
            <a:r>
              <a:rPr lang="en-US" dirty="0"/>
              <a:t>Talk more later.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350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5965</TotalTime>
  <Words>1623</Words>
  <Application>Microsoft Office PowerPoint</Application>
  <PresentationFormat>Widescreen</PresentationFormat>
  <Paragraphs>320</Paragraphs>
  <Slides>38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Roboto Mono</vt:lpstr>
      <vt:lpstr>Office Theme</vt:lpstr>
      <vt:lpstr>Introduction to OOP</vt:lpstr>
      <vt:lpstr>Let’s try modeling a real world situation…</vt:lpstr>
      <vt:lpstr>PowerPoint Presentation</vt:lpstr>
      <vt:lpstr>PowerPoint Presentation</vt:lpstr>
      <vt:lpstr>PowerPoint Presentation</vt:lpstr>
      <vt:lpstr>PowerPoint Presentation</vt:lpstr>
      <vt:lpstr>We saw this situation… How do we start about writing a program for it?</vt:lpstr>
      <vt:lpstr>We saw this situation… How do we start about writing a program for it?</vt:lpstr>
      <vt:lpstr>We saw this situation… How do we start about writing a program for it?</vt:lpstr>
      <vt:lpstr>We saw this situation… How do we start about writing a program for it?</vt:lpstr>
      <vt:lpstr>We saw this situation… How do we start about writing a program for it?</vt:lpstr>
      <vt:lpstr>Enter Objects</vt:lpstr>
      <vt:lpstr>Now let’s implement our warehouse in OOP</vt:lpstr>
      <vt:lpstr>PowerPoint Presentation</vt:lpstr>
      <vt:lpstr>Identifying Objects</vt:lpstr>
      <vt:lpstr>PowerPoint Presentation</vt:lpstr>
      <vt:lpstr>Identifying Objects</vt:lpstr>
      <vt:lpstr>Identifying Objects</vt:lpstr>
      <vt:lpstr>Identifying Objects</vt:lpstr>
      <vt:lpstr>Identifying Objects</vt:lpstr>
      <vt:lpstr>Identifying Objects</vt:lpstr>
      <vt:lpstr>Identifying Objects</vt:lpstr>
      <vt:lpstr>Enter Classes</vt:lpstr>
      <vt:lpstr>Enter Classes</vt:lpstr>
      <vt:lpstr>Enter Classes</vt:lpstr>
      <vt:lpstr>Interpretation of Classes as a Data Type</vt:lpstr>
      <vt:lpstr>Independence of Data</vt:lpstr>
      <vt:lpstr>Creating Classes and Objects in Code</vt:lpstr>
      <vt:lpstr>PowerPoint Presentation</vt:lpstr>
      <vt:lpstr>PowerPoint Presentation</vt:lpstr>
      <vt:lpstr>PowerPoint Presentation</vt:lpstr>
      <vt:lpstr>PowerPoint Presentation</vt:lpstr>
      <vt:lpstr>Accessing an Object’s Members</vt:lpstr>
      <vt:lpstr>PowerPoint Presentation</vt:lpstr>
      <vt:lpstr>Accessing an Object’s Members</vt:lpstr>
      <vt:lpstr>Calling Member Functions</vt:lpstr>
      <vt:lpstr>Calling Member Functions</vt:lpstr>
      <vt:lpstr>Calling Member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Salman</dc:creator>
  <cp:lastModifiedBy>Mohammad Salman</cp:lastModifiedBy>
  <cp:revision>2</cp:revision>
  <dcterms:created xsi:type="dcterms:W3CDTF">2023-09-13T11:10:34Z</dcterms:created>
  <dcterms:modified xsi:type="dcterms:W3CDTF">2023-09-23T09:47:46Z</dcterms:modified>
</cp:coreProperties>
</file>