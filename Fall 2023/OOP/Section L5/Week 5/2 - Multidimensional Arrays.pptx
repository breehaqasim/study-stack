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71" r:id="rId8"/>
    <p:sldId id="261" r:id="rId9"/>
    <p:sldId id="263" r:id="rId10"/>
    <p:sldId id="264" r:id="rId11"/>
    <p:sldId id="270" r:id="rId12"/>
    <p:sldId id="267" r:id="rId13"/>
    <p:sldId id="268" r:id="rId14"/>
    <p:sldId id="266" r:id="rId15"/>
    <p:sldId id="265" r:id="rId16"/>
    <p:sldId id="269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944" autoAdjust="0"/>
  </p:normalViewPr>
  <p:slideViewPr>
    <p:cSldViewPr snapToGrid="0">
      <p:cViewPr varScale="1">
        <p:scale>
          <a:sx n="71" d="100"/>
          <a:sy n="71" d="100"/>
        </p:scale>
        <p:origin x="110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12F1429A-069F-4212-9143-E84A018DDA84}"/>
    <pc:docChg chg="undo custSel addSld delSld modSld sldOrd addSection delSection">
      <pc:chgData name="Mohammad Salman" userId="cfd6754c-e613-4f6f-bb98-36aef69d8c31" providerId="ADAL" clId="{12F1429A-069F-4212-9143-E84A018DDA84}" dt="2023-09-19T07:32:20.081" v="3508" actId="115"/>
      <pc:docMkLst>
        <pc:docMk/>
      </pc:docMkLst>
      <pc:sldChg chg="modSp new mod setBg">
        <pc:chgData name="Mohammad Salman" userId="cfd6754c-e613-4f6f-bb98-36aef69d8c31" providerId="ADAL" clId="{12F1429A-069F-4212-9143-E84A018DDA84}" dt="2023-09-18T13:54:46.503" v="3067" actId="20577"/>
        <pc:sldMkLst>
          <pc:docMk/>
          <pc:sldMk cId="4184159083" sldId="256"/>
        </pc:sldMkLst>
        <pc:spChg chg="mod">
          <ac:chgData name="Mohammad Salman" userId="cfd6754c-e613-4f6f-bb98-36aef69d8c31" providerId="ADAL" clId="{12F1429A-069F-4212-9143-E84A018DDA84}" dt="2023-09-18T13:54:46.503" v="3067" actId="20577"/>
          <ac:spMkLst>
            <pc:docMk/>
            <pc:sldMk cId="4184159083" sldId="256"/>
            <ac:spMk id="2" creationId="{1B1593FC-0430-C3C0-7953-BD432C8FBAB1}"/>
          </ac:spMkLst>
        </pc:spChg>
      </pc:sldChg>
      <pc:sldChg chg="addSp delSp modSp new mod">
        <pc:chgData name="Mohammad Salman" userId="cfd6754c-e613-4f6f-bb98-36aef69d8c31" providerId="ADAL" clId="{12F1429A-069F-4212-9143-E84A018DDA84}" dt="2023-09-15T10:05:04.648" v="64" actId="14100"/>
        <pc:sldMkLst>
          <pc:docMk/>
          <pc:sldMk cId="2595311692" sldId="257"/>
        </pc:sldMkLst>
        <pc:spChg chg="mod">
          <ac:chgData name="Mohammad Salman" userId="cfd6754c-e613-4f6f-bb98-36aef69d8c31" providerId="ADAL" clId="{12F1429A-069F-4212-9143-E84A018DDA84}" dt="2023-09-15T10:02:22.380" v="27"/>
          <ac:spMkLst>
            <pc:docMk/>
            <pc:sldMk cId="2595311692" sldId="257"/>
            <ac:spMk id="2" creationId="{FF5AFA1F-7831-2B02-D269-384B57AC3FA0}"/>
          </ac:spMkLst>
        </pc:spChg>
        <pc:spChg chg="add del">
          <ac:chgData name="Mohammad Salman" userId="cfd6754c-e613-4f6f-bb98-36aef69d8c31" providerId="ADAL" clId="{12F1429A-069F-4212-9143-E84A018DDA84}" dt="2023-09-15T10:02:55.501" v="30" actId="478"/>
          <ac:spMkLst>
            <pc:docMk/>
            <pc:sldMk cId="2595311692" sldId="257"/>
            <ac:spMk id="3" creationId="{4EFBB090-DC5D-A9F4-3E58-10879BDD51CC}"/>
          </ac:spMkLst>
        </pc:spChg>
        <pc:spChg chg="add mod">
          <ac:chgData name="Mohammad Salman" userId="cfd6754c-e613-4f6f-bb98-36aef69d8c31" providerId="ADAL" clId="{12F1429A-069F-4212-9143-E84A018DDA84}" dt="2023-09-15T10:04:44.997" v="54" actId="207"/>
          <ac:spMkLst>
            <pc:docMk/>
            <pc:sldMk cId="2595311692" sldId="257"/>
            <ac:spMk id="10" creationId="{6A9E570E-5EF2-C49C-7A4D-9E2888552A69}"/>
          </ac:spMkLst>
        </pc:spChg>
        <pc:spChg chg="add del mod">
          <ac:chgData name="Mohammad Salman" userId="cfd6754c-e613-4f6f-bb98-36aef69d8c31" providerId="ADAL" clId="{12F1429A-069F-4212-9143-E84A018DDA84}" dt="2023-09-15T10:04:04.060" v="40" actId="478"/>
          <ac:spMkLst>
            <pc:docMk/>
            <pc:sldMk cId="2595311692" sldId="257"/>
            <ac:spMk id="11" creationId="{FC99CBFA-DFFE-E806-7070-6197A08FD779}"/>
          </ac:spMkLst>
        </pc:spChg>
        <pc:spChg chg="add mod">
          <ac:chgData name="Mohammad Salman" userId="cfd6754c-e613-4f6f-bb98-36aef69d8c31" providerId="ADAL" clId="{12F1429A-069F-4212-9143-E84A018DDA84}" dt="2023-09-15T10:04:28.956" v="50" actId="14100"/>
          <ac:spMkLst>
            <pc:docMk/>
            <pc:sldMk cId="2595311692" sldId="257"/>
            <ac:spMk id="12" creationId="{54693B33-3FA4-C9C9-F7B8-4CD78F1F6BCF}"/>
          </ac:spMkLst>
        </pc:spChg>
        <pc:spChg chg="add mod">
          <ac:chgData name="Mohammad Salman" userId="cfd6754c-e613-4f6f-bb98-36aef69d8c31" providerId="ADAL" clId="{12F1429A-069F-4212-9143-E84A018DDA84}" dt="2023-09-15T10:04:37.142" v="53" actId="14100"/>
          <ac:spMkLst>
            <pc:docMk/>
            <pc:sldMk cId="2595311692" sldId="257"/>
            <ac:spMk id="13" creationId="{A19E4EDD-6647-2A73-B265-06F900E793AE}"/>
          </ac:spMkLst>
        </pc:spChg>
        <pc:spChg chg="add mod">
          <ac:chgData name="Mohammad Salman" userId="cfd6754c-e613-4f6f-bb98-36aef69d8c31" providerId="ADAL" clId="{12F1429A-069F-4212-9143-E84A018DDA84}" dt="2023-09-15T10:04:57.153" v="61" actId="1035"/>
          <ac:spMkLst>
            <pc:docMk/>
            <pc:sldMk cId="2595311692" sldId="257"/>
            <ac:spMk id="14" creationId="{8C8AF2EA-77A5-EF34-CEC9-22B891759741}"/>
          </ac:spMkLst>
        </pc:spChg>
        <pc:spChg chg="add mod">
          <ac:chgData name="Mohammad Salman" userId="cfd6754c-e613-4f6f-bb98-36aef69d8c31" providerId="ADAL" clId="{12F1429A-069F-4212-9143-E84A018DDA84}" dt="2023-09-15T10:05:04.648" v="64" actId="14100"/>
          <ac:spMkLst>
            <pc:docMk/>
            <pc:sldMk cId="2595311692" sldId="257"/>
            <ac:spMk id="15" creationId="{919E9F5F-5C7E-E9EC-0ADE-F29A003D7876}"/>
          </ac:spMkLst>
        </pc:spChg>
        <pc:picChg chg="add del mod ord">
          <ac:chgData name="Mohammad Salman" userId="cfd6754c-e613-4f6f-bb98-36aef69d8c31" providerId="ADAL" clId="{12F1429A-069F-4212-9143-E84A018DDA84}" dt="2023-09-15T10:02:52.342" v="29" actId="22"/>
          <ac:picMkLst>
            <pc:docMk/>
            <pc:sldMk cId="2595311692" sldId="257"/>
            <ac:picMk id="5" creationId="{40DB3AD7-2D1D-C5FF-8876-F1298944488E}"/>
          </ac:picMkLst>
        </pc:picChg>
        <pc:picChg chg="add mod">
          <ac:chgData name="Mohammad Salman" userId="cfd6754c-e613-4f6f-bb98-36aef69d8c31" providerId="ADAL" clId="{12F1429A-069F-4212-9143-E84A018DDA84}" dt="2023-09-15T10:03:01.728" v="33" actId="1076"/>
          <ac:picMkLst>
            <pc:docMk/>
            <pc:sldMk cId="2595311692" sldId="257"/>
            <ac:picMk id="7" creationId="{4F03F351-0248-32F8-EC1F-3E99EA92EFF6}"/>
          </ac:picMkLst>
        </pc:picChg>
        <pc:picChg chg="add mod">
          <ac:chgData name="Mohammad Salman" userId="cfd6754c-e613-4f6f-bb98-36aef69d8c31" providerId="ADAL" clId="{12F1429A-069F-4212-9143-E84A018DDA84}" dt="2023-09-15T10:03:44.432" v="36" actId="1076"/>
          <ac:picMkLst>
            <pc:docMk/>
            <pc:sldMk cId="2595311692" sldId="257"/>
            <ac:picMk id="9" creationId="{A6B78667-549A-F261-B48D-DE5A00B2279F}"/>
          </ac:picMkLst>
        </pc:picChg>
      </pc:sldChg>
      <pc:sldChg chg="addSp delSp modSp add mod">
        <pc:chgData name="Mohammad Salman" userId="cfd6754c-e613-4f6f-bb98-36aef69d8c31" providerId="ADAL" clId="{12F1429A-069F-4212-9143-E84A018DDA84}" dt="2023-09-19T07:25:28.276" v="3494" actId="1076"/>
        <pc:sldMkLst>
          <pc:docMk/>
          <pc:sldMk cId="3742934290" sldId="258"/>
        </pc:sldMkLst>
        <pc:spChg chg="del">
          <ac:chgData name="Mohammad Salman" userId="cfd6754c-e613-4f6f-bb98-36aef69d8c31" providerId="ADAL" clId="{12F1429A-069F-4212-9143-E84A018DDA84}" dt="2023-09-15T10:05:23.360" v="66" actId="478"/>
          <ac:spMkLst>
            <pc:docMk/>
            <pc:sldMk cId="3742934290" sldId="258"/>
            <ac:spMk id="10" creationId="{6A9E570E-5EF2-C49C-7A4D-9E2888552A69}"/>
          </ac:spMkLst>
        </pc:spChg>
        <pc:spChg chg="del">
          <ac:chgData name="Mohammad Salman" userId="cfd6754c-e613-4f6f-bb98-36aef69d8c31" providerId="ADAL" clId="{12F1429A-069F-4212-9143-E84A018DDA84}" dt="2023-09-15T10:05:23.360" v="66" actId="478"/>
          <ac:spMkLst>
            <pc:docMk/>
            <pc:sldMk cId="3742934290" sldId="258"/>
            <ac:spMk id="12" creationId="{54693B33-3FA4-C9C9-F7B8-4CD78F1F6BCF}"/>
          </ac:spMkLst>
        </pc:spChg>
        <pc:spChg chg="del">
          <ac:chgData name="Mohammad Salman" userId="cfd6754c-e613-4f6f-bb98-36aef69d8c31" providerId="ADAL" clId="{12F1429A-069F-4212-9143-E84A018DDA84}" dt="2023-09-15T10:05:23.360" v="66" actId="478"/>
          <ac:spMkLst>
            <pc:docMk/>
            <pc:sldMk cId="3742934290" sldId="258"/>
            <ac:spMk id="13" creationId="{A19E4EDD-6647-2A73-B265-06F900E793AE}"/>
          </ac:spMkLst>
        </pc:spChg>
        <pc:spChg chg="del">
          <ac:chgData name="Mohammad Salman" userId="cfd6754c-e613-4f6f-bb98-36aef69d8c31" providerId="ADAL" clId="{12F1429A-069F-4212-9143-E84A018DDA84}" dt="2023-09-15T10:05:23.360" v="66" actId="478"/>
          <ac:spMkLst>
            <pc:docMk/>
            <pc:sldMk cId="3742934290" sldId="258"/>
            <ac:spMk id="14" creationId="{8C8AF2EA-77A5-EF34-CEC9-22B891759741}"/>
          </ac:spMkLst>
        </pc:spChg>
        <pc:spChg chg="del">
          <ac:chgData name="Mohammad Salman" userId="cfd6754c-e613-4f6f-bb98-36aef69d8c31" providerId="ADAL" clId="{12F1429A-069F-4212-9143-E84A018DDA84}" dt="2023-09-15T10:05:23.360" v="66" actId="478"/>
          <ac:spMkLst>
            <pc:docMk/>
            <pc:sldMk cId="3742934290" sldId="258"/>
            <ac:spMk id="15" creationId="{919E9F5F-5C7E-E9EC-0ADE-F29A003D7876}"/>
          </ac:spMkLst>
        </pc:spChg>
        <pc:picChg chg="add mod">
          <ac:chgData name="Mohammad Salman" userId="cfd6754c-e613-4f6f-bb98-36aef69d8c31" providerId="ADAL" clId="{12F1429A-069F-4212-9143-E84A018DDA84}" dt="2023-09-19T07:25:28.276" v="3494" actId="1076"/>
          <ac:picMkLst>
            <pc:docMk/>
            <pc:sldMk cId="3742934290" sldId="258"/>
            <ac:picMk id="4" creationId="{E741AB1B-520D-B068-8E61-472E980AD5ED}"/>
          </ac:picMkLst>
        </pc:picChg>
        <pc:picChg chg="add mod">
          <ac:chgData name="Mohammad Salman" userId="cfd6754c-e613-4f6f-bb98-36aef69d8c31" providerId="ADAL" clId="{12F1429A-069F-4212-9143-E84A018DDA84}" dt="2023-09-15T10:06:37.178" v="73" actId="1076"/>
          <ac:picMkLst>
            <pc:docMk/>
            <pc:sldMk cId="3742934290" sldId="258"/>
            <ac:picMk id="6" creationId="{C1BBE120-34C4-2B17-9253-1A236290DCB5}"/>
          </ac:picMkLst>
        </pc:picChg>
        <pc:picChg chg="del">
          <ac:chgData name="Mohammad Salman" userId="cfd6754c-e613-4f6f-bb98-36aef69d8c31" providerId="ADAL" clId="{12F1429A-069F-4212-9143-E84A018DDA84}" dt="2023-09-15T10:05:23.360" v="66" actId="478"/>
          <ac:picMkLst>
            <pc:docMk/>
            <pc:sldMk cId="3742934290" sldId="258"/>
            <ac:picMk id="7" creationId="{4F03F351-0248-32F8-EC1F-3E99EA92EFF6}"/>
          </ac:picMkLst>
        </pc:picChg>
        <pc:picChg chg="del">
          <ac:chgData name="Mohammad Salman" userId="cfd6754c-e613-4f6f-bb98-36aef69d8c31" providerId="ADAL" clId="{12F1429A-069F-4212-9143-E84A018DDA84}" dt="2023-09-15T10:05:23.360" v="66" actId="478"/>
          <ac:picMkLst>
            <pc:docMk/>
            <pc:sldMk cId="3742934290" sldId="258"/>
            <ac:picMk id="9" creationId="{A6B78667-549A-F261-B48D-DE5A00B2279F}"/>
          </ac:picMkLst>
        </pc:picChg>
      </pc:sldChg>
      <pc:sldChg chg="addSp delSp modSp add mod chgLayout">
        <pc:chgData name="Mohammad Salman" userId="cfd6754c-e613-4f6f-bb98-36aef69d8c31" providerId="ADAL" clId="{12F1429A-069F-4212-9143-E84A018DDA84}" dt="2023-09-19T07:25:51.712" v="3497" actId="20577"/>
        <pc:sldMkLst>
          <pc:docMk/>
          <pc:sldMk cId="485578433" sldId="259"/>
        </pc:sldMkLst>
        <pc:spChg chg="mod ord">
          <ac:chgData name="Mohammad Salman" userId="cfd6754c-e613-4f6f-bb98-36aef69d8c31" providerId="ADAL" clId="{12F1429A-069F-4212-9143-E84A018DDA84}" dt="2023-09-15T10:07:18.468" v="77" actId="700"/>
          <ac:spMkLst>
            <pc:docMk/>
            <pc:sldMk cId="485578433" sldId="259"/>
            <ac:spMk id="2" creationId="{FF5AFA1F-7831-2B02-D269-384B57AC3FA0}"/>
          </ac:spMkLst>
        </pc:spChg>
        <pc:spChg chg="add mod ord">
          <ac:chgData name="Mohammad Salman" userId="cfd6754c-e613-4f6f-bb98-36aef69d8c31" providerId="ADAL" clId="{12F1429A-069F-4212-9143-E84A018DDA84}" dt="2023-09-19T07:25:51.712" v="3497" actId="20577"/>
          <ac:spMkLst>
            <pc:docMk/>
            <pc:sldMk cId="485578433" sldId="259"/>
            <ac:spMk id="3" creationId="{876F6E5B-D9BE-111F-CC9F-484BE0D46017}"/>
          </ac:spMkLst>
        </pc:spChg>
        <pc:spChg chg="add mod">
          <ac:chgData name="Mohammad Salman" userId="cfd6754c-e613-4f6f-bb98-36aef69d8c31" providerId="ADAL" clId="{12F1429A-069F-4212-9143-E84A018DDA84}" dt="2023-09-15T10:09:15.016" v="342" actId="14100"/>
          <ac:spMkLst>
            <pc:docMk/>
            <pc:sldMk cId="485578433" sldId="259"/>
            <ac:spMk id="10" creationId="{98F2EF26-E68E-FE56-93FA-F49ABA2E1416}"/>
          </ac:spMkLst>
        </pc:spChg>
        <pc:spChg chg="add mod">
          <ac:chgData name="Mohammad Salman" userId="cfd6754c-e613-4f6f-bb98-36aef69d8c31" providerId="ADAL" clId="{12F1429A-069F-4212-9143-E84A018DDA84}" dt="2023-09-15T10:09:27.040" v="348" actId="207"/>
          <ac:spMkLst>
            <pc:docMk/>
            <pc:sldMk cId="485578433" sldId="259"/>
            <ac:spMk id="11" creationId="{74DCF4A5-BDF6-55AA-EB1B-B412549CE5BD}"/>
          </ac:spMkLst>
        </pc:spChg>
        <pc:spChg chg="add mod">
          <ac:chgData name="Mohammad Salman" userId="cfd6754c-e613-4f6f-bb98-36aef69d8c31" providerId="ADAL" clId="{12F1429A-069F-4212-9143-E84A018DDA84}" dt="2023-09-18T09:15:16.648" v="547" actId="1076"/>
          <ac:spMkLst>
            <pc:docMk/>
            <pc:sldMk cId="485578433" sldId="259"/>
            <ac:spMk id="12" creationId="{02FFAD89-37F6-0397-3C74-BDAF4A65427B}"/>
          </ac:spMkLst>
        </pc:spChg>
        <pc:picChg chg="del">
          <ac:chgData name="Mohammad Salman" userId="cfd6754c-e613-4f6f-bb98-36aef69d8c31" providerId="ADAL" clId="{12F1429A-069F-4212-9143-E84A018DDA84}" dt="2023-09-15T10:07:08.911" v="75" actId="478"/>
          <ac:picMkLst>
            <pc:docMk/>
            <pc:sldMk cId="485578433" sldId="259"/>
            <ac:picMk id="4" creationId="{E741AB1B-520D-B068-8E61-472E980AD5ED}"/>
          </ac:picMkLst>
        </pc:picChg>
        <pc:picChg chg="del">
          <ac:chgData name="Mohammad Salman" userId="cfd6754c-e613-4f6f-bb98-36aef69d8c31" providerId="ADAL" clId="{12F1429A-069F-4212-9143-E84A018DDA84}" dt="2023-09-15T10:07:10.686" v="76" actId="478"/>
          <ac:picMkLst>
            <pc:docMk/>
            <pc:sldMk cId="485578433" sldId="259"/>
            <ac:picMk id="6" creationId="{C1BBE120-34C4-2B17-9253-1A236290DCB5}"/>
          </ac:picMkLst>
        </pc:picChg>
        <pc:picChg chg="add del">
          <ac:chgData name="Mohammad Salman" userId="cfd6754c-e613-4f6f-bb98-36aef69d8c31" providerId="ADAL" clId="{12F1429A-069F-4212-9143-E84A018DDA84}" dt="2023-09-15T10:08:31.209" v="328" actId="22"/>
          <ac:picMkLst>
            <pc:docMk/>
            <pc:sldMk cId="485578433" sldId="259"/>
            <ac:picMk id="7" creationId="{AB3B507B-1A45-F771-74A9-C4C1CEA435FF}"/>
          </ac:picMkLst>
        </pc:picChg>
        <pc:picChg chg="add mod">
          <ac:chgData name="Mohammad Salman" userId="cfd6754c-e613-4f6f-bb98-36aef69d8c31" providerId="ADAL" clId="{12F1429A-069F-4212-9143-E84A018DDA84}" dt="2023-09-15T10:08:58.597" v="339" actId="1076"/>
          <ac:picMkLst>
            <pc:docMk/>
            <pc:sldMk cId="485578433" sldId="259"/>
            <ac:picMk id="9" creationId="{9B367E69-BFE0-1784-21ED-2F90861DE2AC}"/>
          </ac:picMkLst>
        </pc:picChg>
      </pc:sldChg>
      <pc:sldChg chg="addSp delSp modSp add mod">
        <pc:chgData name="Mohammad Salman" userId="cfd6754c-e613-4f6f-bb98-36aef69d8c31" providerId="ADAL" clId="{12F1429A-069F-4212-9143-E84A018DDA84}" dt="2023-09-19T07:26:05.065" v="3498" actId="1076"/>
        <pc:sldMkLst>
          <pc:docMk/>
          <pc:sldMk cId="2790510984" sldId="260"/>
        </pc:sldMkLst>
        <pc:spChg chg="del mod">
          <ac:chgData name="Mohammad Salman" userId="cfd6754c-e613-4f6f-bb98-36aef69d8c31" providerId="ADAL" clId="{12F1429A-069F-4212-9143-E84A018DDA84}" dt="2023-09-15T10:11:00.281" v="515" actId="478"/>
          <ac:spMkLst>
            <pc:docMk/>
            <pc:sldMk cId="2790510984" sldId="260"/>
            <ac:spMk id="3" creationId="{876F6E5B-D9BE-111F-CC9F-484BE0D46017}"/>
          </ac:spMkLst>
        </pc:spChg>
        <pc:spChg chg="del">
          <ac:chgData name="Mohammad Salman" userId="cfd6754c-e613-4f6f-bb98-36aef69d8c31" providerId="ADAL" clId="{12F1429A-069F-4212-9143-E84A018DDA84}" dt="2023-09-15T10:10:56.748" v="514" actId="478"/>
          <ac:spMkLst>
            <pc:docMk/>
            <pc:sldMk cId="2790510984" sldId="260"/>
            <ac:spMk id="10" creationId="{98F2EF26-E68E-FE56-93FA-F49ABA2E1416}"/>
          </ac:spMkLst>
        </pc:spChg>
        <pc:spChg chg="del">
          <ac:chgData name="Mohammad Salman" userId="cfd6754c-e613-4f6f-bb98-36aef69d8c31" providerId="ADAL" clId="{12F1429A-069F-4212-9143-E84A018DDA84}" dt="2023-09-15T10:11:00.281" v="515" actId="478"/>
          <ac:spMkLst>
            <pc:docMk/>
            <pc:sldMk cId="2790510984" sldId="260"/>
            <ac:spMk id="11" creationId="{74DCF4A5-BDF6-55AA-EB1B-B412549CE5BD}"/>
          </ac:spMkLst>
        </pc:spChg>
        <pc:spChg chg="del">
          <ac:chgData name="Mohammad Salman" userId="cfd6754c-e613-4f6f-bb98-36aef69d8c31" providerId="ADAL" clId="{12F1429A-069F-4212-9143-E84A018DDA84}" dt="2023-09-15T10:11:00.281" v="515" actId="478"/>
          <ac:spMkLst>
            <pc:docMk/>
            <pc:sldMk cId="2790510984" sldId="260"/>
            <ac:spMk id="12" creationId="{02FFAD89-37F6-0397-3C74-BDAF4A65427B}"/>
          </ac:spMkLst>
        </pc:spChg>
        <pc:picChg chg="add mod">
          <ac:chgData name="Mohammad Salman" userId="cfd6754c-e613-4f6f-bb98-36aef69d8c31" providerId="ADAL" clId="{12F1429A-069F-4212-9143-E84A018DDA84}" dt="2023-09-15T10:14:25.844" v="525" actId="1076"/>
          <ac:picMkLst>
            <pc:docMk/>
            <pc:sldMk cId="2790510984" sldId="260"/>
            <ac:picMk id="5" creationId="{DFE8D544-318A-CCB1-536C-15B5551FB547}"/>
          </ac:picMkLst>
        </pc:picChg>
        <pc:picChg chg="add del">
          <ac:chgData name="Mohammad Salman" userId="cfd6754c-e613-4f6f-bb98-36aef69d8c31" providerId="ADAL" clId="{12F1429A-069F-4212-9143-E84A018DDA84}" dt="2023-09-15T10:13:38.963" v="521" actId="22"/>
          <ac:picMkLst>
            <pc:docMk/>
            <pc:sldMk cId="2790510984" sldId="260"/>
            <ac:picMk id="7" creationId="{DE168A86-204B-51E9-3A7E-5B69C9B62AA1}"/>
          </ac:picMkLst>
        </pc:picChg>
        <pc:picChg chg="del">
          <ac:chgData name="Mohammad Salman" userId="cfd6754c-e613-4f6f-bb98-36aef69d8c31" providerId="ADAL" clId="{12F1429A-069F-4212-9143-E84A018DDA84}" dt="2023-09-15T10:11:01.997" v="516" actId="478"/>
          <ac:picMkLst>
            <pc:docMk/>
            <pc:sldMk cId="2790510984" sldId="260"/>
            <ac:picMk id="9" creationId="{9B367E69-BFE0-1784-21ED-2F90861DE2AC}"/>
          </ac:picMkLst>
        </pc:picChg>
        <pc:picChg chg="add mod">
          <ac:chgData name="Mohammad Salman" userId="cfd6754c-e613-4f6f-bb98-36aef69d8c31" providerId="ADAL" clId="{12F1429A-069F-4212-9143-E84A018DDA84}" dt="2023-09-19T07:26:05.065" v="3498" actId="1076"/>
          <ac:picMkLst>
            <pc:docMk/>
            <pc:sldMk cId="2790510984" sldId="260"/>
            <ac:picMk id="13" creationId="{3BFDE2A3-6409-43F9-C1F3-710D423DBF52}"/>
          </ac:picMkLst>
        </pc:picChg>
      </pc:sldChg>
      <pc:sldChg chg="new del">
        <pc:chgData name="Mohammad Salman" userId="cfd6754c-e613-4f6f-bb98-36aef69d8c31" providerId="ADAL" clId="{12F1429A-069F-4212-9143-E84A018DDA84}" dt="2023-09-15T10:15:08.273" v="534" actId="47"/>
        <pc:sldMkLst>
          <pc:docMk/>
          <pc:sldMk cId="3049222373" sldId="261"/>
        </pc:sldMkLst>
      </pc:sldChg>
      <pc:sldChg chg="modSp new mod">
        <pc:chgData name="Mohammad Salman" userId="cfd6754c-e613-4f6f-bb98-36aef69d8c31" providerId="ADAL" clId="{12F1429A-069F-4212-9143-E84A018DDA84}" dt="2023-09-18T09:19:26.113" v="780" actId="20577"/>
        <pc:sldMkLst>
          <pc:docMk/>
          <pc:sldMk cId="3141574267" sldId="261"/>
        </pc:sldMkLst>
        <pc:spChg chg="mod">
          <ac:chgData name="Mohammad Salman" userId="cfd6754c-e613-4f6f-bb98-36aef69d8c31" providerId="ADAL" clId="{12F1429A-069F-4212-9143-E84A018DDA84}" dt="2023-09-18T09:18:06.877" v="569" actId="20577"/>
          <ac:spMkLst>
            <pc:docMk/>
            <pc:sldMk cId="3141574267" sldId="261"/>
            <ac:spMk id="2" creationId="{8064DD97-FBC2-3602-42E1-285615C23B5C}"/>
          </ac:spMkLst>
        </pc:spChg>
        <pc:spChg chg="mod">
          <ac:chgData name="Mohammad Salman" userId="cfd6754c-e613-4f6f-bb98-36aef69d8c31" providerId="ADAL" clId="{12F1429A-069F-4212-9143-E84A018DDA84}" dt="2023-09-18T09:19:26.113" v="780" actId="20577"/>
          <ac:spMkLst>
            <pc:docMk/>
            <pc:sldMk cId="3141574267" sldId="261"/>
            <ac:spMk id="3" creationId="{2610A24F-51DD-0EAE-CC7E-D7CC0633B21E}"/>
          </ac:spMkLst>
        </pc:spChg>
      </pc:sldChg>
      <pc:sldChg chg="addSp delSp modSp add mod">
        <pc:chgData name="Mohammad Salman" userId="cfd6754c-e613-4f6f-bb98-36aef69d8c31" providerId="ADAL" clId="{12F1429A-069F-4212-9143-E84A018DDA84}" dt="2023-09-15T10:19:20.039" v="544" actId="1076"/>
        <pc:sldMkLst>
          <pc:docMk/>
          <pc:sldMk cId="3775303419" sldId="262"/>
        </pc:sldMkLst>
        <pc:picChg chg="add del mod">
          <ac:chgData name="Mohammad Salman" userId="cfd6754c-e613-4f6f-bb98-36aef69d8c31" providerId="ADAL" clId="{12F1429A-069F-4212-9143-E84A018DDA84}" dt="2023-09-15T10:18:37.018" v="541" actId="478"/>
          <ac:picMkLst>
            <pc:docMk/>
            <pc:sldMk cId="3775303419" sldId="262"/>
            <ac:picMk id="4" creationId="{18BC94B7-4C58-A476-CF3E-63B1C0EAF791}"/>
          </ac:picMkLst>
        </pc:picChg>
        <pc:picChg chg="del">
          <ac:chgData name="Mohammad Salman" userId="cfd6754c-e613-4f6f-bb98-36aef69d8c31" providerId="ADAL" clId="{12F1429A-069F-4212-9143-E84A018DDA84}" dt="2023-09-15T10:18:25.053" v="537" actId="478"/>
          <ac:picMkLst>
            <pc:docMk/>
            <pc:sldMk cId="3775303419" sldId="262"/>
            <ac:picMk id="5" creationId="{DFE8D544-318A-CCB1-536C-15B5551FB547}"/>
          </ac:picMkLst>
        </pc:picChg>
        <pc:picChg chg="add mod">
          <ac:chgData name="Mohammad Salman" userId="cfd6754c-e613-4f6f-bb98-36aef69d8c31" providerId="ADAL" clId="{12F1429A-069F-4212-9143-E84A018DDA84}" dt="2023-09-15T10:19:20.039" v="544" actId="1076"/>
          <ac:picMkLst>
            <pc:docMk/>
            <pc:sldMk cId="3775303419" sldId="262"/>
            <ac:picMk id="7" creationId="{CD8A79D5-40CC-DADE-8A1E-C5E0684A06CB}"/>
          </ac:picMkLst>
        </pc:picChg>
        <pc:picChg chg="del">
          <ac:chgData name="Mohammad Salman" userId="cfd6754c-e613-4f6f-bb98-36aef69d8c31" providerId="ADAL" clId="{12F1429A-069F-4212-9143-E84A018DDA84}" dt="2023-09-15T10:18:25.053" v="537" actId="478"/>
          <ac:picMkLst>
            <pc:docMk/>
            <pc:sldMk cId="3775303419" sldId="262"/>
            <ac:picMk id="13" creationId="{3BFDE2A3-6409-43F9-C1F3-710D423DBF52}"/>
          </ac:picMkLst>
        </pc:picChg>
      </pc:sldChg>
      <pc:sldChg chg="addSp delSp modSp add mod delAnim modAnim">
        <pc:chgData name="Mohammad Salman" userId="cfd6754c-e613-4f6f-bb98-36aef69d8c31" providerId="ADAL" clId="{12F1429A-069F-4212-9143-E84A018DDA84}" dt="2023-09-18T13:19:43.061" v="1460" actId="14100"/>
        <pc:sldMkLst>
          <pc:docMk/>
          <pc:sldMk cId="129660640" sldId="263"/>
        </pc:sldMkLst>
        <pc:spChg chg="del">
          <ac:chgData name="Mohammad Salman" userId="cfd6754c-e613-4f6f-bb98-36aef69d8c31" providerId="ADAL" clId="{12F1429A-069F-4212-9143-E84A018DDA84}" dt="2023-09-18T09:21:25.231" v="806" actId="478"/>
          <ac:spMkLst>
            <pc:docMk/>
            <pc:sldMk cId="129660640" sldId="263"/>
            <ac:spMk id="2" creationId="{8064DD97-FBC2-3602-42E1-285615C23B5C}"/>
          </ac:spMkLst>
        </pc:spChg>
        <pc:spChg chg="del">
          <ac:chgData name="Mohammad Salman" userId="cfd6754c-e613-4f6f-bb98-36aef69d8c31" providerId="ADAL" clId="{12F1429A-069F-4212-9143-E84A018DDA84}" dt="2023-09-18T09:19:39.638" v="782" actId="478"/>
          <ac:spMkLst>
            <pc:docMk/>
            <pc:sldMk cId="129660640" sldId="263"/>
            <ac:spMk id="3" creationId="{2610A24F-51DD-0EAE-CC7E-D7CC0633B21E}"/>
          </ac:spMkLst>
        </pc:spChg>
        <pc:spChg chg="add del mod">
          <ac:chgData name="Mohammad Salman" userId="cfd6754c-e613-4f6f-bb98-36aef69d8c31" providerId="ADAL" clId="{12F1429A-069F-4212-9143-E84A018DDA84}" dt="2023-09-18T09:19:40.561" v="783" actId="478"/>
          <ac:spMkLst>
            <pc:docMk/>
            <pc:sldMk cId="129660640" sldId="263"/>
            <ac:spMk id="5" creationId="{90471759-EEE1-1DAE-1F19-82FB5EA00A1F}"/>
          </ac:spMkLst>
        </pc:spChg>
        <pc:spChg chg="add del mod">
          <ac:chgData name="Mohammad Salman" userId="cfd6754c-e613-4f6f-bb98-36aef69d8c31" providerId="ADAL" clId="{12F1429A-069F-4212-9143-E84A018DDA84}" dt="2023-09-18T09:21:27.161" v="807" actId="478"/>
          <ac:spMkLst>
            <pc:docMk/>
            <pc:sldMk cId="129660640" sldId="263"/>
            <ac:spMk id="13" creationId="{18440021-0C43-C0CA-4DE3-E5777F2D9EA9}"/>
          </ac:spMkLst>
        </pc:spChg>
        <pc:spChg chg="add mod">
          <ac:chgData name="Mohammad Salman" userId="cfd6754c-e613-4f6f-bb98-36aef69d8c31" providerId="ADAL" clId="{12F1429A-069F-4212-9143-E84A018DDA84}" dt="2023-09-18T09:28:11.358" v="959" actId="1036"/>
          <ac:spMkLst>
            <pc:docMk/>
            <pc:sldMk cId="129660640" sldId="263"/>
            <ac:spMk id="29" creationId="{C4551BC2-1028-A835-BF7B-B4CA42D1B61F}"/>
          </ac:spMkLst>
        </pc:spChg>
        <pc:spChg chg="add mod">
          <ac:chgData name="Mohammad Salman" userId="cfd6754c-e613-4f6f-bb98-36aef69d8c31" providerId="ADAL" clId="{12F1429A-069F-4212-9143-E84A018DDA84}" dt="2023-09-18T09:28:11.358" v="959" actId="1036"/>
          <ac:spMkLst>
            <pc:docMk/>
            <pc:sldMk cId="129660640" sldId="263"/>
            <ac:spMk id="30" creationId="{D2F46AE0-B97E-7F75-F8C9-56C248750BD8}"/>
          </ac:spMkLst>
        </pc:spChg>
        <pc:spChg chg="add mod">
          <ac:chgData name="Mohammad Salman" userId="cfd6754c-e613-4f6f-bb98-36aef69d8c31" providerId="ADAL" clId="{12F1429A-069F-4212-9143-E84A018DDA84}" dt="2023-09-18T09:28:11.358" v="959" actId="1036"/>
          <ac:spMkLst>
            <pc:docMk/>
            <pc:sldMk cId="129660640" sldId="263"/>
            <ac:spMk id="31" creationId="{317C54FE-1B1F-AB39-5E02-5221CDC259A1}"/>
          </ac:spMkLst>
        </pc:spChg>
        <pc:spChg chg="add mod">
          <ac:chgData name="Mohammad Salman" userId="cfd6754c-e613-4f6f-bb98-36aef69d8c31" providerId="ADAL" clId="{12F1429A-069F-4212-9143-E84A018DDA84}" dt="2023-09-18T09:28:11.358" v="959" actId="1036"/>
          <ac:spMkLst>
            <pc:docMk/>
            <pc:sldMk cId="129660640" sldId="263"/>
            <ac:spMk id="32" creationId="{95082C1A-3563-6916-8EC2-F080A317A6FC}"/>
          </ac:spMkLst>
        </pc:spChg>
        <pc:spChg chg="add mod">
          <ac:chgData name="Mohammad Salman" userId="cfd6754c-e613-4f6f-bb98-36aef69d8c31" providerId="ADAL" clId="{12F1429A-069F-4212-9143-E84A018DDA84}" dt="2023-09-18T09:28:11.358" v="959" actId="1036"/>
          <ac:spMkLst>
            <pc:docMk/>
            <pc:sldMk cId="129660640" sldId="263"/>
            <ac:spMk id="33" creationId="{12152BC5-7D7B-E57A-4CC5-118E37BF2C6A}"/>
          </ac:spMkLst>
        </pc:spChg>
        <pc:spChg chg="add mod">
          <ac:chgData name="Mohammad Salman" userId="cfd6754c-e613-4f6f-bb98-36aef69d8c31" providerId="ADAL" clId="{12F1429A-069F-4212-9143-E84A018DDA84}" dt="2023-09-18T09:28:11.358" v="959" actId="1036"/>
          <ac:spMkLst>
            <pc:docMk/>
            <pc:sldMk cId="129660640" sldId="263"/>
            <ac:spMk id="34" creationId="{3377A5D0-0F40-D2E0-5181-446C09D62925}"/>
          </ac:spMkLst>
        </pc:spChg>
        <pc:spChg chg="add mod">
          <ac:chgData name="Mohammad Salman" userId="cfd6754c-e613-4f6f-bb98-36aef69d8c31" providerId="ADAL" clId="{12F1429A-069F-4212-9143-E84A018DDA84}" dt="2023-09-18T13:19:39.055" v="1459" actId="14100"/>
          <ac:spMkLst>
            <pc:docMk/>
            <pc:sldMk cId="129660640" sldId="263"/>
            <ac:spMk id="39" creationId="{102D6DAF-2C32-A2A6-D16E-E25A7CCB7723}"/>
          </ac:spMkLst>
        </pc:spChg>
        <pc:spChg chg="add del mod">
          <ac:chgData name="Mohammad Salman" userId="cfd6754c-e613-4f6f-bb98-36aef69d8c31" providerId="ADAL" clId="{12F1429A-069F-4212-9143-E84A018DDA84}" dt="2023-09-18T13:16:53.822" v="1305" actId="478"/>
          <ac:spMkLst>
            <pc:docMk/>
            <pc:sldMk cId="129660640" sldId="263"/>
            <ac:spMk id="40" creationId="{B31B4B80-7A37-4320-CBBA-F03D15748392}"/>
          </ac:spMkLst>
        </pc:spChg>
        <pc:spChg chg="add del mod">
          <ac:chgData name="Mohammad Salman" userId="cfd6754c-e613-4f6f-bb98-36aef69d8c31" providerId="ADAL" clId="{12F1429A-069F-4212-9143-E84A018DDA84}" dt="2023-09-18T09:29:13.943" v="978" actId="478"/>
          <ac:spMkLst>
            <pc:docMk/>
            <pc:sldMk cId="129660640" sldId="263"/>
            <ac:spMk id="41" creationId="{AF00E589-012E-E0D3-3AA8-499AAA23E90A}"/>
          </ac:spMkLst>
        </pc:spChg>
        <pc:spChg chg="add mod">
          <ac:chgData name="Mohammad Salman" userId="cfd6754c-e613-4f6f-bb98-36aef69d8c31" providerId="ADAL" clId="{12F1429A-069F-4212-9143-E84A018DDA84}" dt="2023-09-18T13:19:43.061" v="1460" actId="14100"/>
          <ac:spMkLst>
            <pc:docMk/>
            <pc:sldMk cId="129660640" sldId="263"/>
            <ac:spMk id="42" creationId="{EEE4A827-520C-B9B9-42D3-48FA9AB78F58}"/>
          </ac:spMkLst>
        </pc:spChg>
        <pc:graphicFrameChg chg="add del">
          <ac:chgData name="Mohammad Salman" userId="cfd6754c-e613-4f6f-bb98-36aef69d8c31" providerId="ADAL" clId="{12F1429A-069F-4212-9143-E84A018DDA84}" dt="2023-09-18T09:19:50.787" v="785" actId="3680"/>
          <ac:graphicFrameMkLst>
            <pc:docMk/>
            <pc:sldMk cId="129660640" sldId="263"/>
            <ac:graphicFrameMk id="6" creationId="{A610DB95-E7EB-02A2-8FD9-648906683E9E}"/>
          </ac:graphicFrameMkLst>
        </pc:graphicFrameChg>
        <pc:graphicFrameChg chg="add mod modGraphic">
          <ac:chgData name="Mohammad Salman" userId="cfd6754c-e613-4f6f-bb98-36aef69d8c31" providerId="ADAL" clId="{12F1429A-069F-4212-9143-E84A018DDA84}" dt="2023-09-18T09:28:11.358" v="959" actId="1036"/>
          <ac:graphicFrameMkLst>
            <pc:docMk/>
            <pc:sldMk cId="129660640" sldId="263"/>
            <ac:graphicFrameMk id="7" creationId="{0EBF5C07-216D-54B0-47D9-FEE15FC621BF}"/>
          </ac:graphicFrameMkLst>
        </pc:graphicFrameChg>
        <pc:graphicFrameChg chg="add mod modGraphic">
          <ac:chgData name="Mohammad Salman" userId="cfd6754c-e613-4f6f-bb98-36aef69d8c31" providerId="ADAL" clId="{12F1429A-069F-4212-9143-E84A018DDA84}" dt="2023-09-18T09:28:11.358" v="959" actId="1036"/>
          <ac:graphicFrameMkLst>
            <pc:docMk/>
            <pc:sldMk cId="129660640" sldId="263"/>
            <ac:graphicFrameMk id="8" creationId="{FA2BD16B-E0ED-1103-ACCC-5F5E7E1F341D}"/>
          </ac:graphicFrameMkLst>
        </pc:graphicFrameChg>
        <pc:graphicFrameChg chg="add del">
          <ac:chgData name="Mohammad Salman" userId="cfd6754c-e613-4f6f-bb98-36aef69d8c31" providerId="ADAL" clId="{12F1429A-069F-4212-9143-E84A018DDA84}" dt="2023-09-18T09:20:26.103" v="793" actId="478"/>
          <ac:graphicFrameMkLst>
            <pc:docMk/>
            <pc:sldMk cId="129660640" sldId="263"/>
            <ac:graphicFrameMk id="9" creationId="{22DF6E5F-1E54-E32C-A896-3E46196ACDE9}"/>
          </ac:graphicFrameMkLst>
        </pc:graphicFrameChg>
        <pc:graphicFrameChg chg="add mod modGraphic">
          <ac:chgData name="Mohammad Salman" userId="cfd6754c-e613-4f6f-bb98-36aef69d8c31" providerId="ADAL" clId="{12F1429A-069F-4212-9143-E84A018DDA84}" dt="2023-09-18T09:28:11.358" v="959" actId="1036"/>
          <ac:graphicFrameMkLst>
            <pc:docMk/>
            <pc:sldMk cId="129660640" sldId="263"/>
            <ac:graphicFrameMk id="10" creationId="{2E40EB4A-7812-8DF1-DC54-C80F6F586860}"/>
          </ac:graphicFrameMkLst>
        </pc:graphicFrameChg>
        <pc:graphicFrameChg chg="add mod modGraphic">
          <ac:chgData name="Mohammad Salman" userId="cfd6754c-e613-4f6f-bb98-36aef69d8c31" providerId="ADAL" clId="{12F1429A-069F-4212-9143-E84A018DDA84}" dt="2023-09-18T09:28:11.358" v="959" actId="1036"/>
          <ac:graphicFrameMkLst>
            <pc:docMk/>
            <pc:sldMk cId="129660640" sldId="263"/>
            <ac:graphicFrameMk id="11" creationId="{7D424900-355B-C4D0-6F98-84DA78AA23C0}"/>
          </ac:graphicFrameMkLst>
        </pc:graphicFrameChg>
        <pc:graphicFrameChg chg="add mod modGraphic">
          <ac:chgData name="Mohammad Salman" userId="cfd6754c-e613-4f6f-bb98-36aef69d8c31" providerId="ADAL" clId="{12F1429A-069F-4212-9143-E84A018DDA84}" dt="2023-09-18T09:28:11.358" v="959" actId="1036"/>
          <ac:graphicFrameMkLst>
            <pc:docMk/>
            <pc:sldMk cId="129660640" sldId="263"/>
            <ac:graphicFrameMk id="14" creationId="{301EF1AE-5317-B69E-7FD4-3CB895670626}"/>
          </ac:graphicFrameMkLst>
        </pc:graphicFrameChg>
        <pc:cxnChg chg="add mod">
          <ac:chgData name="Mohammad Salman" userId="cfd6754c-e613-4f6f-bb98-36aef69d8c31" providerId="ADAL" clId="{12F1429A-069F-4212-9143-E84A018DDA84}" dt="2023-09-18T09:28:11.358" v="959" actId="1036"/>
          <ac:cxnSpMkLst>
            <pc:docMk/>
            <pc:sldMk cId="129660640" sldId="263"/>
            <ac:cxnSpMk id="16" creationId="{9E4A8CDF-B687-803B-EE4D-6ED43DD46751}"/>
          </ac:cxnSpMkLst>
        </pc:cxnChg>
        <pc:cxnChg chg="add mod">
          <ac:chgData name="Mohammad Salman" userId="cfd6754c-e613-4f6f-bb98-36aef69d8c31" providerId="ADAL" clId="{12F1429A-069F-4212-9143-E84A018DDA84}" dt="2023-09-18T09:28:11.358" v="959" actId="1036"/>
          <ac:cxnSpMkLst>
            <pc:docMk/>
            <pc:sldMk cId="129660640" sldId="263"/>
            <ac:cxnSpMk id="20" creationId="{9EC29DEB-A5C1-1C4B-A80C-55BB0506B780}"/>
          </ac:cxnSpMkLst>
        </pc:cxnChg>
        <pc:cxnChg chg="add mod">
          <ac:chgData name="Mohammad Salman" userId="cfd6754c-e613-4f6f-bb98-36aef69d8c31" providerId="ADAL" clId="{12F1429A-069F-4212-9143-E84A018DDA84}" dt="2023-09-18T09:28:11.358" v="959" actId="1036"/>
          <ac:cxnSpMkLst>
            <pc:docMk/>
            <pc:sldMk cId="129660640" sldId="263"/>
            <ac:cxnSpMk id="23" creationId="{16199D80-10DD-E888-B467-E65C7D38A978}"/>
          </ac:cxnSpMkLst>
        </pc:cxnChg>
        <pc:cxnChg chg="add mod">
          <ac:chgData name="Mohammad Salman" userId="cfd6754c-e613-4f6f-bb98-36aef69d8c31" providerId="ADAL" clId="{12F1429A-069F-4212-9143-E84A018DDA84}" dt="2023-09-18T09:28:11.358" v="959" actId="1036"/>
          <ac:cxnSpMkLst>
            <pc:docMk/>
            <pc:sldMk cId="129660640" sldId="263"/>
            <ac:cxnSpMk id="26" creationId="{D6280E7F-69BC-A7BC-53F7-00BC833301B8}"/>
          </ac:cxnSpMkLst>
        </pc:cxnChg>
        <pc:cxnChg chg="add mod">
          <ac:chgData name="Mohammad Salman" userId="cfd6754c-e613-4f6f-bb98-36aef69d8c31" providerId="ADAL" clId="{12F1429A-069F-4212-9143-E84A018DDA84}" dt="2023-09-18T09:28:11.358" v="959" actId="1036"/>
          <ac:cxnSpMkLst>
            <pc:docMk/>
            <pc:sldMk cId="129660640" sldId="263"/>
            <ac:cxnSpMk id="35" creationId="{BD37B7EA-16B6-D617-8363-DFC852965AC7}"/>
          </ac:cxnSpMkLst>
        </pc:cxnChg>
        <pc:cxnChg chg="add del mod">
          <ac:chgData name="Mohammad Salman" userId="cfd6754c-e613-4f6f-bb98-36aef69d8c31" providerId="ADAL" clId="{12F1429A-069F-4212-9143-E84A018DDA84}" dt="2023-09-18T09:27:29.665" v="907"/>
          <ac:cxnSpMkLst>
            <pc:docMk/>
            <pc:sldMk cId="129660640" sldId="263"/>
            <ac:cxnSpMk id="38" creationId="{3604AC23-CD6B-6680-8E4D-2A3BD0CCE741}"/>
          </ac:cxnSpMkLst>
        </pc:cxnChg>
      </pc:sldChg>
      <pc:sldChg chg="modSp add mod">
        <pc:chgData name="Mohammad Salman" userId="cfd6754c-e613-4f6f-bb98-36aef69d8c31" providerId="ADAL" clId="{12F1429A-069F-4212-9143-E84A018DDA84}" dt="2023-09-19T07:28:30.434" v="3507" actId="6549"/>
        <pc:sldMkLst>
          <pc:docMk/>
          <pc:sldMk cId="761636576" sldId="264"/>
        </pc:sldMkLst>
        <pc:spChg chg="mod">
          <ac:chgData name="Mohammad Salman" userId="cfd6754c-e613-4f6f-bb98-36aef69d8c31" providerId="ADAL" clId="{12F1429A-069F-4212-9143-E84A018DDA84}" dt="2023-09-19T07:28:30.434" v="3507" actId="6549"/>
          <ac:spMkLst>
            <pc:docMk/>
            <pc:sldMk cId="761636576" sldId="264"/>
            <ac:spMk id="3" creationId="{2610A24F-51DD-0EAE-CC7E-D7CC0633B21E}"/>
          </ac:spMkLst>
        </pc:spChg>
      </pc:sldChg>
      <pc:sldChg chg="addSp delSp modSp add mod delAnim modAnim">
        <pc:chgData name="Mohammad Salman" userId="cfd6754c-e613-4f6f-bb98-36aef69d8c31" providerId="ADAL" clId="{12F1429A-069F-4212-9143-E84A018DDA84}" dt="2023-09-18T13:51:41.928" v="2972" actId="113"/>
        <pc:sldMkLst>
          <pc:docMk/>
          <pc:sldMk cId="519021710" sldId="265"/>
        </pc:sldMkLst>
        <pc:spChg chg="add mod">
          <ac:chgData name="Mohammad Salman" userId="cfd6754c-e613-4f6f-bb98-36aef69d8c31" providerId="ADAL" clId="{12F1429A-069F-4212-9143-E84A018DDA84}" dt="2023-09-18T09:31:38.543" v="1124" actId="692"/>
          <ac:spMkLst>
            <pc:docMk/>
            <pc:sldMk cId="519021710" sldId="265"/>
            <ac:spMk id="2" creationId="{B00A4FDD-FDE8-A3AC-6E61-499AE49DB79C}"/>
          </ac:spMkLst>
        </pc:spChg>
        <pc:spChg chg="add mod">
          <ac:chgData name="Mohammad Salman" userId="cfd6754c-e613-4f6f-bb98-36aef69d8c31" providerId="ADAL" clId="{12F1429A-069F-4212-9143-E84A018DDA84}" dt="2023-09-18T09:32:36.559" v="1177" actId="113"/>
          <ac:spMkLst>
            <pc:docMk/>
            <pc:sldMk cId="519021710" sldId="265"/>
            <ac:spMk id="3" creationId="{270B5147-6223-C86A-5CE3-55EDF524A598}"/>
          </ac:spMkLst>
        </pc:spChg>
        <pc:spChg chg="add mod">
          <ac:chgData name="Mohammad Salman" userId="cfd6754c-e613-4f6f-bb98-36aef69d8c31" providerId="ADAL" clId="{12F1429A-069F-4212-9143-E84A018DDA84}" dt="2023-09-18T09:33:26.486" v="1230" actId="1076"/>
          <ac:spMkLst>
            <pc:docMk/>
            <pc:sldMk cId="519021710" sldId="265"/>
            <ac:spMk id="4" creationId="{DCF59B3B-5A92-1588-D9DA-FBED398765C9}"/>
          </ac:spMkLst>
        </pc:spChg>
        <pc:spChg chg="add mod">
          <ac:chgData name="Mohammad Salman" userId="cfd6754c-e613-4f6f-bb98-36aef69d8c31" providerId="ADAL" clId="{12F1429A-069F-4212-9143-E84A018DDA84}" dt="2023-09-18T13:51:41.928" v="2972" actId="113"/>
          <ac:spMkLst>
            <pc:docMk/>
            <pc:sldMk cId="519021710" sldId="265"/>
            <ac:spMk id="5" creationId="{B1FEC835-069E-E9F0-3392-81C1E9ACB951}"/>
          </ac:spMkLst>
        </pc:spChg>
        <pc:spChg chg="del">
          <ac:chgData name="Mohammad Salman" userId="cfd6754c-e613-4f6f-bb98-36aef69d8c31" providerId="ADAL" clId="{12F1429A-069F-4212-9143-E84A018DDA84}" dt="2023-09-18T09:31:30.342" v="1117" actId="478"/>
          <ac:spMkLst>
            <pc:docMk/>
            <pc:sldMk cId="519021710" sldId="265"/>
            <ac:spMk id="39" creationId="{102D6DAF-2C32-A2A6-D16E-E25A7CCB7723}"/>
          </ac:spMkLst>
        </pc:spChg>
        <pc:spChg chg="del">
          <ac:chgData name="Mohammad Salman" userId="cfd6754c-e613-4f6f-bb98-36aef69d8c31" providerId="ADAL" clId="{12F1429A-069F-4212-9143-E84A018DDA84}" dt="2023-09-18T09:31:30.342" v="1117" actId="478"/>
          <ac:spMkLst>
            <pc:docMk/>
            <pc:sldMk cId="519021710" sldId="265"/>
            <ac:spMk id="40" creationId="{B31B4B80-7A37-4320-CBBA-F03D15748392}"/>
          </ac:spMkLst>
        </pc:spChg>
        <pc:spChg chg="del">
          <ac:chgData name="Mohammad Salman" userId="cfd6754c-e613-4f6f-bb98-36aef69d8c31" providerId="ADAL" clId="{12F1429A-069F-4212-9143-E84A018DDA84}" dt="2023-09-18T09:31:30.342" v="1117" actId="478"/>
          <ac:spMkLst>
            <pc:docMk/>
            <pc:sldMk cId="519021710" sldId="265"/>
            <ac:spMk id="42" creationId="{EEE4A827-520C-B9B9-42D3-48FA9AB78F58}"/>
          </ac:spMkLst>
        </pc:spChg>
        <pc:picChg chg="add del">
          <ac:chgData name="Mohammad Salman" userId="cfd6754c-e613-4f6f-bb98-36aef69d8c31" providerId="ADAL" clId="{12F1429A-069F-4212-9143-E84A018DDA84}" dt="2023-09-18T13:51:38.177" v="2969" actId="22"/>
          <ac:picMkLst>
            <pc:docMk/>
            <pc:sldMk cId="519021710" sldId="265"/>
            <ac:picMk id="9" creationId="{E5D2A8C8-0537-513F-F0F6-E4AC569319B3}"/>
          </ac:picMkLst>
        </pc:picChg>
      </pc:sldChg>
      <pc:sldChg chg="modSp add mod">
        <pc:chgData name="Mohammad Salman" userId="cfd6754c-e613-4f6f-bb98-36aef69d8c31" providerId="ADAL" clId="{12F1429A-069F-4212-9143-E84A018DDA84}" dt="2023-09-19T07:23:04.259" v="3490" actId="20577"/>
        <pc:sldMkLst>
          <pc:docMk/>
          <pc:sldMk cId="2808080945" sldId="266"/>
        </pc:sldMkLst>
        <pc:spChg chg="mod">
          <ac:chgData name="Mohammad Salman" userId="cfd6754c-e613-4f6f-bb98-36aef69d8c31" providerId="ADAL" clId="{12F1429A-069F-4212-9143-E84A018DDA84}" dt="2023-09-19T07:23:04.259" v="3490" actId="20577"/>
          <ac:spMkLst>
            <pc:docMk/>
            <pc:sldMk cId="2808080945" sldId="266"/>
            <ac:spMk id="3" creationId="{2610A24F-51DD-0EAE-CC7E-D7CC0633B21E}"/>
          </ac:spMkLst>
        </pc:spChg>
      </pc:sldChg>
      <pc:sldChg chg="addSp delSp modSp add mod modAnim modNotesTx">
        <pc:chgData name="Mohammad Salman" userId="cfd6754c-e613-4f6f-bb98-36aef69d8c31" providerId="ADAL" clId="{12F1429A-069F-4212-9143-E84A018DDA84}" dt="2023-09-19T07:22:22.681" v="3485" actId="207"/>
        <pc:sldMkLst>
          <pc:docMk/>
          <pc:sldMk cId="1186546728" sldId="267"/>
        </pc:sldMkLst>
        <pc:spChg chg="del">
          <ac:chgData name="Mohammad Salman" userId="cfd6754c-e613-4f6f-bb98-36aef69d8c31" providerId="ADAL" clId="{12F1429A-069F-4212-9143-E84A018DDA84}" dt="2023-09-18T13:27:54.883" v="2083" actId="478"/>
          <ac:spMkLst>
            <pc:docMk/>
            <pc:sldMk cId="1186546728" sldId="267"/>
            <ac:spMk id="2" creationId="{8064DD97-FBC2-3602-42E1-285615C23B5C}"/>
          </ac:spMkLst>
        </pc:spChg>
        <pc:spChg chg="del mod">
          <ac:chgData name="Mohammad Salman" userId="cfd6754c-e613-4f6f-bb98-36aef69d8c31" providerId="ADAL" clId="{12F1429A-069F-4212-9143-E84A018DDA84}" dt="2023-09-18T13:29:32.952" v="2117" actId="478"/>
          <ac:spMkLst>
            <pc:docMk/>
            <pc:sldMk cId="1186546728" sldId="267"/>
            <ac:spMk id="3" creationId="{2610A24F-51DD-0EAE-CC7E-D7CC0633B21E}"/>
          </ac:spMkLst>
        </pc:spChg>
        <pc:spChg chg="add del mod">
          <ac:chgData name="Mohammad Salman" userId="cfd6754c-e613-4f6f-bb98-36aef69d8c31" providerId="ADAL" clId="{12F1429A-069F-4212-9143-E84A018DDA84}" dt="2023-09-18T13:27:09.716" v="2074"/>
          <ac:spMkLst>
            <pc:docMk/>
            <pc:sldMk cId="1186546728" sldId="267"/>
            <ac:spMk id="13" creationId="{A3F0BC71-3620-401F-54A1-77411C8EB0AD}"/>
          </ac:spMkLst>
        </pc:spChg>
        <pc:spChg chg="add del mod">
          <ac:chgData name="Mohammad Salman" userId="cfd6754c-e613-4f6f-bb98-36aef69d8c31" providerId="ADAL" clId="{12F1429A-069F-4212-9143-E84A018DDA84}" dt="2023-09-18T13:27:09.716" v="2074"/>
          <ac:spMkLst>
            <pc:docMk/>
            <pc:sldMk cId="1186546728" sldId="267"/>
            <ac:spMk id="14" creationId="{C6AA2F64-922C-A437-244B-FCD5FCAD2192}"/>
          </ac:spMkLst>
        </pc:spChg>
        <pc:spChg chg="add del mod">
          <ac:chgData name="Mohammad Salman" userId="cfd6754c-e613-4f6f-bb98-36aef69d8c31" providerId="ADAL" clId="{12F1429A-069F-4212-9143-E84A018DDA84}" dt="2023-09-18T13:27:09.716" v="2074"/>
          <ac:spMkLst>
            <pc:docMk/>
            <pc:sldMk cId="1186546728" sldId="267"/>
            <ac:spMk id="15" creationId="{895319E8-82A9-81FD-536D-6597115F4118}"/>
          </ac:spMkLst>
        </pc:spChg>
        <pc:spChg chg="add del mod">
          <ac:chgData name="Mohammad Salman" userId="cfd6754c-e613-4f6f-bb98-36aef69d8c31" providerId="ADAL" clId="{12F1429A-069F-4212-9143-E84A018DDA84}" dt="2023-09-18T13:27:09.716" v="2074"/>
          <ac:spMkLst>
            <pc:docMk/>
            <pc:sldMk cId="1186546728" sldId="267"/>
            <ac:spMk id="16" creationId="{E2485CBD-E8E2-718D-CCCF-B1DDA73E09F3}"/>
          </ac:spMkLst>
        </pc:spChg>
        <pc:spChg chg="add del mod">
          <ac:chgData name="Mohammad Salman" userId="cfd6754c-e613-4f6f-bb98-36aef69d8c31" providerId="ADAL" clId="{12F1429A-069F-4212-9143-E84A018DDA84}" dt="2023-09-18T13:27:09.716" v="2074"/>
          <ac:spMkLst>
            <pc:docMk/>
            <pc:sldMk cId="1186546728" sldId="267"/>
            <ac:spMk id="17" creationId="{C362A11E-FD1A-ACFA-DC29-904C597A9E00}"/>
          </ac:spMkLst>
        </pc:spChg>
        <pc:spChg chg="add del mod">
          <ac:chgData name="Mohammad Salman" userId="cfd6754c-e613-4f6f-bb98-36aef69d8c31" providerId="ADAL" clId="{12F1429A-069F-4212-9143-E84A018DDA84}" dt="2023-09-18T13:27:09.716" v="2074"/>
          <ac:spMkLst>
            <pc:docMk/>
            <pc:sldMk cId="1186546728" sldId="267"/>
            <ac:spMk id="18" creationId="{1FF3FD1B-ADC8-C8B5-2B69-F2862456796B}"/>
          </ac:spMkLst>
        </pc:spChg>
        <pc:spChg chg="add del mod">
          <ac:chgData name="Mohammad Salman" userId="cfd6754c-e613-4f6f-bb98-36aef69d8c31" providerId="ADAL" clId="{12F1429A-069F-4212-9143-E84A018DDA84}" dt="2023-09-18T13:27:11.018" v="2076"/>
          <ac:spMkLst>
            <pc:docMk/>
            <pc:sldMk cId="1186546728" sldId="267"/>
            <ac:spMk id="29" creationId="{F8E8445A-AC94-4C39-B681-DF6BA864B588}"/>
          </ac:spMkLst>
        </pc:spChg>
        <pc:spChg chg="add del mod">
          <ac:chgData name="Mohammad Salman" userId="cfd6754c-e613-4f6f-bb98-36aef69d8c31" providerId="ADAL" clId="{12F1429A-069F-4212-9143-E84A018DDA84}" dt="2023-09-18T13:27:11.018" v="2076"/>
          <ac:spMkLst>
            <pc:docMk/>
            <pc:sldMk cId="1186546728" sldId="267"/>
            <ac:spMk id="30" creationId="{DC6FEA57-BFD5-2DC1-9D6E-0350940A24FE}"/>
          </ac:spMkLst>
        </pc:spChg>
        <pc:spChg chg="add del mod">
          <ac:chgData name="Mohammad Salman" userId="cfd6754c-e613-4f6f-bb98-36aef69d8c31" providerId="ADAL" clId="{12F1429A-069F-4212-9143-E84A018DDA84}" dt="2023-09-18T13:27:11.018" v="2076"/>
          <ac:spMkLst>
            <pc:docMk/>
            <pc:sldMk cId="1186546728" sldId="267"/>
            <ac:spMk id="31" creationId="{290B4B55-904F-8F4C-B1D2-6E5636682EC3}"/>
          </ac:spMkLst>
        </pc:spChg>
        <pc:spChg chg="add del mod">
          <ac:chgData name="Mohammad Salman" userId="cfd6754c-e613-4f6f-bb98-36aef69d8c31" providerId="ADAL" clId="{12F1429A-069F-4212-9143-E84A018DDA84}" dt="2023-09-18T13:27:11.018" v="2076"/>
          <ac:spMkLst>
            <pc:docMk/>
            <pc:sldMk cId="1186546728" sldId="267"/>
            <ac:spMk id="32" creationId="{69C6893C-79D6-F104-C797-70DBB8BB1B62}"/>
          </ac:spMkLst>
        </pc:spChg>
        <pc:spChg chg="add del mod">
          <ac:chgData name="Mohammad Salman" userId="cfd6754c-e613-4f6f-bb98-36aef69d8c31" providerId="ADAL" clId="{12F1429A-069F-4212-9143-E84A018DDA84}" dt="2023-09-18T13:27:11.018" v="2076"/>
          <ac:spMkLst>
            <pc:docMk/>
            <pc:sldMk cId="1186546728" sldId="267"/>
            <ac:spMk id="33" creationId="{BF138740-1423-DE38-4940-3FAA25BB2FDE}"/>
          </ac:spMkLst>
        </pc:spChg>
        <pc:spChg chg="add del mod">
          <ac:chgData name="Mohammad Salman" userId="cfd6754c-e613-4f6f-bb98-36aef69d8c31" providerId="ADAL" clId="{12F1429A-069F-4212-9143-E84A018DDA84}" dt="2023-09-18T13:27:11.018" v="2076"/>
          <ac:spMkLst>
            <pc:docMk/>
            <pc:sldMk cId="1186546728" sldId="267"/>
            <ac:spMk id="34" creationId="{4C58733C-E93A-7A9F-6AFB-3D9C3DD0636D}"/>
          </ac:spMkLst>
        </pc:spChg>
        <pc:spChg chg="add del mod">
          <ac:chgData name="Mohammad Salman" userId="cfd6754c-e613-4f6f-bb98-36aef69d8c31" providerId="ADAL" clId="{12F1429A-069F-4212-9143-E84A018DDA84}" dt="2023-09-18T13:27:59.161" v="2086" actId="478"/>
          <ac:spMkLst>
            <pc:docMk/>
            <pc:sldMk cId="1186546728" sldId="267"/>
            <ac:spMk id="39" creationId="{012B70B4-32CD-ECC1-B0CC-097122066A1C}"/>
          </ac:spMkLst>
        </pc:spChg>
        <pc:spChg chg="add mod">
          <ac:chgData name="Mohammad Salman" userId="cfd6754c-e613-4f6f-bb98-36aef69d8c31" providerId="ADAL" clId="{12F1429A-069F-4212-9143-E84A018DDA84}" dt="2023-09-19T07:22:22.681" v="3485" actId="207"/>
          <ac:spMkLst>
            <pc:docMk/>
            <pc:sldMk cId="1186546728" sldId="267"/>
            <ac:spMk id="45" creationId="{A02F898B-9554-F196-C0A7-318202416C3D}"/>
          </ac:spMkLst>
        </pc:spChg>
        <pc:spChg chg="add mod">
          <ac:chgData name="Mohammad Salman" userId="cfd6754c-e613-4f6f-bb98-36aef69d8c31" providerId="ADAL" clId="{12F1429A-069F-4212-9143-E84A018DDA84}" dt="2023-09-18T13:56:54.232" v="3220" actId="692"/>
          <ac:spMkLst>
            <pc:docMk/>
            <pc:sldMk cId="1186546728" sldId="267"/>
            <ac:spMk id="48" creationId="{6488972C-4F12-EE8B-59DF-4887BD6E8B84}"/>
          </ac:spMkLst>
        </pc:spChg>
        <pc:graphicFrameChg chg="add del mod">
          <ac:chgData name="Mohammad Salman" userId="cfd6754c-e613-4f6f-bb98-36aef69d8c31" providerId="ADAL" clId="{12F1429A-069F-4212-9143-E84A018DDA84}" dt="2023-09-18T13:27:09.716" v="2074"/>
          <ac:graphicFrameMkLst>
            <pc:docMk/>
            <pc:sldMk cId="1186546728" sldId="267"/>
            <ac:graphicFrameMk id="4" creationId="{60C333DE-972E-A62F-5B03-85DE43D21A6A}"/>
          </ac:graphicFrameMkLst>
        </pc:graphicFrameChg>
        <pc:graphicFrameChg chg="add del mod">
          <ac:chgData name="Mohammad Salman" userId="cfd6754c-e613-4f6f-bb98-36aef69d8c31" providerId="ADAL" clId="{12F1429A-069F-4212-9143-E84A018DDA84}" dt="2023-09-18T13:27:09.716" v="2074"/>
          <ac:graphicFrameMkLst>
            <pc:docMk/>
            <pc:sldMk cId="1186546728" sldId="267"/>
            <ac:graphicFrameMk id="5" creationId="{49176C3A-7B79-D1C9-A89A-3C77DC7B4405}"/>
          </ac:graphicFrameMkLst>
        </pc:graphicFrameChg>
        <pc:graphicFrameChg chg="add del mod">
          <ac:chgData name="Mohammad Salman" userId="cfd6754c-e613-4f6f-bb98-36aef69d8c31" providerId="ADAL" clId="{12F1429A-069F-4212-9143-E84A018DDA84}" dt="2023-09-18T13:27:09.716" v="2074"/>
          <ac:graphicFrameMkLst>
            <pc:docMk/>
            <pc:sldMk cId="1186546728" sldId="267"/>
            <ac:graphicFrameMk id="6" creationId="{7E16BA5D-AFD9-F08B-563C-76B83841DEE8}"/>
          </ac:graphicFrameMkLst>
        </pc:graphicFrameChg>
        <pc:graphicFrameChg chg="add del mod">
          <ac:chgData name="Mohammad Salman" userId="cfd6754c-e613-4f6f-bb98-36aef69d8c31" providerId="ADAL" clId="{12F1429A-069F-4212-9143-E84A018DDA84}" dt="2023-09-18T13:27:09.716" v="2074"/>
          <ac:graphicFrameMkLst>
            <pc:docMk/>
            <pc:sldMk cId="1186546728" sldId="267"/>
            <ac:graphicFrameMk id="7" creationId="{AE292538-C418-EF7D-3174-DCD227FA050E}"/>
          </ac:graphicFrameMkLst>
        </pc:graphicFrameChg>
        <pc:graphicFrameChg chg="add del mod">
          <ac:chgData name="Mohammad Salman" userId="cfd6754c-e613-4f6f-bb98-36aef69d8c31" providerId="ADAL" clId="{12F1429A-069F-4212-9143-E84A018DDA84}" dt="2023-09-18T13:27:09.716" v="2074"/>
          <ac:graphicFrameMkLst>
            <pc:docMk/>
            <pc:sldMk cId="1186546728" sldId="267"/>
            <ac:graphicFrameMk id="8" creationId="{A760F161-85E2-1071-7F95-0EFBE71527F6}"/>
          </ac:graphicFrameMkLst>
        </pc:graphicFrameChg>
        <pc:graphicFrameChg chg="add del mod">
          <ac:chgData name="Mohammad Salman" userId="cfd6754c-e613-4f6f-bb98-36aef69d8c31" providerId="ADAL" clId="{12F1429A-069F-4212-9143-E84A018DDA84}" dt="2023-09-18T13:27:11.018" v="2076"/>
          <ac:graphicFrameMkLst>
            <pc:docMk/>
            <pc:sldMk cId="1186546728" sldId="267"/>
            <ac:graphicFrameMk id="20" creationId="{DA95B207-6F0A-2F57-75F5-B697DF8D2071}"/>
          </ac:graphicFrameMkLst>
        </pc:graphicFrameChg>
        <pc:graphicFrameChg chg="add del mod">
          <ac:chgData name="Mohammad Salman" userId="cfd6754c-e613-4f6f-bb98-36aef69d8c31" providerId="ADAL" clId="{12F1429A-069F-4212-9143-E84A018DDA84}" dt="2023-09-18T13:27:11.018" v="2076"/>
          <ac:graphicFrameMkLst>
            <pc:docMk/>
            <pc:sldMk cId="1186546728" sldId="267"/>
            <ac:graphicFrameMk id="21" creationId="{C6E91FD2-1BEB-EA18-A5AF-05D56E868462}"/>
          </ac:graphicFrameMkLst>
        </pc:graphicFrameChg>
        <pc:graphicFrameChg chg="add del mod">
          <ac:chgData name="Mohammad Salman" userId="cfd6754c-e613-4f6f-bb98-36aef69d8c31" providerId="ADAL" clId="{12F1429A-069F-4212-9143-E84A018DDA84}" dt="2023-09-18T13:27:11.018" v="2076"/>
          <ac:graphicFrameMkLst>
            <pc:docMk/>
            <pc:sldMk cId="1186546728" sldId="267"/>
            <ac:graphicFrameMk id="22" creationId="{F5354B9A-3C36-82B7-0836-926300D2EB47}"/>
          </ac:graphicFrameMkLst>
        </pc:graphicFrameChg>
        <pc:graphicFrameChg chg="add del mod">
          <ac:chgData name="Mohammad Salman" userId="cfd6754c-e613-4f6f-bb98-36aef69d8c31" providerId="ADAL" clId="{12F1429A-069F-4212-9143-E84A018DDA84}" dt="2023-09-18T13:27:11.018" v="2076"/>
          <ac:graphicFrameMkLst>
            <pc:docMk/>
            <pc:sldMk cId="1186546728" sldId="267"/>
            <ac:graphicFrameMk id="23" creationId="{D7997047-DB54-FB16-031D-648E3BA524A2}"/>
          </ac:graphicFrameMkLst>
        </pc:graphicFrameChg>
        <pc:graphicFrameChg chg="add del mod">
          <ac:chgData name="Mohammad Salman" userId="cfd6754c-e613-4f6f-bb98-36aef69d8c31" providerId="ADAL" clId="{12F1429A-069F-4212-9143-E84A018DDA84}" dt="2023-09-18T13:27:11.018" v="2076"/>
          <ac:graphicFrameMkLst>
            <pc:docMk/>
            <pc:sldMk cId="1186546728" sldId="267"/>
            <ac:graphicFrameMk id="24" creationId="{3DC8A402-5B57-0AD0-7C84-6442BF644FB4}"/>
          </ac:graphicFrameMkLst>
        </pc:graphicFrameChg>
        <pc:picChg chg="add del mod ord">
          <ac:chgData name="Mohammad Salman" userId="cfd6754c-e613-4f6f-bb98-36aef69d8c31" providerId="ADAL" clId="{12F1429A-069F-4212-9143-E84A018DDA84}" dt="2023-09-18T13:29:09.885" v="2108" actId="1076"/>
          <ac:picMkLst>
            <pc:docMk/>
            <pc:sldMk cId="1186546728" sldId="267"/>
            <ac:picMk id="37" creationId="{3F125EF8-2209-C2B9-E37A-BD7DD6CA957B}"/>
          </ac:picMkLst>
        </pc:picChg>
        <pc:cxnChg chg="add del mod">
          <ac:chgData name="Mohammad Salman" userId="cfd6754c-e613-4f6f-bb98-36aef69d8c31" providerId="ADAL" clId="{12F1429A-069F-4212-9143-E84A018DDA84}" dt="2023-09-18T13:27:09.716" v="2074"/>
          <ac:cxnSpMkLst>
            <pc:docMk/>
            <pc:sldMk cId="1186546728" sldId="267"/>
            <ac:cxnSpMk id="9" creationId="{58C19501-37B8-84AF-7DE3-D7DF765B36CF}"/>
          </ac:cxnSpMkLst>
        </pc:cxnChg>
        <pc:cxnChg chg="add del mod">
          <ac:chgData name="Mohammad Salman" userId="cfd6754c-e613-4f6f-bb98-36aef69d8c31" providerId="ADAL" clId="{12F1429A-069F-4212-9143-E84A018DDA84}" dt="2023-09-18T13:27:09.716" v="2074"/>
          <ac:cxnSpMkLst>
            <pc:docMk/>
            <pc:sldMk cId="1186546728" sldId="267"/>
            <ac:cxnSpMk id="10" creationId="{CDFD72F2-4E3E-B19C-1266-129B6B90A7F3}"/>
          </ac:cxnSpMkLst>
        </pc:cxnChg>
        <pc:cxnChg chg="add del mod">
          <ac:chgData name="Mohammad Salman" userId="cfd6754c-e613-4f6f-bb98-36aef69d8c31" providerId="ADAL" clId="{12F1429A-069F-4212-9143-E84A018DDA84}" dt="2023-09-18T13:27:09.716" v="2074"/>
          <ac:cxnSpMkLst>
            <pc:docMk/>
            <pc:sldMk cId="1186546728" sldId="267"/>
            <ac:cxnSpMk id="11" creationId="{22E6DC52-A006-9807-3DA1-4A0A2B1BA156}"/>
          </ac:cxnSpMkLst>
        </pc:cxnChg>
        <pc:cxnChg chg="add del mod">
          <ac:chgData name="Mohammad Salman" userId="cfd6754c-e613-4f6f-bb98-36aef69d8c31" providerId="ADAL" clId="{12F1429A-069F-4212-9143-E84A018DDA84}" dt="2023-09-18T13:27:09.716" v="2074"/>
          <ac:cxnSpMkLst>
            <pc:docMk/>
            <pc:sldMk cId="1186546728" sldId="267"/>
            <ac:cxnSpMk id="12" creationId="{95924454-A9C2-4B40-9A1E-4C7F9876B200}"/>
          </ac:cxnSpMkLst>
        </pc:cxnChg>
        <pc:cxnChg chg="add del mod">
          <ac:chgData name="Mohammad Salman" userId="cfd6754c-e613-4f6f-bb98-36aef69d8c31" providerId="ADAL" clId="{12F1429A-069F-4212-9143-E84A018DDA84}" dt="2023-09-18T13:27:09.716" v="2074"/>
          <ac:cxnSpMkLst>
            <pc:docMk/>
            <pc:sldMk cId="1186546728" sldId="267"/>
            <ac:cxnSpMk id="19" creationId="{9EC38F9B-9BB0-9A31-3AC9-CC854CE5CCAC}"/>
          </ac:cxnSpMkLst>
        </pc:cxnChg>
        <pc:cxnChg chg="add del mod">
          <ac:chgData name="Mohammad Salman" userId="cfd6754c-e613-4f6f-bb98-36aef69d8c31" providerId="ADAL" clId="{12F1429A-069F-4212-9143-E84A018DDA84}" dt="2023-09-18T13:27:11.018" v="2076"/>
          <ac:cxnSpMkLst>
            <pc:docMk/>
            <pc:sldMk cId="1186546728" sldId="267"/>
            <ac:cxnSpMk id="25" creationId="{3CD78662-98BC-CFD9-5841-B9FCC9F8606F}"/>
          </ac:cxnSpMkLst>
        </pc:cxnChg>
        <pc:cxnChg chg="add del mod">
          <ac:chgData name="Mohammad Salman" userId="cfd6754c-e613-4f6f-bb98-36aef69d8c31" providerId="ADAL" clId="{12F1429A-069F-4212-9143-E84A018DDA84}" dt="2023-09-18T13:27:11.018" v="2076"/>
          <ac:cxnSpMkLst>
            <pc:docMk/>
            <pc:sldMk cId="1186546728" sldId="267"/>
            <ac:cxnSpMk id="26" creationId="{F2AA1B34-0DB8-350C-2F77-F1648A8C2E5E}"/>
          </ac:cxnSpMkLst>
        </pc:cxnChg>
        <pc:cxnChg chg="add del mod">
          <ac:chgData name="Mohammad Salman" userId="cfd6754c-e613-4f6f-bb98-36aef69d8c31" providerId="ADAL" clId="{12F1429A-069F-4212-9143-E84A018DDA84}" dt="2023-09-18T13:27:11.018" v="2076"/>
          <ac:cxnSpMkLst>
            <pc:docMk/>
            <pc:sldMk cId="1186546728" sldId="267"/>
            <ac:cxnSpMk id="27" creationId="{23C0707B-DD38-DC68-8B39-8CE4060160D5}"/>
          </ac:cxnSpMkLst>
        </pc:cxnChg>
        <pc:cxnChg chg="add del mod">
          <ac:chgData name="Mohammad Salman" userId="cfd6754c-e613-4f6f-bb98-36aef69d8c31" providerId="ADAL" clId="{12F1429A-069F-4212-9143-E84A018DDA84}" dt="2023-09-18T13:27:11.018" v="2076"/>
          <ac:cxnSpMkLst>
            <pc:docMk/>
            <pc:sldMk cId="1186546728" sldId="267"/>
            <ac:cxnSpMk id="28" creationId="{B763CEBE-2AA1-0BBE-D342-C008E79CAC63}"/>
          </ac:cxnSpMkLst>
        </pc:cxnChg>
        <pc:cxnChg chg="add del mod">
          <ac:chgData name="Mohammad Salman" userId="cfd6754c-e613-4f6f-bb98-36aef69d8c31" providerId="ADAL" clId="{12F1429A-069F-4212-9143-E84A018DDA84}" dt="2023-09-18T13:27:11.018" v="2076"/>
          <ac:cxnSpMkLst>
            <pc:docMk/>
            <pc:sldMk cId="1186546728" sldId="267"/>
            <ac:cxnSpMk id="35" creationId="{026E61D7-C059-B9A6-256F-90C7D8C69942}"/>
          </ac:cxnSpMkLst>
        </pc:cxnChg>
        <pc:cxnChg chg="add mod">
          <ac:chgData name="Mohammad Salman" userId="cfd6754c-e613-4f6f-bb98-36aef69d8c31" providerId="ADAL" clId="{12F1429A-069F-4212-9143-E84A018DDA84}" dt="2023-09-18T13:56:48.693" v="3214" actId="14100"/>
          <ac:cxnSpMkLst>
            <pc:docMk/>
            <pc:sldMk cId="1186546728" sldId="267"/>
            <ac:cxnSpMk id="41" creationId="{6250F43B-A204-E536-605A-BBEF6AF675FF}"/>
          </ac:cxnSpMkLst>
        </pc:cxnChg>
      </pc:sldChg>
      <pc:sldChg chg="addSp delSp modSp new mod ord modAnim">
        <pc:chgData name="Mohammad Salman" userId="cfd6754c-e613-4f6f-bb98-36aef69d8c31" providerId="ADAL" clId="{12F1429A-069F-4212-9143-E84A018DDA84}" dt="2023-09-19T07:20:47.731" v="3483"/>
        <pc:sldMkLst>
          <pc:docMk/>
          <pc:sldMk cId="3028635944" sldId="268"/>
        </pc:sldMkLst>
        <pc:spChg chg="del">
          <ac:chgData name="Mohammad Salman" userId="cfd6754c-e613-4f6f-bb98-36aef69d8c31" providerId="ADAL" clId="{12F1429A-069F-4212-9143-E84A018DDA84}" dt="2023-09-18T13:46:19.994" v="2663" actId="478"/>
          <ac:spMkLst>
            <pc:docMk/>
            <pc:sldMk cId="3028635944" sldId="268"/>
            <ac:spMk id="2" creationId="{87349382-D3DD-F02C-6254-B61D10759764}"/>
          </ac:spMkLst>
        </pc:spChg>
        <pc:spChg chg="del">
          <ac:chgData name="Mohammad Salman" userId="cfd6754c-e613-4f6f-bb98-36aef69d8c31" providerId="ADAL" clId="{12F1429A-069F-4212-9143-E84A018DDA84}" dt="2023-09-18T13:46:19.994" v="2663" actId="478"/>
          <ac:spMkLst>
            <pc:docMk/>
            <pc:sldMk cId="3028635944" sldId="268"/>
            <ac:spMk id="3" creationId="{918E4644-2060-BC36-8072-98875A49C34D}"/>
          </ac:spMkLst>
        </pc:spChg>
        <pc:spChg chg="add mod">
          <ac:chgData name="Mohammad Salman" userId="cfd6754c-e613-4f6f-bb98-36aef69d8c31" providerId="ADAL" clId="{12F1429A-069F-4212-9143-E84A018DDA84}" dt="2023-09-18T13:58:22.246" v="3230" actId="14100"/>
          <ac:spMkLst>
            <pc:docMk/>
            <pc:sldMk cId="3028635944" sldId="268"/>
            <ac:spMk id="8" creationId="{70C625BE-2B55-7742-AC26-BBE72934D6EF}"/>
          </ac:spMkLst>
        </pc:spChg>
        <pc:picChg chg="add mod">
          <ac:chgData name="Mohammad Salman" userId="cfd6754c-e613-4f6f-bb98-36aef69d8c31" providerId="ADAL" clId="{12F1429A-069F-4212-9143-E84A018DDA84}" dt="2023-09-18T13:47:00.580" v="2675" actId="1076"/>
          <ac:picMkLst>
            <pc:docMk/>
            <pc:sldMk cId="3028635944" sldId="268"/>
            <ac:picMk id="5" creationId="{09F2F7A4-4E2F-0675-3254-00935C1351F1}"/>
          </ac:picMkLst>
        </pc:picChg>
        <pc:picChg chg="add mod">
          <ac:chgData name="Mohammad Salman" userId="cfd6754c-e613-4f6f-bb98-36aef69d8c31" providerId="ADAL" clId="{12F1429A-069F-4212-9143-E84A018DDA84}" dt="2023-09-18T13:58:11.149" v="3228" actId="1076"/>
          <ac:picMkLst>
            <pc:docMk/>
            <pc:sldMk cId="3028635944" sldId="268"/>
            <ac:picMk id="7" creationId="{E7BC5802-5583-CB58-248C-66C3894F16A3}"/>
          </ac:picMkLst>
        </pc:picChg>
      </pc:sldChg>
      <pc:sldChg chg="addSp delSp modSp add mod modAnim">
        <pc:chgData name="Mohammad Salman" userId="cfd6754c-e613-4f6f-bb98-36aef69d8c31" providerId="ADAL" clId="{12F1429A-069F-4212-9143-E84A018DDA84}" dt="2023-09-19T07:20:52.985" v="3484"/>
        <pc:sldMkLst>
          <pc:docMk/>
          <pc:sldMk cId="3360538896" sldId="269"/>
        </pc:sldMkLst>
        <pc:spChg chg="add mod">
          <ac:chgData name="Mohammad Salman" userId="cfd6754c-e613-4f6f-bb98-36aef69d8c31" providerId="ADAL" clId="{12F1429A-069F-4212-9143-E84A018DDA84}" dt="2023-09-18T13:52:34.468" v="2981" actId="692"/>
          <ac:spMkLst>
            <pc:docMk/>
            <pc:sldMk cId="3360538896" sldId="269"/>
            <ac:spMk id="2" creationId="{50203805-461B-AD36-F36D-EE909E3B7686}"/>
          </ac:spMkLst>
        </pc:spChg>
        <pc:picChg chg="add del">
          <ac:chgData name="Mohammad Salman" userId="cfd6754c-e613-4f6f-bb98-36aef69d8c31" providerId="ADAL" clId="{12F1429A-069F-4212-9143-E84A018DDA84}" dt="2023-09-18T13:52:09.728" v="2976" actId="478"/>
          <ac:picMkLst>
            <pc:docMk/>
            <pc:sldMk cId="3360538896" sldId="269"/>
            <ac:picMk id="7" creationId="{E7BC5802-5583-CB58-248C-66C3894F16A3}"/>
          </ac:picMkLst>
        </pc:picChg>
      </pc:sldChg>
      <pc:sldChg chg="modSp add mod modAnim">
        <pc:chgData name="Mohammad Salman" userId="cfd6754c-e613-4f6f-bb98-36aef69d8c31" providerId="ADAL" clId="{12F1429A-069F-4212-9143-E84A018DDA84}" dt="2023-09-19T07:20:44.217" v="3482"/>
        <pc:sldMkLst>
          <pc:docMk/>
          <pc:sldMk cId="1141768120" sldId="270"/>
        </pc:sldMkLst>
        <pc:spChg chg="mod">
          <ac:chgData name="Mohammad Salman" userId="cfd6754c-e613-4f6f-bb98-36aef69d8c31" providerId="ADAL" clId="{12F1429A-069F-4212-9143-E84A018DDA84}" dt="2023-09-18T13:54:02.702" v="3002" actId="14100"/>
          <ac:spMkLst>
            <pc:docMk/>
            <pc:sldMk cId="1141768120" sldId="270"/>
            <ac:spMk id="8" creationId="{70C625BE-2B55-7742-AC26-BBE72934D6EF}"/>
          </ac:spMkLst>
        </pc:spChg>
      </pc:sldChg>
      <pc:sldChg chg="addSp delSp modSp new mod setBg modClrScheme chgLayout">
        <pc:chgData name="Mohammad Salman" userId="cfd6754c-e613-4f6f-bb98-36aef69d8c31" providerId="ADAL" clId="{12F1429A-069F-4212-9143-E84A018DDA84}" dt="2023-09-18T13:55:42.969" v="3204" actId="20577"/>
        <pc:sldMkLst>
          <pc:docMk/>
          <pc:sldMk cId="894627474" sldId="271"/>
        </pc:sldMkLst>
        <pc:spChg chg="del mod ord">
          <ac:chgData name="Mohammad Salman" userId="cfd6754c-e613-4f6f-bb98-36aef69d8c31" providerId="ADAL" clId="{12F1429A-069F-4212-9143-E84A018DDA84}" dt="2023-09-18T13:54:12.471" v="3004" actId="700"/>
          <ac:spMkLst>
            <pc:docMk/>
            <pc:sldMk cId="894627474" sldId="271"/>
            <ac:spMk id="2" creationId="{AF994DEF-FA30-232D-AB3E-2D89E157D337}"/>
          </ac:spMkLst>
        </pc:spChg>
        <pc:spChg chg="del mod ord">
          <ac:chgData name="Mohammad Salman" userId="cfd6754c-e613-4f6f-bb98-36aef69d8c31" providerId="ADAL" clId="{12F1429A-069F-4212-9143-E84A018DDA84}" dt="2023-09-18T13:54:12.471" v="3004" actId="700"/>
          <ac:spMkLst>
            <pc:docMk/>
            <pc:sldMk cId="894627474" sldId="271"/>
            <ac:spMk id="3" creationId="{2A1EBB55-1D55-569F-4F82-3C4533AC1420}"/>
          </ac:spMkLst>
        </pc:spChg>
        <pc:spChg chg="add mod ord">
          <ac:chgData name="Mohammad Salman" userId="cfd6754c-e613-4f6f-bb98-36aef69d8c31" providerId="ADAL" clId="{12F1429A-069F-4212-9143-E84A018DDA84}" dt="2023-09-18T13:55:09.113" v="3087" actId="20577"/>
          <ac:spMkLst>
            <pc:docMk/>
            <pc:sldMk cId="894627474" sldId="271"/>
            <ac:spMk id="4" creationId="{8F62663E-41C7-7A06-59A6-CC346181CB67}"/>
          </ac:spMkLst>
        </pc:spChg>
        <pc:spChg chg="add mod ord">
          <ac:chgData name="Mohammad Salman" userId="cfd6754c-e613-4f6f-bb98-36aef69d8c31" providerId="ADAL" clId="{12F1429A-069F-4212-9143-E84A018DDA84}" dt="2023-09-18T13:55:42.969" v="3204" actId="20577"/>
          <ac:spMkLst>
            <pc:docMk/>
            <pc:sldMk cId="894627474" sldId="271"/>
            <ac:spMk id="5" creationId="{32845C37-C465-9C26-421C-61AFCC248792}"/>
          </ac:spMkLst>
        </pc:spChg>
      </pc:sldChg>
      <pc:sldChg chg="modSp new mod">
        <pc:chgData name="Mohammad Salman" userId="cfd6754c-e613-4f6f-bb98-36aef69d8c31" providerId="ADAL" clId="{12F1429A-069F-4212-9143-E84A018DDA84}" dt="2023-09-19T07:32:20.081" v="3508" actId="115"/>
        <pc:sldMkLst>
          <pc:docMk/>
          <pc:sldMk cId="546339108" sldId="272"/>
        </pc:sldMkLst>
        <pc:spChg chg="mod">
          <ac:chgData name="Mohammad Salman" userId="cfd6754c-e613-4f6f-bb98-36aef69d8c31" providerId="ADAL" clId="{12F1429A-069F-4212-9143-E84A018DDA84}" dt="2023-09-19T07:23:17.627" v="3493"/>
          <ac:spMkLst>
            <pc:docMk/>
            <pc:sldMk cId="546339108" sldId="272"/>
            <ac:spMk id="2" creationId="{F3F558E1-4393-C9C1-08D3-69ECD433B83D}"/>
          </ac:spMkLst>
        </pc:spChg>
        <pc:spChg chg="mod">
          <ac:chgData name="Mohammad Salman" userId="cfd6754c-e613-4f6f-bb98-36aef69d8c31" providerId="ADAL" clId="{12F1429A-069F-4212-9143-E84A018DDA84}" dt="2023-09-19T07:32:20.081" v="3508" actId="115"/>
          <ac:spMkLst>
            <pc:docMk/>
            <pc:sldMk cId="546339108" sldId="272"/>
            <ac:spMk id="3" creationId="{4DEAB06A-5470-AC30-EB51-DF3EFFD1DC8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19F544-AF92-49B5-BE2C-646E59AA6E06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5C06A-8E3E-4A7C-88B3-791ED9F33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1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5C06A-8E3E-4A7C-88B3-791ED9F336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41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5C06A-8E3E-4A7C-88B3-791ED9F336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92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5C06A-8E3E-4A7C-88B3-791ED9F3362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54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5C06A-8E3E-4A7C-88B3-791ED9F336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98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5C06A-8E3E-4A7C-88B3-791ED9F336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20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B5C06A-8E3E-4A7C-88B3-791ED9F3362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92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AF67-7676-C0BE-A7FA-FA351B174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A4FE6-EF97-887C-0BC2-A11528AD8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54D76-2A96-FF82-3D6A-0A8DC060A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584A-C529-43ED-8056-973D413AF17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0AC97-50A8-CCF8-B8D5-9113E979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00D46-7D70-3799-519B-6EE52F50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054-6C48-420B-9C53-5DE9BB312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81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AB646-B680-10FE-D749-77082B601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2D4B9-2CEC-32E2-113F-B470AB4C0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A6517-8614-6C05-928B-BE4331E25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584A-C529-43ED-8056-973D413AF17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8F13E-5B70-C298-128A-21F80B7D7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99539-DFE8-7DB1-FA6B-F16058E43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054-6C48-420B-9C53-5DE9BB312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8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86747-0ED4-1149-606D-B60D68A2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B8EB9-B571-67AC-D26C-6D4ACBE15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28D2D-7C56-3C0A-DFB8-3721F582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584A-C529-43ED-8056-973D413AF17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03E82-3764-013A-26EC-5DCF9504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42A25-4D5A-CE0F-186C-0DAD53A8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054-6C48-420B-9C53-5DE9BB312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0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A42E-1310-8746-7688-247798D8D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1FBBE-B157-2661-9B03-6AA0664AC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9514B-9A25-8F86-60A3-87EE7DF9F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7C0D-2C06-C5FB-DA7A-C24A76814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584A-C529-43ED-8056-973D413AF17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B1C11-B6DB-CCC7-67DB-F44575B9A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FED19-E1CD-7FAF-29AA-162FE54D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054-6C48-420B-9C53-5DE9BB312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84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3F761-F981-55ED-0800-ADCB9458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030ED-A1BD-AD34-7614-44C379FF7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DE4C6-604F-F29D-DA1B-AAC207BA0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7B346B-690F-D63F-C3D5-762FD37A1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6077C-8521-B043-C35D-DB2082793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65AE9F-0B50-2B3F-366B-9E8F6D4FF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584A-C529-43ED-8056-973D413AF17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F6E546-1B63-C76E-0A19-C766B59DE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1BA3C-C6EF-4BDE-B50E-772BBE9C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054-6C48-420B-9C53-5DE9BB312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0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703F7-75E9-A910-0D4D-C6E52DCC9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FC2FF-98C1-380A-2700-CD76EFD3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584A-C529-43ED-8056-973D413AF17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27A10A-DDB4-1754-3677-3FEC4F4E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2AE212-314E-1078-D787-89FD3CDA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054-6C48-420B-9C53-5DE9BB312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4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3D907B-F530-3C30-C72C-000FBD46D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584A-C529-43ED-8056-973D413AF17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798E27-3A0D-A3E6-D625-24847D28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FB3BA-C600-7621-1873-4BEF668C6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054-6C48-420B-9C53-5DE9BB312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24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4C69-4F6D-78D3-3014-A9F0EE6C0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3BD61-CE16-8BCF-1DFC-A2AD61595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231C6-9583-B1B5-65C8-512D0FF01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C7B5D-A1AD-8D60-13F7-3DA21341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584A-C529-43ED-8056-973D413AF17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C9D9F-FC3B-DAF6-7A18-EC76EA3AE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F6DAA-57DD-D846-5D10-F818164AF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054-6C48-420B-9C53-5DE9BB312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3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9A952-AA6A-849B-4470-8958EAA8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87FEA6-84DE-9BE1-6BCB-BD96017AAC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B0BE4-0425-7EE8-039A-4AFC45787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53887-89C4-9914-8940-872747087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584A-C529-43ED-8056-973D413AF17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746D1-D200-1EC9-1EA3-9B6C4309A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D1452-E172-D645-C053-CCAA0C56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054-6C48-420B-9C53-5DE9BB312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3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EA35-6F77-A00F-60AF-98FCEE511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B3A92-FEC6-347D-C023-A24EDE3B8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BB20A-7CF2-65AB-50C0-D5D49162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584A-C529-43ED-8056-973D413AF17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57009-B400-182C-AEE5-D1F38C4C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76EC7-A959-B08A-BAF4-F6CA46D5F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054-6C48-420B-9C53-5DE9BB312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6EBD1-6C0F-5AF6-5FD2-4C23E93CB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C1EFD-AF61-D11B-7870-026286C39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9D249-BE91-A20D-EA5E-754765AD6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584A-C529-43ED-8056-973D413AF17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4273E-B5D7-CD99-BE92-70F56880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FEAFC-BB4F-A1CC-DF19-4CA61A270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83054-6C48-420B-9C53-5DE9BB312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01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5D786A-B7B1-EFF0-BDD8-83C8BF71C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E1633-920A-6FA1-9CA2-461206AB7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C7F73-711B-EBC4-2B87-D840B27AFD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F584A-C529-43ED-8056-973D413AF17F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B444C-C48D-CCFF-4C9C-90926BE8A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5F7A4-4335-62EA-A199-D5C31DFFB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83054-6C48-420B-9C53-5DE9BB312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78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593FC-0430-C3C0-7953-BD432C8FBA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Multidimensional Arrays on the Stack (Compile-Time)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350523-2EE6-4576-E6B9-81464F2778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5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FA1F-7831-2B02-D269-384B57AC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Arrays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03F351-0248-32F8-EC1F-3E99EA92E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955" y="1760676"/>
            <a:ext cx="9868089" cy="6337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B78667-549A-F261-B48D-DE5A00B22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1" y="2743776"/>
            <a:ext cx="12078058" cy="224596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A9E570E-5EF2-C49C-7A4D-9E2888552A69}"/>
              </a:ext>
            </a:extLst>
          </p:cNvPr>
          <p:cNvSpPr/>
          <p:nvPr/>
        </p:nvSpPr>
        <p:spPr>
          <a:xfrm>
            <a:off x="5357308" y="2753958"/>
            <a:ext cx="3453205" cy="29045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93B33-3FA4-C9C9-F7B8-4CD78F1F6BCF}"/>
              </a:ext>
            </a:extLst>
          </p:cNvPr>
          <p:cNvSpPr/>
          <p:nvPr/>
        </p:nvSpPr>
        <p:spPr>
          <a:xfrm>
            <a:off x="9617336" y="2764140"/>
            <a:ext cx="2314688" cy="29045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9E4EDD-6647-2A73-B265-06F900E793AE}"/>
              </a:ext>
            </a:extLst>
          </p:cNvPr>
          <p:cNvSpPr/>
          <p:nvPr/>
        </p:nvSpPr>
        <p:spPr>
          <a:xfrm>
            <a:off x="56971" y="3044414"/>
            <a:ext cx="1975821" cy="29045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8AF2EA-77A5-EF34-CEC9-22B891759741}"/>
              </a:ext>
            </a:extLst>
          </p:cNvPr>
          <p:cNvSpPr/>
          <p:nvPr/>
        </p:nvSpPr>
        <p:spPr>
          <a:xfrm>
            <a:off x="5541981" y="4043713"/>
            <a:ext cx="848061" cy="892234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9E9F5F-5C7E-E9EC-0ADE-F29A003D7876}"/>
              </a:ext>
            </a:extLst>
          </p:cNvPr>
          <p:cNvSpPr/>
          <p:nvPr/>
        </p:nvSpPr>
        <p:spPr>
          <a:xfrm>
            <a:off x="313764" y="3714134"/>
            <a:ext cx="5118848" cy="29045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11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FA1F-7831-2B02-D269-384B57AC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Arrays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41AB1B-520D-B068-8E61-472E980AD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39" y="2190572"/>
            <a:ext cx="9838391" cy="15166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BBE120-34C4-2B17-9253-1A236290D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39" y="4207099"/>
            <a:ext cx="10746521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34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FA1F-7831-2B02-D269-384B57AC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F6E5B-D9BE-111F-CC9F-484BE0D46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mentioned that 1D arrays are laid out sequentially in memory (contiguous elements). </a:t>
            </a:r>
          </a:p>
          <a:p>
            <a:endParaRPr lang="en-US" dirty="0"/>
          </a:p>
          <a:p>
            <a:r>
              <a:rPr lang="en-US" dirty="0"/>
              <a:t>For 2D arrays, the elements are arranged in a </a:t>
            </a:r>
            <a:r>
              <a:rPr lang="en-US" b="1" dirty="0"/>
              <a:t>row-major </a:t>
            </a:r>
            <a:r>
              <a:rPr lang="en-US" dirty="0"/>
              <a:t>order.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Good to know because when accessing them, your </a:t>
            </a:r>
            <a:r>
              <a:rPr lang="en-US" b="1" dirty="0"/>
              <a:t>outer loop can iterate over rows</a:t>
            </a:r>
            <a:r>
              <a:rPr lang="en-US" dirty="0"/>
              <a:t>, and </a:t>
            </a:r>
            <a:r>
              <a:rPr lang="en-US" b="1" dirty="0"/>
              <a:t>inner loop can iterate over columns</a:t>
            </a:r>
            <a:r>
              <a:rPr lang="en-US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367E69-BFE0-1784-21ED-2F90861DE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8" y="4012445"/>
            <a:ext cx="12110224" cy="7809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F2EF26-E68E-FE56-93FA-F49ABA2E1416}"/>
              </a:ext>
            </a:extLst>
          </p:cNvPr>
          <p:cNvSpPr/>
          <p:nvPr/>
        </p:nvSpPr>
        <p:spPr>
          <a:xfrm>
            <a:off x="261201" y="4257712"/>
            <a:ext cx="3887053" cy="336589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DCF4A5-BDF6-55AA-EB1B-B412549CE5BD}"/>
              </a:ext>
            </a:extLst>
          </p:cNvPr>
          <p:cNvSpPr/>
          <p:nvPr/>
        </p:nvSpPr>
        <p:spPr>
          <a:xfrm>
            <a:off x="4185926" y="4257712"/>
            <a:ext cx="3887053" cy="33658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FAD89-37F6-0397-3C74-BDAF4A65427B}"/>
              </a:ext>
            </a:extLst>
          </p:cNvPr>
          <p:cNvSpPr/>
          <p:nvPr/>
        </p:nvSpPr>
        <p:spPr>
          <a:xfrm>
            <a:off x="8110651" y="4257712"/>
            <a:ext cx="3887053" cy="336589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578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FA1F-7831-2B02-D269-384B57AC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Arrays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8D544-318A-CCB1-536C-15B5551FB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4690944" cy="18138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FDE2A3-6409-43F9-C1F3-710D423DB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233373"/>
            <a:ext cx="8900177" cy="141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1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FA1F-7831-2B02-D269-384B57AC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Arrays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8A79D5-40CC-DADE-8A1E-C5E0684A0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427" y="2008864"/>
            <a:ext cx="7993146" cy="372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303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62663E-41C7-7A06-59A6-CC346181C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Multidimensional Arrays on the Heap (Runtime)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2845C37-C465-9C26-421C-61AFCC2487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You can now get varying number of columns in each row.</a:t>
            </a:r>
          </a:p>
          <a:p>
            <a:r>
              <a:rPr lang="en-US" i="1" dirty="0"/>
              <a:t>This wasn’t possible with the </a:t>
            </a:r>
            <a:r>
              <a:rPr lang="en-US" i="1" dirty="0" err="1"/>
              <a:t>nD</a:t>
            </a:r>
            <a:r>
              <a:rPr lang="en-US" i="1" dirty="0"/>
              <a:t>-arrays on the stack.</a:t>
            </a:r>
          </a:p>
        </p:txBody>
      </p:sp>
    </p:spTree>
    <p:extLst>
      <p:ext uri="{BB962C8B-B14F-4D97-AF65-F5344CB8AC3E}">
        <p14:creationId xmlns:p14="http://schemas.microsoft.com/office/powerpoint/2010/main" val="894627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4DD97-FBC2-3602-42E1-285615C2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Varying Length of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0A24F-51DD-0EAE-CC7E-D7CC0633B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2D-arrays over the stack means that row lengths would always be constant.</a:t>
            </a:r>
          </a:p>
          <a:p>
            <a:endParaRPr lang="en-US" dirty="0"/>
          </a:p>
          <a:p>
            <a:r>
              <a:rPr lang="en-US" dirty="0"/>
              <a:t>If you need varying row lengths, you can allocate memory on the heap.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574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EBF5C07-216D-54B0-47D9-FEE15FC62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406542"/>
              </p:ext>
            </p:extLst>
          </p:nvPr>
        </p:nvGraphicFramePr>
        <p:xfrm>
          <a:off x="4950904" y="2753961"/>
          <a:ext cx="46365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137">
                  <a:extLst>
                    <a:ext uri="{9D8B030D-6E8A-4147-A177-3AD203B41FA5}">
                      <a16:colId xmlns:a16="http://schemas.microsoft.com/office/drawing/2014/main" val="3008054845"/>
                    </a:ext>
                  </a:extLst>
                </a:gridCol>
                <a:gridCol w="1159137">
                  <a:extLst>
                    <a:ext uri="{9D8B030D-6E8A-4147-A177-3AD203B41FA5}">
                      <a16:colId xmlns:a16="http://schemas.microsoft.com/office/drawing/2014/main" val="3124998384"/>
                    </a:ext>
                  </a:extLst>
                </a:gridCol>
                <a:gridCol w="1159137">
                  <a:extLst>
                    <a:ext uri="{9D8B030D-6E8A-4147-A177-3AD203B41FA5}">
                      <a16:colId xmlns:a16="http://schemas.microsoft.com/office/drawing/2014/main" val="3063233075"/>
                    </a:ext>
                  </a:extLst>
                </a:gridCol>
                <a:gridCol w="1159137">
                  <a:extLst>
                    <a:ext uri="{9D8B030D-6E8A-4147-A177-3AD203B41FA5}">
                      <a16:colId xmlns:a16="http://schemas.microsoft.com/office/drawing/2014/main" val="17988170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060851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A2BD16B-E0ED-1103-ACCC-5F5E7E1F3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81862"/>
              </p:ext>
            </p:extLst>
          </p:nvPr>
        </p:nvGraphicFramePr>
        <p:xfrm>
          <a:off x="4959272" y="3505006"/>
          <a:ext cx="346515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53">
                  <a:extLst>
                    <a:ext uri="{9D8B030D-6E8A-4147-A177-3AD203B41FA5}">
                      <a16:colId xmlns:a16="http://schemas.microsoft.com/office/drawing/2014/main" val="123318591"/>
                    </a:ext>
                  </a:extLst>
                </a:gridCol>
                <a:gridCol w="1155053">
                  <a:extLst>
                    <a:ext uri="{9D8B030D-6E8A-4147-A177-3AD203B41FA5}">
                      <a16:colId xmlns:a16="http://schemas.microsoft.com/office/drawing/2014/main" val="380541050"/>
                    </a:ext>
                  </a:extLst>
                </a:gridCol>
                <a:gridCol w="1155053">
                  <a:extLst>
                    <a:ext uri="{9D8B030D-6E8A-4147-A177-3AD203B41FA5}">
                      <a16:colId xmlns:a16="http://schemas.microsoft.com/office/drawing/2014/main" val="373094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60953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E40EB4A-7812-8DF1-DC54-C80F6F586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260613"/>
              </p:ext>
            </p:extLst>
          </p:nvPr>
        </p:nvGraphicFramePr>
        <p:xfrm>
          <a:off x="4959272" y="4256051"/>
          <a:ext cx="60254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096">
                  <a:extLst>
                    <a:ext uri="{9D8B030D-6E8A-4147-A177-3AD203B41FA5}">
                      <a16:colId xmlns:a16="http://schemas.microsoft.com/office/drawing/2014/main" val="3824217961"/>
                    </a:ext>
                  </a:extLst>
                </a:gridCol>
                <a:gridCol w="1205096">
                  <a:extLst>
                    <a:ext uri="{9D8B030D-6E8A-4147-A177-3AD203B41FA5}">
                      <a16:colId xmlns:a16="http://schemas.microsoft.com/office/drawing/2014/main" val="1829302928"/>
                    </a:ext>
                  </a:extLst>
                </a:gridCol>
                <a:gridCol w="1205096">
                  <a:extLst>
                    <a:ext uri="{9D8B030D-6E8A-4147-A177-3AD203B41FA5}">
                      <a16:colId xmlns:a16="http://schemas.microsoft.com/office/drawing/2014/main" val="1207225754"/>
                    </a:ext>
                  </a:extLst>
                </a:gridCol>
                <a:gridCol w="1205096">
                  <a:extLst>
                    <a:ext uri="{9D8B030D-6E8A-4147-A177-3AD203B41FA5}">
                      <a16:colId xmlns:a16="http://schemas.microsoft.com/office/drawing/2014/main" val="3114530974"/>
                    </a:ext>
                  </a:extLst>
                </a:gridCol>
                <a:gridCol w="1205096">
                  <a:extLst>
                    <a:ext uri="{9D8B030D-6E8A-4147-A177-3AD203B41FA5}">
                      <a16:colId xmlns:a16="http://schemas.microsoft.com/office/drawing/2014/main" val="2615035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093479"/>
                  </a:ext>
                </a:extLst>
              </a:tr>
            </a:tbl>
          </a:graphicData>
        </a:graphic>
      </p:graphicFrame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7D424900-355B-C4D0-6F98-84DA78AA2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388885"/>
              </p:ext>
            </p:extLst>
          </p:nvPr>
        </p:nvGraphicFramePr>
        <p:xfrm>
          <a:off x="4959272" y="5007096"/>
          <a:ext cx="245274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373">
                  <a:extLst>
                    <a:ext uri="{9D8B030D-6E8A-4147-A177-3AD203B41FA5}">
                      <a16:colId xmlns:a16="http://schemas.microsoft.com/office/drawing/2014/main" val="1142038064"/>
                    </a:ext>
                  </a:extLst>
                </a:gridCol>
                <a:gridCol w="1226373">
                  <a:extLst>
                    <a:ext uri="{9D8B030D-6E8A-4147-A177-3AD203B41FA5}">
                      <a16:colId xmlns:a16="http://schemas.microsoft.com/office/drawing/2014/main" val="720134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919964"/>
                  </a:ext>
                </a:extLst>
              </a:tr>
            </a:tbl>
          </a:graphicData>
        </a:graphic>
      </p:graphicFrame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301EF1AE-5317-B69E-7FD4-3CB895670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446812"/>
              </p:ext>
            </p:extLst>
          </p:nvPr>
        </p:nvGraphicFramePr>
        <p:xfrm>
          <a:off x="2709729" y="2548469"/>
          <a:ext cx="861807" cy="2888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807">
                  <a:extLst>
                    <a:ext uri="{9D8B030D-6E8A-4147-A177-3AD203B41FA5}">
                      <a16:colId xmlns:a16="http://schemas.microsoft.com/office/drawing/2014/main" val="4161913566"/>
                    </a:ext>
                  </a:extLst>
                </a:gridCol>
              </a:tblGrid>
              <a:tr h="7220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117263"/>
                  </a:ext>
                </a:extLst>
              </a:tr>
              <a:tr h="7220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080763"/>
                  </a:ext>
                </a:extLst>
              </a:tr>
              <a:tr h="7220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257163"/>
                  </a:ext>
                </a:extLst>
              </a:tr>
              <a:tr h="7220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298522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4A8CDF-B687-803B-EE4D-6ED43DD4675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571536" y="2939381"/>
            <a:ext cx="1379368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C29DEB-A5C1-1C4B-A80C-55BB0506B780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571536" y="3690426"/>
            <a:ext cx="138773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199D80-10DD-E888-B467-E65C7D38A97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571536" y="4441471"/>
            <a:ext cx="138773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280E7F-69BC-A7BC-53F7-00BC833301B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571536" y="5192516"/>
            <a:ext cx="138773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4551BC2-1028-A835-BF7B-B4CA42D1B61F}"/>
              </a:ext>
            </a:extLst>
          </p:cNvPr>
          <p:cNvSpPr txBox="1"/>
          <p:nvPr/>
        </p:nvSpPr>
        <p:spPr>
          <a:xfrm>
            <a:off x="9950822" y="2548469"/>
            <a:ext cx="91440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Array of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F46AE0-B97E-7F75-F8C9-56C248750BD8}"/>
              </a:ext>
            </a:extLst>
          </p:cNvPr>
          <p:cNvSpPr txBox="1"/>
          <p:nvPr/>
        </p:nvSpPr>
        <p:spPr>
          <a:xfrm>
            <a:off x="8673052" y="3342582"/>
            <a:ext cx="91440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Array of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7C54FE-1B1F-AB39-5E02-5221CDC259A1}"/>
              </a:ext>
            </a:extLst>
          </p:cNvPr>
          <p:cNvSpPr txBox="1"/>
          <p:nvPr/>
        </p:nvSpPr>
        <p:spPr>
          <a:xfrm>
            <a:off x="11111453" y="4087528"/>
            <a:ext cx="91440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Array of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082C1A-3563-6916-8EC2-F080A317A6FC}"/>
              </a:ext>
            </a:extLst>
          </p:cNvPr>
          <p:cNvSpPr txBox="1"/>
          <p:nvPr/>
        </p:nvSpPr>
        <p:spPr>
          <a:xfrm>
            <a:off x="7598486" y="4832474"/>
            <a:ext cx="91440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Array of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152BC5-7D7B-E57A-4CC5-118E37BF2C6A}"/>
              </a:ext>
            </a:extLst>
          </p:cNvPr>
          <p:cNvSpPr txBox="1"/>
          <p:nvPr/>
        </p:nvSpPr>
        <p:spPr>
          <a:xfrm>
            <a:off x="3140632" y="1699631"/>
            <a:ext cx="1130152" cy="70788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Array of </a:t>
            </a:r>
            <a:r>
              <a:rPr lang="en-US" sz="20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int*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77A5D0-0F40-D2E0-5181-446C09D62925}"/>
              </a:ext>
            </a:extLst>
          </p:cNvPr>
          <p:cNvSpPr txBox="1"/>
          <p:nvPr/>
        </p:nvSpPr>
        <p:spPr>
          <a:xfrm>
            <a:off x="210370" y="2663136"/>
            <a:ext cx="1534758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int** p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37B7EA-16B6-D617-8363-DFC852965AC7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1745128" y="2893968"/>
            <a:ext cx="964601" cy="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02D6DAF-2C32-A2A6-D16E-E25A7CCB7723}"/>
              </a:ext>
            </a:extLst>
          </p:cNvPr>
          <p:cNvSpPr txBox="1"/>
          <p:nvPr/>
        </p:nvSpPr>
        <p:spPr>
          <a:xfrm>
            <a:off x="627229" y="859326"/>
            <a:ext cx="1092648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p[</a:t>
            </a:r>
            <a:r>
              <a:rPr lang="en-US" sz="24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] = new int[</a:t>
            </a:r>
            <a:r>
              <a:rPr lang="en-US" sz="2400" b="1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len</a:t>
            </a:r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];		</a:t>
            </a:r>
            <a:r>
              <a:rPr lang="en-US" sz="2000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this creates the </a:t>
            </a:r>
            <a:r>
              <a:rPr lang="en-US" sz="2000" dirty="0" err="1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ith</a:t>
            </a:r>
            <a:r>
              <a:rPr lang="en-US" sz="2000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array of int</a:t>
            </a:r>
            <a:endParaRPr lang="en-US" sz="2400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E4A827-520C-B9B9-42D3-48FA9AB78F58}"/>
              </a:ext>
            </a:extLst>
          </p:cNvPr>
          <p:cNvSpPr txBox="1"/>
          <p:nvPr/>
        </p:nvSpPr>
        <p:spPr>
          <a:xfrm>
            <a:off x="631708" y="376008"/>
            <a:ext cx="1092200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int** p{ </a:t>
            </a:r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new int*[4] </a:t>
            </a:r>
            <a:r>
              <a:rPr lang="en-US" sz="24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};	</a:t>
            </a:r>
            <a:r>
              <a:rPr lang="en-US" sz="2000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this creates the array of int*</a:t>
            </a:r>
            <a:endParaRPr lang="en-US" sz="2400" dirty="0">
              <a:solidFill>
                <a:srgbClr val="00B05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6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4DD97-FBC2-3602-42E1-285615C2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Varying Length of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0A24F-51DD-0EAE-CC7E-D7CC0633B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Note that you </a:t>
            </a:r>
            <a:r>
              <a:rPr lang="en-US" b="1" dirty="0"/>
              <a:t>first </a:t>
            </a:r>
            <a:r>
              <a:rPr lang="en-US" dirty="0"/>
              <a:t>have to allocate the array of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int*</a:t>
            </a:r>
          </a:p>
          <a:p>
            <a:endParaRPr lang="en-US" dirty="0"/>
          </a:p>
          <a:p>
            <a:r>
              <a:rPr lang="en-US" dirty="0"/>
              <a:t>Each element of this array can have an integer type address as its value.</a:t>
            </a:r>
          </a:p>
          <a:p>
            <a:endParaRPr lang="en-US" dirty="0"/>
          </a:p>
          <a:p>
            <a:r>
              <a:rPr lang="en-US" dirty="0"/>
              <a:t>So against each element of this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int* </a:t>
            </a:r>
            <a:r>
              <a:rPr lang="en-US" dirty="0"/>
              <a:t>array, we dynamically allocate an array of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</a:p>
          <a:p>
            <a:endParaRPr lang="en-US" dirty="0"/>
          </a:p>
          <a:p>
            <a:r>
              <a:rPr lang="en-US" dirty="0"/>
              <a:t>Recall that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p[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] </a:t>
            </a:r>
            <a:r>
              <a:rPr lang="en-US" dirty="0"/>
              <a:t>is identical to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*(p + 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)</a:t>
            </a:r>
          </a:p>
          <a:p>
            <a:pPr lvl="1"/>
            <a:r>
              <a:rPr lang="en-US" dirty="0">
                <a:ea typeface="Roboto Mono" panose="00000009000000000000" pitchFamily="49" charset="0"/>
              </a:rPr>
              <a:t>Both of these will give you access to the data or the value stored at index 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dirty="0">
                <a:ea typeface="Roboto Mono" panose="00000009000000000000" pitchFamily="49" charset="0"/>
              </a:rPr>
              <a:t>in the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int* </a:t>
            </a:r>
            <a:r>
              <a:rPr lang="en-US" dirty="0">
                <a:ea typeface="Roboto Mono" panose="00000009000000000000" pitchFamily="49" charset="0"/>
              </a:rPr>
              <a:t>array.</a:t>
            </a:r>
          </a:p>
        </p:txBody>
      </p:sp>
    </p:spTree>
    <p:extLst>
      <p:ext uri="{BB962C8B-B14F-4D97-AF65-F5344CB8AC3E}">
        <p14:creationId xmlns:p14="http://schemas.microsoft.com/office/powerpoint/2010/main" val="761636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F2F7A4-4E2F-0675-3254-00935C135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14" y="690855"/>
            <a:ext cx="7536765" cy="54762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BC5802-5583-CB58-248C-66C3894F1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425" y="2834062"/>
            <a:ext cx="2809081" cy="118987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C625BE-2B55-7742-AC26-BBE72934D6EF}"/>
              </a:ext>
            </a:extLst>
          </p:cNvPr>
          <p:cNvSpPr/>
          <p:nvPr/>
        </p:nvSpPr>
        <p:spPr>
          <a:xfrm>
            <a:off x="324525" y="1570616"/>
            <a:ext cx="4613235" cy="131723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68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3F125EF8-2209-C2B9-E37A-BD7DD6CA9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71" y="116865"/>
            <a:ext cx="8436071" cy="2880610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250F43B-A204-E536-605A-BBEF6AF675FF}"/>
              </a:ext>
            </a:extLst>
          </p:cNvPr>
          <p:cNvCxnSpPr>
            <a:cxnSpLocks/>
            <a:stCxn id="48" idx="2"/>
          </p:cNvCxnSpPr>
          <p:nvPr/>
        </p:nvCxnSpPr>
        <p:spPr>
          <a:xfrm flipH="1">
            <a:off x="6519134" y="1233079"/>
            <a:ext cx="3881187" cy="93900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02F898B-9554-F196-C0A7-318202416C3D}"/>
              </a:ext>
            </a:extLst>
          </p:cNvPr>
          <p:cNvSpPr txBox="1"/>
          <p:nvPr/>
        </p:nvSpPr>
        <p:spPr>
          <a:xfrm>
            <a:off x="382162" y="3187751"/>
            <a:ext cx="1142767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 order to </a:t>
            </a:r>
            <a:r>
              <a:rPr lang="en-US" sz="2000" b="1" dirty="0"/>
              <a:t>access each element</a:t>
            </a:r>
            <a:r>
              <a:rPr lang="en-US" sz="2000" dirty="0"/>
              <a:t>, you can treat this </a:t>
            </a:r>
            <a:r>
              <a:rPr lang="en-US" sz="2000" b="1" dirty="0"/>
              <a:t>like a 2D array</a:t>
            </a:r>
            <a:r>
              <a:rPr lang="en-US" sz="2000" dirty="0"/>
              <a:t>.</a:t>
            </a:r>
          </a:p>
          <a:p>
            <a:endParaRPr lang="en-US" sz="2000" dirty="0">
              <a:ea typeface="Roboto Mono" panose="00000009000000000000" pitchFamily="49" charset="0"/>
            </a:endParaRPr>
          </a:p>
          <a:p>
            <a:r>
              <a:rPr lang="en-US" sz="2000" dirty="0">
                <a:ea typeface="Roboto Mono" panose="00000009000000000000" pitchFamily="49" charset="0"/>
              </a:rPr>
              <a:t>So to access the marked element, you first need to </a:t>
            </a:r>
            <a:r>
              <a:rPr lang="en-US" sz="2000" b="1" dirty="0">
                <a:ea typeface="Roboto Mono" panose="00000009000000000000" pitchFamily="49" charset="0"/>
              </a:rPr>
              <a:t>go to the correct row</a:t>
            </a:r>
            <a:r>
              <a:rPr lang="en-US" sz="2000" dirty="0">
                <a:ea typeface="Roboto Mono" panose="00000009000000000000" pitchFamily="49" charset="0"/>
              </a:rPr>
              <a:t>.</a:t>
            </a:r>
          </a:p>
          <a:p>
            <a:r>
              <a:rPr lang="en-US" sz="2000" dirty="0">
                <a:ea typeface="Roboto Mono" panose="00000009000000000000" pitchFamily="49" charset="0"/>
              </a:rPr>
              <a:t>We can do that by, </a:t>
            </a:r>
            <a:r>
              <a:rPr lang="en-US" sz="20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p[2]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2000" dirty="0">
                <a:ea typeface="Roboto Mono" panose="00000009000000000000" pitchFamily="49" charset="0"/>
              </a:rPr>
              <a:t>or </a:t>
            </a:r>
            <a:r>
              <a:rPr lang="en-US" sz="20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*(p + 2) </a:t>
            </a:r>
            <a:r>
              <a:rPr lang="en-US" sz="2000" dirty="0">
                <a:ea typeface="Roboto Mono" panose="00000009000000000000" pitchFamily="49" charset="0"/>
              </a:rPr>
              <a:t>in this example.</a:t>
            </a:r>
          </a:p>
          <a:p>
            <a:endParaRPr lang="en-US" sz="2000" dirty="0">
              <a:ea typeface="Roboto Mono" panose="00000009000000000000" pitchFamily="49" charset="0"/>
            </a:endParaRPr>
          </a:p>
          <a:p>
            <a:r>
              <a:rPr lang="en-US" sz="2000" dirty="0">
                <a:ea typeface="Roboto Mono" panose="00000009000000000000" pitchFamily="49" charset="0"/>
              </a:rPr>
              <a:t>Once we’re in the correct row, we need to </a:t>
            </a:r>
            <a:r>
              <a:rPr lang="en-US" sz="2000" b="1" dirty="0">
                <a:ea typeface="Roboto Mono" panose="00000009000000000000" pitchFamily="49" charset="0"/>
              </a:rPr>
              <a:t>get to the correct element (or correct column)</a:t>
            </a:r>
            <a:r>
              <a:rPr lang="en-US" sz="2000" dirty="0">
                <a:ea typeface="Roboto Mono" panose="00000009000000000000" pitchFamily="49" charset="0"/>
              </a:rPr>
              <a:t>. Do that by,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p[2]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[3]	</a:t>
            </a:r>
            <a:r>
              <a:rPr lang="en-US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/* easy to read; other ways are shown so that you understand what’s going on, and what can be done. */</a:t>
            </a:r>
            <a:endParaRPr lang="en-US" sz="2000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*( </a:t>
            </a:r>
            <a:r>
              <a:rPr lang="en-US" sz="20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p[2]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 + 3 )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*( </a:t>
            </a:r>
            <a:r>
              <a:rPr lang="en-US" sz="20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*(p + 2) 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+ 3 )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 *(p + 2) )</a:t>
            </a:r>
            <a:r>
              <a:rPr lang="en-US" sz="2000" b="1" dirty="0">
                <a:latin typeface="Roboto Mono" panose="00000009000000000000" pitchFamily="49" charset="0"/>
                <a:ea typeface="Roboto Mono" panose="00000009000000000000" pitchFamily="49" charset="0"/>
              </a:rPr>
              <a:t>[3]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88972C-4F12-EE8B-59DF-4887BD6E8B84}"/>
              </a:ext>
            </a:extLst>
          </p:cNvPr>
          <p:cNvSpPr txBox="1"/>
          <p:nvPr/>
        </p:nvSpPr>
        <p:spPr>
          <a:xfrm>
            <a:off x="8810513" y="217416"/>
            <a:ext cx="3179615" cy="101566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i="1" dirty="0"/>
              <a:t>Figure out how to access the value and address for this element.</a:t>
            </a:r>
            <a:endParaRPr lang="en-US" sz="2000" b="1" i="1" dirty="0"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54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F2F7A4-4E2F-0675-3254-00935C135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14" y="690855"/>
            <a:ext cx="7536765" cy="54762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BC5802-5583-CB58-248C-66C3894F1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425" y="2941638"/>
            <a:ext cx="2809081" cy="118987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C625BE-2B55-7742-AC26-BBE72934D6EF}"/>
              </a:ext>
            </a:extLst>
          </p:cNvPr>
          <p:cNvSpPr/>
          <p:nvPr/>
        </p:nvSpPr>
        <p:spPr>
          <a:xfrm>
            <a:off x="247427" y="2941638"/>
            <a:ext cx="11134163" cy="118987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35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4DD97-FBC2-3602-42E1-285615C2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Varying Length of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0A24F-51DD-0EAE-CC7E-D7CC0633B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of the memory that you have taken from the heap </a:t>
            </a:r>
            <a:r>
              <a:rPr lang="en-US" b="1" dirty="0"/>
              <a:t>must be manually deallocated using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delete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8080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EBF5C07-216D-54B0-47D9-FEE15FC621BF}"/>
              </a:ext>
            </a:extLst>
          </p:cNvPr>
          <p:cNvGraphicFramePr>
            <a:graphicFrameLocks noGrp="1"/>
          </p:cNvGraphicFramePr>
          <p:nvPr/>
        </p:nvGraphicFramePr>
        <p:xfrm>
          <a:off x="4950904" y="2753961"/>
          <a:ext cx="46365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137">
                  <a:extLst>
                    <a:ext uri="{9D8B030D-6E8A-4147-A177-3AD203B41FA5}">
                      <a16:colId xmlns:a16="http://schemas.microsoft.com/office/drawing/2014/main" val="3008054845"/>
                    </a:ext>
                  </a:extLst>
                </a:gridCol>
                <a:gridCol w="1159137">
                  <a:extLst>
                    <a:ext uri="{9D8B030D-6E8A-4147-A177-3AD203B41FA5}">
                      <a16:colId xmlns:a16="http://schemas.microsoft.com/office/drawing/2014/main" val="3124998384"/>
                    </a:ext>
                  </a:extLst>
                </a:gridCol>
                <a:gridCol w="1159137">
                  <a:extLst>
                    <a:ext uri="{9D8B030D-6E8A-4147-A177-3AD203B41FA5}">
                      <a16:colId xmlns:a16="http://schemas.microsoft.com/office/drawing/2014/main" val="3063233075"/>
                    </a:ext>
                  </a:extLst>
                </a:gridCol>
                <a:gridCol w="1159137">
                  <a:extLst>
                    <a:ext uri="{9D8B030D-6E8A-4147-A177-3AD203B41FA5}">
                      <a16:colId xmlns:a16="http://schemas.microsoft.com/office/drawing/2014/main" val="17988170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060851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A2BD16B-E0ED-1103-ACCC-5F5E7E1F341D}"/>
              </a:ext>
            </a:extLst>
          </p:cNvPr>
          <p:cNvGraphicFramePr>
            <a:graphicFrameLocks noGrp="1"/>
          </p:cNvGraphicFramePr>
          <p:nvPr/>
        </p:nvGraphicFramePr>
        <p:xfrm>
          <a:off x="4959272" y="3505006"/>
          <a:ext cx="346515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53">
                  <a:extLst>
                    <a:ext uri="{9D8B030D-6E8A-4147-A177-3AD203B41FA5}">
                      <a16:colId xmlns:a16="http://schemas.microsoft.com/office/drawing/2014/main" val="123318591"/>
                    </a:ext>
                  </a:extLst>
                </a:gridCol>
                <a:gridCol w="1155053">
                  <a:extLst>
                    <a:ext uri="{9D8B030D-6E8A-4147-A177-3AD203B41FA5}">
                      <a16:colId xmlns:a16="http://schemas.microsoft.com/office/drawing/2014/main" val="380541050"/>
                    </a:ext>
                  </a:extLst>
                </a:gridCol>
                <a:gridCol w="1155053">
                  <a:extLst>
                    <a:ext uri="{9D8B030D-6E8A-4147-A177-3AD203B41FA5}">
                      <a16:colId xmlns:a16="http://schemas.microsoft.com/office/drawing/2014/main" val="3730940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609533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2E40EB4A-7812-8DF1-DC54-C80F6F586860}"/>
              </a:ext>
            </a:extLst>
          </p:cNvPr>
          <p:cNvGraphicFramePr>
            <a:graphicFrameLocks noGrp="1"/>
          </p:cNvGraphicFramePr>
          <p:nvPr/>
        </p:nvGraphicFramePr>
        <p:xfrm>
          <a:off x="4959272" y="4256051"/>
          <a:ext cx="60254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096">
                  <a:extLst>
                    <a:ext uri="{9D8B030D-6E8A-4147-A177-3AD203B41FA5}">
                      <a16:colId xmlns:a16="http://schemas.microsoft.com/office/drawing/2014/main" val="3824217961"/>
                    </a:ext>
                  </a:extLst>
                </a:gridCol>
                <a:gridCol w="1205096">
                  <a:extLst>
                    <a:ext uri="{9D8B030D-6E8A-4147-A177-3AD203B41FA5}">
                      <a16:colId xmlns:a16="http://schemas.microsoft.com/office/drawing/2014/main" val="1829302928"/>
                    </a:ext>
                  </a:extLst>
                </a:gridCol>
                <a:gridCol w="1205096">
                  <a:extLst>
                    <a:ext uri="{9D8B030D-6E8A-4147-A177-3AD203B41FA5}">
                      <a16:colId xmlns:a16="http://schemas.microsoft.com/office/drawing/2014/main" val="1207225754"/>
                    </a:ext>
                  </a:extLst>
                </a:gridCol>
                <a:gridCol w="1205096">
                  <a:extLst>
                    <a:ext uri="{9D8B030D-6E8A-4147-A177-3AD203B41FA5}">
                      <a16:colId xmlns:a16="http://schemas.microsoft.com/office/drawing/2014/main" val="3114530974"/>
                    </a:ext>
                  </a:extLst>
                </a:gridCol>
                <a:gridCol w="1205096">
                  <a:extLst>
                    <a:ext uri="{9D8B030D-6E8A-4147-A177-3AD203B41FA5}">
                      <a16:colId xmlns:a16="http://schemas.microsoft.com/office/drawing/2014/main" val="2615035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093479"/>
                  </a:ext>
                </a:extLst>
              </a:tr>
            </a:tbl>
          </a:graphicData>
        </a:graphic>
      </p:graphicFrame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7D424900-355B-C4D0-6F98-84DA78AA23C0}"/>
              </a:ext>
            </a:extLst>
          </p:cNvPr>
          <p:cNvGraphicFramePr>
            <a:graphicFrameLocks noGrp="1"/>
          </p:cNvGraphicFramePr>
          <p:nvPr/>
        </p:nvGraphicFramePr>
        <p:xfrm>
          <a:off x="4959272" y="5007096"/>
          <a:ext cx="245274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373">
                  <a:extLst>
                    <a:ext uri="{9D8B030D-6E8A-4147-A177-3AD203B41FA5}">
                      <a16:colId xmlns:a16="http://schemas.microsoft.com/office/drawing/2014/main" val="1142038064"/>
                    </a:ext>
                  </a:extLst>
                </a:gridCol>
                <a:gridCol w="1226373">
                  <a:extLst>
                    <a:ext uri="{9D8B030D-6E8A-4147-A177-3AD203B41FA5}">
                      <a16:colId xmlns:a16="http://schemas.microsoft.com/office/drawing/2014/main" val="720134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919964"/>
                  </a:ext>
                </a:extLst>
              </a:tr>
            </a:tbl>
          </a:graphicData>
        </a:graphic>
      </p:graphicFrame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301EF1AE-5317-B69E-7FD4-3CB895670626}"/>
              </a:ext>
            </a:extLst>
          </p:cNvPr>
          <p:cNvGraphicFramePr>
            <a:graphicFrameLocks noGrp="1"/>
          </p:cNvGraphicFramePr>
          <p:nvPr/>
        </p:nvGraphicFramePr>
        <p:xfrm>
          <a:off x="2709729" y="2548469"/>
          <a:ext cx="861807" cy="2888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807">
                  <a:extLst>
                    <a:ext uri="{9D8B030D-6E8A-4147-A177-3AD203B41FA5}">
                      <a16:colId xmlns:a16="http://schemas.microsoft.com/office/drawing/2014/main" val="4161913566"/>
                    </a:ext>
                  </a:extLst>
                </a:gridCol>
              </a:tblGrid>
              <a:tr h="7220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117263"/>
                  </a:ext>
                </a:extLst>
              </a:tr>
              <a:tr h="7220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080763"/>
                  </a:ext>
                </a:extLst>
              </a:tr>
              <a:tr h="72201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257163"/>
                  </a:ext>
                </a:extLst>
              </a:tr>
              <a:tr h="7220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298522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4A8CDF-B687-803B-EE4D-6ED43DD4675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571536" y="2939381"/>
            <a:ext cx="1379368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C29DEB-A5C1-1C4B-A80C-55BB0506B780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571536" y="3690426"/>
            <a:ext cx="138773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199D80-10DD-E888-B467-E65C7D38A97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571536" y="4441471"/>
            <a:ext cx="138773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280E7F-69BC-A7BC-53F7-00BC833301B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571536" y="5192516"/>
            <a:ext cx="1387736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4551BC2-1028-A835-BF7B-B4CA42D1B61F}"/>
              </a:ext>
            </a:extLst>
          </p:cNvPr>
          <p:cNvSpPr txBox="1"/>
          <p:nvPr/>
        </p:nvSpPr>
        <p:spPr>
          <a:xfrm>
            <a:off x="9950822" y="2548469"/>
            <a:ext cx="91440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Array of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F46AE0-B97E-7F75-F8C9-56C248750BD8}"/>
              </a:ext>
            </a:extLst>
          </p:cNvPr>
          <p:cNvSpPr txBox="1"/>
          <p:nvPr/>
        </p:nvSpPr>
        <p:spPr>
          <a:xfrm>
            <a:off x="8673052" y="3342582"/>
            <a:ext cx="91440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Array of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7C54FE-1B1F-AB39-5E02-5221CDC259A1}"/>
              </a:ext>
            </a:extLst>
          </p:cNvPr>
          <p:cNvSpPr txBox="1"/>
          <p:nvPr/>
        </p:nvSpPr>
        <p:spPr>
          <a:xfrm>
            <a:off x="11111453" y="4087528"/>
            <a:ext cx="91440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Array of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082C1A-3563-6916-8EC2-F080A317A6FC}"/>
              </a:ext>
            </a:extLst>
          </p:cNvPr>
          <p:cNvSpPr txBox="1"/>
          <p:nvPr/>
        </p:nvSpPr>
        <p:spPr>
          <a:xfrm>
            <a:off x="7598486" y="4832474"/>
            <a:ext cx="91440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Array of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152BC5-7D7B-E57A-4CC5-118E37BF2C6A}"/>
              </a:ext>
            </a:extLst>
          </p:cNvPr>
          <p:cNvSpPr txBox="1"/>
          <p:nvPr/>
        </p:nvSpPr>
        <p:spPr>
          <a:xfrm>
            <a:off x="3140632" y="1699631"/>
            <a:ext cx="1130152" cy="70788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Array of </a:t>
            </a:r>
            <a:r>
              <a:rPr lang="en-US" sz="20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int*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77A5D0-0F40-D2E0-5181-446C09D62925}"/>
              </a:ext>
            </a:extLst>
          </p:cNvPr>
          <p:cNvSpPr txBox="1"/>
          <p:nvPr/>
        </p:nvSpPr>
        <p:spPr>
          <a:xfrm>
            <a:off x="210370" y="2663136"/>
            <a:ext cx="1534758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int** p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37B7EA-16B6-D617-8363-DFC852965AC7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1745128" y="2893968"/>
            <a:ext cx="964601" cy="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00A4FDD-FDE8-A3AC-6E61-499AE49DB79C}"/>
              </a:ext>
            </a:extLst>
          </p:cNvPr>
          <p:cNvSpPr/>
          <p:nvPr/>
        </p:nvSpPr>
        <p:spPr>
          <a:xfrm>
            <a:off x="4690334" y="2237591"/>
            <a:ext cx="7412019" cy="346395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0B5147-6223-C86A-5CE3-55EDF524A598}"/>
              </a:ext>
            </a:extLst>
          </p:cNvPr>
          <p:cNvSpPr txBox="1"/>
          <p:nvPr/>
        </p:nvSpPr>
        <p:spPr>
          <a:xfrm>
            <a:off x="6490449" y="1679303"/>
            <a:ext cx="4044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solidFill>
                  <a:schemeClr val="accent1"/>
                </a:solidFill>
              </a:rPr>
              <a:t>First</a:t>
            </a:r>
            <a:r>
              <a:rPr lang="en-US" sz="2000" i="1" dirty="0">
                <a:solidFill>
                  <a:schemeClr val="accent1"/>
                </a:solidFill>
              </a:rPr>
              <a:t> these would be deallocated.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F59B3B-5A92-1588-D9DA-FBED398765C9}"/>
              </a:ext>
            </a:extLst>
          </p:cNvPr>
          <p:cNvSpPr txBox="1"/>
          <p:nvPr/>
        </p:nvSpPr>
        <p:spPr>
          <a:xfrm>
            <a:off x="3140632" y="824867"/>
            <a:ext cx="24458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solidFill>
                  <a:srgbClr val="00B050"/>
                </a:solidFill>
              </a:rPr>
              <a:t>Then</a:t>
            </a:r>
            <a:r>
              <a:rPr lang="en-US" sz="2000" i="1" dirty="0">
                <a:solidFill>
                  <a:srgbClr val="00B050"/>
                </a:solidFill>
              </a:rPr>
              <a:t> deallocate this pointer type array.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FEC835-069E-E9F0-3392-81C1E9ACB951}"/>
              </a:ext>
            </a:extLst>
          </p:cNvPr>
          <p:cNvSpPr txBox="1"/>
          <p:nvPr/>
        </p:nvSpPr>
        <p:spPr>
          <a:xfrm>
            <a:off x="135362" y="917253"/>
            <a:ext cx="24458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rgbClr val="FF0000"/>
                </a:solidFill>
              </a:rPr>
              <a:t>Note that this is already on the stack memory. So it will be </a:t>
            </a:r>
            <a:r>
              <a:rPr lang="en-US" sz="2000" b="1" i="1" dirty="0">
                <a:solidFill>
                  <a:srgbClr val="FF0000"/>
                </a:solidFill>
              </a:rPr>
              <a:t>automatically deallocated</a:t>
            </a:r>
            <a:r>
              <a:rPr lang="en-US" sz="2000" i="1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902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F2F7A4-4E2F-0675-3254-00935C135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14" y="690855"/>
            <a:ext cx="7536765" cy="54762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BC5802-5583-CB58-248C-66C3894F1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425" y="2834062"/>
            <a:ext cx="2809081" cy="118987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0203805-461B-AD36-F36D-EE909E3B7686}"/>
              </a:ext>
            </a:extLst>
          </p:cNvPr>
          <p:cNvSpPr/>
          <p:nvPr/>
        </p:nvSpPr>
        <p:spPr>
          <a:xfrm>
            <a:off x="290458" y="4163209"/>
            <a:ext cx="3302596" cy="135546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38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558E1-4393-C9C1-08D3-69ECD433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Varying Length of Rows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AB06A-5470-AC30-EB51-DF3EFFD1D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deallocate the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int* </a:t>
            </a:r>
            <a:r>
              <a:rPr lang="en-US" dirty="0"/>
              <a:t>array first, you will create a </a:t>
            </a:r>
            <a:r>
              <a:rPr lang="en-US" u="sng" dirty="0"/>
              <a:t>memory leak</a:t>
            </a:r>
            <a:r>
              <a:rPr lang="en-US" dirty="0"/>
              <a:t> of all the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int </a:t>
            </a:r>
            <a:r>
              <a:rPr lang="en-US" dirty="0"/>
              <a:t>arrays.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39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525</Words>
  <Application>Microsoft Office PowerPoint</Application>
  <PresentationFormat>Widescreen</PresentationFormat>
  <Paragraphs>67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Roboto Mono</vt:lpstr>
      <vt:lpstr>Office Theme</vt:lpstr>
      <vt:lpstr>Multidimensional Arrays on the Stack (Compile-Time)</vt:lpstr>
      <vt:lpstr>Multidimensional Arrays</vt:lpstr>
      <vt:lpstr>Multidimensional Arrays</vt:lpstr>
      <vt:lpstr>Multidimensional Arrays</vt:lpstr>
      <vt:lpstr>Multidimensional Arrays</vt:lpstr>
      <vt:lpstr>Multidimensional Arrays</vt:lpstr>
      <vt:lpstr>Multidimensional Arrays on the Heap (Runtime)</vt:lpstr>
      <vt:lpstr>Varying Length of Rows</vt:lpstr>
      <vt:lpstr>PowerPoint Presentation</vt:lpstr>
      <vt:lpstr>Varying Length of Rows</vt:lpstr>
      <vt:lpstr>PowerPoint Presentation</vt:lpstr>
      <vt:lpstr>PowerPoint Presentation</vt:lpstr>
      <vt:lpstr>PowerPoint Presentation</vt:lpstr>
      <vt:lpstr>Varying Length of Rows</vt:lpstr>
      <vt:lpstr>PowerPoint Presentation</vt:lpstr>
      <vt:lpstr>PowerPoint Presentation</vt:lpstr>
      <vt:lpstr>Varying Length of Rows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Multidimensional Arrays</dc:title>
  <dc:creator>Mohammad Salman</dc:creator>
  <cp:lastModifiedBy>Mohammad Salman</cp:lastModifiedBy>
  <cp:revision>1</cp:revision>
  <dcterms:created xsi:type="dcterms:W3CDTF">2023-09-15T10:02:03Z</dcterms:created>
  <dcterms:modified xsi:type="dcterms:W3CDTF">2023-09-19T07:32:21Z</dcterms:modified>
</cp:coreProperties>
</file>