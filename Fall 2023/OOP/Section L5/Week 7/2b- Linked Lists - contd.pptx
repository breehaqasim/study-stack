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5" r:id="rId3"/>
    <p:sldId id="287" r:id="rId4"/>
    <p:sldId id="281" r:id="rId5"/>
    <p:sldId id="288" r:id="rId6"/>
    <p:sldId id="314" r:id="rId7"/>
    <p:sldId id="284" r:id="rId8"/>
    <p:sldId id="271" r:id="rId9"/>
    <p:sldId id="31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680" autoAdjust="0"/>
  </p:normalViewPr>
  <p:slideViewPr>
    <p:cSldViewPr snapToGrid="0">
      <p:cViewPr varScale="1">
        <p:scale>
          <a:sx n="70" d="100"/>
          <a:sy n="70" d="100"/>
        </p:scale>
        <p:origin x="4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050EB4E0-830F-4882-A281-47E2067AC0C6}"/>
    <pc:docChg chg="undo custSel addSld delSld modSld">
      <pc:chgData name="Mohammad Salman" userId="cfd6754c-e613-4f6f-bb98-36aef69d8c31" providerId="ADAL" clId="{050EB4E0-830F-4882-A281-47E2067AC0C6}" dt="2023-10-06T13:05:43.382" v="1005"/>
      <pc:docMkLst>
        <pc:docMk/>
      </pc:docMkLst>
      <pc:sldChg chg="modSp mod setBg">
        <pc:chgData name="Mohammad Salman" userId="cfd6754c-e613-4f6f-bb98-36aef69d8c31" providerId="ADAL" clId="{050EB4E0-830F-4882-A281-47E2067AC0C6}" dt="2023-10-04T15:02:06.447" v="60"/>
        <pc:sldMkLst>
          <pc:docMk/>
          <pc:sldMk cId="326969724" sldId="256"/>
        </pc:sldMkLst>
        <pc:spChg chg="mod">
          <ac:chgData name="Mohammad Salman" userId="cfd6754c-e613-4f6f-bb98-36aef69d8c31" providerId="ADAL" clId="{050EB4E0-830F-4882-A281-47E2067AC0C6}" dt="2023-10-04T15:01:52.533" v="28" actId="20577"/>
          <ac:spMkLst>
            <pc:docMk/>
            <pc:sldMk cId="326969724" sldId="256"/>
            <ac:spMk id="2" creationId="{744E9D46-0BB3-9D0F-8A95-6C70B2D459D0}"/>
          </ac:spMkLst>
        </pc:spChg>
        <pc:spChg chg="mod">
          <ac:chgData name="Mohammad Salman" userId="cfd6754c-e613-4f6f-bb98-36aef69d8c31" providerId="ADAL" clId="{050EB4E0-830F-4882-A281-47E2067AC0C6}" dt="2023-10-04T15:01:58.593" v="58" actId="20577"/>
          <ac:spMkLst>
            <pc:docMk/>
            <pc:sldMk cId="326969724" sldId="256"/>
            <ac:spMk id="3" creationId="{0F84C68B-E0FD-AFB1-6A6B-D646F4A8BBE7}"/>
          </ac:spMkLst>
        </pc:spChg>
      </pc:sldChg>
      <pc:sldChg chg="modSp mod">
        <pc:chgData name="Mohammad Salman" userId="cfd6754c-e613-4f6f-bb98-36aef69d8c31" providerId="ADAL" clId="{050EB4E0-830F-4882-A281-47E2067AC0C6}" dt="2023-10-06T13:05:26.136" v="1003" actId="400"/>
        <pc:sldMkLst>
          <pc:docMk/>
          <pc:sldMk cId="2327093689" sldId="271"/>
        </pc:sldMkLst>
        <pc:spChg chg="mod">
          <ac:chgData name="Mohammad Salman" userId="cfd6754c-e613-4f6f-bb98-36aef69d8c31" providerId="ADAL" clId="{050EB4E0-830F-4882-A281-47E2067AC0C6}" dt="2023-10-04T15:06:07.576" v="498" actId="20577"/>
          <ac:spMkLst>
            <pc:docMk/>
            <pc:sldMk cId="2327093689" sldId="271"/>
            <ac:spMk id="2" creationId="{5AF56170-FBEC-7998-180A-7CA329799C62}"/>
          </ac:spMkLst>
        </pc:spChg>
        <pc:spChg chg="mod">
          <ac:chgData name="Mohammad Salman" userId="cfd6754c-e613-4f6f-bb98-36aef69d8c31" providerId="ADAL" clId="{050EB4E0-830F-4882-A281-47E2067AC0C6}" dt="2023-10-06T13:05:26.136" v="1003" actId="400"/>
          <ac:spMkLst>
            <pc:docMk/>
            <pc:sldMk cId="2327093689" sldId="271"/>
            <ac:spMk id="3" creationId="{9BEEA2EF-8C4C-CA89-E554-C711D130FC6F}"/>
          </ac:spMkLst>
        </pc:spChg>
      </pc:sldChg>
      <pc:sldChg chg="del">
        <pc:chgData name="Mohammad Salman" userId="cfd6754c-e613-4f6f-bb98-36aef69d8c31" providerId="ADAL" clId="{050EB4E0-830F-4882-A281-47E2067AC0C6}" dt="2023-10-04T15:06:42.720" v="524" actId="47"/>
        <pc:sldMkLst>
          <pc:docMk/>
          <pc:sldMk cId="3250546316" sldId="274"/>
        </pc:sldMkLst>
      </pc:sldChg>
      <pc:sldChg chg="modSp mod">
        <pc:chgData name="Mohammad Salman" userId="cfd6754c-e613-4f6f-bb98-36aef69d8c31" providerId="ADAL" clId="{050EB4E0-830F-4882-A281-47E2067AC0C6}" dt="2023-10-04T15:06:59.393" v="526" actId="6549"/>
        <pc:sldMkLst>
          <pc:docMk/>
          <pc:sldMk cId="2537134186" sldId="275"/>
        </pc:sldMkLst>
        <pc:spChg chg="mod">
          <ac:chgData name="Mohammad Salman" userId="cfd6754c-e613-4f6f-bb98-36aef69d8c31" providerId="ADAL" clId="{050EB4E0-830F-4882-A281-47E2067AC0C6}" dt="2023-10-04T15:06:59.393" v="526" actId="6549"/>
          <ac:spMkLst>
            <pc:docMk/>
            <pc:sldMk cId="2537134186" sldId="275"/>
            <ac:spMk id="3" creationId="{B3DF30F6-6678-A963-591D-96EE9D5B8BAD}"/>
          </ac:spMkLst>
        </pc:spChg>
      </pc:sldChg>
      <pc:sldChg chg="modSp add mod setBg">
        <pc:chgData name="Mohammad Salman" userId="cfd6754c-e613-4f6f-bb98-36aef69d8c31" providerId="ADAL" clId="{050EB4E0-830F-4882-A281-47E2067AC0C6}" dt="2023-10-04T15:05:52.084" v="495" actId="20577"/>
        <pc:sldMkLst>
          <pc:docMk/>
          <pc:sldMk cId="3678426420" sldId="281"/>
        </pc:sldMkLst>
        <pc:spChg chg="mod">
          <ac:chgData name="Mohammad Salman" userId="cfd6754c-e613-4f6f-bb98-36aef69d8c31" providerId="ADAL" clId="{050EB4E0-830F-4882-A281-47E2067AC0C6}" dt="2023-10-04T15:05:52.084" v="495" actId="20577"/>
          <ac:spMkLst>
            <pc:docMk/>
            <pc:sldMk cId="3678426420" sldId="281"/>
            <ac:spMk id="2" creationId="{56DD1D6C-06C4-7896-38F3-2872C7154112}"/>
          </ac:spMkLst>
        </pc:spChg>
      </pc:sldChg>
      <pc:sldChg chg="modSp mod setBg">
        <pc:chgData name="Mohammad Salman" userId="cfd6754c-e613-4f6f-bb98-36aef69d8c31" providerId="ADAL" clId="{050EB4E0-830F-4882-A281-47E2067AC0C6}" dt="2023-10-06T13:05:38.639" v="1004"/>
        <pc:sldMkLst>
          <pc:docMk/>
          <pc:sldMk cId="975659623" sldId="282"/>
        </pc:sldMkLst>
        <pc:spChg chg="mod">
          <ac:chgData name="Mohammad Salman" userId="cfd6754c-e613-4f6f-bb98-36aef69d8c31" providerId="ADAL" clId="{050EB4E0-830F-4882-A281-47E2067AC0C6}" dt="2023-10-04T15:08:38.590" v="530" actId="27636"/>
          <ac:spMkLst>
            <pc:docMk/>
            <pc:sldMk cId="975659623" sldId="282"/>
            <ac:spMk id="3" creationId="{691813BE-891F-A378-082E-6B257136C482}"/>
          </ac:spMkLst>
        </pc:spChg>
      </pc:sldChg>
      <pc:sldChg chg="modSp mod setBg">
        <pc:chgData name="Mohammad Salman" userId="cfd6754c-e613-4f6f-bb98-36aef69d8c31" providerId="ADAL" clId="{050EB4E0-830F-4882-A281-47E2067AC0C6}" dt="2023-10-06T13:05:43.382" v="1005"/>
        <pc:sldMkLst>
          <pc:docMk/>
          <pc:sldMk cId="3381526819" sldId="283"/>
        </pc:sldMkLst>
        <pc:spChg chg="mod">
          <ac:chgData name="Mohammad Salman" userId="cfd6754c-e613-4f6f-bb98-36aef69d8c31" providerId="ADAL" clId="{050EB4E0-830F-4882-A281-47E2067AC0C6}" dt="2023-10-04T15:08:17.642" v="528" actId="6549"/>
          <ac:spMkLst>
            <pc:docMk/>
            <pc:sldMk cId="3381526819" sldId="283"/>
            <ac:spMk id="3" creationId="{28589CC7-D2EB-6A3B-9C8D-9876B5A3226A}"/>
          </ac:spMkLst>
        </pc:spChg>
      </pc:sldChg>
      <pc:sldChg chg="modSp add mod setBg">
        <pc:chgData name="Mohammad Salman" userId="cfd6754c-e613-4f6f-bb98-36aef69d8c31" providerId="ADAL" clId="{050EB4E0-830F-4882-A281-47E2067AC0C6}" dt="2023-10-06T13:05:15.041" v="1000" actId="20577"/>
        <pc:sldMkLst>
          <pc:docMk/>
          <pc:sldMk cId="1732012389" sldId="284"/>
        </pc:sldMkLst>
        <pc:spChg chg="mod">
          <ac:chgData name="Mohammad Salman" userId="cfd6754c-e613-4f6f-bb98-36aef69d8c31" providerId="ADAL" clId="{050EB4E0-830F-4882-A281-47E2067AC0C6}" dt="2023-10-06T06:17:56.196" v="677" actId="6549"/>
          <ac:spMkLst>
            <pc:docMk/>
            <pc:sldMk cId="1732012389" sldId="284"/>
            <ac:spMk id="4" creationId="{D35AF794-2FF7-425F-BBDA-B0600AEAD8B0}"/>
          </ac:spMkLst>
        </pc:spChg>
        <pc:spChg chg="mod">
          <ac:chgData name="Mohammad Salman" userId="cfd6754c-e613-4f6f-bb98-36aef69d8c31" providerId="ADAL" clId="{050EB4E0-830F-4882-A281-47E2067AC0C6}" dt="2023-10-06T13:05:15.041" v="1000" actId="20577"/>
          <ac:spMkLst>
            <pc:docMk/>
            <pc:sldMk cId="1732012389" sldId="284"/>
            <ac:spMk id="5" creationId="{FB4E85EB-A8BE-BF84-E596-F44D9DCBBC59}"/>
          </ac:spMkLst>
        </pc:spChg>
      </pc:sldChg>
      <pc:sldChg chg="modSp add del mod">
        <pc:chgData name="Mohammad Salman" userId="cfd6754c-e613-4f6f-bb98-36aef69d8c31" providerId="ADAL" clId="{050EB4E0-830F-4882-A281-47E2067AC0C6}" dt="2023-10-06T06:11:34.155" v="532" actId="47"/>
        <pc:sldMkLst>
          <pc:docMk/>
          <pc:sldMk cId="1981735348" sldId="284"/>
        </pc:sldMkLst>
        <pc:spChg chg="mod">
          <ac:chgData name="Mohammad Salman" userId="cfd6754c-e613-4f6f-bb98-36aef69d8c31" providerId="ADAL" clId="{050EB4E0-830F-4882-A281-47E2067AC0C6}" dt="2023-10-04T15:02:32.670" v="119" actId="20577"/>
          <ac:spMkLst>
            <pc:docMk/>
            <pc:sldMk cId="1981735348" sldId="284"/>
            <ac:spMk id="2" creationId="{744E9D46-0BB3-9D0F-8A95-6C70B2D459D0}"/>
          </ac:spMkLst>
        </pc:spChg>
        <pc:spChg chg="mod">
          <ac:chgData name="Mohammad Salman" userId="cfd6754c-e613-4f6f-bb98-36aef69d8c31" providerId="ADAL" clId="{050EB4E0-830F-4882-A281-47E2067AC0C6}" dt="2023-10-04T15:04:30.847" v="368" actId="20577"/>
          <ac:spMkLst>
            <pc:docMk/>
            <pc:sldMk cId="1981735348" sldId="284"/>
            <ac:spMk id="3" creationId="{0F84C68B-E0FD-AFB1-6A6B-D646F4A8BBE7}"/>
          </ac:spMkLst>
        </pc:spChg>
      </pc:sldChg>
      <pc:sldChg chg="modSp new mod">
        <pc:chgData name="Mohammad Salman" userId="cfd6754c-e613-4f6f-bb98-36aef69d8c31" providerId="ADAL" clId="{050EB4E0-830F-4882-A281-47E2067AC0C6}" dt="2023-10-06T06:16:25.108" v="561" actId="20577"/>
        <pc:sldMkLst>
          <pc:docMk/>
          <pc:sldMk cId="2877368839" sldId="285"/>
        </pc:sldMkLst>
        <pc:spChg chg="mod">
          <ac:chgData name="Mohammad Salman" userId="cfd6754c-e613-4f6f-bb98-36aef69d8c31" providerId="ADAL" clId="{050EB4E0-830F-4882-A281-47E2067AC0C6}" dt="2023-10-04T15:02:56.960" v="143" actId="113"/>
          <ac:spMkLst>
            <pc:docMk/>
            <pc:sldMk cId="2877368839" sldId="285"/>
            <ac:spMk id="2" creationId="{C78E4B6D-1E73-0619-EDA7-BCA63407216E}"/>
          </ac:spMkLst>
        </pc:spChg>
        <pc:spChg chg="mod">
          <ac:chgData name="Mohammad Salman" userId="cfd6754c-e613-4f6f-bb98-36aef69d8c31" providerId="ADAL" clId="{050EB4E0-830F-4882-A281-47E2067AC0C6}" dt="2023-10-06T06:16:25.108" v="561" actId="20577"/>
          <ac:spMkLst>
            <pc:docMk/>
            <pc:sldMk cId="2877368839" sldId="285"/>
            <ac:spMk id="3" creationId="{E769EE54-2938-D427-CBE6-AC6C389398D4}"/>
          </ac:spMkLst>
        </pc:spChg>
      </pc:sldChg>
      <pc:sldChg chg="modSp add del mod setBg">
        <pc:chgData name="Mohammad Salman" userId="cfd6754c-e613-4f6f-bb98-36aef69d8c31" providerId="ADAL" clId="{050EB4E0-830F-4882-A281-47E2067AC0C6}" dt="2023-10-04T15:09:46.233" v="531" actId="2696"/>
        <pc:sldMkLst>
          <pc:docMk/>
          <pc:sldMk cId="1132301418" sldId="286"/>
        </pc:sldMkLst>
        <pc:spChg chg="mod">
          <ac:chgData name="Mohammad Salman" userId="cfd6754c-e613-4f6f-bb98-36aef69d8c31" providerId="ADAL" clId="{050EB4E0-830F-4882-A281-47E2067AC0C6}" dt="2023-10-04T15:03:32.005" v="241" actId="20577"/>
          <ac:spMkLst>
            <pc:docMk/>
            <pc:sldMk cId="1132301418" sldId="286"/>
            <ac:spMk id="2" creationId="{C78E4B6D-1E73-0619-EDA7-BCA63407216E}"/>
          </ac:spMkLst>
        </pc:spChg>
        <pc:spChg chg="mod">
          <ac:chgData name="Mohammad Salman" userId="cfd6754c-e613-4f6f-bb98-36aef69d8c31" providerId="ADAL" clId="{050EB4E0-830F-4882-A281-47E2067AC0C6}" dt="2023-10-04T15:05:05.542" v="481" actId="113"/>
          <ac:spMkLst>
            <pc:docMk/>
            <pc:sldMk cId="1132301418" sldId="286"/>
            <ac:spMk id="3" creationId="{E769EE54-2938-D427-CBE6-AC6C389398D4}"/>
          </ac:spMkLst>
        </pc:spChg>
      </pc:sldChg>
      <pc:sldChg chg="modSp add mod setBg">
        <pc:chgData name="Mohammad Salman" userId="cfd6754c-e613-4f6f-bb98-36aef69d8c31" providerId="ADAL" clId="{050EB4E0-830F-4882-A281-47E2067AC0C6}" dt="2023-10-06T06:16:46.561" v="603" actId="20577"/>
        <pc:sldMkLst>
          <pc:docMk/>
          <pc:sldMk cId="2395411660" sldId="287"/>
        </pc:sldMkLst>
        <pc:spChg chg="mod">
          <ac:chgData name="Mohammad Salman" userId="cfd6754c-e613-4f6f-bb98-36aef69d8c31" providerId="ADAL" clId="{050EB4E0-830F-4882-A281-47E2067AC0C6}" dt="2023-10-04T15:03:59.469" v="268" actId="20577"/>
          <ac:spMkLst>
            <pc:docMk/>
            <pc:sldMk cId="2395411660" sldId="287"/>
            <ac:spMk id="2" creationId="{744E9D46-0BB3-9D0F-8A95-6C70B2D459D0}"/>
          </ac:spMkLst>
        </pc:spChg>
        <pc:spChg chg="mod">
          <ac:chgData name="Mohammad Salman" userId="cfd6754c-e613-4f6f-bb98-36aef69d8c31" providerId="ADAL" clId="{050EB4E0-830F-4882-A281-47E2067AC0C6}" dt="2023-10-06T06:16:46.561" v="603" actId="20577"/>
          <ac:spMkLst>
            <pc:docMk/>
            <pc:sldMk cId="2395411660" sldId="287"/>
            <ac:spMk id="3" creationId="{0F84C68B-E0FD-AFB1-6A6B-D646F4A8BBE7}"/>
          </ac:spMkLst>
        </pc:spChg>
      </pc:sldChg>
      <pc:sldChg chg="addSp modSp new mod modAnim">
        <pc:chgData name="Mohammad Salman" userId="cfd6754c-e613-4f6f-bb98-36aef69d8c31" providerId="ADAL" clId="{050EB4E0-830F-4882-A281-47E2067AC0C6}" dt="2023-10-06T06:27:11.618" v="988"/>
        <pc:sldMkLst>
          <pc:docMk/>
          <pc:sldMk cId="1923366625" sldId="288"/>
        </pc:sldMkLst>
        <pc:spChg chg="mod">
          <ac:chgData name="Mohammad Salman" userId="cfd6754c-e613-4f6f-bb98-36aef69d8c31" providerId="ADAL" clId="{050EB4E0-830F-4882-A281-47E2067AC0C6}" dt="2023-10-06T06:20:58.448" v="756" actId="20577"/>
          <ac:spMkLst>
            <pc:docMk/>
            <pc:sldMk cId="1923366625" sldId="288"/>
            <ac:spMk id="2" creationId="{63BE337A-41C6-F517-B461-F177178D8829}"/>
          </ac:spMkLst>
        </pc:spChg>
        <pc:spChg chg="mod">
          <ac:chgData name="Mohammad Salman" userId="cfd6754c-e613-4f6f-bb98-36aef69d8c31" providerId="ADAL" clId="{050EB4E0-830F-4882-A281-47E2067AC0C6}" dt="2023-10-06T06:26:59.157" v="986" actId="113"/>
          <ac:spMkLst>
            <pc:docMk/>
            <pc:sldMk cId="1923366625" sldId="288"/>
            <ac:spMk id="3" creationId="{655108AF-3C5B-1589-659F-904BC70F1B6B}"/>
          </ac:spMkLst>
        </pc:spChg>
        <pc:spChg chg="add mod">
          <ac:chgData name="Mohammad Salman" userId="cfd6754c-e613-4f6f-bb98-36aef69d8c31" providerId="ADAL" clId="{050EB4E0-830F-4882-A281-47E2067AC0C6}" dt="2023-10-06T06:25:01.567" v="826" actId="1076"/>
          <ac:spMkLst>
            <pc:docMk/>
            <pc:sldMk cId="1923366625" sldId="288"/>
            <ac:spMk id="4" creationId="{B2C3C8A5-B056-3759-73FB-964D368BD256}"/>
          </ac:spMkLst>
        </pc:spChg>
        <pc:spChg chg="add mod">
          <ac:chgData name="Mohammad Salman" userId="cfd6754c-e613-4f6f-bb98-36aef69d8c31" providerId="ADAL" clId="{050EB4E0-830F-4882-A281-47E2067AC0C6}" dt="2023-10-06T06:25:12.675" v="829" actId="1076"/>
          <ac:spMkLst>
            <pc:docMk/>
            <pc:sldMk cId="1923366625" sldId="288"/>
            <ac:spMk id="5" creationId="{C03DB6AF-5DFF-B9EA-C27A-4ACFADA4D18D}"/>
          </ac:spMkLst>
        </pc:spChg>
        <pc:spChg chg="add mod">
          <ac:chgData name="Mohammad Salman" userId="cfd6754c-e613-4f6f-bb98-36aef69d8c31" providerId="ADAL" clId="{050EB4E0-830F-4882-A281-47E2067AC0C6}" dt="2023-10-06T06:25:24.698" v="830" actId="1076"/>
          <ac:spMkLst>
            <pc:docMk/>
            <pc:sldMk cId="1923366625" sldId="288"/>
            <ac:spMk id="6" creationId="{82D32571-85E6-6B2E-A11B-EAF9C0272582}"/>
          </ac:spMkLst>
        </pc:spChg>
        <pc:spChg chg="add mod">
          <ac:chgData name="Mohammad Salman" userId="cfd6754c-e613-4f6f-bb98-36aef69d8c31" providerId="ADAL" clId="{050EB4E0-830F-4882-A281-47E2067AC0C6}" dt="2023-10-06T06:25:51.468" v="834" actId="1076"/>
          <ac:spMkLst>
            <pc:docMk/>
            <pc:sldMk cId="1923366625" sldId="288"/>
            <ac:spMk id="7" creationId="{8B861F16-64A3-C9B1-D9B3-4323AA0A8891}"/>
          </ac:spMkLst>
        </pc:spChg>
        <pc:spChg chg="add mod">
          <ac:chgData name="Mohammad Salman" userId="cfd6754c-e613-4f6f-bb98-36aef69d8c31" providerId="ADAL" clId="{050EB4E0-830F-4882-A281-47E2067AC0C6}" dt="2023-10-06T06:25:33.129" v="831" actId="1076"/>
          <ac:spMkLst>
            <pc:docMk/>
            <pc:sldMk cId="1923366625" sldId="288"/>
            <ac:spMk id="8" creationId="{C30BCDF4-16EC-4DAB-92A7-66AD99C6FE6D}"/>
          </ac:spMkLst>
        </pc:spChg>
        <pc:spChg chg="add mod">
          <ac:chgData name="Mohammad Salman" userId="cfd6754c-e613-4f6f-bb98-36aef69d8c31" providerId="ADAL" clId="{050EB4E0-830F-4882-A281-47E2067AC0C6}" dt="2023-10-06T06:25:47.065" v="833" actId="1076"/>
          <ac:spMkLst>
            <pc:docMk/>
            <pc:sldMk cId="1923366625" sldId="288"/>
            <ac:spMk id="9" creationId="{1E2673CB-AF98-0E95-0C5E-F7731CA273EC}"/>
          </ac:spMkLst>
        </pc:spChg>
        <pc:spChg chg="add mod">
          <ac:chgData name="Mohammad Salman" userId="cfd6754c-e613-4f6f-bb98-36aef69d8c31" providerId="ADAL" clId="{050EB4E0-830F-4882-A281-47E2067AC0C6}" dt="2023-10-06T06:25:41.161" v="832" actId="1076"/>
          <ac:spMkLst>
            <pc:docMk/>
            <pc:sldMk cId="1923366625" sldId="288"/>
            <ac:spMk id="10" creationId="{FF4F78E0-FF80-C0CD-2823-FFC72E9BF797}"/>
          </ac:spMkLst>
        </pc:spChg>
        <pc:cxnChg chg="add mod">
          <ac:chgData name="Mohammad Salman" userId="cfd6754c-e613-4f6f-bb98-36aef69d8c31" providerId="ADAL" clId="{050EB4E0-830F-4882-A281-47E2067AC0C6}" dt="2023-10-06T06:25:12.675" v="829" actId="1076"/>
          <ac:cxnSpMkLst>
            <pc:docMk/>
            <pc:sldMk cId="1923366625" sldId="288"/>
            <ac:cxnSpMk id="11" creationId="{8CD292C7-FFA1-D916-E771-0C7BFFFD2067}"/>
          </ac:cxnSpMkLst>
        </pc:cxnChg>
        <pc:cxnChg chg="add mod">
          <ac:chgData name="Mohammad Salman" userId="cfd6754c-e613-4f6f-bb98-36aef69d8c31" providerId="ADAL" clId="{050EB4E0-830F-4882-A281-47E2067AC0C6}" dt="2023-10-06T06:25:24.698" v="830" actId="1076"/>
          <ac:cxnSpMkLst>
            <pc:docMk/>
            <pc:sldMk cId="1923366625" sldId="288"/>
            <ac:cxnSpMk id="12" creationId="{4FA1C496-9414-2EC9-C26B-7B59BAA151D3}"/>
          </ac:cxnSpMkLst>
        </pc:cxnChg>
        <pc:cxnChg chg="add mod">
          <ac:chgData name="Mohammad Salman" userId="cfd6754c-e613-4f6f-bb98-36aef69d8c31" providerId="ADAL" clId="{050EB4E0-830F-4882-A281-47E2067AC0C6}" dt="2023-10-06T06:25:33.129" v="831" actId="1076"/>
          <ac:cxnSpMkLst>
            <pc:docMk/>
            <pc:sldMk cId="1923366625" sldId="288"/>
            <ac:cxnSpMk id="13" creationId="{E2BA64D4-9676-3C97-6DAE-79FF899374F2}"/>
          </ac:cxnSpMkLst>
        </pc:cxnChg>
        <pc:cxnChg chg="add mod">
          <ac:chgData name="Mohammad Salman" userId="cfd6754c-e613-4f6f-bb98-36aef69d8c31" providerId="ADAL" clId="{050EB4E0-830F-4882-A281-47E2067AC0C6}" dt="2023-10-06T06:25:41.161" v="832" actId="1076"/>
          <ac:cxnSpMkLst>
            <pc:docMk/>
            <pc:sldMk cId="1923366625" sldId="288"/>
            <ac:cxnSpMk id="14" creationId="{73A0BB49-BEED-B592-D62B-69E0378D0707}"/>
          </ac:cxnSpMkLst>
        </pc:cxnChg>
        <pc:cxnChg chg="add mod">
          <ac:chgData name="Mohammad Salman" userId="cfd6754c-e613-4f6f-bb98-36aef69d8c31" providerId="ADAL" clId="{050EB4E0-830F-4882-A281-47E2067AC0C6}" dt="2023-10-06T06:25:47.065" v="833" actId="1076"/>
          <ac:cxnSpMkLst>
            <pc:docMk/>
            <pc:sldMk cId="1923366625" sldId="288"/>
            <ac:cxnSpMk id="15" creationId="{A7E99737-6FD5-7570-EC5C-3665C7A9CCF8}"/>
          </ac:cxnSpMkLst>
        </pc:cxnChg>
        <pc:cxnChg chg="add mod">
          <ac:chgData name="Mohammad Salman" userId="cfd6754c-e613-4f6f-bb98-36aef69d8c31" providerId="ADAL" clId="{050EB4E0-830F-4882-A281-47E2067AC0C6}" dt="2023-10-06T06:25:51.468" v="834" actId="1076"/>
          <ac:cxnSpMkLst>
            <pc:docMk/>
            <pc:sldMk cId="1923366625" sldId="288"/>
            <ac:cxnSpMk id="16" creationId="{5D836EE7-93F9-7C2E-085B-87725051874B}"/>
          </ac:cxnSpMkLst>
        </pc:cxnChg>
      </pc:sldChg>
      <pc:sldChg chg="addSp delSp modSp add mod setBg modAnim">
        <pc:chgData name="Mohammad Salman" userId="cfd6754c-e613-4f6f-bb98-36aef69d8c31" providerId="ADAL" clId="{050EB4E0-830F-4882-A281-47E2067AC0C6}" dt="2023-10-06T06:28:32.597" v="997" actId="122"/>
        <pc:sldMkLst>
          <pc:docMk/>
          <pc:sldMk cId="444348352" sldId="314"/>
        </pc:sldMkLst>
        <pc:spChg chg="add mod">
          <ac:chgData name="Mohammad Salman" userId="cfd6754c-e613-4f6f-bb98-36aef69d8c31" providerId="ADAL" clId="{050EB4E0-830F-4882-A281-47E2067AC0C6}" dt="2023-10-06T06:28:32.597" v="997" actId="122"/>
          <ac:spMkLst>
            <pc:docMk/>
            <pc:sldMk cId="444348352" sldId="314"/>
            <ac:spMk id="5" creationId="{129AF43D-F3BA-A566-3D9A-49D1E00B4E89}"/>
          </ac:spMkLst>
        </pc:spChg>
        <pc:spChg chg="add del mod">
          <ac:chgData name="Mohammad Salman" userId="cfd6754c-e613-4f6f-bb98-36aef69d8c31" providerId="ADAL" clId="{050EB4E0-830F-4882-A281-47E2067AC0C6}" dt="2023-10-06T06:24:12.230" v="813"/>
          <ac:spMkLst>
            <pc:docMk/>
            <pc:sldMk cId="444348352" sldId="314"/>
            <ac:spMk id="6" creationId="{1739C216-670E-DDE2-4DCD-2F0F65EF98BF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7" creationId="{4314C645-3D40-BAFA-2D3F-E6FB03F9768F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18" creationId="{9C60B117-5D4A-9AD1-9FF2-ADAA933D3FF5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20" creationId="{D3D39690-7D43-6FBF-82DC-623ED6C17660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27" creationId="{0B3AA240-5438-98B8-AE14-0567D073875F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29" creationId="{73FD0096-5F65-F8FC-150D-5BDE4D864712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33" creationId="{8ACF6EBC-1FDD-6A22-6C47-2ED2F56B0946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34" creationId="{F009DBE4-9DB6-3AF4-3DF0-FA8B0571D3EE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35" creationId="{134B09A6-5238-D79F-86FB-07D03BB42D64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36" creationId="{2DF6E065-6BF9-4245-A65F-BB6A1E43FEAD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37" creationId="{797E1B91-0068-ED6F-6C10-BAC8B781F85A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38" creationId="{3D6B0A92-FFBD-D4FE-C335-2A4AE58F4727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39" creationId="{FA36F998-6EA6-FB68-AE3B-5D371780FBAA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40" creationId="{8D2E681E-0ECA-A3C1-6D1E-B46E26AAA146}"/>
          </ac:spMkLst>
        </pc:spChg>
        <pc:spChg chg="mod">
          <ac:chgData name="Mohammad Salman" userId="cfd6754c-e613-4f6f-bb98-36aef69d8c31" providerId="ADAL" clId="{050EB4E0-830F-4882-A281-47E2067AC0C6}" dt="2023-10-06T06:28:08.337" v="994" actId="113"/>
          <ac:spMkLst>
            <pc:docMk/>
            <pc:sldMk cId="444348352" sldId="314"/>
            <ac:spMk id="41" creationId="{E1EE9D58-B897-0492-3808-2DACD44E71B2}"/>
          </ac:spMkLst>
        </pc:spChg>
        <pc:spChg chg="mod">
          <ac:chgData name="Mohammad Salman" userId="cfd6754c-e613-4f6f-bb98-36aef69d8c31" providerId="ADAL" clId="{050EB4E0-830F-4882-A281-47E2067AC0C6}" dt="2023-10-06T06:27:47.041" v="990" actId="1076"/>
          <ac:spMkLst>
            <pc:docMk/>
            <pc:sldMk cId="444348352" sldId="314"/>
            <ac:spMk id="42" creationId="{DA62D89C-C2D6-D416-D110-09E24F7273BF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43" creationId="{F59D29D0-1503-0569-B204-BA65E1D92BD9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44" creationId="{D103D1BC-A9E2-AEA2-5633-C71E10DF259B}"/>
          </ac:spMkLst>
        </pc:spChg>
        <pc:spChg chg="mod">
          <ac:chgData name="Mohammad Salman" userId="cfd6754c-e613-4f6f-bb98-36aef69d8c31" providerId="ADAL" clId="{050EB4E0-830F-4882-A281-47E2067AC0C6}" dt="2023-10-06T06:23:48.287" v="793" actId="2711"/>
          <ac:spMkLst>
            <pc:docMk/>
            <pc:sldMk cId="444348352" sldId="314"/>
            <ac:spMk id="45" creationId="{70D32799-9462-37C2-7727-830D378661C1}"/>
          </ac:spMkLst>
        </pc:sp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2" creationId="{51F437E1-F643-08D4-7E3B-3292797A104C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3" creationId="{711E102E-76D7-5B1F-323A-145AB5EA16F9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4" creationId="{F1B93968-BF9B-11BF-70CE-F247B143285A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8" creationId="{08A9F5B8-6213-407A-6A6A-74167786B2DB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9" creationId="{1DAFAF41-C402-084A-C888-BD34E0D4A070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10" creationId="{157050BE-6B9C-976B-2591-CFDF5E517617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15" creationId="{C7FC6F83-E4F0-9AB3-AF08-F1AB845562B6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16" creationId="{06783E72-C737-2369-7176-A0DE1C218682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19" creationId="{B24F09D4-021F-A75F-2CB6-EC2CEF69C18C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21" creationId="{4C7D9CD1-69C1-62E0-9121-AB287A2A3398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28" creationId="{4627D05E-2A12-E857-A56D-FB6BE80A3D3E}"/>
          </ac:cxnSpMkLst>
        </pc:cxnChg>
        <pc:cxnChg chg="mod">
          <ac:chgData name="Mohammad Salman" userId="cfd6754c-e613-4f6f-bb98-36aef69d8c31" providerId="ADAL" clId="{050EB4E0-830F-4882-A281-47E2067AC0C6}" dt="2023-10-06T06:23:48.287" v="793" actId="2711"/>
          <ac:cxnSpMkLst>
            <pc:docMk/>
            <pc:sldMk cId="444348352" sldId="314"/>
            <ac:cxnSpMk id="30" creationId="{AE3A2965-F305-15E2-3971-C42EE8BE805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DA1DB-E549-4271-A7F7-EF4099CFCDCF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91111-A6B6-4D12-A3CA-07E26D148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68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56E44-F1EB-4FD4-A817-61F3491150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DE40-32FC-5278-1A94-ED31902B5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CD0F5-65FE-769B-E135-A5507A0F7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233F-D529-9250-984E-6FA2D9798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007D1-5EF1-19DC-825D-A513E570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E91C0-ABDB-ADEB-A36C-3E6BDF68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4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08382-27E0-D222-6BAC-CFD42725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C128-F75E-50D5-9FBB-935FE56EE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9AAB3-F841-C562-AE1D-D93BA2F15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FBA97-E784-0C75-6112-D10B0F2F4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111CB-159E-3E39-CDFB-4C6ACCBE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1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B791-0AEF-04FD-3733-E067AB997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D74B8-B734-57B6-DA8C-D2409D71E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5CED-2D5A-FB95-9BC2-1325140B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54E9F-D671-75DB-D2CA-3448B807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090D4-389C-3ECB-9C2D-4F47E8EA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7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4C1C-C540-4286-605E-8DAEC440B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1044A-4E31-F8B4-7666-32B35E311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F3C5C-B0D2-4F44-03FA-AEF776301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AEAF7-8656-5CEA-E36F-C03ACCB38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E5776-061D-1BCA-3789-1610D206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58082-CE83-0860-A915-9CAD78C2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5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856F9-6305-5EBE-7DD7-AC3096B58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3C895-D8A7-AAB5-8EE4-C9474662F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4FF09-3196-0605-6306-9E147DF6A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A79C7-DFA7-7CE3-755B-97BD4977F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8BFF9A-C174-D951-919A-E1419F35E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376DA-DB04-AD65-8D9D-482DF70D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CBF411-6EF5-6402-6AFF-737E6E04C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98AF5-FC37-EB9A-491D-F91B44307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8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8688-BAA0-1A3B-C53C-4FB6CFA6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79388-3240-B3EE-9F41-1313835F7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552AA-270C-91B3-E1C5-6E10FC12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C0545-C121-BF4C-18A5-EDA3CDA1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3CB8E-5DE8-EBEF-0E60-726EEF98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0559D-F488-4A7B-3827-78E5F8AD5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A925E-3ABF-8299-BCBB-2DCCEAF3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15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7712-37B5-F629-AA3F-2DB3B35C5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D6C20-CC43-3CFA-F267-E85700B84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E7177-41A1-A18D-BCF3-FDE67A57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34B0A-3931-7199-E25D-908217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A6696-C4E6-DFDC-B508-E62164762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CF16D-A523-51DB-77CB-D75D9D53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2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E22A1-8E7C-745E-27CC-59C51D7D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C49B8-0CCB-1C2E-74AC-685289E0E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F1D85-7E5C-BF54-1498-F6A10FA35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A3400-D511-EB16-0DEA-1C152CA7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6F43A-2173-ECB9-AE38-36E19FB4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6EDC6-1AC1-C36A-169A-B4926285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4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7BD0-DD32-6BB3-DC63-6DE65184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63BC3-B1EB-F821-B569-2BFC055D9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9B826-662A-E571-E65B-E0910774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C9B15-E501-6356-FA42-124413F6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7F1F2-CDDF-A7D2-02DF-47118DA91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7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7E51D0-E564-B68E-0D56-6DDEF406A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08A84-DCB3-1555-96B1-CEBFD6EF7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2F617-D5E4-2ED5-358E-208C6DD1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1EA72-7055-8C62-1E63-266C15F9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A9D2-B538-937C-3B76-29E1B770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E3D7F-116C-E6CC-9B6F-0A369DF15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9CD90-92C4-5ABA-A48D-032B3575F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BD4C9-F623-E3AB-6D52-AD1043894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0665C-EE41-4E5F-8FE1-87DA2C285E31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80FCF-8D6A-7A54-03AC-6B7E170F6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90A2F-C46E-6127-89A5-C8445839D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31830-E14A-4B56-9600-01CA97855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6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E9D46-0BB3-9D0F-8A95-6C70B2D459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4C68B-E0FD-AFB1-6A6B-D646F4A8B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Mohammad Salman</a:t>
            </a:r>
          </a:p>
          <a:p>
            <a:r>
              <a:rPr lang="en-US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32696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E4B6D-1E73-0619-EDA7-BCA634072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structs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EE54-2938-D427-CBE6-AC6C38939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slides in the first presentation on Linked Lists.</a:t>
            </a:r>
          </a:p>
          <a:p>
            <a:endParaRPr lang="en-US" dirty="0"/>
          </a:p>
          <a:p>
            <a:r>
              <a:rPr lang="en-US" dirty="0"/>
              <a:t>Return back here once you’re done going through that topic.</a:t>
            </a:r>
          </a:p>
          <a:p>
            <a:endParaRPr lang="en-US" dirty="0"/>
          </a:p>
          <a:p>
            <a:endParaRPr lang="en-US" sz="2000" i="1" dirty="0">
              <a:solidFill>
                <a:srgbClr val="FF0000"/>
              </a:solidFill>
            </a:endParaRPr>
          </a:p>
          <a:p>
            <a:endParaRPr lang="en-US" sz="2000" i="1" dirty="0">
              <a:solidFill>
                <a:srgbClr val="FF0000"/>
              </a:solidFill>
            </a:endParaRPr>
          </a:p>
          <a:p>
            <a:endParaRPr lang="en-US" sz="2000" i="1" dirty="0">
              <a:solidFill>
                <a:srgbClr val="FF0000"/>
              </a:solidFill>
            </a:endParaRPr>
          </a:p>
          <a:p>
            <a:endParaRPr lang="en-US" sz="2000" i="1" dirty="0">
              <a:solidFill>
                <a:srgbClr val="FF0000"/>
              </a:solidFill>
            </a:endParaRPr>
          </a:p>
          <a:p>
            <a:r>
              <a:rPr lang="en-US" sz="2000" i="1" dirty="0">
                <a:solidFill>
                  <a:srgbClr val="FF0000"/>
                </a:solidFill>
              </a:rPr>
              <a:t>This slide is a pointer to slide 2 of the first presentation. :P</a:t>
            </a:r>
          </a:p>
          <a:p>
            <a:pPr lvl="1"/>
            <a:r>
              <a:rPr lang="en-US" sz="1800" i="1" dirty="0">
                <a:solidFill>
                  <a:srgbClr val="FF0000"/>
                </a:solidFill>
              </a:rPr>
              <a:t>C++ jokes, please don’t mind.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36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E9D46-0BB3-9D0F-8A95-6C70B2D459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 to Linked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4C68B-E0FD-AFB1-6A6B-D646F4A8B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Behaviors of a Linked List in general.</a:t>
            </a:r>
          </a:p>
        </p:txBody>
      </p:sp>
    </p:spTree>
    <p:extLst>
      <p:ext uri="{BB962C8B-B14F-4D97-AF65-F5344CB8AC3E}">
        <p14:creationId xmlns:p14="http://schemas.microsoft.com/office/powerpoint/2010/main" val="239541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D1D6C-06C4-7896-38F3-2872C715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see the behaviors associated with a regular 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0BBDE-C8B1-6B10-D829-D66C7F466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and read slide 10 and onwards in Dr. Mobeen </a:t>
            </a:r>
            <a:r>
              <a:rPr lang="en-US" dirty="0" err="1"/>
              <a:t>Movania’s</a:t>
            </a:r>
            <a:r>
              <a:rPr lang="en-US" dirty="0"/>
              <a:t> presentation.</a:t>
            </a:r>
          </a:p>
          <a:p>
            <a:endParaRPr lang="en-US" dirty="0"/>
          </a:p>
          <a:p>
            <a:r>
              <a:rPr lang="en-US" dirty="0"/>
              <a:t>You should read slides 1 through 9 later on as well.</a:t>
            </a:r>
          </a:p>
        </p:txBody>
      </p:sp>
    </p:spTree>
    <p:extLst>
      <p:ext uri="{BB962C8B-B14F-4D97-AF65-F5344CB8AC3E}">
        <p14:creationId xmlns:p14="http://schemas.microsoft.com/office/powerpoint/2010/main" val="367842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337A-41C6-F517-B461-F177178D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108AF-3C5B-1589-659F-904BC70F1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92058" cy="435133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is this data structure?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It’s a </a:t>
            </a:r>
            <a:r>
              <a:rPr lang="en-US" b="1" dirty="0">
                <a:solidFill>
                  <a:schemeClr val="accent1"/>
                </a:solidFill>
              </a:rPr>
              <a:t>linked list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But you can also interpret this as a </a:t>
            </a:r>
            <a:r>
              <a:rPr lang="en-US" b="1" dirty="0">
                <a:solidFill>
                  <a:schemeClr val="accent1"/>
                </a:solidFill>
              </a:rPr>
              <a:t>binary tree</a:t>
            </a:r>
            <a:r>
              <a:rPr lang="en-US" dirty="0">
                <a:solidFill>
                  <a:schemeClr val="accent1"/>
                </a:solidFill>
              </a:rPr>
              <a:t>, where each internal node has no right child.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3C8A5-B056-3759-73FB-964D368BD256}"/>
              </a:ext>
            </a:extLst>
          </p:cNvPr>
          <p:cNvSpPr txBox="1"/>
          <p:nvPr/>
        </p:nvSpPr>
        <p:spPr>
          <a:xfrm>
            <a:off x="9407726" y="724580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DB6AF-5DFF-B9EA-C27A-4ACFADA4D18D}"/>
              </a:ext>
            </a:extLst>
          </p:cNvPr>
          <p:cNvSpPr txBox="1"/>
          <p:nvPr/>
        </p:nvSpPr>
        <p:spPr>
          <a:xfrm>
            <a:off x="9176332" y="1532619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32571-85E6-6B2E-A11B-EAF9C0272582}"/>
              </a:ext>
            </a:extLst>
          </p:cNvPr>
          <p:cNvSpPr txBox="1"/>
          <p:nvPr/>
        </p:nvSpPr>
        <p:spPr>
          <a:xfrm>
            <a:off x="8944938" y="2348748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61F16-64A3-C9B1-D9B3-4323AA0A8891}"/>
              </a:ext>
            </a:extLst>
          </p:cNvPr>
          <p:cNvSpPr txBox="1"/>
          <p:nvPr/>
        </p:nvSpPr>
        <p:spPr>
          <a:xfrm>
            <a:off x="8019362" y="5921699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BCDF4-16EC-4DAB-92A7-66AD99C6FE6D}"/>
              </a:ext>
            </a:extLst>
          </p:cNvPr>
          <p:cNvSpPr txBox="1"/>
          <p:nvPr/>
        </p:nvSpPr>
        <p:spPr>
          <a:xfrm>
            <a:off x="8713544" y="3244334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673CB-AF98-0E95-0C5E-F7731CA273EC}"/>
              </a:ext>
            </a:extLst>
          </p:cNvPr>
          <p:cNvSpPr txBox="1"/>
          <p:nvPr/>
        </p:nvSpPr>
        <p:spPr>
          <a:xfrm>
            <a:off x="8250756" y="5029244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4F78E0-FF80-C0CD-2823-FFC72E9BF797}"/>
              </a:ext>
            </a:extLst>
          </p:cNvPr>
          <p:cNvSpPr txBox="1"/>
          <p:nvPr/>
        </p:nvSpPr>
        <p:spPr>
          <a:xfrm>
            <a:off x="8482150" y="4136789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D292C7-FFA1-D916-E771-0C7BFFFD206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9407726" y="1093912"/>
            <a:ext cx="231394" cy="4387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A1C496-9414-2EC9-C26B-7B59BAA151D3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9176332" y="1901951"/>
            <a:ext cx="231394" cy="44679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BA64D4-9676-3C97-6DAE-79FF899374F2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8944938" y="2718080"/>
            <a:ext cx="231394" cy="52625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A0BB49-BEED-B592-D62B-69E0378D0707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8713544" y="3613666"/>
            <a:ext cx="231394" cy="5231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7E99737-6FD5-7570-EC5C-3665C7A9CCF8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flipH="1">
            <a:off x="8482150" y="4506121"/>
            <a:ext cx="231394" cy="5231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836EE7-93F9-7C2E-085B-87725051874B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 flipH="1">
            <a:off x="8250756" y="5398576"/>
            <a:ext cx="231394" cy="5231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36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009DBE4-9DB6-3AF4-3DF0-FA8B0571D3EE}"/>
              </a:ext>
            </a:extLst>
          </p:cNvPr>
          <p:cNvSpPr txBox="1"/>
          <p:nvPr/>
        </p:nvSpPr>
        <p:spPr>
          <a:xfrm>
            <a:off x="1820383" y="1183303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4B09A6-5238-D79F-86FB-07D03BB42D64}"/>
              </a:ext>
            </a:extLst>
          </p:cNvPr>
          <p:cNvSpPr txBox="1"/>
          <p:nvPr/>
        </p:nvSpPr>
        <p:spPr>
          <a:xfrm>
            <a:off x="1820383" y="1991342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F6E065-6BF9-4245-A65F-BB6A1E43FEAD}"/>
              </a:ext>
            </a:extLst>
          </p:cNvPr>
          <p:cNvSpPr txBox="1"/>
          <p:nvPr/>
        </p:nvSpPr>
        <p:spPr>
          <a:xfrm>
            <a:off x="1820383" y="2799381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7E1B91-0068-ED6F-6C10-BAC8B781F85A}"/>
              </a:ext>
            </a:extLst>
          </p:cNvPr>
          <p:cNvSpPr txBox="1"/>
          <p:nvPr/>
        </p:nvSpPr>
        <p:spPr>
          <a:xfrm>
            <a:off x="1820383" y="6031537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6B0A92-FFBD-D4FE-C335-2A4AE58F4727}"/>
              </a:ext>
            </a:extLst>
          </p:cNvPr>
          <p:cNvSpPr txBox="1"/>
          <p:nvPr/>
        </p:nvSpPr>
        <p:spPr>
          <a:xfrm>
            <a:off x="1820383" y="3607420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36F998-6EA6-FB68-AE3B-5D371780FBAA}"/>
              </a:ext>
            </a:extLst>
          </p:cNvPr>
          <p:cNvSpPr txBox="1"/>
          <p:nvPr/>
        </p:nvSpPr>
        <p:spPr>
          <a:xfrm>
            <a:off x="1820383" y="5223498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2E681E-0ECA-A3C1-6D1E-B46E26AAA146}"/>
              </a:ext>
            </a:extLst>
          </p:cNvPr>
          <p:cNvSpPr txBox="1"/>
          <p:nvPr/>
        </p:nvSpPr>
        <p:spPr>
          <a:xfrm>
            <a:off x="1820383" y="4415459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EE9D58-B897-0492-3808-2DACD44E71B2}"/>
              </a:ext>
            </a:extLst>
          </p:cNvPr>
          <p:cNvSpPr txBox="1"/>
          <p:nvPr/>
        </p:nvSpPr>
        <p:spPr>
          <a:xfrm>
            <a:off x="4711956" y="318084"/>
            <a:ext cx="2768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You’re given 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7 nodes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A62D89C-C2D6-D416-D110-09E24F7273BF}"/>
                  </a:ext>
                </a:extLst>
              </p:cNvPr>
              <p:cNvSpPr txBox="1"/>
              <p:nvPr/>
            </p:nvSpPr>
            <p:spPr>
              <a:xfrm>
                <a:off x="667734" y="318084"/>
                <a:ext cx="27680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Tree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24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A62D89C-C2D6-D416-D110-09E24F727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34" y="318084"/>
                <a:ext cx="2768087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59D29D0-1503-0569-B204-BA65E1D92BD9}"/>
                  </a:ext>
                </a:extLst>
              </p:cNvPr>
              <p:cNvSpPr txBox="1"/>
              <p:nvPr/>
            </p:nvSpPr>
            <p:spPr>
              <a:xfrm>
                <a:off x="8756179" y="318083"/>
                <a:ext cx="27680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Tree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sz="24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59D29D0-1503-0569-B204-BA65E1D92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179" y="318083"/>
                <a:ext cx="2768087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103D1BC-A9E2-AEA2-5633-C71E10DF259B}"/>
              </a:ext>
            </a:extLst>
          </p:cNvPr>
          <p:cNvSpPr txBox="1"/>
          <p:nvPr/>
        </p:nvSpPr>
        <p:spPr>
          <a:xfrm>
            <a:off x="9908828" y="1183303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D32799-9462-37C2-7727-830D378661C1}"/>
              </a:ext>
            </a:extLst>
          </p:cNvPr>
          <p:cNvSpPr txBox="1"/>
          <p:nvPr/>
        </p:nvSpPr>
        <p:spPr>
          <a:xfrm>
            <a:off x="10823228" y="1991342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11E102E-76D7-5B1F-323A-145AB5EA16F9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2051777" y="1552635"/>
            <a:ext cx="0" cy="4387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1B93968-BF9B-11BF-70CE-F247B143285A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10140222" y="1552635"/>
            <a:ext cx="914400" cy="438707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1F437E1-F643-08D4-7E3B-3292797A104C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2051777" y="2360674"/>
            <a:ext cx="0" cy="4387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A9F5B8-6213-407A-6A6A-74167786B2DB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2051777" y="3168713"/>
            <a:ext cx="0" cy="4387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AFAF41-C402-084A-C888-BD34E0D4A070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>
            <a:off x="2051777" y="3976752"/>
            <a:ext cx="0" cy="4387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FC6F83-E4F0-9AB3-AF08-F1AB845562B6}"/>
              </a:ext>
            </a:extLst>
          </p:cNvPr>
          <p:cNvCxnSpPr>
            <a:cxnSpLocks/>
            <a:stCxn id="40" idx="2"/>
            <a:endCxn id="39" idx="0"/>
          </p:cNvCxnSpPr>
          <p:nvPr/>
        </p:nvCxnSpPr>
        <p:spPr>
          <a:xfrm>
            <a:off x="2051777" y="4784791"/>
            <a:ext cx="0" cy="4387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783E72-C737-2369-7176-A0DE1C218682}"/>
              </a:ext>
            </a:extLst>
          </p:cNvPr>
          <p:cNvCxnSpPr>
            <a:cxnSpLocks/>
            <a:stCxn id="39" idx="2"/>
            <a:endCxn id="37" idx="0"/>
          </p:cNvCxnSpPr>
          <p:nvPr/>
        </p:nvCxnSpPr>
        <p:spPr>
          <a:xfrm>
            <a:off x="2051777" y="5592830"/>
            <a:ext cx="0" cy="4387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314C645-3D40-BAFA-2D3F-E6FB03F9768F}"/>
              </a:ext>
            </a:extLst>
          </p:cNvPr>
          <p:cNvSpPr txBox="1"/>
          <p:nvPr/>
        </p:nvSpPr>
        <p:spPr>
          <a:xfrm>
            <a:off x="8963023" y="1991342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7050BE-6B9C-976B-2591-CFDF5E517617}"/>
              </a:ext>
            </a:extLst>
          </p:cNvPr>
          <p:cNvCxnSpPr>
            <a:cxnSpLocks/>
            <a:stCxn id="44" idx="2"/>
            <a:endCxn id="7" idx="0"/>
          </p:cNvCxnSpPr>
          <p:nvPr/>
        </p:nvCxnSpPr>
        <p:spPr>
          <a:xfrm flipH="1">
            <a:off x="9194417" y="1552635"/>
            <a:ext cx="945805" cy="438707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C60B117-5D4A-9AD1-9FF2-ADAA933D3FF5}"/>
              </a:ext>
            </a:extLst>
          </p:cNvPr>
          <p:cNvSpPr txBox="1"/>
          <p:nvPr/>
        </p:nvSpPr>
        <p:spPr>
          <a:xfrm>
            <a:off x="9435925" y="2833604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4F09D4-021F-A75F-2CB6-EC2CEF69C18C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>
            <a:off x="9194417" y="2360674"/>
            <a:ext cx="472902" cy="47293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3D39690-7D43-6FBF-82DC-623ED6C17660}"/>
              </a:ext>
            </a:extLst>
          </p:cNvPr>
          <p:cNvSpPr txBox="1"/>
          <p:nvPr/>
        </p:nvSpPr>
        <p:spPr>
          <a:xfrm>
            <a:off x="8500235" y="2833604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7D9CD1-69C1-62E0-9121-AB287A2A3398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flipH="1">
            <a:off x="8731629" y="2360674"/>
            <a:ext cx="462788" cy="47293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B3AA240-5438-98B8-AE14-0567D073875F}"/>
              </a:ext>
            </a:extLst>
          </p:cNvPr>
          <p:cNvSpPr txBox="1"/>
          <p:nvPr/>
        </p:nvSpPr>
        <p:spPr>
          <a:xfrm>
            <a:off x="11296130" y="2833604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27D05E-2A12-E857-A56D-FB6BE80A3D3E}"/>
              </a:ext>
            </a:extLst>
          </p:cNvPr>
          <p:cNvCxnSpPr>
            <a:cxnSpLocks/>
            <a:stCxn id="45" idx="2"/>
            <a:endCxn id="27" idx="0"/>
          </p:cNvCxnSpPr>
          <p:nvPr/>
        </p:nvCxnSpPr>
        <p:spPr>
          <a:xfrm>
            <a:off x="11054622" y="2360674"/>
            <a:ext cx="472902" cy="47293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3FD0096-5F65-F8FC-150D-5BDE4D864712}"/>
              </a:ext>
            </a:extLst>
          </p:cNvPr>
          <p:cNvSpPr txBox="1"/>
          <p:nvPr/>
        </p:nvSpPr>
        <p:spPr>
          <a:xfrm>
            <a:off x="10360440" y="2833604"/>
            <a:ext cx="462788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Roboto Mono" panose="00000009000000000000" pitchFamily="49" charset="0"/>
              <a:cs typeface="Calibri" panose="020F050202020403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3A2965-F305-15E2-3971-C42EE8BE8050}"/>
              </a:ext>
            </a:extLst>
          </p:cNvPr>
          <p:cNvCxnSpPr>
            <a:cxnSpLocks/>
            <a:stCxn id="45" idx="2"/>
            <a:endCxn id="29" idx="0"/>
          </p:cNvCxnSpPr>
          <p:nvPr/>
        </p:nvCxnSpPr>
        <p:spPr>
          <a:xfrm flipH="1">
            <a:off x="10591834" y="2360674"/>
            <a:ext cx="462788" cy="47293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CF6EBC-1FDD-6A22-6C47-2ED2F56B0946}"/>
                  </a:ext>
                </a:extLst>
              </p:cNvPr>
              <p:cNvSpPr txBox="1"/>
              <p:nvPr/>
            </p:nvSpPr>
            <p:spPr>
              <a:xfrm>
                <a:off x="3261133" y="1968384"/>
                <a:ext cx="535479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Let’s now try to come up with a general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4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</m:sub>
                    </m:sSub>
                  </m:oMath>
                </a14:m>
                <a:r>
                  <a:rPr lang="en-US" sz="2400" b="1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 terms of the </a:t>
                </a:r>
                <a:r>
                  <a:rPr lang="en-US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number of nodes,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CF6EBC-1FDD-6A22-6C47-2ED2F56B0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133" y="1968384"/>
                <a:ext cx="5354799" cy="1200329"/>
              </a:xfrm>
              <a:prstGeom prst="rect">
                <a:avLst/>
              </a:prstGeom>
              <a:blipFill>
                <a:blip r:embed="rId5"/>
                <a:stretch>
                  <a:fillRect l="-1822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9AF43D-F3BA-A566-3D9A-49D1E00B4E89}"/>
              </a:ext>
            </a:extLst>
          </p:cNvPr>
          <p:cNvSpPr txBox="1"/>
          <p:nvPr/>
        </p:nvSpPr>
        <p:spPr>
          <a:xfrm>
            <a:off x="9194417" y="5569872"/>
            <a:ext cx="2768087" cy="461665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cs typeface="Calibri" panose="020F0502020204030204" pitchFamily="34" charset="0"/>
              </a:rPr>
              <a:t>Call back to DSA</a:t>
            </a:r>
          </a:p>
        </p:txBody>
      </p:sp>
    </p:spTree>
    <p:extLst>
      <p:ext uri="{BB962C8B-B14F-4D97-AF65-F5344CB8AC3E}">
        <p14:creationId xmlns:p14="http://schemas.microsoft.com/office/powerpoint/2010/main" val="44434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/>
      <p:bldP spid="43" grpId="0"/>
      <p:bldP spid="44" grpId="0" animBg="1"/>
      <p:bldP spid="45" grpId="0" animBg="1"/>
      <p:bldP spid="7" grpId="0" animBg="1"/>
      <p:bldP spid="18" grpId="0" animBg="1"/>
      <p:bldP spid="20" grpId="0" animBg="1"/>
      <p:bldP spid="27" grpId="0" animBg="1"/>
      <p:bldP spid="29" grpId="0" animBg="1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5AF794-2FF7-425F-BBDA-B0600AEAD8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Implementing the Stack ADT </a:t>
            </a:r>
            <a:r>
              <a:rPr lang="en-US"/>
              <a:t>using Linked Lists 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E85EB-A8BE-BF84-E596-F44D9DCBB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DIY</a:t>
            </a:r>
          </a:p>
        </p:txBody>
      </p:sp>
    </p:spTree>
    <p:extLst>
      <p:ext uri="{BB962C8B-B14F-4D97-AF65-F5344CB8AC3E}">
        <p14:creationId xmlns:p14="http://schemas.microsoft.com/office/powerpoint/2010/main" val="173201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6170-FBEC-7998-180A-7CA32979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a LL-Based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EA2EF-8C4C-CA89-E554-C711D130F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should implement this for practice. </a:t>
            </a:r>
          </a:p>
          <a:p>
            <a:endParaRPr lang="en-US" dirty="0"/>
          </a:p>
          <a:p>
            <a:r>
              <a:rPr lang="en-US" dirty="0"/>
              <a:t>Will help you better understand the implementation of linked lists.</a:t>
            </a:r>
          </a:p>
          <a:p>
            <a:endParaRPr lang="en-US" dirty="0"/>
          </a:p>
          <a:p>
            <a:r>
              <a:rPr lang="en-US" dirty="0"/>
              <a:t>Please make sure to write a destructor for the linked list class as well that will clean up any remaining nodes on the heap.</a:t>
            </a:r>
          </a:p>
          <a:p>
            <a:endParaRPr lang="en-US" dirty="0"/>
          </a:p>
          <a:p>
            <a:r>
              <a:rPr lang="en-US" dirty="0"/>
              <a:t>Also note that the time complexity for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push()</a:t>
            </a:r>
            <a:r>
              <a:rPr lang="en-US" dirty="0"/>
              <a:t>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pop()</a:t>
            </a:r>
            <a:r>
              <a:rPr lang="en-US" dirty="0"/>
              <a:t>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top()</a:t>
            </a:r>
            <a:r>
              <a:rPr lang="en-US" dirty="0"/>
              <a:t> and 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is_empty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dirty="0"/>
              <a:t> operations should be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O(1)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you find yourself traversing through the list, then that function is probably not constant time.</a:t>
            </a:r>
          </a:p>
        </p:txBody>
      </p:sp>
    </p:spTree>
    <p:extLst>
      <p:ext uri="{BB962C8B-B14F-4D97-AF65-F5344CB8AC3E}">
        <p14:creationId xmlns:p14="http://schemas.microsoft.com/office/powerpoint/2010/main" val="2327093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18DA-42D1-A368-64AF-6979A8CA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the interested folks…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0EB35-AF5B-11C1-831F-E15710816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implemented linked lists while keeping the attributes in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Node</a:t>
            </a:r>
            <a:r>
              <a:rPr lang="en-US" dirty="0"/>
              <a:t> public.</a:t>
            </a:r>
          </a:p>
          <a:p>
            <a:pPr lvl="1"/>
            <a:r>
              <a:rPr lang="en-US" dirty="0"/>
              <a:t>This was an exception to the rule of keeping attributes private.</a:t>
            </a:r>
          </a:p>
          <a:p>
            <a:pPr lvl="1"/>
            <a:endParaRPr lang="en-US" dirty="0"/>
          </a:p>
          <a:p>
            <a:r>
              <a:rPr lang="en-US" dirty="0"/>
              <a:t>A way to keep the attributes “private” from the public is to define the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Node</a:t>
            </a:r>
            <a:r>
              <a:rPr lang="en-US" dirty="0"/>
              <a:t> within the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LinkedList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Nested classes.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attributes in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Node</a:t>
            </a:r>
            <a:r>
              <a:rPr lang="en-US" dirty="0"/>
              <a:t> can be kept public.</a:t>
            </a:r>
          </a:p>
          <a:p>
            <a:pPr lvl="2"/>
            <a:r>
              <a:rPr lang="en-US" dirty="0"/>
              <a:t>Consequently,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LinkedList</a:t>
            </a:r>
            <a:r>
              <a:rPr lang="en-US" dirty="0"/>
              <a:t> will be able to access the attributes.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But because the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Node</a:t>
            </a:r>
            <a:r>
              <a:rPr lang="en-US" dirty="0"/>
              <a:t> is nested within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LinkedList</a:t>
            </a:r>
            <a:r>
              <a:rPr lang="en-US" dirty="0"/>
              <a:t>, the public cannot access it.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BC219-6A05-2C68-0E1A-A20A6BB8D6DA}"/>
              </a:ext>
            </a:extLst>
          </p:cNvPr>
          <p:cNvSpPr txBox="1"/>
          <p:nvPr/>
        </p:nvSpPr>
        <p:spPr>
          <a:xfrm>
            <a:off x="7424057" y="104576"/>
            <a:ext cx="463731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Check the code files in Week 7 module under L6 (Dr. Musabbir Majeed) to find this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124396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2533</TotalTime>
  <Words>388</Words>
  <Application>Microsoft Office PowerPoint</Application>
  <PresentationFormat>Widescreen</PresentationFormat>
  <Paragraphs>55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Cascadia Code</vt:lpstr>
      <vt:lpstr>Office Theme</vt:lpstr>
      <vt:lpstr>Object-Oriented Programming</vt:lpstr>
      <vt:lpstr>What are structs?</vt:lpstr>
      <vt:lpstr>Back to Linked Lists</vt:lpstr>
      <vt:lpstr>Go see the behaviors associated with a regular LL</vt:lpstr>
      <vt:lpstr>Quick Question</vt:lpstr>
      <vt:lpstr>PowerPoint Presentation</vt:lpstr>
      <vt:lpstr>Implementing the Stack ADT using Linked Lists </vt:lpstr>
      <vt:lpstr>Implement a LL-Based Stack</vt:lpstr>
      <vt:lpstr>For the interested folks…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Salman</dc:creator>
  <cp:lastModifiedBy>Mohammad Salman</cp:lastModifiedBy>
  <cp:revision>20</cp:revision>
  <dcterms:created xsi:type="dcterms:W3CDTF">2023-10-04T07:58:25Z</dcterms:created>
  <dcterms:modified xsi:type="dcterms:W3CDTF">2023-10-08T16:08:47Z</dcterms:modified>
</cp:coreProperties>
</file>