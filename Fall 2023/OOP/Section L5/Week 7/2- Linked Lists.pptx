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285" r:id="rId3"/>
    <p:sldId id="286" r:id="rId4"/>
    <p:sldId id="287" r:id="rId5"/>
    <p:sldId id="288" r:id="rId6"/>
    <p:sldId id="257" r:id="rId7"/>
    <p:sldId id="258" r:id="rId8"/>
    <p:sldId id="259" r:id="rId9"/>
    <p:sldId id="260" r:id="rId10"/>
    <p:sldId id="261" r:id="rId11"/>
    <p:sldId id="262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2" r:id="rId20"/>
    <p:sldId id="273" r:id="rId21"/>
    <p:sldId id="284" r:id="rId22"/>
    <p:sldId id="289" r:id="rId23"/>
    <p:sldId id="290" r:id="rId24"/>
    <p:sldId id="291" r:id="rId25"/>
    <p:sldId id="312" r:id="rId26"/>
    <p:sldId id="292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13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311" r:id="rId46"/>
    <p:sldId id="317" r:id="rId47"/>
    <p:sldId id="319" r:id="rId48"/>
    <p:sldId id="318" r:id="rId49"/>
    <p:sldId id="293" r:id="rId50"/>
    <p:sldId id="315" r:id="rId51"/>
    <p:sldId id="314" r:id="rId52"/>
    <p:sldId id="316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772" autoAdjust="0"/>
  </p:normalViewPr>
  <p:slideViewPr>
    <p:cSldViewPr snapToGrid="0">
      <p:cViewPr varScale="1">
        <p:scale>
          <a:sx n="68" d="100"/>
          <a:sy n="68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Salman" userId="cfd6754c-e613-4f6f-bb98-36aef69d8c31" providerId="ADAL" clId="{1BF656CA-4852-421D-907F-F90D3F4790E6}"/>
    <pc:docChg chg="undo redo custSel addSld delSld modSld sldOrd modMainMaster">
      <pc:chgData name="Mohammad Salman" userId="cfd6754c-e613-4f6f-bb98-36aef69d8c31" providerId="ADAL" clId="{1BF656CA-4852-421D-907F-F90D3F4790E6}" dt="2023-10-04T14:50:02.390" v="18271"/>
      <pc:docMkLst>
        <pc:docMk/>
      </pc:docMkLst>
      <pc:sldChg chg="modSp new mod setBg">
        <pc:chgData name="Mohammad Salman" userId="cfd6754c-e613-4f6f-bb98-36aef69d8c31" providerId="ADAL" clId="{1BF656CA-4852-421D-907F-F90D3F4790E6}" dt="2023-09-29T10:20:13.426" v="75"/>
        <pc:sldMkLst>
          <pc:docMk/>
          <pc:sldMk cId="641690031" sldId="256"/>
        </pc:sldMkLst>
        <pc:spChg chg="mod">
          <ac:chgData name="Mohammad Salman" userId="cfd6754c-e613-4f6f-bb98-36aef69d8c31" providerId="ADAL" clId="{1BF656CA-4852-421D-907F-F90D3F4790E6}" dt="2023-09-29T10:19:57.070" v="38" actId="20577"/>
          <ac:spMkLst>
            <pc:docMk/>
            <pc:sldMk cId="641690031" sldId="256"/>
            <ac:spMk id="2" creationId="{0F306F23-4791-DB7E-A5D3-195227BF6B73}"/>
          </ac:spMkLst>
        </pc:spChg>
        <pc:spChg chg="mod">
          <ac:chgData name="Mohammad Salman" userId="cfd6754c-e613-4f6f-bb98-36aef69d8c31" providerId="ADAL" clId="{1BF656CA-4852-421D-907F-F90D3F4790E6}" dt="2023-09-29T10:20:04.751" v="74" actId="20577"/>
          <ac:spMkLst>
            <pc:docMk/>
            <pc:sldMk cId="641690031" sldId="256"/>
            <ac:spMk id="3" creationId="{A03EC68F-112B-8F91-7AC8-953CF9C745D3}"/>
          </ac:spMkLst>
        </pc:spChg>
      </pc:sldChg>
      <pc:sldChg chg="addSp delSp modSp new mod setBg modClrScheme chgLayout">
        <pc:chgData name="Mohammad Salman" userId="cfd6754c-e613-4f6f-bb98-36aef69d8c31" providerId="ADAL" clId="{1BF656CA-4852-421D-907F-F90D3F4790E6}" dt="2023-09-29T10:42:12.434" v="1746" actId="5793"/>
        <pc:sldMkLst>
          <pc:docMk/>
          <pc:sldMk cId="748620412" sldId="257"/>
        </pc:sldMkLst>
        <pc:spChg chg="del mod ord">
          <ac:chgData name="Mohammad Salman" userId="cfd6754c-e613-4f6f-bb98-36aef69d8c31" providerId="ADAL" clId="{1BF656CA-4852-421D-907F-F90D3F4790E6}" dt="2023-09-29T10:20:19.758" v="77" actId="700"/>
          <ac:spMkLst>
            <pc:docMk/>
            <pc:sldMk cId="748620412" sldId="257"/>
            <ac:spMk id="2" creationId="{E1845D93-75B5-9223-58D0-D7240E4E2D35}"/>
          </ac:spMkLst>
        </pc:spChg>
        <pc:spChg chg="del mod ord">
          <ac:chgData name="Mohammad Salman" userId="cfd6754c-e613-4f6f-bb98-36aef69d8c31" providerId="ADAL" clId="{1BF656CA-4852-421D-907F-F90D3F4790E6}" dt="2023-09-29T10:20:19.758" v="77" actId="700"/>
          <ac:spMkLst>
            <pc:docMk/>
            <pc:sldMk cId="748620412" sldId="257"/>
            <ac:spMk id="3" creationId="{FD8EE8C9-3D55-48B4-92BB-D4D9944815CF}"/>
          </ac:spMkLst>
        </pc:spChg>
        <pc:spChg chg="add mod ord">
          <ac:chgData name="Mohammad Salman" userId="cfd6754c-e613-4f6f-bb98-36aef69d8c31" providerId="ADAL" clId="{1BF656CA-4852-421D-907F-F90D3F4790E6}" dt="2023-09-29T10:20:35.251" v="128" actId="20577"/>
          <ac:spMkLst>
            <pc:docMk/>
            <pc:sldMk cId="748620412" sldId="257"/>
            <ac:spMk id="4" creationId="{D1D590F9-225D-6EDE-10A3-301726CEF4AF}"/>
          </ac:spMkLst>
        </pc:spChg>
        <pc:spChg chg="add mod ord">
          <ac:chgData name="Mohammad Salman" userId="cfd6754c-e613-4f6f-bb98-36aef69d8c31" providerId="ADAL" clId="{1BF656CA-4852-421D-907F-F90D3F4790E6}" dt="2023-09-29T10:42:12.434" v="1746" actId="5793"/>
          <ac:spMkLst>
            <pc:docMk/>
            <pc:sldMk cId="748620412" sldId="257"/>
            <ac:spMk id="5" creationId="{9E4EF55A-4D3E-3E17-CE40-90973AF8C6E6}"/>
          </ac:spMkLst>
        </pc:spChg>
      </pc:sldChg>
      <pc:sldChg chg="addSp delSp modSp new mod modAnim">
        <pc:chgData name="Mohammad Salman" userId="cfd6754c-e613-4f6f-bb98-36aef69d8c31" providerId="ADAL" clId="{1BF656CA-4852-421D-907F-F90D3F4790E6}" dt="2023-09-29T10:42:28.026" v="1750" actId="1076"/>
        <pc:sldMkLst>
          <pc:docMk/>
          <pc:sldMk cId="3926015634" sldId="258"/>
        </pc:sldMkLst>
        <pc:spChg chg="del">
          <ac:chgData name="Mohammad Salman" userId="cfd6754c-e613-4f6f-bb98-36aef69d8c31" providerId="ADAL" clId="{1BF656CA-4852-421D-907F-F90D3F4790E6}" dt="2023-09-29T10:21:16.794" v="215" actId="478"/>
          <ac:spMkLst>
            <pc:docMk/>
            <pc:sldMk cId="3926015634" sldId="258"/>
            <ac:spMk id="2" creationId="{47C2FBD8-F221-CB5E-9909-790901BB76DE}"/>
          </ac:spMkLst>
        </pc:spChg>
        <pc:spChg chg="del">
          <ac:chgData name="Mohammad Salman" userId="cfd6754c-e613-4f6f-bb98-36aef69d8c31" providerId="ADAL" clId="{1BF656CA-4852-421D-907F-F90D3F4790E6}" dt="2023-09-29T10:21:16.794" v="215" actId="478"/>
          <ac:spMkLst>
            <pc:docMk/>
            <pc:sldMk cId="3926015634" sldId="258"/>
            <ac:spMk id="3" creationId="{A000A9E4-F6E5-9D92-A5EB-6FC29AE01E1B}"/>
          </ac:spMkLst>
        </pc:spChg>
        <pc:spChg chg="add mod">
          <ac:chgData name="Mohammad Salman" userId="cfd6754c-e613-4f6f-bb98-36aef69d8c31" providerId="ADAL" clId="{1BF656CA-4852-421D-907F-F90D3F4790E6}" dt="2023-09-29T10:42:18.380" v="1748" actId="6549"/>
          <ac:spMkLst>
            <pc:docMk/>
            <pc:sldMk cId="3926015634" sldId="258"/>
            <ac:spMk id="4" creationId="{B9D4CE9E-D54E-BC55-3AC7-0BD166A078A4}"/>
          </ac:spMkLst>
        </pc:spChg>
        <pc:spChg chg="add mod">
          <ac:chgData name="Mohammad Salman" userId="cfd6754c-e613-4f6f-bb98-36aef69d8c31" providerId="ADAL" clId="{1BF656CA-4852-421D-907F-F90D3F4790E6}" dt="2023-09-29T10:42:24.282" v="1749" actId="1076"/>
          <ac:spMkLst>
            <pc:docMk/>
            <pc:sldMk cId="3926015634" sldId="258"/>
            <ac:spMk id="5" creationId="{859B37FC-9843-87B3-064E-93370C7A2A9B}"/>
          </ac:spMkLst>
        </pc:spChg>
        <pc:spChg chg="add mod">
          <ac:chgData name="Mohammad Salman" userId="cfd6754c-e613-4f6f-bb98-36aef69d8c31" providerId="ADAL" clId="{1BF656CA-4852-421D-907F-F90D3F4790E6}" dt="2023-09-29T10:42:28.026" v="1750" actId="1076"/>
          <ac:spMkLst>
            <pc:docMk/>
            <pc:sldMk cId="3926015634" sldId="258"/>
            <ac:spMk id="6" creationId="{56714953-C7D9-F151-7680-D6F2E69A164B}"/>
          </ac:spMkLst>
        </pc:spChg>
      </pc:sldChg>
      <pc:sldChg chg="addSp delSp modSp add mod delAnim modAnim">
        <pc:chgData name="Mohammad Salman" userId="cfd6754c-e613-4f6f-bb98-36aef69d8c31" providerId="ADAL" clId="{1BF656CA-4852-421D-907F-F90D3F4790E6}" dt="2023-09-29T10:41:56.309" v="1721" actId="478"/>
        <pc:sldMkLst>
          <pc:docMk/>
          <pc:sldMk cId="1103691992" sldId="259"/>
        </pc:sldMkLst>
        <pc:spChg chg="mod">
          <ac:chgData name="Mohammad Salman" userId="cfd6754c-e613-4f6f-bb98-36aef69d8c31" providerId="ADAL" clId="{1BF656CA-4852-421D-907F-F90D3F4790E6}" dt="2023-09-29T10:38:03.484" v="1477" actId="20577"/>
          <ac:spMkLst>
            <pc:docMk/>
            <pc:sldMk cId="1103691992" sldId="259"/>
            <ac:spMk id="4" creationId="{B9D4CE9E-D54E-BC55-3AC7-0BD166A078A4}"/>
          </ac:spMkLst>
        </pc:spChg>
        <pc:spChg chg="del">
          <ac:chgData name="Mohammad Salman" userId="cfd6754c-e613-4f6f-bb98-36aef69d8c31" providerId="ADAL" clId="{1BF656CA-4852-421D-907F-F90D3F4790E6}" dt="2023-09-29T10:26:47.525" v="829" actId="478"/>
          <ac:spMkLst>
            <pc:docMk/>
            <pc:sldMk cId="1103691992" sldId="259"/>
            <ac:spMk id="5" creationId="{859B37FC-9843-87B3-064E-93370C7A2A9B}"/>
          </ac:spMkLst>
        </pc:spChg>
        <pc:spChg chg="add del mod">
          <ac:chgData name="Mohammad Salman" userId="cfd6754c-e613-4f6f-bb98-36aef69d8c31" providerId="ADAL" clId="{1BF656CA-4852-421D-907F-F90D3F4790E6}" dt="2023-09-29T10:35:45.038" v="1358" actId="478"/>
          <ac:spMkLst>
            <pc:docMk/>
            <pc:sldMk cId="1103691992" sldId="259"/>
            <ac:spMk id="6" creationId="{4137BA86-001A-885D-7079-1A539D6174E8}"/>
          </ac:spMkLst>
        </pc:spChg>
        <pc:spChg chg="add del mod">
          <ac:chgData name="Mohammad Salman" userId="cfd6754c-e613-4f6f-bb98-36aef69d8c31" providerId="ADAL" clId="{1BF656CA-4852-421D-907F-F90D3F4790E6}" dt="2023-09-29T10:41:49.879" v="1718" actId="478"/>
          <ac:spMkLst>
            <pc:docMk/>
            <pc:sldMk cId="1103691992" sldId="259"/>
            <ac:spMk id="7" creationId="{3CA0D444-2AE7-D7D7-D535-182D7F668D22}"/>
          </ac:spMkLst>
        </pc:spChg>
        <pc:spChg chg="add mod">
          <ac:chgData name="Mohammad Salman" userId="cfd6754c-e613-4f6f-bb98-36aef69d8c31" providerId="ADAL" clId="{1BF656CA-4852-421D-907F-F90D3F4790E6}" dt="2023-09-29T10:41:50.181" v="1719"/>
          <ac:spMkLst>
            <pc:docMk/>
            <pc:sldMk cId="1103691992" sldId="259"/>
            <ac:spMk id="9" creationId="{031D29E7-1328-A944-6E43-58BC76164DB3}"/>
          </ac:spMkLst>
        </pc:spChg>
        <pc:graphicFrameChg chg="add del mod modGraphic">
          <ac:chgData name="Mohammad Salman" userId="cfd6754c-e613-4f6f-bb98-36aef69d8c31" providerId="ADAL" clId="{1BF656CA-4852-421D-907F-F90D3F4790E6}" dt="2023-09-29T10:41:49.879" v="1718" actId="478"/>
          <ac:graphicFrameMkLst>
            <pc:docMk/>
            <pc:sldMk cId="1103691992" sldId="259"/>
            <ac:graphicFrameMk id="2" creationId="{3749838F-8727-5954-AC45-BFA5C580D750}"/>
          </ac:graphicFrameMkLst>
        </pc:graphicFrameChg>
        <pc:graphicFrameChg chg="add mod">
          <ac:chgData name="Mohammad Salman" userId="cfd6754c-e613-4f6f-bb98-36aef69d8c31" providerId="ADAL" clId="{1BF656CA-4852-421D-907F-F90D3F4790E6}" dt="2023-09-29T10:41:50.181" v="1719"/>
          <ac:graphicFrameMkLst>
            <pc:docMk/>
            <pc:sldMk cId="1103691992" sldId="259"/>
            <ac:graphicFrameMk id="8" creationId="{DC7332BD-BCFE-E52B-DFFA-52B306725E37}"/>
          </ac:graphicFrameMkLst>
        </pc:graphicFrameChg>
        <pc:inkChg chg="add del mod">
          <ac:chgData name="Mohammad Salman" userId="cfd6754c-e613-4f6f-bb98-36aef69d8c31" providerId="ADAL" clId="{1BF656CA-4852-421D-907F-F90D3F4790E6}" dt="2023-09-29T10:41:53.484" v="1720" actId="478"/>
          <ac:inkMkLst>
            <pc:docMk/>
            <pc:sldMk cId="1103691992" sldId="259"/>
            <ac:inkMk id="10" creationId="{C9D79B62-64A6-6954-B1AC-02DD2C81B075}"/>
          </ac:inkMkLst>
        </pc:inkChg>
        <pc:inkChg chg="add del mod">
          <ac:chgData name="Mohammad Salman" userId="cfd6754c-e613-4f6f-bb98-36aef69d8c31" providerId="ADAL" clId="{1BF656CA-4852-421D-907F-F90D3F4790E6}" dt="2023-09-29T10:41:53.484" v="1720" actId="478"/>
          <ac:inkMkLst>
            <pc:docMk/>
            <pc:sldMk cId="1103691992" sldId="259"/>
            <ac:inkMk id="11" creationId="{11BFCF46-277A-DE93-9898-37B055F661D1}"/>
          </ac:inkMkLst>
        </pc:inkChg>
        <pc:inkChg chg="add del mod">
          <ac:chgData name="Mohammad Salman" userId="cfd6754c-e613-4f6f-bb98-36aef69d8c31" providerId="ADAL" clId="{1BF656CA-4852-421D-907F-F90D3F4790E6}" dt="2023-09-29T10:41:53.484" v="1720" actId="478"/>
          <ac:inkMkLst>
            <pc:docMk/>
            <pc:sldMk cId="1103691992" sldId="259"/>
            <ac:inkMk id="12" creationId="{8262760B-7861-56D6-F1EE-9355B2F4E8EE}"/>
          </ac:inkMkLst>
        </pc:inkChg>
        <pc:inkChg chg="add del mod">
          <ac:chgData name="Mohammad Salman" userId="cfd6754c-e613-4f6f-bb98-36aef69d8c31" providerId="ADAL" clId="{1BF656CA-4852-421D-907F-F90D3F4790E6}" dt="2023-09-29T10:41:56.309" v="1721" actId="478"/>
          <ac:inkMkLst>
            <pc:docMk/>
            <pc:sldMk cId="1103691992" sldId="259"/>
            <ac:inkMk id="13" creationId="{1D7B6920-218A-D328-7A63-5CF722C98469}"/>
          </ac:inkMkLst>
        </pc:inkChg>
        <pc:inkChg chg="add del mod">
          <ac:chgData name="Mohammad Salman" userId="cfd6754c-e613-4f6f-bb98-36aef69d8c31" providerId="ADAL" clId="{1BF656CA-4852-421D-907F-F90D3F4790E6}" dt="2023-09-29T10:41:56.309" v="1721" actId="478"/>
          <ac:inkMkLst>
            <pc:docMk/>
            <pc:sldMk cId="1103691992" sldId="259"/>
            <ac:inkMk id="14" creationId="{5D205A44-F455-3622-AB92-42C66AD2FB42}"/>
          </ac:inkMkLst>
        </pc:inkChg>
        <pc:inkChg chg="add del mod">
          <ac:chgData name="Mohammad Salman" userId="cfd6754c-e613-4f6f-bb98-36aef69d8c31" providerId="ADAL" clId="{1BF656CA-4852-421D-907F-F90D3F4790E6}" dt="2023-09-29T10:41:56.309" v="1721" actId="478"/>
          <ac:inkMkLst>
            <pc:docMk/>
            <pc:sldMk cId="1103691992" sldId="259"/>
            <ac:inkMk id="15" creationId="{BBCAFF87-FCC2-A292-43DF-EB4DEA6CBC2E}"/>
          </ac:inkMkLst>
        </pc:inkChg>
      </pc:sldChg>
      <pc:sldChg chg="addSp delSp modSp add mod modAnim">
        <pc:chgData name="Mohammad Salman" userId="cfd6754c-e613-4f6f-bb98-36aef69d8c31" providerId="ADAL" clId="{1BF656CA-4852-421D-907F-F90D3F4790E6}" dt="2023-09-29T11:08:59.985" v="2074" actId="113"/>
        <pc:sldMkLst>
          <pc:docMk/>
          <pc:sldMk cId="1085677565" sldId="260"/>
        </pc:sldMkLst>
        <pc:spChg chg="mod">
          <ac:chgData name="Mohammad Salman" userId="cfd6754c-e613-4f6f-bb98-36aef69d8c31" providerId="ADAL" clId="{1BF656CA-4852-421D-907F-F90D3F4790E6}" dt="2023-09-29T10:41:19.181" v="1696" actId="113"/>
          <ac:spMkLst>
            <pc:docMk/>
            <pc:sldMk cId="1085677565" sldId="260"/>
            <ac:spMk id="4" creationId="{B9D4CE9E-D54E-BC55-3AC7-0BD166A078A4}"/>
          </ac:spMkLst>
        </pc:spChg>
        <pc:spChg chg="mod">
          <ac:chgData name="Mohammad Salman" userId="cfd6754c-e613-4f6f-bb98-36aef69d8c31" providerId="ADAL" clId="{1BF656CA-4852-421D-907F-F90D3F4790E6}" dt="2023-09-29T10:41:44.276" v="1717" actId="1036"/>
          <ac:spMkLst>
            <pc:docMk/>
            <pc:sldMk cId="1085677565" sldId="260"/>
            <ac:spMk id="7" creationId="{3CA0D444-2AE7-D7D7-D535-182D7F668D22}"/>
          </ac:spMkLst>
        </pc:spChg>
        <pc:spChg chg="add mod">
          <ac:chgData name="Mohammad Salman" userId="cfd6754c-e613-4f6f-bb98-36aef69d8c31" providerId="ADAL" clId="{1BF656CA-4852-421D-907F-F90D3F4790E6}" dt="2023-09-29T11:08:59.985" v="2074" actId="113"/>
          <ac:spMkLst>
            <pc:docMk/>
            <pc:sldMk cId="1085677565" sldId="260"/>
            <ac:spMk id="12" creationId="{A14B301D-34DC-9F8A-D0AD-FE6B311D8526}"/>
          </ac:spMkLst>
        </pc:spChg>
        <pc:graphicFrameChg chg="mod">
          <ac:chgData name="Mohammad Salman" userId="cfd6754c-e613-4f6f-bb98-36aef69d8c31" providerId="ADAL" clId="{1BF656CA-4852-421D-907F-F90D3F4790E6}" dt="2023-09-29T10:41:44.276" v="1717" actId="1036"/>
          <ac:graphicFrameMkLst>
            <pc:docMk/>
            <pc:sldMk cId="1085677565" sldId="260"/>
            <ac:graphicFrameMk id="2" creationId="{3749838F-8727-5954-AC45-BFA5C580D750}"/>
          </ac:graphicFrameMkLst>
        </pc:graphicFrameChg>
        <pc:inkChg chg="add mod">
          <ac:chgData name="Mohammad Salman" userId="cfd6754c-e613-4f6f-bb98-36aef69d8c31" providerId="ADAL" clId="{1BF656CA-4852-421D-907F-F90D3F4790E6}" dt="2023-09-29T10:41:44.276" v="1717" actId="1036"/>
          <ac:inkMkLst>
            <pc:docMk/>
            <pc:sldMk cId="1085677565" sldId="260"/>
            <ac:inkMk id="3" creationId="{7E1A962F-533A-D278-D0D7-F607015A8742}"/>
          </ac:inkMkLst>
        </pc:inkChg>
        <pc:inkChg chg="add del">
          <ac:chgData name="Mohammad Salman" userId="cfd6754c-e613-4f6f-bb98-36aef69d8c31" providerId="ADAL" clId="{1BF656CA-4852-421D-907F-F90D3F4790E6}" dt="2023-09-29T10:39:28.919" v="1612" actId="9405"/>
          <ac:inkMkLst>
            <pc:docMk/>
            <pc:sldMk cId="1085677565" sldId="260"/>
            <ac:inkMk id="5" creationId="{D810624F-AEE0-5F85-964A-82B142A1BFCD}"/>
          </ac:inkMkLst>
        </pc:inkChg>
        <pc:inkChg chg="add mod">
          <ac:chgData name="Mohammad Salman" userId="cfd6754c-e613-4f6f-bb98-36aef69d8c31" providerId="ADAL" clId="{1BF656CA-4852-421D-907F-F90D3F4790E6}" dt="2023-09-29T10:41:44.276" v="1717" actId="1036"/>
          <ac:inkMkLst>
            <pc:docMk/>
            <pc:sldMk cId="1085677565" sldId="260"/>
            <ac:inkMk id="6" creationId="{269C0E98-1C0C-1C1D-7509-BEABE6A5EDC6}"/>
          </ac:inkMkLst>
        </pc:inkChg>
        <pc:inkChg chg="add mod">
          <ac:chgData name="Mohammad Salman" userId="cfd6754c-e613-4f6f-bb98-36aef69d8c31" providerId="ADAL" clId="{1BF656CA-4852-421D-907F-F90D3F4790E6}" dt="2023-09-29T10:41:44.276" v="1717" actId="1036"/>
          <ac:inkMkLst>
            <pc:docMk/>
            <pc:sldMk cId="1085677565" sldId="260"/>
            <ac:inkMk id="8" creationId="{A5005851-152B-70FB-F416-6130113CA84E}"/>
          </ac:inkMkLst>
        </pc:inkChg>
        <pc:inkChg chg="add mod">
          <ac:chgData name="Mohammad Salman" userId="cfd6754c-e613-4f6f-bb98-36aef69d8c31" providerId="ADAL" clId="{1BF656CA-4852-421D-907F-F90D3F4790E6}" dt="2023-09-29T10:41:44.276" v="1717" actId="1036"/>
          <ac:inkMkLst>
            <pc:docMk/>
            <pc:sldMk cId="1085677565" sldId="260"/>
            <ac:inkMk id="9" creationId="{AAF49CC0-FB84-46F2-0708-87CDDB339B80}"/>
          </ac:inkMkLst>
        </pc:inkChg>
        <pc:inkChg chg="add mod">
          <ac:chgData name="Mohammad Salman" userId="cfd6754c-e613-4f6f-bb98-36aef69d8c31" providerId="ADAL" clId="{1BF656CA-4852-421D-907F-F90D3F4790E6}" dt="2023-09-29T10:41:44.276" v="1717" actId="1036"/>
          <ac:inkMkLst>
            <pc:docMk/>
            <pc:sldMk cId="1085677565" sldId="260"/>
            <ac:inkMk id="10" creationId="{EC2DFF6C-3715-2280-BA4D-A74B10D6CE40}"/>
          </ac:inkMkLst>
        </pc:inkChg>
        <pc:inkChg chg="add mod">
          <ac:chgData name="Mohammad Salman" userId="cfd6754c-e613-4f6f-bb98-36aef69d8c31" providerId="ADAL" clId="{1BF656CA-4852-421D-907F-F90D3F4790E6}" dt="2023-09-29T10:41:44.276" v="1717" actId="1036"/>
          <ac:inkMkLst>
            <pc:docMk/>
            <pc:sldMk cId="1085677565" sldId="260"/>
            <ac:inkMk id="11" creationId="{32943843-CAEA-425C-3F36-E47C74AB4AD4}"/>
          </ac:inkMkLst>
        </pc:inkChg>
      </pc:sldChg>
      <pc:sldChg chg="modSp add mod setBg">
        <pc:chgData name="Mohammad Salman" userId="cfd6754c-e613-4f6f-bb98-36aef69d8c31" providerId="ADAL" clId="{1BF656CA-4852-421D-907F-F90D3F4790E6}" dt="2023-09-29T14:16:46.925" v="4572" actId="20577"/>
        <pc:sldMkLst>
          <pc:docMk/>
          <pc:sldMk cId="4209407602" sldId="261"/>
        </pc:sldMkLst>
        <pc:spChg chg="mod">
          <ac:chgData name="Mohammad Salman" userId="cfd6754c-e613-4f6f-bb98-36aef69d8c31" providerId="ADAL" clId="{1BF656CA-4852-421D-907F-F90D3F4790E6}" dt="2023-09-29T14:16:46.925" v="4572" actId="20577"/>
          <ac:spMkLst>
            <pc:docMk/>
            <pc:sldMk cId="4209407602" sldId="261"/>
            <ac:spMk id="4" creationId="{D1D590F9-225D-6EDE-10A3-301726CEF4AF}"/>
          </ac:spMkLst>
        </pc:spChg>
        <pc:spChg chg="mod">
          <ac:chgData name="Mohammad Salman" userId="cfd6754c-e613-4f6f-bb98-36aef69d8c31" providerId="ADAL" clId="{1BF656CA-4852-421D-907F-F90D3F4790E6}" dt="2023-09-29T11:09:47.374" v="2133" actId="20577"/>
          <ac:spMkLst>
            <pc:docMk/>
            <pc:sldMk cId="4209407602" sldId="261"/>
            <ac:spMk id="5" creationId="{9E4EF55A-4D3E-3E17-CE40-90973AF8C6E6}"/>
          </ac:spMkLst>
        </pc:spChg>
      </pc:sldChg>
      <pc:sldChg chg="addSp delSp modSp new mod addAnim delAnim modAnim">
        <pc:chgData name="Mohammad Salman" userId="cfd6754c-e613-4f6f-bb98-36aef69d8c31" providerId="ADAL" clId="{1BF656CA-4852-421D-907F-F90D3F4790E6}" dt="2023-09-29T14:17:00.460" v="4573" actId="20577"/>
        <pc:sldMkLst>
          <pc:docMk/>
          <pc:sldMk cId="3510054407" sldId="262"/>
        </pc:sldMkLst>
        <pc:spChg chg="del">
          <ac:chgData name="Mohammad Salman" userId="cfd6754c-e613-4f6f-bb98-36aef69d8c31" providerId="ADAL" clId="{1BF656CA-4852-421D-907F-F90D3F4790E6}" dt="2023-09-29T11:09:54.992" v="2135" actId="478"/>
          <ac:spMkLst>
            <pc:docMk/>
            <pc:sldMk cId="3510054407" sldId="262"/>
            <ac:spMk id="2" creationId="{D200CD7E-650A-6314-AFB8-877786433B31}"/>
          </ac:spMkLst>
        </pc:spChg>
        <pc:spChg chg="del">
          <ac:chgData name="Mohammad Salman" userId="cfd6754c-e613-4f6f-bb98-36aef69d8c31" providerId="ADAL" clId="{1BF656CA-4852-421D-907F-F90D3F4790E6}" dt="2023-09-29T11:09:54.992" v="2135" actId="478"/>
          <ac:spMkLst>
            <pc:docMk/>
            <pc:sldMk cId="3510054407" sldId="262"/>
            <ac:spMk id="3" creationId="{98F57438-98DC-CB37-8FFC-F281FF6CE66C}"/>
          </ac:spMkLst>
        </pc:spChg>
        <pc:spChg chg="add mod">
          <ac:chgData name="Mohammad Salman" userId="cfd6754c-e613-4f6f-bb98-36aef69d8c31" providerId="ADAL" clId="{1BF656CA-4852-421D-907F-F90D3F4790E6}" dt="2023-09-29T13:28:33.567" v="2543" actId="1035"/>
          <ac:spMkLst>
            <pc:docMk/>
            <pc:sldMk cId="3510054407" sldId="262"/>
            <ac:spMk id="5" creationId="{4FFCC0EA-4624-9326-5954-0A6AB7D39ECB}"/>
          </ac:spMkLst>
        </pc:spChg>
        <pc:spChg chg="add del mod">
          <ac:chgData name="Mohammad Salman" userId="cfd6754c-e613-4f6f-bb98-36aef69d8c31" providerId="ADAL" clId="{1BF656CA-4852-421D-907F-F90D3F4790E6}" dt="2023-09-29T11:13:58.734" v="2290" actId="478"/>
          <ac:spMkLst>
            <pc:docMk/>
            <pc:sldMk cId="3510054407" sldId="262"/>
            <ac:spMk id="6" creationId="{700FDE4F-17A5-15BB-6B1F-9166524F000D}"/>
          </ac:spMkLst>
        </pc:spChg>
        <pc:spChg chg="add del mod">
          <ac:chgData name="Mohammad Salman" userId="cfd6754c-e613-4f6f-bb98-36aef69d8c31" providerId="ADAL" clId="{1BF656CA-4852-421D-907F-F90D3F4790E6}" dt="2023-09-29T14:17:00.460" v="4573" actId="20577"/>
          <ac:spMkLst>
            <pc:docMk/>
            <pc:sldMk cId="3510054407" sldId="262"/>
            <ac:spMk id="12" creationId="{DC2F64BC-DAE4-3FE3-175F-D5D67197ACB9}"/>
          </ac:spMkLst>
        </pc:spChg>
        <pc:spChg chg="add mod">
          <ac:chgData name="Mohammad Salman" userId="cfd6754c-e613-4f6f-bb98-36aef69d8c31" providerId="ADAL" clId="{1BF656CA-4852-421D-907F-F90D3F4790E6}" dt="2023-09-29T13:37:09.881" v="2710" actId="14100"/>
          <ac:spMkLst>
            <pc:docMk/>
            <pc:sldMk cId="3510054407" sldId="262"/>
            <ac:spMk id="40" creationId="{79B91DC6-EA8E-C409-19DF-EEE4FF6349EA}"/>
          </ac:spMkLst>
        </pc:spChg>
        <pc:graphicFrameChg chg="add mod modGraphic">
          <ac:chgData name="Mohammad Salman" userId="cfd6754c-e613-4f6f-bb98-36aef69d8c31" providerId="ADAL" clId="{1BF656CA-4852-421D-907F-F90D3F4790E6}" dt="2023-09-29T13:28:33.567" v="2543" actId="1035"/>
          <ac:graphicFrameMkLst>
            <pc:docMk/>
            <pc:sldMk cId="3510054407" sldId="262"/>
            <ac:graphicFrameMk id="4" creationId="{815E2B94-D2B2-3FA1-21D6-6F83A257AD95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09-29T13:28:33.567" v="2543" actId="1035"/>
          <ac:graphicFrameMkLst>
            <pc:docMk/>
            <pc:sldMk cId="3510054407" sldId="262"/>
            <ac:graphicFrameMk id="7" creationId="{75E652CD-4A16-953F-1F6F-1254C7923A0D}"/>
          </ac:graphicFrameMkLst>
        </pc:graphicFrameChg>
        <pc:graphicFrameChg chg="add del mod modGraphic">
          <ac:chgData name="Mohammad Salman" userId="cfd6754c-e613-4f6f-bb98-36aef69d8c31" providerId="ADAL" clId="{1BF656CA-4852-421D-907F-F90D3F4790E6}" dt="2023-09-29T13:34:22.505" v="2627" actId="1035"/>
          <ac:graphicFrameMkLst>
            <pc:docMk/>
            <pc:sldMk cId="3510054407" sldId="262"/>
            <ac:graphicFrameMk id="13" creationId="{DF0B34EA-C48A-57C9-BD3A-81115AE19BFE}"/>
          </ac:graphicFrameMkLst>
        </pc:graphicFrameChg>
        <pc:graphicFrameChg chg="add del mod modGraphic">
          <ac:chgData name="Mohammad Salman" userId="cfd6754c-e613-4f6f-bb98-36aef69d8c31" providerId="ADAL" clId="{1BF656CA-4852-421D-907F-F90D3F4790E6}" dt="2023-09-29T13:34:22.505" v="2627" actId="1035"/>
          <ac:graphicFrameMkLst>
            <pc:docMk/>
            <pc:sldMk cId="3510054407" sldId="262"/>
            <ac:graphicFrameMk id="14" creationId="{03EC6205-C5F0-22FD-8ADE-CF1D0338F9DA}"/>
          </ac:graphicFrameMkLst>
        </pc:graphicFrameChg>
        <pc:graphicFrameChg chg="add del mod modGraphic">
          <ac:chgData name="Mohammad Salman" userId="cfd6754c-e613-4f6f-bb98-36aef69d8c31" providerId="ADAL" clId="{1BF656CA-4852-421D-907F-F90D3F4790E6}" dt="2023-09-29T13:34:22.505" v="2627" actId="1035"/>
          <ac:graphicFrameMkLst>
            <pc:docMk/>
            <pc:sldMk cId="3510054407" sldId="262"/>
            <ac:graphicFrameMk id="15" creationId="{E9B2D6DD-0436-46E1-EF5B-AAEB0B73A2E3}"/>
          </ac:graphicFrameMkLst>
        </pc:graphicFrameChg>
        <pc:graphicFrameChg chg="add del mod modGraphic">
          <ac:chgData name="Mohammad Salman" userId="cfd6754c-e613-4f6f-bb98-36aef69d8c31" providerId="ADAL" clId="{1BF656CA-4852-421D-907F-F90D3F4790E6}" dt="2023-09-29T13:34:22.505" v="2627" actId="1035"/>
          <ac:graphicFrameMkLst>
            <pc:docMk/>
            <pc:sldMk cId="3510054407" sldId="262"/>
            <ac:graphicFrameMk id="16" creationId="{9B31436C-D8FA-E6F8-3948-133F6E3E35FE}"/>
          </ac:graphicFrameMkLst>
        </pc:graphicFrameChg>
        <pc:graphicFrameChg chg="add del mod modGraphic">
          <ac:chgData name="Mohammad Salman" userId="cfd6754c-e613-4f6f-bb98-36aef69d8c31" providerId="ADAL" clId="{1BF656CA-4852-421D-907F-F90D3F4790E6}" dt="2023-09-29T13:34:22.505" v="2627" actId="1035"/>
          <ac:graphicFrameMkLst>
            <pc:docMk/>
            <pc:sldMk cId="3510054407" sldId="262"/>
            <ac:graphicFrameMk id="17" creationId="{AB4857D4-0D6B-FC44-E352-0D968CF7DE55}"/>
          </ac:graphicFrameMkLst>
        </pc:graphicFrameChg>
        <pc:cxnChg chg="add mod">
          <ac:chgData name="Mohammad Salman" userId="cfd6754c-e613-4f6f-bb98-36aef69d8c31" providerId="ADAL" clId="{1BF656CA-4852-421D-907F-F90D3F4790E6}" dt="2023-09-29T13:28:33.567" v="2543" actId="1035"/>
          <ac:cxnSpMkLst>
            <pc:docMk/>
            <pc:sldMk cId="3510054407" sldId="262"/>
            <ac:cxnSpMk id="9" creationId="{4C42B892-22E7-2905-61B3-F8D8EF2595B1}"/>
          </ac:cxnSpMkLst>
        </pc:cxnChg>
        <pc:cxnChg chg="add mod">
          <ac:chgData name="Mohammad Salman" userId="cfd6754c-e613-4f6f-bb98-36aef69d8c31" providerId="ADAL" clId="{1BF656CA-4852-421D-907F-F90D3F4790E6}" dt="2023-09-29T13:34:22.505" v="2627" actId="1035"/>
          <ac:cxnSpMkLst>
            <pc:docMk/>
            <pc:sldMk cId="3510054407" sldId="262"/>
            <ac:cxnSpMk id="19" creationId="{FE687B70-D92C-0411-263E-C1B72964037B}"/>
          </ac:cxnSpMkLst>
        </pc:cxnChg>
        <pc:cxnChg chg="add mod">
          <ac:chgData name="Mohammad Salman" userId="cfd6754c-e613-4f6f-bb98-36aef69d8c31" providerId="ADAL" clId="{1BF656CA-4852-421D-907F-F90D3F4790E6}" dt="2023-09-29T13:34:22.505" v="2627" actId="1035"/>
          <ac:cxnSpMkLst>
            <pc:docMk/>
            <pc:sldMk cId="3510054407" sldId="262"/>
            <ac:cxnSpMk id="21" creationId="{05BDDFCE-01D6-0319-092E-B84A3BDB15B6}"/>
          </ac:cxnSpMkLst>
        </pc:cxnChg>
        <pc:cxnChg chg="add mod">
          <ac:chgData name="Mohammad Salman" userId="cfd6754c-e613-4f6f-bb98-36aef69d8c31" providerId="ADAL" clId="{1BF656CA-4852-421D-907F-F90D3F4790E6}" dt="2023-09-29T13:34:22.505" v="2627" actId="1035"/>
          <ac:cxnSpMkLst>
            <pc:docMk/>
            <pc:sldMk cId="3510054407" sldId="262"/>
            <ac:cxnSpMk id="25" creationId="{3F86B8A7-6B7A-35D5-CD42-94ABDA006021}"/>
          </ac:cxnSpMkLst>
        </pc:cxnChg>
        <pc:cxnChg chg="add mod">
          <ac:chgData name="Mohammad Salman" userId="cfd6754c-e613-4f6f-bb98-36aef69d8c31" providerId="ADAL" clId="{1BF656CA-4852-421D-907F-F90D3F4790E6}" dt="2023-09-29T13:34:22.505" v="2627" actId="1035"/>
          <ac:cxnSpMkLst>
            <pc:docMk/>
            <pc:sldMk cId="3510054407" sldId="262"/>
            <ac:cxnSpMk id="29" creationId="{724000C4-190E-F126-2208-341C6D393BBF}"/>
          </ac:cxnSpMkLst>
        </pc:cxnChg>
      </pc:sldChg>
      <pc:sldChg chg="del">
        <pc:chgData name="Mohammad Salman" userId="cfd6754c-e613-4f6f-bb98-36aef69d8c31" providerId="ADAL" clId="{1BF656CA-4852-421D-907F-F90D3F4790E6}" dt="2023-09-29T14:16:26.156" v="4563" actId="47"/>
        <pc:sldMkLst>
          <pc:docMk/>
          <pc:sldMk cId="1525690784" sldId="263"/>
        </pc:sldMkLst>
      </pc:sldChg>
      <pc:sldChg chg="addSp delSp modSp add mod addAnim delAnim modAnim">
        <pc:chgData name="Mohammad Salman" userId="cfd6754c-e613-4f6f-bb98-36aef69d8c31" providerId="ADAL" clId="{1BF656CA-4852-421D-907F-F90D3F4790E6}" dt="2023-09-29T14:17:03.286" v="4574" actId="20577"/>
        <pc:sldMkLst>
          <pc:docMk/>
          <pc:sldMk cId="508947024" sldId="264"/>
        </pc:sldMkLst>
        <pc:spChg chg="add mod">
          <ac:chgData name="Mohammad Salman" userId="cfd6754c-e613-4f6f-bb98-36aef69d8c31" providerId="ADAL" clId="{1BF656CA-4852-421D-907F-F90D3F4790E6}" dt="2023-09-29T13:39:45.002" v="2923" actId="114"/>
          <ac:spMkLst>
            <pc:docMk/>
            <pc:sldMk cId="508947024" sldId="264"/>
            <ac:spMk id="2" creationId="{AF86F334-4812-BA5B-8112-23265598F7B8}"/>
          </ac:spMkLst>
        </pc:spChg>
        <pc:spChg chg="add del mod">
          <ac:chgData name="Mohammad Salman" userId="cfd6754c-e613-4f6f-bb98-36aef69d8c31" providerId="ADAL" clId="{1BF656CA-4852-421D-907F-F90D3F4790E6}" dt="2023-09-29T13:38:58.449" v="2891"/>
          <ac:spMkLst>
            <pc:docMk/>
            <pc:sldMk cId="508947024" sldId="264"/>
            <ac:spMk id="3" creationId="{FE170458-3BC9-6936-B70E-81D6688A5E1F}"/>
          </ac:spMkLst>
        </pc:spChg>
        <pc:spChg chg="mod">
          <ac:chgData name="Mohammad Salman" userId="cfd6754c-e613-4f6f-bb98-36aef69d8c31" providerId="ADAL" clId="{1BF656CA-4852-421D-907F-F90D3F4790E6}" dt="2023-09-29T14:17:03.286" v="4574" actId="20577"/>
          <ac:spMkLst>
            <pc:docMk/>
            <pc:sldMk cId="508947024" sldId="264"/>
            <ac:spMk id="12" creationId="{DC2F64BC-DAE4-3FE3-175F-D5D67197ACB9}"/>
          </ac:spMkLst>
        </pc:spChg>
        <pc:graphicFrameChg chg="modGraphic">
          <ac:chgData name="Mohammad Salman" userId="cfd6754c-e613-4f6f-bb98-36aef69d8c31" providerId="ADAL" clId="{1BF656CA-4852-421D-907F-F90D3F4790E6}" dt="2023-09-29T13:35:33.145" v="2640" actId="20577"/>
          <ac:graphicFrameMkLst>
            <pc:docMk/>
            <pc:sldMk cId="508947024" sldId="264"/>
            <ac:graphicFrameMk id="13" creationId="{DF0B34EA-C48A-57C9-BD3A-81115AE19BFE}"/>
          </ac:graphicFrameMkLst>
        </pc:graphicFrameChg>
        <pc:graphicFrameChg chg="mod">
          <ac:chgData name="Mohammad Salman" userId="cfd6754c-e613-4f6f-bb98-36aef69d8c31" providerId="ADAL" clId="{1BF656CA-4852-421D-907F-F90D3F4790E6}" dt="2023-09-29T13:35:42.755" v="2642"/>
          <ac:graphicFrameMkLst>
            <pc:docMk/>
            <pc:sldMk cId="508947024" sldId="264"/>
            <ac:graphicFrameMk id="14" creationId="{03EC6205-C5F0-22FD-8ADE-CF1D0338F9DA}"/>
          </ac:graphicFrameMkLst>
        </pc:graphicFrameChg>
        <pc:graphicFrameChg chg="mod">
          <ac:chgData name="Mohammad Salman" userId="cfd6754c-e613-4f6f-bb98-36aef69d8c31" providerId="ADAL" clId="{1BF656CA-4852-421D-907F-F90D3F4790E6}" dt="2023-09-29T13:35:40.023" v="2641"/>
          <ac:graphicFrameMkLst>
            <pc:docMk/>
            <pc:sldMk cId="508947024" sldId="264"/>
            <ac:graphicFrameMk id="15" creationId="{E9B2D6DD-0436-46E1-EF5B-AAEB0B73A2E3}"/>
          </ac:graphicFrameMkLst>
        </pc:graphicFrameChg>
        <pc:graphicFrameChg chg="mod">
          <ac:chgData name="Mohammad Salman" userId="cfd6754c-e613-4f6f-bb98-36aef69d8c31" providerId="ADAL" clId="{1BF656CA-4852-421D-907F-F90D3F4790E6}" dt="2023-09-29T13:35:47.747" v="2643"/>
          <ac:graphicFrameMkLst>
            <pc:docMk/>
            <pc:sldMk cId="508947024" sldId="264"/>
            <ac:graphicFrameMk id="16" creationId="{9B31436C-D8FA-E6F8-3948-133F6E3E35FE}"/>
          </ac:graphicFrameMkLst>
        </pc:graphicFrameChg>
        <pc:graphicFrameChg chg="mod">
          <ac:chgData name="Mohammad Salman" userId="cfd6754c-e613-4f6f-bb98-36aef69d8c31" providerId="ADAL" clId="{1BF656CA-4852-421D-907F-F90D3F4790E6}" dt="2023-09-29T13:35:50.830" v="2644"/>
          <ac:graphicFrameMkLst>
            <pc:docMk/>
            <pc:sldMk cId="508947024" sldId="264"/>
            <ac:graphicFrameMk id="17" creationId="{AB4857D4-0D6B-FC44-E352-0D968CF7DE55}"/>
          </ac:graphicFrameMkLst>
        </pc:graphicFrameChg>
      </pc:sldChg>
      <pc:sldChg chg="addSp delSp modSp add mod">
        <pc:chgData name="Mohammad Salman" userId="cfd6754c-e613-4f6f-bb98-36aef69d8c31" providerId="ADAL" clId="{1BF656CA-4852-421D-907F-F90D3F4790E6}" dt="2023-10-04T08:02:32.705" v="16769" actId="20577"/>
        <pc:sldMkLst>
          <pc:docMk/>
          <pc:sldMk cId="3176899433" sldId="265"/>
        </pc:sldMkLst>
        <pc:spChg chg="del">
          <ac:chgData name="Mohammad Salman" userId="cfd6754c-e613-4f6f-bb98-36aef69d8c31" providerId="ADAL" clId="{1BF656CA-4852-421D-907F-F90D3F4790E6}" dt="2023-09-29T13:42:12.996" v="3025" actId="478"/>
          <ac:spMkLst>
            <pc:docMk/>
            <pc:sldMk cId="3176899433" sldId="265"/>
            <ac:spMk id="2" creationId="{AF86F334-4812-BA5B-8112-23265598F7B8}"/>
          </ac:spMkLst>
        </pc:spChg>
        <pc:spChg chg="add mod">
          <ac:chgData name="Mohammad Salman" userId="cfd6754c-e613-4f6f-bb98-36aef69d8c31" providerId="ADAL" clId="{1BF656CA-4852-421D-907F-F90D3F4790E6}" dt="2023-10-04T08:02:32.705" v="16769" actId="20577"/>
          <ac:spMkLst>
            <pc:docMk/>
            <pc:sldMk cId="3176899433" sldId="265"/>
            <ac:spMk id="3" creationId="{FF52CA3E-8763-087B-819E-7310520F5512}"/>
          </ac:spMkLst>
        </pc:spChg>
        <pc:spChg chg="mod">
          <ac:chgData name="Mohammad Salman" userId="cfd6754c-e613-4f6f-bb98-36aef69d8c31" providerId="ADAL" clId="{1BF656CA-4852-421D-907F-F90D3F4790E6}" dt="2023-09-29T13:42:40.280" v="3035" actId="1076"/>
          <ac:spMkLst>
            <pc:docMk/>
            <pc:sldMk cId="3176899433" sldId="265"/>
            <ac:spMk id="5" creationId="{4FFCC0EA-4624-9326-5954-0A6AB7D39ECB}"/>
          </ac:spMkLst>
        </pc:spChg>
        <pc:spChg chg="del">
          <ac:chgData name="Mohammad Salman" userId="cfd6754c-e613-4f6f-bb98-36aef69d8c31" providerId="ADAL" clId="{1BF656CA-4852-421D-907F-F90D3F4790E6}" dt="2023-09-29T13:42:56.990" v="3037" actId="478"/>
          <ac:spMkLst>
            <pc:docMk/>
            <pc:sldMk cId="3176899433" sldId="265"/>
            <ac:spMk id="12" creationId="{DC2F64BC-DAE4-3FE3-175F-D5D67197ACB9}"/>
          </ac:spMkLst>
        </pc:spChg>
        <pc:graphicFrameChg chg="del">
          <ac:chgData name="Mohammad Salman" userId="cfd6754c-e613-4f6f-bb98-36aef69d8c31" providerId="ADAL" clId="{1BF656CA-4852-421D-907F-F90D3F4790E6}" dt="2023-09-29T13:40:20.503" v="2925" actId="478"/>
          <ac:graphicFrameMkLst>
            <pc:docMk/>
            <pc:sldMk cId="3176899433" sldId="265"/>
            <ac:graphicFrameMk id="4" creationId="{815E2B94-D2B2-3FA1-21D6-6F83A257AD95}"/>
          </ac:graphicFrameMkLst>
        </pc:graphicFrameChg>
        <pc:graphicFrameChg chg="del">
          <ac:chgData name="Mohammad Salman" userId="cfd6754c-e613-4f6f-bb98-36aef69d8c31" providerId="ADAL" clId="{1BF656CA-4852-421D-907F-F90D3F4790E6}" dt="2023-09-29T13:40:20.503" v="2925" actId="478"/>
          <ac:graphicFrameMkLst>
            <pc:docMk/>
            <pc:sldMk cId="3176899433" sldId="265"/>
            <ac:graphicFrameMk id="7" creationId="{75E652CD-4A16-953F-1F6F-1254C7923A0D}"/>
          </ac:graphicFrameMkLst>
        </pc:graphicFrameChg>
        <pc:cxnChg chg="del mod">
          <ac:chgData name="Mohammad Salman" userId="cfd6754c-e613-4f6f-bb98-36aef69d8c31" providerId="ADAL" clId="{1BF656CA-4852-421D-907F-F90D3F4790E6}" dt="2023-09-29T13:40:20.503" v="2925" actId="478"/>
          <ac:cxnSpMkLst>
            <pc:docMk/>
            <pc:sldMk cId="3176899433" sldId="265"/>
            <ac:cxnSpMk id="9" creationId="{4C42B892-22E7-2905-61B3-F8D8EF2595B1}"/>
          </ac:cxnSpMkLst>
        </pc:cxnChg>
      </pc:sldChg>
      <pc:sldChg chg="modSp add mod modAnim">
        <pc:chgData name="Mohammad Salman" userId="cfd6754c-e613-4f6f-bb98-36aef69d8c31" providerId="ADAL" clId="{1BF656CA-4852-421D-907F-F90D3F4790E6}" dt="2023-09-29T13:56:55.495" v="3519" actId="20577"/>
        <pc:sldMkLst>
          <pc:docMk/>
          <pc:sldMk cId="2263792913" sldId="266"/>
        </pc:sldMkLst>
        <pc:spChg chg="mod">
          <ac:chgData name="Mohammad Salman" userId="cfd6754c-e613-4f6f-bb98-36aef69d8c31" providerId="ADAL" clId="{1BF656CA-4852-421D-907F-F90D3F4790E6}" dt="2023-09-29T13:54:58.933" v="3497" actId="113"/>
          <ac:spMkLst>
            <pc:docMk/>
            <pc:sldMk cId="2263792913" sldId="266"/>
            <ac:spMk id="3" creationId="{FF52CA3E-8763-087B-819E-7310520F5512}"/>
          </ac:spMkLst>
        </pc:spChg>
        <pc:spChg chg="mod">
          <ac:chgData name="Mohammad Salman" userId="cfd6754c-e613-4f6f-bb98-36aef69d8c31" providerId="ADAL" clId="{1BF656CA-4852-421D-907F-F90D3F4790E6}" dt="2023-09-29T13:52:52.217" v="3162" actId="14100"/>
          <ac:spMkLst>
            <pc:docMk/>
            <pc:sldMk cId="2263792913" sldId="266"/>
            <ac:spMk id="5" creationId="{4FFCC0EA-4624-9326-5954-0A6AB7D39ECB}"/>
          </ac:spMkLst>
        </pc:spChg>
        <pc:graphicFrameChg chg="modGraphic">
          <ac:chgData name="Mohammad Salman" userId="cfd6754c-e613-4f6f-bb98-36aef69d8c31" providerId="ADAL" clId="{1BF656CA-4852-421D-907F-F90D3F4790E6}" dt="2023-09-29T13:56:55.495" v="3519" actId="20577"/>
          <ac:graphicFrameMkLst>
            <pc:docMk/>
            <pc:sldMk cId="2263792913" sldId="266"/>
            <ac:graphicFrameMk id="13" creationId="{DF0B34EA-C48A-57C9-BD3A-81115AE19BFE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09-29T13:56:52.565" v="3516" actId="20577"/>
          <ac:graphicFrameMkLst>
            <pc:docMk/>
            <pc:sldMk cId="2263792913" sldId="266"/>
            <ac:graphicFrameMk id="14" creationId="{03EC6205-C5F0-22FD-8ADE-CF1D0338F9DA}"/>
          </ac:graphicFrameMkLst>
        </pc:graphicFrameChg>
        <pc:graphicFrameChg chg="mod">
          <ac:chgData name="Mohammad Salman" userId="cfd6754c-e613-4f6f-bb98-36aef69d8c31" providerId="ADAL" clId="{1BF656CA-4852-421D-907F-F90D3F4790E6}" dt="2023-09-29T13:55:53.572" v="3511"/>
          <ac:graphicFrameMkLst>
            <pc:docMk/>
            <pc:sldMk cId="2263792913" sldId="266"/>
            <ac:graphicFrameMk id="15" creationId="{E9B2D6DD-0436-46E1-EF5B-AAEB0B73A2E3}"/>
          </ac:graphicFrameMkLst>
        </pc:graphicFrameChg>
        <pc:graphicFrameChg chg="mod">
          <ac:chgData name="Mohammad Salman" userId="cfd6754c-e613-4f6f-bb98-36aef69d8c31" providerId="ADAL" clId="{1BF656CA-4852-421D-907F-F90D3F4790E6}" dt="2023-09-29T13:55:55.357" v="3512"/>
          <ac:graphicFrameMkLst>
            <pc:docMk/>
            <pc:sldMk cId="2263792913" sldId="266"/>
            <ac:graphicFrameMk id="16" creationId="{9B31436C-D8FA-E6F8-3948-133F6E3E35FE}"/>
          </ac:graphicFrameMkLst>
        </pc:graphicFrameChg>
        <pc:graphicFrameChg chg="mod">
          <ac:chgData name="Mohammad Salman" userId="cfd6754c-e613-4f6f-bb98-36aef69d8c31" providerId="ADAL" clId="{1BF656CA-4852-421D-907F-F90D3F4790E6}" dt="2023-09-29T13:55:57.312" v="3513"/>
          <ac:graphicFrameMkLst>
            <pc:docMk/>
            <pc:sldMk cId="2263792913" sldId="266"/>
            <ac:graphicFrameMk id="17" creationId="{AB4857D4-0D6B-FC44-E352-0D968CF7DE55}"/>
          </ac:graphicFrameMkLst>
        </pc:graphicFrameChg>
      </pc:sldChg>
      <pc:sldChg chg="addSp delSp modSp add mod modAnim">
        <pc:chgData name="Mohammad Salman" userId="cfd6754c-e613-4f6f-bb98-36aef69d8c31" providerId="ADAL" clId="{1BF656CA-4852-421D-907F-F90D3F4790E6}" dt="2023-09-29T14:07:43.756" v="4017" actId="1076"/>
        <pc:sldMkLst>
          <pc:docMk/>
          <pc:sldMk cId="3925550892" sldId="267"/>
        </pc:sldMkLst>
        <pc:spChg chg="mod">
          <ac:chgData name="Mohammad Salman" userId="cfd6754c-e613-4f6f-bb98-36aef69d8c31" providerId="ADAL" clId="{1BF656CA-4852-421D-907F-F90D3F4790E6}" dt="2023-09-29T14:07:43.756" v="4017" actId="1076"/>
          <ac:spMkLst>
            <pc:docMk/>
            <pc:sldMk cId="3925550892" sldId="267"/>
            <ac:spMk id="3" creationId="{FF52CA3E-8763-087B-819E-7310520F5512}"/>
          </ac:spMkLst>
        </pc:spChg>
        <pc:graphicFrameChg chg="add del mod modGraphic">
          <ac:chgData name="Mohammad Salman" userId="cfd6754c-e613-4f6f-bb98-36aef69d8c31" providerId="ADAL" clId="{1BF656CA-4852-421D-907F-F90D3F4790E6}" dt="2023-09-29T14:00:07.316" v="3628" actId="478"/>
          <ac:graphicFrameMkLst>
            <pc:docMk/>
            <pc:sldMk cId="3925550892" sldId="267"/>
            <ac:graphicFrameMk id="4" creationId="{A3398F1D-62CF-C7E1-67ED-B1919691E022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09-29T14:03:40.772" v="3695" actId="1076"/>
          <ac:graphicFrameMkLst>
            <pc:docMk/>
            <pc:sldMk cId="3925550892" sldId="267"/>
            <ac:graphicFrameMk id="7" creationId="{4CDA7C13-936D-75C7-3FCD-8A1E9C8C8C29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09-29T14:03:40.772" v="3695" actId="1076"/>
          <ac:graphicFrameMkLst>
            <pc:docMk/>
            <pc:sldMk cId="3925550892" sldId="267"/>
            <ac:graphicFrameMk id="12" creationId="{06501B32-E2F6-5CE3-912B-0BDFF84478D2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09-29T14:03:40.772" v="3695" actId="1076"/>
          <ac:graphicFrameMkLst>
            <pc:docMk/>
            <pc:sldMk cId="3925550892" sldId="267"/>
            <ac:graphicFrameMk id="13" creationId="{DF0B34EA-C48A-57C9-BD3A-81115AE19BFE}"/>
          </ac:graphicFrameMkLst>
        </pc:graphicFrameChg>
        <pc:graphicFrameChg chg="del mod">
          <ac:chgData name="Mohammad Salman" userId="cfd6754c-e613-4f6f-bb98-36aef69d8c31" providerId="ADAL" clId="{1BF656CA-4852-421D-907F-F90D3F4790E6}" dt="2023-09-29T14:00:31.339" v="3640" actId="478"/>
          <ac:graphicFrameMkLst>
            <pc:docMk/>
            <pc:sldMk cId="3925550892" sldId="267"/>
            <ac:graphicFrameMk id="14" creationId="{03EC6205-C5F0-22FD-8ADE-CF1D0338F9DA}"/>
          </ac:graphicFrameMkLst>
        </pc:graphicFrameChg>
        <pc:graphicFrameChg chg="del mod">
          <ac:chgData name="Mohammad Salman" userId="cfd6754c-e613-4f6f-bb98-36aef69d8c31" providerId="ADAL" clId="{1BF656CA-4852-421D-907F-F90D3F4790E6}" dt="2023-09-29T14:01:12.813" v="3655" actId="478"/>
          <ac:graphicFrameMkLst>
            <pc:docMk/>
            <pc:sldMk cId="3925550892" sldId="267"/>
            <ac:graphicFrameMk id="15" creationId="{E9B2D6DD-0436-46E1-EF5B-AAEB0B73A2E3}"/>
          </ac:graphicFrameMkLst>
        </pc:graphicFrameChg>
        <pc:graphicFrameChg chg="del mod">
          <ac:chgData name="Mohammad Salman" userId="cfd6754c-e613-4f6f-bb98-36aef69d8c31" providerId="ADAL" clId="{1BF656CA-4852-421D-907F-F90D3F4790E6}" dt="2023-09-29T14:01:48.935" v="3672" actId="478"/>
          <ac:graphicFrameMkLst>
            <pc:docMk/>
            <pc:sldMk cId="3925550892" sldId="267"/>
            <ac:graphicFrameMk id="16" creationId="{9B31436C-D8FA-E6F8-3948-133F6E3E35FE}"/>
          </ac:graphicFrameMkLst>
        </pc:graphicFrameChg>
        <pc:graphicFrameChg chg="del mod">
          <ac:chgData name="Mohammad Salman" userId="cfd6754c-e613-4f6f-bb98-36aef69d8c31" providerId="ADAL" clId="{1BF656CA-4852-421D-907F-F90D3F4790E6}" dt="2023-09-29T14:02:15.745" v="3691" actId="478"/>
          <ac:graphicFrameMkLst>
            <pc:docMk/>
            <pc:sldMk cId="3925550892" sldId="267"/>
            <ac:graphicFrameMk id="17" creationId="{AB4857D4-0D6B-FC44-E352-0D968CF7DE55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09-29T14:03:40.772" v="3695" actId="1076"/>
          <ac:graphicFrameMkLst>
            <pc:docMk/>
            <pc:sldMk cId="3925550892" sldId="267"/>
            <ac:graphicFrameMk id="22" creationId="{38017BF6-E4A9-0768-B219-26FB06274F90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09-29T14:03:40.772" v="3695" actId="1076"/>
          <ac:graphicFrameMkLst>
            <pc:docMk/>
            <pc:sldMk cId="3925550892" sldId="267"/>
            <ac:graphicFrameMk id="26" creationId="{D055D9B7-8897-1557-E516-E939215D59D5}"/>
          </ac:graphicFrameMkLst>
        </pc:graphicFrameChg>
        <pc:cxnChg chg="mod">
          <ac:chgData name="Mohammad Salman" userId="cfd6754c-e613-4f6f-bb98-36aef69d8c31" providerId="ADAL" clId="{1BF656CA-4852-421D-907F-F90D3F4790E6}" dt="2023-09-29T14:03:40.772" v="3695" actId="1076"/>
          <ac:cxnSpMkLst>
            <pc:docMk/>
            <pc:sldMk cId="3925550892" sldId="267"/>
            <ac:cxnSpMk id="19" creationId="{FE687B70-D92C-0411-263E-C1B72964037B}"/>
          </ac:cxnSpMkLst>
        </pc:cxnChg>
        <pc:cxnChg chg="mod">
          <ac:chgData name="Mohammad Salman" userId="cfd6754c-e613-4f6f-bb98-36aef69d8c31" providerId="ADAL" clId="{1BF656CA-4852-421D-907F-F90D3F4790E6}" dt="2023-09-29T14:03:40.772" v="3695" actId="1076"/>
          <ac:cxnSpMkLst>
            <pc:docMk/>
            <pc:sldMk cId="3925550892" sldId="267"/>
            <ac:cxnSpMk id="21" creationId="{05BDDFCE-01D6-0319-092E-B84A3BDB15B6}"/>
          </ac:cxnSpMkLst>
        </pc:cxnChg>
        <pc:cxnChg chg="mod">
          <ac:chgData name="Mohammad Salman" userId="cfd6754c-e613-4f6f-bb98-36aef69d8c31" providerId="ADAL" clId="{1BF656CA-4852-421D-907F-F90D3F4790E6}" dt="2023-09-29T14:03:40.772" v="3695" actId="1076"/>
          <ac:cxnSpMkLst>
            <pc:docMk/>
            <pc:sldMk cId="3925550892" sldId="267"/>
            <ac:cxnSpMk id="25" creationId="{3F86B8A7-6B7A-35D5-CD42-94ABDA006021}"/>
          </ac:cxnSpMkLst>
        </pc:cxnChg>
        <pc:cxnChg chg="mod">
          <ac:chgData name="Mohammad Salman" userId="cfd6754c-e613-4f6f-bb98-36aef69d8c31" providerId="ADAL" clId="{1BF656CA-4852-421D-907F-F90D3F4790E6}" dt="2023-09-29T14:03:40.772" v="3695" actId="1076"/>
          <ac:cxnSpMkLst>
            <pc:docMk/>
            <pc:sldMk cId="3925550892" sldId="267"/>
            <ac:cxnSpMk id="29" creationId="{724000C4-190E-F126-2208-341C6D393BBF}"/>
          </ac:cxnSpMkLst>
        </pc:cxnChg>
      </pc:sldChg>
      <pc:sldChg chg="modSp add mod">
        <pc:chgData name="Mohammad Salman" userId="cfd6754c-e613-4f6f-bb98-36aef69d8c31" providerId="ADAL" clId="{1BF656CA-4852-421D-907F-F90D3F4790E6}" dt="2023-09-29T14:17:20.209" v="4575" actId="20577"/>
        <pc:sldMkLst>
          <pc:docMk/>
          <pc:sldMk cId="1683658340" sldId="268"/>
        </pc:sldMkLst>
        <pc:spChg chg="mod">
          <ac:chgData name="Mohammad Salman" userId="cfd6754c-e613-4f6f-bb98-36aef69d8c31" providerId="ADAL" clId="{1BF656CA-4852-421D-907F-F90D3F4790E6}" dt="2023-09-29T14:17:20.209" v="4575" actId="20577"/>
          <ac:spMkLst>
            <pc:docMk/>
            <pc:sldMk cId="1683658340" sldId="268"/>
            <ac:spMk id="3" creationId="{FF52CA3E-8763-087B-819E-7310520F5512}"/>
          </ac:spMkLst>
        </pc:spChg>
        <pc:graphicFrameChg chg="modGraphic">
          <ac:chgData name="Mohammad Salman" userId="cfd6754c-e613-4f6f-bb98-36aef69d8c31" providerId="ADAL" clId="{1BF656CA-4852-421D-907F-F90D3F4790E6}" dt="2023-09-29T14:14:45.234" v="4557" actId="207"/>
          <ac:graphicFrameMkLst>
            <pc:docMk/>
            <pc:sldMk cId="1683658340" sldId="268"/>
            <ac:graphicFrameMk id="26" creationId="{D055D9B7-8897-1557-E516-E939215D59D5}"/>
          </ac:graphicFrameMkLst>
        </pc:graphicFrameChg>
        <pc:cxnChg chg="mod">
          <ac:chgData name="Mohammad Salman" userId="cfd6754c-e613-4f6f-bb98-36aef69d8c31" providerId="ADAL" clId="{1BF656CA-4852-421D-907F-F90D3F4790E6}" dt="2023-09-29T14:04:32.885" v="3708" actId="14100"/>
          <ac:cxnSpMkLst>
            <pc:docMk/>
            <pc:sldMk cId="1683658340" sldId="268"/>
            <ac:cxnSpMk id="29" creationId="{724000C4-190E-F126-2208-341C6D393BBF}"/>
          </ac:cxnSpMkLst>
        </pc:cxnChg>
      </pc:sldChg>
      <pc:sldChg chg="modSp add mod">
        <pc:chgData name="Mohammad Salman" userId="cfd6754c-e613-4f6f-bb98-36aef69d8c31" providerId="ADAL" clId="{1BF656CA-4852-421D-907F-F90D3F4790E6}" dt="2023-09-29T14:17:25.545" v="4576" actId="20577"/>
        <pc:sldMkLst>
          <pc:docMk/>
          <pc:sldMk cId="3014214424" sldId="269"/>
        </pc:sldMkLst>
        <pc:spChg chg="mod">
          <ac:chgData name="Mohammad Salman" userId="cfd6754c-e613-4f6f-bb98-36aef69d8c31" providerId="ADAL" clId="{1BF656CA-4852-421D-907F-F90D3F4790E6}" dt="2023-09-29T14:17:25.545" v="4576" actId="20577"/>
          <ac:spMkLst>
            <pc:docMk/>
            <pc:sldMk cId="3014214424" sldId="269"/>
            <ac:spMk id="3" creationId="{FF52CA3E-8763-087B-819E-7310520F5512}"/>
          </ac:spMkLst>
        </pc:spChg>
        <pc:graphicFrameChg chg="modGraphic">
          <ac:chgData name="Mohammad Salman" userId="cfd6754c-e613-4f6f-bb98-36aef69d8c31" providerId="ADAL" clId="{1BF656CA-4852-421D-907F-F90D3F4790E6}" dt="2023-09-29T14:14:50.806" v="4558" actId="207"/>
          <ac:graphicFrameMkLst>
            <pc:docMk/>
            <pc:sldMk cId="3014214424" sldId="269"/>
            <ac:graphicFrameMk id="26" creationId="{D055D9B7-8897-1557-E516-E939215D59D5}"/>
          </ac:graphicFrameMkLst>
        </pc:graphicFrameChg>
      </pc:sldChg>
      <pc:sldChg chg="addSp delSp modSp add mod delAnim modAnim">
        <pc:chgData name="Mohammad Salman" userId="cfd6754c-e613-4f6f-bb98-36aef69d8c31" providerId="ADAL" clId="{1BF656CA-4852-421D-907F-F90D3F4790E6}" dt="2023-10-04T14:38:43.465" v="17877" actId="1076"/>
        <pc:sldMkLst>
          <pc:docMk/>
          <pc:sldMk cId="450059228" sldId="270"/>
        </pc:sldMkLst>
        <pc:spChg chg="mod">
          <ac:chgData name="Mohammad Salman" userId="cfd6754c-e613-4f6f-bb98-36aef69d8c31" providerId="ADAL" clId="{1BF656CA-4852-421D-907F-F90D3F4790E6}" dt="2023-10-04T14:38:43.465" v="17877" actId="1076"/>
          <ac:spMkLst>
            <pc:docMk/>
            <pc:sldMk cId="450059228" sldId="270"/>
            <ac:spMk id="3" creationId="{FF52CA3E-8763-087B-819E-7310520F5512}"/>
          </ac:spMkLst>
        </pc:spChg>
        <pc:graphicFrameChg chg="add mod modGraphic">
          <ac:chgData name="Mohammad Salman" userId="cfd6754c-e613-4f6f-bb98-36aef69d8c31" providerId="ADAL" clId="{1BF656CA-4852-421D-907F-F90D3F4790E6}" dt="2023-09-29T14:13:16.331" v="4494" actId="20577"/>
          <ac:graphicFrameMkLst>
            <pc:docMk/>
            <pc:sldMk cId="450059228" sldId="270"/>
            <ac:graphicFrameMk id="2" creationId="{36EBACEE-9E74-B0D5-3774-D9049EE86227}"/>
          </ac:graphicFrameMkLst>
        </pc:graphicFrameChg>
        <pc:graphicFrameChg chg="mod">
          <ac:chgData name="Mohammad Salman" userId="cfd6754c-e613-4f6f-bb98-36aef69d8c31" providerId="ADAL" clId="{1BF656CA-4852-421D-907F-F90D3F4790E6}" dt="2023-09-29T18:37:58.587" v="6889" actId="1076"/>
          <ac:graphicFrameMkLst>
            <pc:docMk/>
            <pc:sldMk cId="450059228" sldId="270"/>
            <ac:graphicFrameMk id="7" creationId="{4CDA7C13-936D-75C7-3FCD-8A1E9C8C8C29}"/>
          </ac:graphicFrameMkLst>
        </pc:graphicFrameChg>
        <pc:graphicFrameChg chg="modGraphic">
          <ac:chgData name="Mohammad Salman" userId="cfd6754c-e613-4f6f-bb98-36aef69d8c31" providerId="ADAL" clId="{1BF656CA-4852-421D-907F-F90D3F4790E6}" dt="2023-09-29T14:15:02.520" v="4561" actId="207"/>
          <ac:graphicFrameMkLst>
            <pc:docMk/>
            <pc:sldMk cId="450059228" sldId="270"/>
            <ac:graphicFrameMk id="26" creationId="{D055D9B7-8897-1557-E516-E939215D59D5}"/>
          </ac:graphicFrameMkLst>
        </pc:graphicFrameChg>
        <pc:cxnChg chg="add del mod">
          <ac:chgData name="Mohammad Salman" userId="cfd6754c-e613-4f6f-bb98-36aef69d8c31" providerId="ADAL" clId="{1BF656CA-4852-421D-907F-F90D3F4790E6}" dt="2023-09-29T14:12:27.416" v="4474" actId="478"/>
          <ac:cxnSpMkLst>
            <pc:docMk/>
            <pc:sldMk cId="450059228" sldId="270"/>
            <ac:cxnSpMk id="4" creationId="{0A0716BD-173A-440D-4A01-B7635A4445BE}"/>
          </ac:cxnSpMkLst>
        </pc:cxnChg>
        <pc:cxnChg chg="add mod">
          <ac:chgData name="Mohammad Salman" userId="cfd6754c-e613-4f6f-bb98-36aef69d8c31" providerId="ADAL" clId="{1BF656CA-4852-421D-907F-F90D3F4790E6}" dt="2023-09-29T14:12:58.853" v="4481" actId="692"/>
          <ac:cxnSpMkLst>
            <pc:docMk/>
            <pc:sldMk cId="450059228" sldId="270"/>
            <ac:cxnSpMk id="6" creationId="{2E9D46E4-79EB-9404-4C49-65AEA6CA9FCF}"/>
          </ac:cxnSpMkLst>
        </pc:cxnChg>
        <pc:cxnChg chg="mod">
          <ac:chgData name="Mohammad Salman" userId="cfd6754c-e613-4f6f-bb98-36aef69d8c31" providerId="ADAL" clId="{1BF656CA-4852-421D-907F-F90D3F4790E6}" dt="2023-09-29T18:37:58.587" v="6889" actId="1076"/>
          <ac:cxnSpMkLst>
            <pc:docMk/>
            <pc:sldMk cId="450059228" sldId="270"/>
            <ac:cxnSpMk id="19" creationId="{FE687B70-D92C-0411-263E-C1B72964037B}"/>
          </ac:cxnSpMkLst>
        </pc:cxnChg>
        <pc:cxnChg chg="mod">
          <ac:chgData name="Mohammad Salman" userId="cfd6754c-e613-4f6f-bb98-36aef69d8c31" providerId="ADAL" clId="{1BF656CA-4852-421D-907F-F90D3F4790E6}" dt="2023-09-29T18:37:58.587" v="6889" actId="1076"/>
          <ac:cxnSpMkLst>
            <pc:docMk/>
            <pc:sldMk cId="450059228" sldId="270"/>
            <ac:cxnSpMk id="21" creationId="{05BDDFCE-01D6-0319-092E-B84A3BDB15B6}"/>
          </ac:cxnSpMkLst>
        </pc:cxnChg>
      </pc:sldChg>
      <pc:sldChg chg="modSp new del mod">
        <pc:chgData name="Mohammad Salman" userId="cfd6754c-e613-4f6f-bb98-36aef69d8c31" providerId="ADAL" clId="{1BF656CA-4852-421D-907F-F90D3F4790E6}" dt="2023-10-04T07:58:13.319" v="16765" actId="2696"/>
        <pc:sldMkLst>
          <pc:docMk/>
          <pc:sldMk cId="2327093689" sldId="271"/>
        </pc:sldMkLst>
        <pc:spChg chg="mod">
          <ac:chgData name="Mohammad Salman" userId="cfd6754c-e613-4f6f-bb98-36aef69d8c31" providerId="ADAL" clId="{1BF656CA-4852-421D-907F-F90D3F4790E6}" dt="2023-09-29T14:20:00.023" v="4619" actId="20577"/>
          <ac:spMkLst>
            <pc:docMk/>
            <pc:sldMk cId="2327093689" sldId="271"/>
            <ac:spMk id="2" creationId="{5AF56170-FBEC-7998-180A-7CA329799C62}"/>
          </ac:spMkLst>
        </pc:spChg>
        <pc:spChg chg="mod">
          <ac:chgData name="Mohammad Salman" userId="cfd6754c-e613-4f6f-bb98-36aef69d8c31" providerId="ADAL" clId="{1BF656CA-4852-421D-907F-F90D3F4790E6}" dt="2023-09-29T14:39:24.634" v="5484" actId="21"/>
          <ac:spMkLst>
            <pc:docMk/>
            <pc:sldMk cId="2327093689" sldId="271"/>
            <ac:spMk id="3" creationId="{9BEEA2EF-8C4C-CA89-E554-C711D130FC6F}"/>
          </ac:spMkLst>
        </pc:spChg>
      </pc:sldChg>
      <pc:sldChg chg="new del">
        <pc:chgData name="Mohammad Salman" userId="cfd6754c-e613-4f6f-bb98-36aef69d8c31" providerId="ADAL" clId="{1BF656CA-4852-421D-907F-F90D3F4790E6}" dt="2023-09-29T14:21:15.023" v="4831" actId="47"/>
        <pc:sldMkLst>
          <pc:docMk/>
          <pc:sldMk cId="910711744" sldId="272"/>
        </pc:sldMkLst>
      </pc:sldChg>
      <pc:sldChg chg="addSp delSp modSp add mod modAnim">
        <pc:chgData name="Mohammad Salman" userId="cfd6754c-e613-4f6f-bb98-36aef69d8c31" providerId="ADAL" clId="{1BF656CA-4852-421D-907F-F90D3F4790E6}" dt="2023-09-29T14:31:54.091" v="5271"/>
        <pc:sldMkLst>
          <pc:docMk/>
          <pc:sldMk cId="2033384461" sldId="272"/>
        </pc:sldMkLst>
        <pc:spChg chg="mod">
          <ac:chgData name="Mohammad Salman" userId="cfd6754c-e613-4f6f-bb98-36aef69d8c31" providerId="ADAL" clId="{1BF656CA-4852-421D-907F-F90D3F4790E6}" dt="2023-09-29T14:22:57.022" v="5125" actId="1076"/>
          <ac:spMkLst>
            <pc:docMk/>
            <pc:sldMk cId="2033384461" sldId="272"/>
            <ac:spMk id="3" creationId="{FF52CA3E-8763-087B-819E-7310520F5512}"/>
          </ac:spMkLst>
        </pc:spChg>
        <pc:spChg chg="add mod">
          <ac:chgData name="Mohammad Salman" userId="cfd6754c-e613-4f6f-bb98-36aef69d8c31" providerId="ADAL" clId="{1BF656CA-4852-421D-907F-F90D3F4790E6}" dt="2023-09-29T14:28:02.936" v="5203" actId="164"/>
          <ac:spMkLst>
            <pc:docMk/>
            <pc:sldMk cId="2033384461" sldId="272"/>
            <ac:spMk id="4" creationId="{E2B1FF5A-90BE-9EB7-49A6-C34E5BCEFD21}"/>
          </ac:spMkLst>
        </pc:spChg>
        <pc:spChg chg="add mod">
          <ac:chgData name="Mohammad Salman" userId="cfd6754c-e613-4f6f-bb98-36aef69d8c31" providerId="ADAL" clId="{1BF656CA-4852-421D-907F-F90D3F4790E6}" dt="2023-09-29T14:28:02.936" v="5203" actId="164"/>
          <ac:spMkLst>
            <pc:docMk/>
            <pc:sldMk cId="2033384461" sldId="272"/>
            <ac:spMk id="8" creationId="{487EC262-4362-4B62-5346-1EC6577662F0}"/>
          </ac:spMkLst>
        </pc:spChg>
        <pc:spChg chg="add mod">
          <ac:chgData name="Mohammad Salman" userId="cfd6754c-e613-4f6f-bb98-36aef69d8c31" providerId="ADAL" clId="{1BF656CA-4852-421D-907F-F90D3F4790E6}" dt="2023-09-29T14:28:02.936" v="5203" actId="164"/>
          <ac:spMkLst>
            <pc:docMk/>
            <pc:sldMk cId="2033384461" sldId="272"/>
            <ac:spMk id="9" creationId="{6F6C283E-7E3F-D2F9-CD68-A99DA56D98DE}"/>
          </ac:spMkLst>
        </pc:spChg>
        <pc:spChg chg="add mod">
          <ac:chgData name="Mohammad Salman" userId="cfd6754c-e613-4f6f-bb98-36aef69d8c31" providerId="ADAL" clId="{1BF656CA-4852-421D-907F-F90D3F4790E6}" dt="2023-09-29T14:28:02.936" v="5203" actId="164"/>
          <ac:spMkLst>
            <pc:docMk/>
            <pc:sldMk cId="2033384461" sldId="272"/>
            <ac:spMk id="10" creationId="{2A1860DC-9AE0-451D-CC31-1E8B835439CA}"/>
          </ac:spMkLst>
        </pc:spChg>
        <pc:spChg chg="add mod">
          <ac:chgData name="Mohammad Salman" userId="cfd6754c-e613-4f6f-bb98-36aef69d8c31" providerId="ADAL" clId="{1BF656CA-4852-421D-907F-F90D3F4790E6}" dt="2023-09-29T14:28:02.936" v="5203" actId="164"/>
          <ac:spMkLst>
            <pc:docMk/>
            <pc:sldMk cId="2033384461" sldId="272"/>
            <ac:spMk id="11" creationId="{D24F6303-FE18-E85C-008C-B15BE90E3C72}"/>
          </ac:spMkLst>
        </pc:spChg>
        <pc:spChg chg="add del mod">
          <ac:chgData name="Mohammad Salman" userId="cfd6754c-e613-4f6f-bb98-36aef69d8c31" providerId="ADAL" clId="{1BF656CA-4852-421D-907F-F90D3F4790E6}" dt="2023-09-29T14:24:11.950" v="5139" actId="478"/>
          <ac:spMkLst>
            <pc:docMk/>
            <pc:sldMk cId="2033384461" sldId="272"/>
            <ac:spMk id="14" creationId="{BD041760-3F20-4293-A871-5E242B86AF33}"/>
          </ac:spMkLst>
        </pc:spChg>
        <pc:spChg chg="add mod">
          <ac:chgData name="Mohammad Salman" userId="cfd6754c-e613-4f6f-bb98-36aef69d8c31" providerId="ADAL" clId="{1BF656CA-4852-421D-907F-F90D3F4790E6}" dt="2023-09-29T14:29:21.286" v="5223" actId="114"/>
          <ac:spMkLst>
            <pc:docMk/>
            <pc:sldMk cId="2033384461" sldId="272"/>
            <ac:spMk id="15" creationId="{CC82E84F-FBEB-6DAF-73A2-6FD093C1423E}"/>
          </ac:spMkLst>
        </pc:spChg>
        <pc:spChg chg="add mod">
          <ac:chgData name="Mohammad Salman" userId="cfd6754c-e613-4f6f-bb98-36aef69d8c31" providerId="ADAL" clId="{1BF656CA-4852-421D-907F-F90D3F4790E6}" dt="2023-09-29T14:27:58.062" v="5202" actId="164"/>
          <ac:spMkLst>
            <pc:docMk/>
            <pc:sldMk cId="2033384461" sldId="272"/>
            <ac:spMk id="38" creationId="{6E980156-9FE5-9B45-7564-9CD065814520}"/>
          </ac:spMkLst>
        </pc:spChg>
        <pc:spChg chg="add del mod">
          <ac:chgData name="Mohammad Salman" userId="cfd6754c-e613-4f6f-bb98-36aef69d8c31" providerId="ADAL" clId="{1BF656CA-4852-421D-907F-F90D3F4790E6}" dt="2023-09-29T14:26:28.210" v="5179" actId="478"/>
          <ac:spMkLst>
            <pc:docMk/>
            <pc:sldMk cId="2033384461" sldId="272"/>
            <ac:spMk id="39" creationId="{FDBF8076-AE0C-BBCA-B80D-0B0502DA2D78}"/>
          </ac:spMkLst>
        </pc:spChg>
        <pc:spChg chg="add mod">
          <ac:chgData name="Mohammad Salman" userId="cfd6754c-e613-4f6f-bb98-36aef69d8c31" providerId="ADAL" clId="{1BF656CA-4852-421D-907F-F90D3F4790E6}" dt="2023-09-29T14:27:58.062" v="5202" actId="164"/>
          <ac:spMkLst>
            <pc:docMk/>
            <pc:sldMk cId="2033384461" sldId="272"/>
            <ac:spMk id="40" creationId="{7DC717F3-AC5C-4DCE-5BBA-3A8C9DDE12D7}"/>
          </ac:spMkLst>
        </pc:spChg>
        <pc:spChg chg="add del mod">
          <ac:chgData name="Mohammad Salman" userId="cfd6754c-e613-4f6f-bb98-36aef69d8c31" providerId="ADAL" clId="{1BF656CA-4852-421D-907F-F90D3F4790E6}" dt="2023-09-29T14:26:30.131" v="5180" actId="478"/>
          <ac:spMkLst>
            <pc:docMk/>
            <pc:sldMk cId="2033384461" sldId="272"/>
            <ac:spMk id="41" creationId="{77B1DEDB-6123-430A-123B-602B7CC8D891}"/>
          </ac:spMkLst>
        </pc:spChg>
        <pc:spChg chg="add mod">
          <ac:chgData name="Mohammad Salman" userId="cfd6754c-e613-4f6f-bb98-36aef69d8c31" providerId="ADAL" clId="{1BF656CA-4852-421D-907F-F90D3F4790E6}" dt="2023-09-29T14:27:58.062" v="5202" actId="164"/>
          <ac:spMkLst>
            <pc:docMk/>
            <pc:sldMk cId="2033384461" sldId="272"/>
            <ac:spMk id="42" creationId="{72C1F6BA-68EC-5FA5-2429-949862BD8D68}"/>
          </ac:spMkLst>
        </pc:spChg>
        <pc:spChg chg="add mod">
          <ac:chgData name="Mohammad Salman" userId="cfd6754c-e613-4f6f-bb98-36aef69d8c31" providerId="ADAL" clId="{1BF656CA-4852-421D-907F-F90D3F4790E6}" dt="2023-09-29T14:29:37.944" v="5231" actId="20577"/>
          <ac:spMkLst>
            <pc:docMk/>
            <pc:sldMk cId="2033384461" sldId="272"/>
            <ac:spMk id="43" creationId="{238FD6A1-11D0-0834-BEA2-D67E6CF0763A}"/>
          </ac:spMkLst>
        </pc:spChg>
        <pc:spChg chg="add del mod">
          <ac:chgData name="Mohammad Salman" userId="cfd6754c-e613-4f6f-bb98-36aef69d8c31" providerId="ADAL" clId="{1BF656CA-4852-421D-907F-F90D3F4790E6}" dt="2023-09-29T14:27:07.323" v="5190"/>
          <ac:spMkLst>
            <pc:docMk/>
            <pc:sldMk cId="2033384461" sldId="272"/>
            <ac:spMk id="53" creationId="{110387C6-0036-381D-246F-F6980CFA1539}"/>
          </ac:spMkLst>
        </pc:spChg>
        <pc:spChg chg="add del mod">
          <ac:chgData name="Mohammad Salman" userId="cfd6754c-e613-4f6f-bb98-36aef69d8c31" providerId="ADAL" clId="{1BF656CA-4852-421D-907F-F90D3F4790E6}" dt="2023-09-29T14:27:07.323" v="5190"/>
          <ac:spMkLst>
            <pc:docMk/>
            <pc:sldMk cId="2033384461" sldId="272"/>
            <ac:spMk id="54" creationId="{00022CDC-D94A-FA93-037D-44D20766F9D1}"/>
          </ac:spMkLst>
        </pc:spChg>
        <pc:spChg chg="add del mod">
          <ac:chgData name="Mohammad Salman" userId="cfd6754c-e613-4f6f-bb98-36aef69d8c31" providerId="ADAL" clId="{1BF656CA-4852-421D-907F-F90D3F4790E6}" dt="2023-09-29T14:27:07.323" v="5190"/>
          <ac:spMkLst>
            <pc:docMk/>
            <pc:sldMk cId="2033384461" sldId="272"/>
            <ac:spMk id="55" creationId="{D8C55C34-3E6C-B9E2-11ED-ACDF81979F07}"/>
          </ac:spMkLst>
        </pc:spChg>
        <pc:spChg chg="add del mod">
          <ac:chgData name="Mohammad Salman" userId="cfd6754c-e613-4f6f-bb98-36aef69d8c31" providerId="ADAL" clId="{1BF656CA-4852-421D-907F-F90D3F4790E6}" dt="2023-09-29T14:27:07.323" v="5190"/>
          <ac:spMkLst>
            <pc:docMk/>
            <pc:sldMk cId="2033384461" sldId="272"/>
            <ac:spMk id="56" creationId="{958CBD39-6EE7-07D2-22B2-B073FA4D1AFA}"/>
          </ac:spMkLst>
        </pc:spChg>
        <pc:spChg chg="add del mod">
          <ac:chgData name="Mohammad Salman" userId="cfd6754c-e613-4f6f-bb98-36aef69d8c31" providerId="ADAL" clId="{1BF656CA-4852-421D-907F-F90D3F4790E6}" dt="2023-09-29T14:27:11.982" v="5192"/>
          <ac:spMkLst>
            <pc:docMk/>
            <pc:sldMk cId="2033384461" sldId="272"/>
            <ac:spMk id="60" creationId="{E770DE1D-D77C-3A26-B06C-3A902B15145C}"/>
          </ac:spMkLst>
        </pc:spChg>
        <pc:spChg chg="add del mod">
          <ac:chgData name="Mohammad Salman" userId="cfd6754c-e613-4f6f-bb98-36aef69d8c31" providerId="ADAL" clId="{1BF656CA-4852-421D-907F-F90D3F4790E6}" dt="2023-09-29T14:27:11.982" v="5192"/>
          <ac:spMkLst>
            <pc:docMk/>
            <pc:sldMk cId="2033384461" sldId="272"/>
            <ac:spMk id="61" creationId="{71413D9D-BE98-D1EE-7F65-27B588E92ED3}"/>
          </ac:spMkLst>
        </pc:spChg>
        <pc:spChg chg="add del mod">
          <ac:chgData name="Mohammad Salman" userId="cfd6754c-e613-4f6f-bb98-36aef69d8c31" providerId="ADAL" clId="{1BF656CA-4852-421D-907F-F90D3F4790E6}" dt="2023-09-29T14:27:11.982" v="5192"/>
          <ac:spMkLst>
            <pc:docMk/>
            <pc:sldMk cId="2033384461" sldId="272"/>
            <ac:spMk id="62" creationId="{379EB51B-D6D3-AC89-EDFD-3269FE41293D}"/>
          </ac:spMkLst>
        </pc:spChg>
        <pc:spChg chg="add del mod">
          <ac:chgData name="Mohammad Salman" userId="cfd6754c-e613-4f6f-bb98-36aef69d8c31" providerId="ADAL" clId="{1BF656CA-4852-421D-907F-F90D3F4790E6}" dt="2023-09-29T14:27:11.982" v="5192"/>
          <ac:spMkLst>
            <pc:docMk/>
            <pc:sldMk cId="2033384461" sldId="272"/>
            <ac:spMk id="63" creationId="{E28C5D12-8715-F1FD-9D15-F9342AADA4BD}"/>
          </ac:spMkLst>
        </pc:spChg>
        <pc:spChg chg="add mod">
          <ac:chgData name="Mohammad Salman" userId="cfd6754c-e613-4f6f-bb98-36aef69d8c31" providerId="ADAL" clId="{1BF656CA-4852-421D-907F-F90D3F4790E6}" dt="2023-09-29T14:27:52.372" v="5201" actId="164"/>
          <ac:spMkLst>
            <pc:docMk/>
            <pc:sldMk cId="2033384461" sldId="272"/>
            <ac:spMk id="67" creationId="{F93432C2-A2E2-AC62-12AC-5E8381296EFC}"/>
          </ac:spMkLst>
        </pc:spChg>
        <pc:spChg chg="add mod">
          <ac:chgData name="Mohammad Salman" userId="cfd6754c-e613-4f6f-bb98-36aef69d8c31" providerId="ADAL" clId="{1BF656CA-4852-421D-907F-F90D3F4790E6}" dt="2023-09-29T14:27:52.372" v="5201" actId="164"/>
          <ac:spMkLst>
            <pc:docMk/>
            <pc:sldMk cId="2033384461" sldId="272"/>
            <ac:spMk id="68" creationId="{B45CF5F2-442B-BE22-9F70-3553A68ABEF3}"/>
          </ac:spMkLst>
        </pc:spChg>
        <pc:spChg chg="add del mod">
          <ac:chgData name="Mohammad Salman" userId="cfd6754c-e613-4f6f-bb98-36aef69d8c31" providerId="ADAL" clId="{1BF656CA-4852-421D-907F-F90D3F4790E6}" dt="2023-09-29T14:27:23.838" v="5195" actId="478"/>
          <ac:spMkLst>
            <pc:docMk/>
            <pc:sldMk cId="2033384461" sldId="272"/>
            <ac:spMk id="69" creationId="{06357CD6-4A16-EAA7-8A25-716630B0BD6A}"/>
          </ac:spMkLst>
        </pc:spChg>
        <pc:spChg chg="add mod">
          <ac:chgData name="Mohammad Salman" userId="cfd6754c-e613-4f6f-bb98-36aef69d8c31" providerId="ADAL" clId="{1BF656CA-4852-421D-907F-F90D3F4790E6}" dt="2023-09-29T14:27:52.372" v="5201" actId="164"/>
          <ac:spMkLst>
            <pc:docMk/>
            <pc:sldMk cId="2033384461" sldId="272"/>
            <ac:spMk id="70" creationId="{A8EDD492-282A-0739-2026-47D239AE5EF0}"/>
          </ac:spMkLst>
        </pc:spChg>
        <pc:spChg chg="add mod">
          <ac:chgData name="Mohammad Salman" userId="cfd6754c-e613-4f6f-bb98-36aef69d8c31" providerId="ADAL" clId="{1BF656CA-4852-421D-907F-F90D3F4790E6}" dt="2023-09-29T14:27:52.372" v="5201" actId="164"/>
          <ac:spMkLst>
            <pc:docMk/>
            <pc:sldMk cId="2033384461" sldId="272"/>
            <ac:spMk id="71" creationId="{F327E632-F5AC-04F8-F45F-BE997A7FDE83}"/>
          </ac:spMkLst>
        </pc:spChg>
        <pc:spChg chg="add mod">
          <ac:chgData name="Mohammad Salman" userId="cfd6754c-e613-4f6f-bb98-36aef69d8c31" providerId="ADAL" clId="{1BF656CA-4852-421D-907F-F90D3F4790E6}" dt="2023-09-29T14:29:40.782" v="5233" actId="20577"/>
          <ac:spMkLst>
            <pc:docMk/>
            <pc:sldMk cId="2033384461" sldId="272"/>
            <ac:spMk id="72" creationId="{3874F01F-2612-15CF-6110-0CD948F48127}"/>
          </ac:spMkLst>
        </pc:spChg>
        <pc:spChg chg="add mod">
          <ac:chgData name="Mohammad Salman" userId="cfd6754c-e613-4f6f-bb98-36aef69d8c31" providerId="ADAL" clId="{1BF656CA-4852-421D-907F-F90D3F4790E6}" dt="2023-09-29T14:31:35.224" v="5268" actId="1076"/>
          <ac:spMkLst>
            <pc:docMk/>
            <pc:sldMk cId="2033384461" sldId="272"/>
            <ac:spMk id="84" creationId="{8D8B6EDC-DF3D-4BF8-E146-AED96A2D38A6}"/>
          </ac:spMkLst>
        </pc:spChg>
        <pc:spChg chg="add del mod">
          <ac:chgData name="Mohammad Salman" userId="cfd6754c-e613-4f6f-bb98-36aef69d8c31" providerId="ADAL" clId="{1BF656CA-4852-421D-907F-F90D3F4790E6}" dt="2023-09-29T14:31:35.224" v="5268" actId="1076"/>
          <ac:spMkLst>
            <pc:docMk/>
            <pc:sldMk cId="2033384461" sldId="272"/>
            <ac:spMk id="85" creationId="{973E5D08-5FF2-4DAC-F071-4B29B7AD343E}"/>
          </ac:spMkLst>
        </pc:spChg>
        <pc:spChg chg="add del mod">
          <ac:chgData name="Mohammad Salman" userId="cfd6754c-e613-4f6f-bb98-36aef69d8c31" providerId="ADAL" clId="{1BF656CA-4852-421D-907F-F90D3F4790E6}" dt="2023-09-29T14:31:35.224" v="5268" actId="1076"/>
          <ac:spMkLst>
            <pc:docMk/>
            <pc:sldMk cId="2033384461" sldId="272"/>
            <ac:spMk id="86" creationId="{35149EFA-12C1-7285-EE4A-699AFC232008}"/>
          </ac:spMkLst>
        </pc:spChg>
        <pc:grpChg chg="add mod">
          <ac:chgData name="Mohammad Salman" userId="cfd6754c-e613-4f6f-bb98-36aef69d8c31" providerId="ADAL" clId="{1BF656CA-4852-421D-907F-F90D3F4790E6}" dt="2023-09-29T14:28:39.731" v="5206" actId="1076"/>
          <ac:grpSpMkLst>
            <pc:docMk/>
            <pc:sldMk cId="2033384461" sldId="272"/>
            <ac:grpSpMk id="81" creationId="{FF55A5E6-AC31-ADC2-61B1-90B421C6FC0E}"/>
          </ac:grpSpMkLst>
        </pc:grpChg>
        <pc:grpChg chg="add mod">
          <ac:chgData name="Mohammad Salman" userId="cfd6754c-e613-4f6f-bb98-36aef69d8c31" providerId="ADAL" clId="{1BF656CA-4852-421D-907F-F90D3F4790E6}" dt="2023-09-29T14:28:48.244" v="5207" actId="1076"/>
          <ac:grpSpMkLst>
            <pc:docMk/>
            <pc:sldMk cId="2033384461" sldId="272"/>
            <ac:grpSpMk id="82" creationId="{9CC1CA7B-32FE-286A-3ED7-8C80F64C0CEF}"/>
          </ac:grpSpMkLst>
        </pc:grpChg>
        <pc:grpChg chg="add mod">
          <ac:chgData name="Mohammad Salman" userId="cfd6754c-e613-4f6f-bb98-36aef69d8c31" providerId="ADAL" clId="{1BF656CA-4852-421D-907F-F90D3F4790E6}" dt="2023-09-29T14:28:18.970" v="5204" actId="1076"/>
          <ac:grpSpMkLst>
            <pc:docMk/>
            <pc:sldMk cId="2033384461" sldId="272"/>
            <ac:grpSpMk id="83" creationId="{2B31E2FA-4597-BFBB-45DA-1580F85FC011}"/>
          </ac:grpSpMkLst>
        </pc:grpChg>
        <pc:graphicFrameChg chg="del">
          <ac:chgData name="Mohammad Salman" userId="cfd6754c-e613-4f6f-bb98-36aef69d8c31" providerId="ADAL" clId="{1BF656CA-4852-421D-907F-F90D3F4790E6}" dt="2023-09-29T14:21:22.177" v="4833" actId="478"/>
          <ac:graphicFrameMkLst>
            <pc:docMk/>
            <pc:sldMk cId="2033384461" sldId="272"/>
            <ac:graphicFrameMk id="2" creationId="{36EBACEE-9E74-B0D5-3774-D9049EE86227}"/>
          </ac:graphicFrameMkLst>
        </pc:graphicFrameChg>
        <pc:graphicFrameChg chg="del">
          <ac:chgData name="Mohammad Salman" userId="cfd6754c-e613-4f6f-bb98-36aef69d8c31" providerId="ADAL" clId="{1BF656CA-4852-421D-907F-F90D3F4790E6}" dt="2023-09-29T14:21:22.177" v="4833" actId="478"/>
          <ac:graphicFrameMkLst>
            <pc:docMk/>
            <pc:sldMk cId="2033384461" sldId="272"/>
            <ac:graphicFrameMk id="7" creationId="{4CDA7C13-936D-75C7-3FCD-8A1E9C8C8C29}"/>
          </ac:graphicFrameMkLst>
        </pc:graphicFrameChg>
        <pc:graphicFrameChg chg="del">
          <ac:chgData name="Mohammad Salman" userId="cfd6754c-e613-4f6f-bb98-36aef69d8c31" providerId="ADAL" clId="{1BF656CA-4852-421D-907F-F90D3F4790E6}" dt="2023-09-29T14:21:22.177" v="4833" actId="478"/>
          <ac:graphicFrameMkLst>
            <pc:docMk/>
            <pc:sldMk cId="2033384461" sldId="272"/>
            <ac:graphicFrameMk id="12" creationId="{06501B32-E2F6-5CE3-912B-0BDFF84478D2}"/>
          </ac:graphicFrameMkLst>
        </pc:graphicFrameChg>
        <pc:graphicFrameChg chg="del">
          <ac:chgData name="Mohammad Salman" userId="cfd6754c-e613-4f6f-bb98-36aef69d8c31" providerId="ADAL" clId="{1BF656CA-4852-421D-907F-F90D3F4790E6}" dt="2023-09-29T14:21:22.177" v="4833" actId="478"/>
          <ac:graphicFrameMkLst>
            <pc:docMk/>
            <pc:sldMk cId="2033384461" sldId="272"/>
            <ac:graphicFrameMk id="13" creationId="{DF0B34EA-C48A-57C9-BD3A-81115AE19BFE}"/>
          </ac:graphicFrameMkLst>
        </pc:graphicFrameChg>
        <pc:graphicFrameChg chg="del">
          <ac:chgData name="Mohammad Salman" userId="cfd6754c-e613-4f6f-bb98-36aef69d8c31" providerId="ADAL" clId="{1BF656CA-4852-421D-907F-F90D3F4790E6}" dt="2023-09-29T14:21:22.177" v="4833" actId="478"/>
          <ac:graphicFrameMkLst>
            <pc:docMk/>
            <pc:sldMk cId="2033384461" sldId="272"/>
            <ac:graphicFrameMk id="22" creationId="{38017BF6-E4A9-0768-B219-26FB06274F90}"/>
          </ac:graphicFrameMkLst>
        </pc:graphicFrameChg>
        <pc:graphicFrameChg chg="del">
          <ac:chgData name="Mohammad Salman" userId="cfd6754c-e613-4f6f-bb98-36aef69d8c31" providerId="ADAL" clId="{1BF656CA-4852-421D-907F-F90D3F4790E6}" dt="2023-09-29T14:21:22.177" v="4833" actId="478"/>
          <ac:graphicFrameMkLst>
            <pc:docMk/>
            <pc:sldMk cId="2033384461" sldId="272"/>
            <ac:graphicFrameMk id="26" creationId="{D055D9B7-8897-1557-E516-E939215D59D5}"/>
          </ac:graphicFrameMkLst>
        </pc:graphicFrameChg>
        <pc:cxnChg chg="del mod">
          <ac:chgData name="Mohammad Salman" userId="cfd6754c-e613-4f6f-bb98-36aef69d8c31" providerId="ADAL" clId="{1BF656CA-4852-421D-907F-F90D3F4790E6}" dt="2023-09-29T14:21:22.177" v="4833" actId="478"/>
          <ac:cxnSpMkLst>
            <pc:docMk/>
            <pc:sldMk cId="2033384461" sldId="272"/>
            <ac:cxnSpMk id="6" creationId="{2E9D46E4-79EB-9404-4C49-65AEA6CA9FCF}"/>
          </ac:cxnSpMkLst>
        </pc:cxnChg>
        <pc:cxnChg chg="add mod">
          <ac:chgData name="Mohammad Salman" userId="cfd6754c-e613-4f6f-bb98-36aef69d8c31" providerId="ADAL" clId="{1BF656CA-4852-421D-907F-F90D3F4790E6}" dt="2023-09-29T14:29:09.207" v="5209" actId="20577"/>
          <ac:cxnSpMkLst>
            <pc:docMk/>
            <pc:sldMk cId="2033384461" sldId="272"/>
            <ac:cxnSpMk id="17" creationId="{1A9DE81F-46ED-4D97-26F4-40884C6D2721}"/>
          </ac:cxnSpMkLst>
        </pc:cxnChg>
        <pc:cxnChg chg="add mod">
          <ac:chgData name="Mohammad Salman" userId="cfd6754c-e613-4f6f-bb98-36aef69d8c31" providerId="ADAL" clId="{1BF656CA-4852-421D-907F-F90D3F4790E6}" dt="2023-09-29T14:28:02.936" v="5203" actId="164"/>
          <ac:cxnSpMkLst>
            <pc:docMk/>
            <pc:sldMk cId="2033384461" sldId="272"/>
            <ac:cxnSpMk id="18" creationId="{F298A6D8-A5F8-0C3B-3295-5AFA958BCC64}"/>
          </ac:cxnSpMkLst>
        </pc:cxnChg>
        <pc:cxnChg chg="del mod">
          <ac:chgData name="Mohammad Salman" userId="cfd6754c-e613-4f6f-bb98-36aef69d8c31" providerId="ADAL" clId="{1BF656CA-4852-421D-907F-F90D3F4790E6}" dt="2023-09-29T14:21:22.177" v="4833" actId="478"/>
          <ac:cxnSpMkLst>
            <pc:docMk/>
            <pc:sldMk cId="2033384461" sldId="272"/>
            <ac:cxnSpMk id="19" creationId="{FE687B70-D92C-0411-263E-C1B72964037B}"/>
          </ac:cxnSpMkLst>
        </pc:cxnChg>
        <pc:cxnChg chg="del mod">
          <ac:chgData name="Mohammad Salman" userId="cfd6754c-e613-4f6f-bb98-36aef69d8c31" providerId="ADAL" clId="{1BF656CA-4852-421D-907F-F90D3F4790E6}" dt="2023-09-29T14:21:22.177" v="4833" actId="478"/>
          <ac:cxnSpMkLst>
            <pc:docMk/>
            <pc:sldMk cId="2033384461" sldId="272"/>
            <ac:cxnSpMk id="21" creationId="{05BDDFCE-01D6-0319-092E-B84A3BDB15B6}"/>
          </ac:cxnSpMkLst>
        </pc:cxnChg>
        <pc:cxnChg chg="add mod">
          <ac:chgData name="Mohammad Salman" userId="cfd6754c-e613-4f6f-bb98-36aef69d8c31" providerId="ADAL" clId="{1BF656CA-4852-421D-907F-F90D3F4790E6}" dt="2023-09-29T14:28:02.936" v="5203" actId="164"/>
          <ac:cxnSpMkLst>
            <pc:docMk/>
            <pc:sldMk cId="2033384461" sldId="272"/>
            <ac:cxnSpMk id="24" creationId="{6719A359-E459-BC81-C21F-B83A73D7FBF8}"/>
          </ac:cxnSpMkLst>
        </pc:cxnChg>
        <pc:cxnChg chg="del mod">
          <ac:chgData name="Mohammad Salman" userId="cfd6754c-e613-4f6f-bb98-36aef69d8c31" providerId="ADAL" clId="{1BF656CA-4852-421D-907F-F90D3F4790E6}" dt="2023-09-29T14:21:22.177" v="4833" actId="478"/>
          <ac:cxnSpMkLst>
            <pc:docMk/>
            <pc:sldMk cId="2033384461" sldId="272"/>
            <ac:cxnSpMk id="25" creationId="{3F86B8A7-6B7A-35D5-CD42-94ABDA006021}"/>
          </ac:cxnSpMkLst>
        </pc:cxnChg>
        <pc:cxnChg chg="del mod">
          <ac:chgData name="Mohammad Salman" userId="cfd6754c-e613-4f6f-bb98-36aef69d8c31" providerId="ADAL" clId="{1BF656CA-4852-421D-907F-F90D3F4790E6}" dt="2023-09-29T14:21:22.177" v="4833" actId="478"/>
          <ac:cxnSpMkLst>
            <pc:docMk/>
            <pc:sldMk cId="2033384461" sldId="272"/>
            <ac:cxnSpMk id="29" creationId="{724000C4-190E-F126-2208-341C6D393BBF}"/>
          </ac:cxnSpMkLst>
        </pc:cxnChg>
        <pc:cxnChg chg="add mod">
          <ac:chgData name="Mohammad Salman" userId="cfd6754c-e613-4f6f-bb98-36aef69d8c31" providerId="ADAL" clId="{1BF656CA-4852-421D-907F-F90D3F4790E6}" dt="2023-09-29T14:28:02.936" v="5203" actId="164"/>
          <ac:cxnSpMkLst>
            <pc:docMk/>
            <pc:sldMk cId="2033384461" sldId="272"/>
            <ac:cxnSpMk id="30" creationId="{A8DDD425-CDB9-7486-2394-CA8126786B2A}"/>
          </ac:cxnSpMkLst>
        </pc:cxnChg>
        <pc:cxnChg chg="add mod">
          <ac:chgData name="Mohammad Salman" userId="cfd6754c-e613-4f6f-bb98-36aef69d8c31" providerId="ADAL" clId="{1BF656CA-4852-421D-907F-F90D3F4790E6}" dt="2023-09-29T14:28:02.936" v="5203" actId="164"/>
          <ac:cxnSpMkLst>
            <pc:docMk/>
            <pc:sldMk cId="2033384461" sldId="272"/>
            <ac:cxnSpMk id="35" creationId="{B4100C9D-C4E3-AED3-9130-3E1B7EF44230}"/>
          </ac:cxnSpMkLst>
        </pc:cxnChg>
        <pc:cxnChg chg="add mod">
          <ac:chgData name="Mohammad Salman" userId="cfd6754c-e613-4f6f-bb98-36aef69d8c31" providerId="ADAL" clId="{1BF656CA-4852-421D-907F-F90D3F4790E6}" dt="2023-09-29T14:29:29.007" v="5225" actId="20577"/>
          <ac:cxnSpMkLst>
            <pc:docMk/>
            <pc:sldMk cId="2033384461" sldId="272"/>
            <ac:cxnSpMk id="44" creationId="{56139FC4-3F6E-5619-D547-F5B508CAF4E9}"/>
          </ac:cxnSpMkLst>
        </pc:cxnChg>
        <pc:cxnChg chg="add mod">
          <ac:chgData name="Mohammad Salman" userId="cfd6754c-e613-4f6f-bb98-36aef69d8c31" providerId="ADAL" clId="{1BF656CA-4852-421D-907F-F90D3F4790E6}" dt="2023-09-29T14:27:58.062" v="5202" actId="164"/>
          <ac:cxnSpMkLst>
            <pc:docMk/>
            <pc:sldMk cId="2033384461" sldId="272"/>
            <ac:cxnSpMk id="45" creationId="{6A3D667D-722A-5DB5-2948-F8713709607D}"/>
          </ac:cxnSpMkLst>
        </pc:cxnChg>
        <pc:cxnChg chg="add mod">
          <ac:chgData name="Mohammad Salman" userId="cfd6754c-e613-4f6f-bb98-36aef69d8c31" providerId="ADAL" clId="{1BF656CA-4852-421D-907F-F90D3F4790E6}" dt="2023-09-29T14:27:58.062" v="5202" actId="164"/>
          <ac:cxnSpMkLst>
            <pc:docMk/>
            <pc:sldMk cId="2033384461" sldId="272"/>
            <ac:cxnSpMk id="46" creationId="{D55B4C8C-1495-4AC7-C4A4-DE6863CF44A5}"/>
          </ac:cxnSpMkLst>
        </pc:cxnChg>
        <pc:cxnChg chg="add del mod">
          <ac:chgData name="Mohammad Salman" userId="cfd6754c-e613-4f6f-bb98-36aef69d8c31" providerId="ADAL" clId="{1BF656CA-4852-421D-907F-F90D3F4790E6}" dt="2023-09-29T14:26:31.672" v="5181" actId="478"/>
          <ac:cxnSpMkLst>
            <pc:docMk/>
            <pc:sldMk cId="2033384461" sldId="272"/>
            <ac:cxnSpMk id="47" creationId="{EE186791-C616-B4E2-291E-356F882711CF}"/>
          </ac:cxnSpMkLst>
        </pc:cxnChg>
        <pc:cxnChg chg="add del mod">
          <ac:chgData name="Mohammad Salman" userId="cfd6754c-e613-4f6f-bb98-36aef69d8c31" providerId="ADAL" clId="{1BF656CA-4852-421D-907F-F90D3F4790E6}" dt="2023-09-29T14:26:33.422" v="5182" actId="478"/>
          <ac:cxnSpMkLst>
            <pc:docMk/>
            <pc:sldMk cId="2033384461" sldId="272"/>
            <ac:cxnSpMk id="48" creationId="{F2BFDA00-2C57-7BCB-9C9A-A436FAA933B0}"/>
          </ac:cxnSpMkLst>
        </pc:cxnChg>
        <pc:cxnChg chg="add del mod">
          <ac:chgData name="Mohammad Salman" userId="cfd6754c-e613-4f6f-bb98-36aef69d8c31" providerId="ADAL" clId="{1BF656CA-4852-421D-907F-F90D3F4790E6}" dt="2023-09-29T14:27:07.323" v="5190"/>
          <ac:cxnSpMkLst>
            <pc:docMk/>
            <pc:sldMk cId="2033384461" sldId="272"/>
            <ac:cxnSpMk id="57" creationId="{1D880A56-AAFC-23D0-1011-23478EF17190}"/>
          </ac:cxnSpMkLst>
        </pc:cxnChg>
        <pc:cxnChg chg="add del mod">
          <ac:chgData name="Mohammad Salman" userId="cfd6754c-e613-4f6f-bb98-36aef69d8c31" providerId="ADAL" clId="{1BF656CA-4852-421D-907F-F90D3F4790E6}" dt="2023-09-29T14:27:07.323" v="5190"/>
          <ac:cxnSpMkLst>
            <pc:docMk/>
            <pc:sldMk cId="2033384461" sldId="272"/>
            <ac:cxnSpMk id="58" creationId="{723F06DB-5C39-0747-3A66-F6B76F4DCC36}"/>
          </ac:cxnSpMkLst>
        </pc:cxnChg>
        <pc:cxnChg chg="add del mod">
          <ac:chgData name="Mohammad Salman" userId="cfd6754c-e613-4f6f-bb98-36aef69d8c31" providerId="ADAL" clId="{1BF656CA-4852-421D-907F-F90D3F4790E6}" dt="2023-09-29T14:27:07.323" v="5190"/>
          <ac:cxnSpMkLst>
            <pc:docMk/>
            <pc:sldMk cId="2033384461" sldId="272"/>
            <ac:cxnSpMk id="59" creationId="{A0D90B2B-B3CA-0AB2-63A9-17351582FD8F}"/>
          </ac:cxnSpMkLst>
        </pc:cxnChg>
        <pc:cxnChg chg="add del mod">
          <ac:chgData name="Mohammad Salman" userId="cfd6754c-e613-4f6f-bb98-36aef69d8c31" providerId="ADAL" clId="{1BF656CA-4852-421D-907F-F90D3F4790E6}" dt="2023-09-29T14:27:11.982" v="5192"/>
          <ac:cxnSpMkLst>
            <pc:docMk/>
            <pc:sldMk cId="2033384461" sldId="272"/>
            <ac:cxnSpMk id="64" creationId="{95A2E318-ABF2-EEE5-9168-02FECF9030A7}"/>
          </ac:cxnSpMkLst>
        </pc:cxnChg>
        <pc:cxnChg chg="add del mod">
          <ac:chgData name="Mohammad Salman" userId="cfd6754c-e613-4f6f-bb98-36aef69d8c31" providerId="ADAL" clId="{1BF656CA-4852-421D-907F-F90D3F4790E6}" dt="2023-09-29T14:27:11.982" v="5192"/>
          <ac:cxnSpMkLst>
            <pc:docMk/>
            <pc:sldMk cId="2033384461" sldId="272"/>
            <ac:cxnSpMk id="65" creationId="{7E7A9D1D-8636-E533-35BC-60D14239A907}"/>
          </ac:cxnSpMkLst>
        </pc:cxnChg>
        <pc:cxnChg chg="add del mod">
          <ac:chgData name="Mohammad Salman" userId="cfd6754c-e613-4f6f-bb98-36aef69d8c31" providerId="ADAL" clId="{1BF656CA-4852-421D-907F-F90D3F4790E6}" dt="2023-09-29T14:27:11.982" v="5192"/>
          <ac:cxnSpMkLst>
            <pc:docMk/>
            <pc:sldMk cId="2033384461" sldId="272"/>
            <ac:cxnSpMk id="66" creationId="{341024F3-642D-8646-43C7-D468D6CF2F95}"/>
          </ac:cxnSpMkLst>
        </pc:cxnChg>
        <pc:cxnChg chg="add mod">
          <ac:chgData name="Mohammad Salman" userId="cfd6754c-e613-4f6f-bb98-36aef69d8c31" providerId="ADAL" clId="{1BF656CA-4852-421D-907F-F90D3F4790E6}" dt="2023-09-29T14:29:33.834" v="5228" actId="20577"/>
          <ac:cxnSpMkLst>
            <pc:docMk/>
            <pc:sldMk cId="2033384461" sldId="272"/>
            <ac:cxnSpMk id="73" creationId="{663F97BE-A838-F302-9B0F-DE3D4F2A58F4}"/>
          </ac:cxnSpMkLst>
        </pc:cxnChg>
        <pc:cxnChg chg="add del mod">
          <ac:chgData name="Mohammad Salman" userId="cfd6754c-e613-4f6f-bb98-36aef69d8c31" providerId="ADAL" clId="{1BF656CA-4852-421D-907F-F90D3F4790E6}" dt="2023-09-29T14:27:26.478" v="5196" actId="478"/>
          <ac:cxnSpMkLst>
            <pc:docMk/>
            <pc:sldMk cId="2033384461" sldId="272"/>
            <ac:cxnSpMk id="74" creationId="{514A033B-274B-82E7-9F52-DE00CD19EAC9}"/>
          </ac:cxnSpMkLst>
        </pc:cxnChg>
        <pc:cxnChg chg="add mod">
          <ac:chgData name="Mohammad Salman" userId="cfd6754c-e613-4f6f-bb98-36aef69d8c31" providerId="ADAL" clId="{1BF656CA-4852-421D-907F-F90D3F4790E6}" dt="2023-09-29T14:27:52.372" v="5201" actId="164"/>
          <ac:cxnSpMkLst>
            <pc:docMk/>
            <pc:sldMk cId="2033384461" sldId="272"/>
            <ac:cxnSpMk id="75" creationId="{3FAB865A-F041-0EA9-80EA-A6E26EAE5FD9}"/>
          </ac:cxnSpMkLst>
        </pc:cxnChg>
        <pc:cxnChg chg="add mod">
          <ac:chgData name="Mohammad Salman" userId="cfd6754c-e613-4f6f-bb98-36aef69d8c31" providerId="ADAL" clId="{1BF656CA-4852-421D-907F-F90D3F4790E6}" dt="2023-09-29T14:27:52.372" v="5201" actId="164"/>
          <ac:cxnSpMkLst>
            <pc:docMk/>
            <pc:sldMk cId="2033384461" sldId="272"/>
            <ac:cxnSpMk id="76" creationId="{5946A19A-7A3A-B578-4AAB-7EA618FE8C1E}"/>
          </ac:cxnSpMkLst>
        </pc:cxnChg>
        <pc:cxnChg chg="add mod">
          <ac:chgData name="Mohammad Salman" userId="cfd6754c-e613-4f6f-bb98-36aef69d8c31" providerId="ADAL" clId="{1BF656CA-4852-421D-907F-F90D3F4790E6}" dt="2023-09-29T14:27:52.372" v="5201" actId="164"/>
          <ac:cxnSpMkLst>
            <pc:docMk/>
            <pc:sldMk cId="2033384461" sldId="272"/>
            <ac:cxnSpMk id="77" creationId="{2C2DDAC9-711A-E006-8346-6518A4C6B567}"/>
          </ac:cxnSpMkLst>
        </pc:cxnChg>
      </pc:sldChg>
      <pc:sldChg chg="addSp modSp add mod modAnim">
        <pc:chgData name="Mohammad Salman" userId="cfd6754c-e613-4f6f-bb98-36aef69d8c31" providerId="ADAL" clId="{1BF656CA-4852-421D-907F-F90D3F4790E6}" dt="2023-10-02T08:41:27.294" v="7885"/>
        <pc:sldMkLst>
          <pc:docMk/>
          <pc:sldMk cId="461209525" sldId="273"/>
        </pc:sldMkLst>
        <pc:spChg chg="add mod">
          <ac:chgData name="Mohammad Salman" userId="cfd6754c-e613-4f6f-bb98-36aef69d8c31" providerId="ADAL" clId="{1BF656CA-4852-421D-907F-F90D3F4790E6}" dt="2023-10-02T08:41:23.963" v="7883"/>
          <ac:spMkLst>
            <pc:docMk/>
            <pc:sldMk cId="461209525" sldId="273"/>
            <ac:spMk id="2" creationId="{93EB8960-B52E-26C6-6D4A-C31A67A4D559}"/>
          </ac:spMkLst>
        </pc:spChg>
        <pc:spChg chg="mod">
          <ac:chgData name="Mohammad Salman" userId="cfd6754c-e613-4f6f-bb98-36aef69d8c31" providerId="ADAL" clId="{1BF656CA-4852-421D-907F-F90D3F4790E6}" dt="2023-09-29T17:48:30.838" v="6400" actId="1035"/>
          <ac:spMkLst>
            <pc:docMk/>
            <pc:sldMk cId="461209525" sldId="273"/>
            <ac:spMk id="3" creationId="{FF52CA3E-8763-087B-819E-7310520F5512}"/>
          </ac:spMkLst>
        </pc:spChg>
        <pc:spChg chg="mod">
          <ac:chgData name="Mohammad Salman" userId="cfd6754c-e613-4f6f-bb98-36aef69d8c31" providerId="ADAL" clId="{1BF656CA-4852-421D-907F-F90D3F4790E6}" dt="2023-09-29T17:48:30.838" v="6400" actId="1035"/>
          <ac:spMkLst>
            <pc:docMk/>
            <pc:sldMk cId="461209525" sldId="273"/>
            <ac:spMk id="5" creationId="{4FFCC0EA-4624-9326-5954-0A6AB7D39ECB}"/>
          </ac:spMkLst>
        </pc:spChg>
        <pc:spChg chg="add mod">
          <ac:chgData name="Mohammad Salman" userId="cfd6754c-e613-4f6f-bb98-36aef69d8c31" providerId="ADAL" clId="{1BF656CA-4852-421D-907F-F90D3F4790E6}" dt="2023-10-02T08:41:25.757" v="7884"/>
          <ac:spMkLst>
            <pc:docMk/>
            <pc:sldMk cId="461209525" sldId="273"/>
            <ac:spMk id="6" creationId="{FDEF4709-8937-300E-014A-27765CFB200A}"/>
          </ac:spMkLst>
        </pc:spChg>
        <pc:spChg chg="add mod">
          <ac:chgData name="Mohammad Salman" userId="cfd6754c-e613-4f6f-bb98-36aef69d8c31" providerId="ADAL" clId="{1BF656CA-4852-421D-907F-F90D3F4790E6}" dt="2023-10-02T08:41:27.294" v="7885"/>
          <ac:spMkLst>
            <pc:docMk/>
            <pc:sldMk cId="461209525" sldId="273"/>
            <ac:spMk id="7" creationId="{BDC23477-56C9-7571-EE50-88623947EB61}"/>
          </ac:spMkLst>
        </pc:spChg>
        <pc:spChg chg="mod">
          <ac:chgData name="Mohammad Salman" userId="cfd6754c-e613-4f6f-bb98-36aef69d8c31" providerId="ADAL" clId="{1BF656CA-4852-421D-907F-F90D3F4790E6}" dt="2023-09-30T07:32:26.868" v="7372" actId="1036"/>
          <ac:spMkLst>
            <pc:docMk/>
            <pc:sldMk cId="461209525" sldId="273"/>
            <ac:spMk id="84" creationId="{8D8B6EDC-DF3D-4BF8-E146-AED96A2D38A6}"/>
          </ac:spMkLst>
        </pc:spChg>
        <pc:spChg chg="mod">
          <ac:chgData name="Mohammad Salman" userId="cfd6754c-e613-4f6f-bb98-36aef69d8c31" providerId="ADAL" clId="{1BF656CA-4852-421D-907F-F90D3F4790E6}" dt="2023-09-30T07:32:26.868" v="7372" actId="1036"/>
          <ac:spMkLst>
            <pc:docMk/>
            <pc:sldMk cId="461209525" sldId="273"/>
            <ac:spMk id="85" creationId="{973E5D08-5FF2-4DAC-F071-4B29B7AD343E}"/>
          </ac:spMkLst>
        </pc:spChg>
        <pc:spChg chg="mod">
          <ac:chgData name="Mohammad Salman" userId="cfd6754c-e613-4f6f-bb98-36aef69d8c31" providerId="ADAL" clId="{1BF656CA-4852-421D-907F-F90D3F4790E6}" dt="2023-09-30T07:32:26.868" v="7372" actId="1036"/>
          <ac:spMkLst>
            <pc:docMk/>
            <pc:sldMk cId="461209525" sldId="273"/>
            <ac:spMk id="86" creationId="{35149EFA-12C1-7285-EE4A-699AFC232008}"/>
          </ac:spMkLst>
        </pc:spChg>
        <pc:grpChg chg="mod">
          <ac:chgData name="Mohammad Salman" userId="cfd6754c-e613-4f6f-bb98-36aef69d8c31" providerId="ADAL" clId="{1BF656CA-4852-421D-907F-F90D3F4790E6}" dt="2023-09-30T07:32:26.868" v="7372" actId="1036"/>
          <ac:grpSpMkLst>
            <pc:docMk/>
            <pc:sldMk cId="461209525" sldId="273"/>
            <ac:grpSpMk id="81" creationId="{FF55A5E6-AC31-ADC2-61B1-90B421C6FC0E}"/>
          </ac:grpSpMkLst>
        </pc:grpChg>
        <pc:grpChg chg="mod">
          <ac:chgData name="Mohammad Salman" userId="cfd6754c-e613-4f6f-bb98-36aef69d8c31" providerId="ADAL" clId="{1BF656CA-4852-421D-907F-F90D3F4790E6}" dt="2023-09-30T07:32:26.868" v="7372" actId="1036"/>
          <ac:grpSpMkLst>
            <pc:docMk/>
            <pc:sldMk cId="461209525" sldId="273"/>
            <ac:grpSpMk id="82" creationId="{9CC1CA7B-32FE-286A-3ED7-8C80F64C0CEF}"/>
          </ac:grpSpMkLst>
        </pc:grpChg>
        <pc:grpChg chg="mod">
          <ac:chgData name="Mohammad Salman" userId="cfd6754c-e613-4f6f-bb98-36aef69d8c31" providerId="ADAL" clId="{1BF656CA-4852-421D-907F-F90D3F4790E6}" dt="2023-09-30T07:32:26.868" v="7372" actId="1036"/>
          <ac:grpSpMkLst>
            <pc:docMk/>
            <pc:sldMk cId="461209525" sldId="273"/>
            <ac:grpSpMk id="83" creationId="{2B31E2FA-4597-BFBB-45DA-1580F85FC011}"/>
          </ac:grpSpMkLst>
        </pc:grpChg>
      </pc:sldChg>
      <pc:sldChg chg="modSp add del mod">
        <pc:chgData name="Mohammad Salman" userId="cfd6754c-e613-4f6f-bb98-36aef69d8c31" providerId="ADAL" clId="{1BF656CA-4852-421D-907F-F90D3F4790E6}" dt="2023-10-04T07:58:13.319" v="16765" actId="2696"/>
        <pc:sldMkLst>
          <pc:docMk/>
          <pc:sldMk cId="3250546316" sldId="274"/>
        </pc:sldMkLst>
        <pc:spChg chg="mod">
          <ac:chgData name="Mohammad Salman" userId="cfd6754c-e613-4f6f-bb98-36aef69d8c31" providerId="ADAL" clId="{1BF656CA-4852-421D-907F-F90D3F4790E6}" dt="2023-09-29T14:39:58.366" v="5639" actId="20577"/>
          <ac:spMkLst>
            <pc:docMk/>
            <pc:sldMk cId="3250546316" sldId="274"/>
            <ac:spMk id="3" creationId="{9BEEA2EF-8C4C-CA89-E554-C711D130FC6F}"/>
          </ac:spMkLst>
        </pc:spChg>
      </pc:sldChg>
      <pc:sldChg chg="addSp delSp modSp new del mod modAnim">
        <pc:chgData name="Mohammad Salman" userId="cfd6754c-e613-4f6f-bb98-36aef69d8c31" providerId="ADAL" clId="{1BF656CA-4852-421D-907F-F90D3F4790E6}" dt="2023-10-04T07:58:13.319" v="16765" actId="2696"/>
        <pc:sldMkLst>
          <pc:docMk/>
          <pc:sldMk cId="2537134186" sldId="275"/>
        </pc:sldMkLst>
        <pc:spChg chg="del mod">
          <ac:chgData name="Mohammad Salman" userId="cfd6754c-e613-4f6f-bb98-36aef69d8c31" providerId="ADAL" clId="{1BF656CA-4852-421D-907F-F90D3F4790E6}" dt="2023-09-29T16:39:11.194" v="5648" actId="478"/>
          <ac:spMkLst>
            <pc:docMk/>
            <pc:sldMk cId="2537134186" sldId="275"/>
            <ac:spMk id="2" creationId="{9098F81F-C39E-5751-DE18-17AAC106BDA1}"/>
          </ac:spMkLst>
        </pc:spChg>
        <pc:spChg chg="add mod">
          <ac:chgData name="Mohammad Salman" userId="cfd6754c-e613-4f6f-bb98-36aef69d8c31" providerId="ADAL" clId="{1BF656CA-4852-421D-907F-F90D3F4790E6}" dt="2023-10-03T05:07:31.581" v="8403" actId="1076"/>
          <ac:spMkLst>
            <pc:docMk/>
            <pc:sldMk cId="2537134186" sldId="275"/>
            <ac:spMk id="3" creationId="{B3DF30F6-6678-A963-591D-96EE9D5B8BAD}"/>
          </ac:spMkLst>
        </pc:spChg>
        <pc:spChg chg="del">
          <ac:chgData name="Mohammad Salman" userId="cfd6754c-e613-4f6f-bb98-36aef69d8c31" providerId="ADAL" clId="{1BF656CA-4852-421D-907F-F90D3F4790E6}" dt="2023-09-29T16:39:11.194" v="5648" actId="478"/>
          <ac:spMkLst>
            <pc:docMk/>
            <pc:sldMk cId="2537134186" sldId="275"/>
            <ac:spMk id="3" creationId="{B64060F7-8DA8-A932-25B7-F74164260241}"/>
          </ac:spMkLst>
        </pc:spChg>
        <pc:spChg chg="add del mod">
          <ac:chgData name="Mohammad Salman" userId="cfd6754c-e613-4f6f-bb98-36aef69d8c31" providerId="ADAL" clId="{1BF656CA-4852-421D-907F-F90D3F4790E6}" dt="2023-09-29T16:39:13.295" v="5650" actId="478"/>
          <ac:spMkLst>
            <pc:docMk/>
            <pc:sldMk cId="2537134186" sldId="275"/>
            <ac:spMk id="5" creationId="{D2D74FE9-938B-3F69-BE96-644F14440F06}"/>
          </ac:spMkLst>
        </pc:spChg>
        <pc:spChg chg="add del mod">
          <ac:chgData name="Mohammad Salman" userId="cfd6754c-e613-4f6f-bb98-36aef69d8c31" providerId="ADAL" clId="{1BF656CA-4852-421D-907F-F90D3F4790E6}" dt="2023-09-29T16:39:14.562" v="5651" actId="478"/>
          <ac:spMkLst>
            <pc:docMk/>
            <pc:sldMk cId="2537134186" sldId="275"/>
            <ac:spMk id="7" creationId="{8474AF41-F64A-ED7B-CA09-30C6F8FFFBBE}"/>
          </ac:spMkLst>
        </pc:spChg>
        <pc:spChg chg="add mod">
          <ac:chgData name="Mohammad Salman" userId="cfd6754c-e613-4f6f-bb98-36aef69d8c31" providerId="ADAL" clId="{1BF656CA-4852-421D-907F-F90D3F4790E6}" dt="2023-10-02T07:03:13.890" v="7836" actId="20577"/>
          <ac:spMkLst>
            <pc:docMk/>
            <pc:sldMk cId="2537134186" sldId="275"/>
            <ac:spMk id="8" creationId="{90EB7592-8EDB-6118-198C-628ADF17299C}"/>
          </ac:spMkLst>
        </pc:spChg>
      </pc:sldChg>
      <pc:sldChg chg="addSp delSp modSp new del mod modAnim">
        <pc:chgData name="Mohammad Salman" userId="cfd6754c-e613-4f6f-bb98-36aef69d8c31" providerId="ADAL" clId="{1BF656CA-4852-421D-907F-F90D3F4790E6}" dt="2023-10-04T07:58:13.319" v="16765" actId="2696"/>
        <pc:sldMkLst>
          <pc:docMk/>
          <pc:sldMk cId="1653875706" sldId="276"/>
        </pc:sldMkLst>
        <pc:spChg chg="del">
          <ac:chgData name="Mohammad Salman" userId="cfd6754c-e613-4f6f-bb98-36aef69d8c31" providerId="ADAL" clId="{1BF656CA-4852-421D-907F-F90D3F4790E6}" dt="2023-09-29T17:47:35.477" v="6367" actId="478"/>
          <ac:spMkLst>
            <pc:docMk/>
            <pc:sldMk cId="1653875706" sldId="276"/>
            <ac:spMk id="2" creationId="{E969C747-4858-9A11-A3E7-F75BA43F2159}"/>
          </ac:spMkLst>
        </pc:spChg>
        <pc:spChg chg="del">
          <ac:chgData name="Mohammad Salman" userId="cfd6754c-e613-4f6f-bb98-36aef69d8c31" providerId="ADAL" clId="{1BF656CA-4852-421D-907F-F90D3F4790E6}" dt="2023-09-29T17:47:35.477" v="6367" actId="478"/>
          <ac:spMkLst>
            <pc:docMk/>
            <pc:sldMk cId="1653875706" sldId="276"/>
            <ac:spMk id="3" creationId="{52758656-4DDE-9117-3B86-EFC3729D59A2}"/>
          </ac:spMkLst>
        </pc:spChg>
        <pc:spChg chg="add mod">
          <ac:chgData name="Mohammad Salman" userId="cfd6754c-e613-4f6f-bb98-36aef69d8c31" providerId="ADAL" clId="{1BF656CA-4852-421D-907F-F90D3F4790E6}" dt="2023-09-29T17:49:10.930" v="6406" actId="1076"/>
          <ac:spMkLst>
            <pc:docMk/>
            <pc:sldMk cId="1653875706" sldId="276"/>
            <ac:spMk id="4" creationId="{E281133D-93B6-9E76-42B8-D367E3160A0E}"/>
          </ac:spMkLst>
        </pc:spChg>
        <pc:spChg chg="add mod">
          <ac:chgData name="Mohammad Salman" userId="cfd6754c-e613-4f6f-bb98-36aef69d8c31" providerId="ADAL" clId="{1BF656CA-4852-421D-907F-F90D3F4790E6}" dt="2023-09-29T17:51:06.110" v="6442" actId="20577"/>
          <ac:spMkLst>
            <pc:docMk/>
            <pc:sldMk cId="1653875706" sldId="276"/>
            <ac:spMk id="5" creationId="{3CB9F85C-62A1-D34D-8FC1-D5D720266D13}"/>
          </ac:spMkLst>
        </pc:spChg>
        <pc:spChg chg="add mod">
          <ac:chgData name="Mohammad Salman" userId="cfd6754c-e613-4f6f-bb98-36aef69d8c31" providerId="ADAL" clId="{1BF656CA-4852-421D-907F-F90D3F4790E6}" dt="2023-09-29T18:59:42.705" v="7266" actId="20577"/>
          <ac:spMkLst>
            <pc:docMk/>
            <pc:sldMk cId="1653875706" sldId="276"/>
            <ac:spMk id="6" creationId="{0BDCCA9C-F6F4-31E9-DB45-DFC215FA847D}"/>
          </ac:spMkLst>
        </pc:spChg>
        <pc:spChg chg="del mod topLvl">
          <ac:chgData name="Mohammad Salman" userId="cfd6754c-e613-4f6f-bb98-36aef69d8c31" providerId="ADAL" clId="{1BF656CA-4852-421D-907F-F90D3F4790E6}" dt="2023-09-29T17:52:34.821" v="6447" actId="478"/>
          <ac:spMkLst>
            <pc:docMk/>
            <pc:sldMk cId="1653875706" sldId="276"/>
            <ac:spMk id="8" creationId="{61ABEC6A-1195-3063-A4D7-382186C4561E}"/>
          </ac:spMkLst>
        </pc:spChg>
        <pc:spChg chg="del mod topLvl">
          <ac:chgData name="Mohammad Salman" userId="cfd6754c-e613-4f6f-bb98-36aef69d8c31" providerId="ADAL" clId="{1BF656CA-4852-421D-907F-F90D3F4790E6}" dt="2023-09-29T17:52:34.821" v="6447" actId="478"/>
          <ac:spMkLst>
            <pc:docMk/>
            <pc:sldMk cId="1653875706" sldId="276"/>
            <ac:spMk id="9" creationId="{4E0195CF-0A9E-0F61-74B7-71DED594960B}"/>
          </ac:spMkLst>
        </pc:spChg>
        <pc:spChg chg="del mod topLvl">
          <ac:chgData name="Mohammad Salman" userId="cfd6754c-e613-4f6f-bb98-36aef69d8c31" providerId="ADAL" clId="{1BF656CA-4852-421D-907F-F90D3F4790E6}" dt="2023-09-29T17:52:34.821" v="6447" actId="478"/>
          <ac:spMkLst>
            <pc:docMk/>
            <pc:sldMk cId="1653875706" sldId="276"/>
            <ac:spMk id="10" creationId="{149C36ED-C7E8-ED73-825C-77F93FB3042E}"/>
          </ac:spMkLst>
        </pc:spChg>
        <pc:spChg chg="del mod topLvl">
          <ac:chgData name="Mohammad Salman" userId="cfd6754c-e613-4f6f-bb98-36aef69d8c31" providerId="ADAL" clId="{1BF656CA-4852-421D-907F-F90D3F4790E6}" dt="2023-09-29T17:52:34.821" v="6447" actId="478"/>
          <ac:spMkLst>
            <pc:docMk/>
            <pc:sldMk cId="1653875706" sldId="276"/>
            <ac:spMk id="11" creationId="{91ADAD6F-8FDB-F04D-9284-F173534E90C6}"/>
          </ac:spMkLst>
        </pc:spChg>
        <pc:spChg chg="del mod topLvl">
          <ac:chgData name="Mohammad Salman" userId="cfd6754c-e613-4f6f-bb98-36aef69d8c31" providerId="ADAL" clId="{1BF656CA-4852-421D-907F-F90D3F4790E6}" dt="2023-09-29T17:52:37.813" v="6448" actId="478"/>
          <ac:spMkLst>
            <pc:docMk/>
            <pc:sldMk cId="1653875706" sldId="276"/>
            <ac:spMk id="12" creationId="{D5024865-389D-DD79-294E-FF104A8B56AB}"/>
          </ac:spMkLst>
        </pc:spChg>
        <pc:spChg chg="del mod topLvl">
          <ac:chgData name="Mohammad Salman" userId="cfd6754c-e613-4f6f-bb98-36aef69d8c31" providerId="ADAL" clId="{1BF656CA-4852-421D-907F-F90D3F4790E6}" dt="2023-09-29T18:32:31.580" v="6805" actId="478"/>
          <ac:spMkLst>
            <pc:docMk/>
            <pc:sldMk cId="1653875706" sldId="276"/>
            <ac:spMk id="13" creationId="{1E28CAE9-8F34-FE42-CC05-D13EFAF9FC78}"/>
          </ac:spMkLst>
        </pc:spChg>
        <pc:spChg chg="add mod">
          <ac:chgData name="Mohammad Salman" userId="cfd6754c-e613-4f6f-bb98-36aef69d8c31" providerId="ADAL" clId="{1BF656CA-4852-421D-907F-F90D3F4790E6}" dt="2023-09-29T18:55:36.971" v="7239" actId="14100"/>
          <ac:spMkLst>
            <pc:docMk/>
            <pc:sldMk cId="1653875706" sldId="276"/>
            <ac:spMk id="19" creationId="{7922DA8E-06E1-EAD3-D481-FED0FB0BC519}"/>
          </ac:spMkLst>
        </pc:spChg>
        <pc:spChg chg="add mod">
          <ac:chgData name="Mohammad Salman" userId="cfd6754c-e613-4f6f-bb98-36aef69d8c31" providerId="ADAL" clId="{1BF656CA-4852-421D-907F-F90D3F4790E6}" dt="2023-09-29T18:59:33.397" v="7258" actId="1076"/>
          <ac:spMkLst>
            <pc:docMk/>
            <pc:sldMk cId="1653875706" sldId="276"/>
            <ac:spMk id="20" creationId="{9DFD11A2-4797-5A39-5E80-D296EF36BE63}"/>
          </ac:spMkLst>
        </pc:spChg>
        <pc:grpChg chg="add del mod">
          <ac:chgData name="Mohammad Salman" userId="cfd6754c-e613-4f6f-bb98-36aef69d8c31" providerId="ADAL" clId="{1BF656CA-4852-421D-907F-F90D3F4790E6}" dt="2023-09-29T17:51:41.965" v="6446" actId="165"/>
          <ac:grpSpMkLst>
            <pc:docMk/>
            <pc:sldMk cId="1653875706" sldId="276"/>
            <ac:grpSpMk id="7" creationId="{74B67DF7-B4CC-E4B4-95EA-A5C3C31BDBDB}"/>
          </ac:grpSpMkLst>
        </pc:grpChg>
        <pc:graphicFrameChg chg="add del mod modGraphic">
          <ac:chgData name="Mohammad Salman" userId="cfd6754c-e613-4f6f-bb98-36aef69d8c31" providerId="ADAL" clId="{1BF656CA-4852-421D-907F-F90D3F4790E6}" dt="2023-09-29T18:32:31.580" v="6805" actId="478"/>
          <ac:graphicFrameMkLst>
            <pc:docMk/>
            <pc:sldMk cId="1653875706" sldId="276"/>
            <ac:graphicFrameMk id="21" creationId="{6047FE19-CD0F-A9DA-66D0-71C6C8E3FEF3}"/>
          </ac:graphicFrameMkLst>
        </pc:graphicFrameChg>
        <pc:graphicFrameChg chg="add del mod modGraphic">
          <ac:chgData name="Mohammad Salman" userId="cfd6754c-e613-4f6f-bb98-36aef69d8c31" providerId="ADAL" clId="{1BF656CA-4852-421D-907F-F90D3F4790E6}" dt="2023-09-29T18:58:44.286" v="7243" actId="478"/>
          <ac:graphicFrameMkLst>
            <pc:docMk/>
            <pc:sldMk cId="1653875706" sldId="276"/>
            <ac:graphicFrameMk id="22" creationId="{05DE2D94-3CA6-75EE-6C84-F2DF6A02708E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09-29T18:59:12.758" v="7256" actId="1076"/>
          <ac:graphicFrameMkLst>
            <pc:docMk/>
            <pc:sldMk cId="1653875706" sldId="276"/>
            <ac:graphicFrameMk id="23" creationId="{C06DF3F4-234E-ACCC-CAC1-5444C8785885}"/>
          </ac:graphicFrameMkLst>
        </pc:graphicFrameChg>
        <pc:graphicFrameChg chg="add del mod">
          <ac:chgData name="Mohammad Salman" userId="cfd6754c-e613-4f6f-bb98-36aef69d8c31" providerId="ADAL" clId="{1BF656CA-4852-421D-907F-F90D3F4790E6}" dt="2023-09-29T18:38:19.075" v="6893" actId="21"/>
          <ac:graphicFrameMkLst>
            <pc:docMk/>
            <pc:sldMk cId="1653875706" sldId="276"/>
            <ac:graphicFrameMk id="36" creationId="{610176F3-A801-BBCA-4E33-0C597B6A6FF3}"/>
          </ac:graphicFrameMkLst>
        </pc:graphicFrameChg>
        <pc:graphicFrameChg chg="add del mod">
          <ac:chgData name="Mohammad Salman" userId="cfd6754c-e613-4f6f-bb98-36aef69d8c31" providerId="ADAL" clId="{1BF656CA-4852-421D-907F-F90D3F4790E6}" dt="2023-09-29T18:45:02.907" v="7076" actId="478"/>
          <ac:graphicFrameMkLst>
            <pc:docMk/>
            <pc:sldMk cId="1653875706" sldId="276"/>
            <ac:graphicFrameMk id="44" creationId="{1AC5E28F-96FB-D5B7-0B32-71B67660DC70}"/>
          </ac:graphicFrameMkLst>
        </pc:graphicFrameChg>
        <pc:cxnChg chg="del mod topLvl">
          <ac:chgData name="Mohammad Salman" userId="cfd6754c-e613-4f6f-bb98-36aef69d8c31" providerId="ADAL" clId="{1BF656CA-4852-421D-907F-F90D3F4790E6}" dt="2023-09-29T17:52:42.375" v="6449" actId="478"/>
          <ac:cxnSpMkLst>
            <pc:docMk/>
            <pc:sldMk cId="1653875706" sldId="276"/>
            <ac:cxnSpMk id="14" creationId="{431AFFD0-88EC-A6D1-6017-27159B486D9C}"/>
          </ac:cxnSpMkLst>
        </pc:cxnChg>
        <pc:cxnChg chg="del mod topLvl">
          <ac:chgData name="Mohammad Salman" userId="cfd6754c-e613-4f6f-bb98-36aef69d8c31" providerId="ADAL" clId="{1BF656CA-4852-421D-907F-F90D3F4790E6}" dt="2023-09-29T17:52:37.813" v="6448" actId="478"/>
          <ac:cxnSpMkLst>
            <pc:docMk/>
            <pc:sldMk cId="1653875706" sldId="276"/>
            <ac:cxnSpMk id="15" creationId="{10F91C85-536D-86AC-3691-09BF6639C22E}"/>
          </ac:cxnSpMkLst>
        </pc:cxnChg>
        <pc:cxnChg chg="del mod topLvl">
          <ac:chgData name="Mohammad Salman" userId="cfd6754c-e613-4f6f-bb98-36aef69d8c31" providerId="ADAL" clId="{1BF656CA-4852-421D-907F-F90D3F4790E6}" dt="2023-09-29T17:52:37.813" v="6448" actId="478"/>
          <ac:cxnSpMkLst>
            <pc:docMk/>
            <pc:sldMk cId="1653875706" sldId="276"/>
            <ac:cxnSpMk id="16" creationId="{A267A5C7-8960-2EF7-3963-0714DB66A641}"/>
          </ac:cxnSpMkLst>
        </pc:cxnChg>
        <pc:cxnChg chg="del mod topLvl">
          <ac:chgData name="Mohammad Salman" userId="cfd6754c-e613-4f6f-bb98-36aef69d8c31" providerId="ADAL" clId="{1BF656CA-4852-421D-907F-F90D3F4790E6}" dt="2023-09-29T17:52:34.821" v="6447" actId="478"/>
          <ac:cxnSpMkLst>
            <pc:docMk/>
            <pc:sldMk cId="1653875706" sldId="276"/>
            <ac:cxnSpMk id="17" creationId="{6E9BEB73-C3F4-0063-6534-A04F44B71709}"/>
          </ac:cxnSpMkLst>
        </pc:cxnChg>
        <pc:cxnChg chg="del mod topLvl">
          <ac:chgData name="Mohammad Salman" userId="cfd6754c-e613-4f6f-bb98-36aef69d8c31" providerId="ADAL" clId="{1BF656CA-4852-421D-907F-F90D3F4790E6}" dt="2023-09-29T17:52:34.821" v="6447" actId="478"/>
          <ac:cxnSpMkLst>
            <pc:docMk/>
            <pc:sldMk cId="1653875706" sldId="276"/>
            <ac:cxnSpMk id="18" creationId="{709E9893-9AF8-2D9C-48A1-CC3113A16671}"/>
          </ac:cxnSpMkLst>
        </pc:cxnChg>
        <pc:cxnChg chg="add del mod">
          <ac:chgData name="Mohammad Salman" userId="cfd6754c-e613-4f6f-bb98-36aef69d8c31" providerId="ADAL" clId="{1BF656CA-4852-421D-907F-F90D3F4790E6}" dt="2023-09-29T18:33:01.749" v="6810" actId="478"/>
          <ac:cxnSpMkLst>
            <pc:docMk/>
            <pc:sldMk cId="1653875706" sldId="276"/>
            <ac:cxnSpMk id="24" creationId="{C649E004-08D7-1C4C-D2F8-521D423E5A06}"/>
          </ac:cxnSpMkLst>
        </pc:cxnChg>
        <pc:cxnChg chg="add del mod">
          <ac:chgData name="Mohammad Salman" userId="cfd6754c-e613-4f6f-bb98-36aef69d8c31" providerId="ADAL" clId="{1BF656CA-4852-421D-907F-F90D3F4790E6}" dt="2023-09-29T18:57:59.762" v="7240" actId="478"/>
          <ac:cxnSpMkLst>
            <pc:docMk/>
            <pc:sldMk cId="1653875706" sldId="276"/>
            <ac:cxnSpMk id="28" creationId="{545C67F8-B20B-323B-AF55-7C1693CD484C}"/>
          </ac:cxnSpMkLst>
        </pc:cxnChg>
        <pc:cxnChg chg="add del mod">
          <ac:chgData name="Mohammad Salman" userId="cfd6754c-e613-4f6f-bb98-36aef69d8c31" providerId="ADAL" clId="{1BF656CA-4852-421D-907F-F90D3F4790E6}" dt="2023-09-29T18:59:09.085" v="7255" actId="478"/>
          <ac:cxnSpMkLst>
            <pc:docMk/>
            <pc:sldMk cId="1653875706" sldId="276"/>
            <ac:cxnSpMk id="32" creationId="{A4DC1193-A78A-A9BB-CAC8-07BD2CF8C636}"/>
          </ac:cxnSpMkLst>
        </pc:cxnChg>
        <pc:cxnChg chg="add del mod">
          <ac:chgData name="Mohammad Salman" userId="cfd6754c-e613-4f6f-bb98-36aef69d8c31" providerId="ADAL" clId="{1BF656CA-4852-421D-907F-F90D3F4790E6}" dt="2023-09-29T18:38:19.075" v="6893" actId="21"/>
          <ac:cxnSpMkLst>
            <pc:docMk/>
            <pc:sldMk cId="1653875706" sldId="276"/>
            <ac:cxnSpMk id="35" creationId="{39B6962D-AD98-87A1-76D0-9C66B33AD2FD}"/>
          </ac:cxnSpMkLst>
        </pc:cxnChg>
      </pc:sldChg>
      <pc:sldChg chg="addSp delSp modSp add del mod">
        <pc:chgData name="Mohammad Salman" userId="cfd6754c-e613-4f6f-bb98-36aef69d8c31" providerId="ADAL" clId="{1BF656CA-4852-421D-907F-F90D3F4790E6}" dt="2023-10-04T07:58:13.319" v="16765" actId="2696"/>
        <pc:sldMkLst>
          <pc:docMk/>
          <pc:sldMk cId="3836453566" sldId="277"/>
        </pc:sldMkLst>
        <pc:spChg chg="mod">
          <ac:chgData name="Mohammad Salman" userId="cfd6754c-e613-4f6f-bb98-36aef69d8c31" providerId="ADAL" clId="{1BF656CA-4852-421D-907F-F90D3F4790E6}" dt="2023-09-29T19:01:11.979" v="7284" actId="20577"/>
          <ac:spMkLst>
            <pc:docMk/>
            <pc:sldMk cId="3836453566" sldId="277"/>
            <ac:spMk id="6" creationId="{0BDCCA9C-F6F4-31E9-DB45-DFC215FA847D}"/>
          </ac:spMkLst>
        </pc:spChg>
        <pc:spChg chg="mod">
          <ac:chgData name="Mohammad Salman" userId="cfd6754c-e613-4f6f-bb98-36aef69d8c31" providerId="ADAL" clId="{1BF656CA-4852-421D-907F-F90D3F4790E6}" dt="2023-09-29T18:54:53.715" v="7236" actId="14100"/>
          <ac:spMkLst>
            <pc:docMk/>
            <pc:sldMk cId="3836453566" sldId="277"/>
            <ac:spMk id="19" creationId="{7922DA8E-06E1-EAD3-D481-FED0FB0BC519}"/>
          </ac:spMkLst>
        </pc:spChg>
        <pc:spChg chg="del">
          <ac:chgData name="Mohammad Salman" userId="cfd6754c-e613-4f6f-bb98-36aef69d8c31" providerId="ADAL" clId="{1BF656CA-4852-421D-907F-F90D3F4790E6}" dt="2023-09-29T19:00:34.073" v="7272" actId="478"/>
          <ac:spMkLst>
            <pc:docMk/>
            <pc:sldMk cId="3836453566" sldId="277"/>
            <ac:spMk id="20" creationId="{9DFD11A2-4797-5A39-5E80-D296EF36BE63}"/>
          </ac:spMkLst>
        </pc:spChg>
        <pc:graphicFrameChg chg="add mod modGraphic">
          <ac:chgData name="Mohammad Salman" userId="cfd6754c-e613-4f6f-bb98-36aef69d8c31" providerId="ADAL" clId="{1BF656CA-4852-421D-907F-F90D3F4790E6}" dt="2023-09-29T19:05:25.205" v="7330" actId="207"/>
          <ac:graphicFrameMkLst>
            <pc:docMk/>
            <pc:sldMk cId="3836453566" sldId="277"/>
            <ac:graphicFrameMk id="3" creationId="{2CCE34CF-434F-6662-71DF-43F6D4D9EEF2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09-29T19:05:12.505" v="7324" actId="207"/>
          <ac:graphicFrameMkLst>
            <pc:docMk/>
            <pc:sldMk cId="3836453566" sldId="277"/>
            <ac:graphicFrameMk id="22" creationId="{05DE2D94-3CA6-75EE-6C84-F2DF6A02708E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09-29T19:07:23.541" v="7345" actId="20577"/>
          <ac:graphicFrameMkLst>
            <pc:docMk/>
            <pc:sldMk cId="3836453566" sldId="277"/>
            <ac:graphicFrameMk id="23" creationId="{C06DF3F4-234E-ACCC-CAC1-5444C8785885}"/>
          </ac:graphicFrameMkLst>
        </pc:graphicFrameChg>
        <pc:graphicFrameChg chg="add del mod">
          <ac:chgData name="Mohammad Salman" userId="cfd6754c-e613-4f6f-bb98-36aef69d8c31" providerId="ADAL" clId="{1BF656CA-4852-421D-907F-F90D3F4790E6}" dt="2023-09-29T18:42:43.533" v="6971" actId="478"/>
          <ac:graphicFrameMkLst>
            <pc:docMk/>
            <pc:sldMk cId="3836453566" sldId="277"/>
            <ac:graphicFrameMk id="30" creationId="{5069A803-3C71-40F1-7B4A-81D5521B2FD4}"/>
          </ac:graphicFrameMkLst>
        </pc:graphicFrameChg>
        <pc:cxnChg chg="add del mod">
          <ac:chgData name="Mohammad Salman" userId="cfd6754c-e613-4f6f-bb98-36aef69d8c31" providerId="ADAL" clId="{1BF656CA-4852-421D-907F-F90D3F4790E6}" dt="2023-09-29T18:45:30.412" v="7080" actId="478"/>
          <ac:cxnSpMkLst>
            <pc:docMk/>
            <pc:sldMk cId="3836453566" sldId="277"/>
            <ac:cxnSpMk id="2" creationId="{154EBCC3-CF5E-E9DD-5EE3-77F3A38F66FE}"/>
          </ac:cxnSpMkLst>
        </pc:cxnChg>
        <pc:cxnChg chg="add del">
          <ac:chgData name="Mohammad Salman" userId="cfd6754c-e613-4f6f-bb98-36aef69d8c31" providerId="ADAL" clId="{1BF656CA-4852-421D-907F-F90D3F4790E6}" dt="2023-09-29T18:46:40.665" v="7106" actId="478"/>
          <ac:cxnSpMkLst>
            <pc:docMk/>
            <pc:sldMk cId="3836453566" sldId="277"/>
            <ac:cxnSpMk id="28" creationId="{545C67F8-B20B-323B-AF55-7C1693CD484C}"/>
          </ac:cxnSpMkLst>
        </pc:cxnChg>
        <pc:cxnChg chg="mod">
          <ac:chgData name="Mohammad Salman" userId="cfd6754c-e613-4f6f-bb98-36aef69d8c31" providerId="ADAL" clId="{1BF656CA-4852-421D-907F-F90D3F4790E6}" dt="2023-09-29T18:49:19.650" v="7163" actId="1076"/>
          <ac:cxnSpMkLst>
            <pc:docMk/>
            <pc:sldMk cId="3836453566" sldId="277"/>
            <ac:cxnSpMk id="32" creationId="{A4DC1193-A78A-A9BB-CAC8-07BD2CF8C636}"/>
          </ac:cxnSpMkLst>
        </pc:cxnChg>
        <pc:cxnChg chg="add mod">
          <ac:chgData name="Mohammad Salman" userId="cfd6754c-e613-4f6f-bb98-36aef69d8c31" providerId="ADAL" clId="{1BF656CA-4852-421D-907F-F90D3F4790E6}" dt="2023-09-29T19:03:44.524" v="7315" actId="14100"/>
          <ac:cxnSpMkLst>
            <pc:docMk/>
            <pc:sldMk cId="3836453566" sldId="277"/>
            <ac:cxnSpMk id="42" creationId="{46AE353A-E3C5-151C-CE00-7C7A6B6C5F25}"/>
          </ac:cxnSpMkLst>
        </pc:cxnChg>
      </pc:sldChg>
      <pc:sldChg chg="add del">
        <pc:chgData name="Mohammad Salman" userId="cfd6754c-e613-4f6f-bb98-36aef69d8c31" providerId="ADAL" clId="{1BF656CA-4852-421D-907F-F90D3F4790E6}" dt="2023-09-29T18:50:04.686" v="7175" actId="47"/>
        <pc:sldMkLst>
          <pc:docMk/>
          <pc:sldMk cId="1969516195" sldId="278"/>
        </pc:sldMkLst>
      </pc:sldChg>
      <pc:sldChg chg="addSp delSp modSp add del mod">
        <pc:chgData name="Mohammad Salman" userId="cfd6754c-e613-4f6f-bb98-36aef69d8c31" providerId="ADAL" clId="{1BF656CA-4852-421D-907F-F90D3F4790E6}" dt="2023-10-04T07:58:13.319" v="16765" actId="2696"/>
        <pc:sldMkLst>
          <pc:docMk/>
          <pc:sldMk cId="3407748775" sldId="278"/>
        </pc:sldMkLst>
        <pc:spChg chg="del">
          <ac:chgData name="Mohammad Salman" userId="cfd6754c-e613-4f6f-bb98-36aef69d8c31" providerId="ADAL" clId="{1BF656CA-4852-421D-907F-F90D3F4790E6}" dt="2023-09-29T19:01:22.608" v="7286" actId="478"/>
          <ac:spMkLst>
            <pc:docMk/>
            <pc:sldMk cId="3407748775" sldId="278"/>
            <ac:spMk id="6" creationId="{0BDCCA9C-F6F4-31E9-DB45-DFC215FA847D}"/>
          </ac:spMkLst>
        </pc:spChg>
        <pc:spChg chg="add mod">
          <ac:chgData name="Mohammad Salman" userId="cfd6754c-e613-4f6f-bb98-36aef69d8c31" providerId="ADAL" clId="{1BF656CA-4852-421D-907F-F90D3F4790E6}" dt="2023-09-29T19:01:28.765" v="7290" actId="20577"/>
          <ac:spMkLst>
            <pc:docMk/>
            <pc:sldMk cId="3407748775" sldId="278"/>
            <ac:spMk id="13" creationId="{EF83747E-4357-0F86-D2A6-B8177FE8B1D6}"/>
          </ac:spMkLst>
        </pc:spChg>
        <pc:spChg chg="mod">
          <ac:chgData name="Mohammad Salman" userId="cfd6754c-e613-4f6f-bb98-36aef69d8c31" providerId="ADAL" clId="{1BF656CA-4852-421D-907F-F90D3F4790E6}" dt="2023-09-29T18:54:57.844" v="7237" actId="14100"/>
          <ac:spMkLst>
            <pc:docMk/>
            <pc:sldMk cId="3407748775" sldId="278"/>
            <ac:spMk id="19" creationId="{7922DA8E-06E1-EAD3-D481-FED0FB0BC519}"/>
          </ac:spMkLst>
        </pc:spChg>
        <pc:spChg chg="del">
          <ac:chgData name="Mohammad Salman" userId="cfd6754c-e613-4f6f-bb98-36aef69d8c31" providerId="ADAL" clId="{1BF656CA-4852-421D-907F-F90D3F4790E6}" dt="2023-09-29T19:00:35.677" v="7273" actId="478"/>
          <ac:spMkLst>
            <pc:docMk/>
            <pc:sldMk cId="3407748775" sldId="278"/>
            <ac:spMk id="20" creationId="{9DFD11A2-4797-5A39-5E80-D296EF36BE63}"/>
          </ac:spMkLst>
        </pc:spChg>
        <pc:graphicFrameChg chg="add mod modGraphic">
          <ac:chgData name="Mohammad Salman" userId="cfd6754c-e613-4f6f-bb98-36aef69d8c31" providerId="ADAL" clId="{1BF656CA-4852-421D-907F-F90D3F4790E6}" dt="2023-09-29T19:06:54.254" v="7341" actId="207"/>
          <ac:graphicFrameMkLst>
            <pc:docMk/>
            <pc:sldMk cId="3407748775" sldId="278"/>
            <ac:graphicFrameMk id="2" creationId="{E195EFDA-85B3-51A6-9720-CB4A97179D05}"/>
          </ac:graphicFrameMkLst>
        </pc:graphicFrameChg>
        <pc:graphicFrameChg chg="del modGraphic">
          <ac:chgData name="Mohammad Salman" userId="cfd6754c-e613-4f6f-bb98-36aef69d8c31" providerId="ADAL" clId="{1BF656CA-4852-421D-907F-F90D3F4790E6}" dt="2023-09-29T19:06:26.100" v="7331" actId="478"/>
          <ac:graphicFrameMkLst>
            <pc:docMk/>
            <pc:sldMk cId="3407748775" sldId="278"/>
            <ac:graphicFrameMk id="3" creationId="{2CCE34CF-434F-6662-71DF-43F6D4D9EEF2}"/>
          </ac:graphicFrameMkLst>
        </pc:graphicFrameChg>
        <pc:graphicFrameChg chg="add mod">
          <ac:chgData name="Mohammad Salman" userId="cfd6754c-e613-4f6f-bb98-36aef69d8c31" providerId="ADAL" clId="{1BF656CA-4852-421D-907F-F90D3F4790E6}" dt="2023-09-29T19:06:26.752" v="7332"/>
          <ac:graphicFrameMkLst>
            <pc:docMk/>
            <pc:sldMk cId="3407748775" sldId="278"/>
            <ac:graphicFrameMk id="14" creationId="{AA3B0C92-6A2C-4484-1123-FEB76FB6C2FA}"/>
          </ac:graphicFrameMkLst>
        </pc:graphicFrameChg>
        <pc:graphicFrameChg chg="add mod">
          <ac:chgData name="Mohammad Salman" userId="cfd6754c-e613-4f6f-bb98-36aef69d8c31" providerId="ADAL" clId="{1BF656CA-4852-421D-907F-F90D3F4790E6}" dt="2023-09-29T19:06:26.752" v="7332"/>
          <ac:graphicFrameMkLst>
            <pc:docMk/>
            <pc:sldMk cId="3407748775" sldId="278"/>
            <ac:graphicFrameMk id="15" creationId="{239EED73-36E0-A0B5-7C75-4BE5337EA993}"/>
          </ac:graphicFrameMkLst>
        </pc:graphicFrameChg>
        <pc:graphicFrameChg chg="del modGraphic">
          <ac:chgData name="Mohammad Salman" userId="cfd6754c-e613-4f6f-bb98-36aef69d8c31" providerId="ADAL" clId="{1BF656CA-4852-421D-907F-F90D3F4790E6}" dt="2023-09-29T19:06:26.100" v="7331" actId="478"/>
          <ac:graphicFrameMkLst>
            <pc:docMk/>
            <pc:sldMk cId="3407748775" sldId="278"/>
            <ac:graphicFrameMk id="22" creationId="{05DE2D94-3CA6-75EE-6C84-F2DF6A02708E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09-29T19:07:02.321" v="7343" actId="20577"/>
          <ac:graphicFrameMkLst>
            <pc:docMk/>
            <pc:sldMk cId="3407748775" sldId="278"/>
            <ac:graphicFrameMk id="23" creationId="{C06DF3F4-234E-ACCC-CAC1-5444C8785885}"/>
          </ac:graphicFrameMkLst>
        </pc:graphicFrameChg>
        <pc:cxnChg chg="add mod">
          <ac:chgData name="Mohammad Salman" userId="cfd6754c-e613-4f6f-bb98-36aef69d8c31" providerId="ADAL" clId="{1BF656CA-4852-421D-907F-F90D3F4790E6}" dt="2023-09-29T19:06:35.052" v="7335" actId="14100"/>
          <ac:cxnSpMkLst>
            <pc:docMk/>
            <pc:sldMk cId="3407748775" sldId="278"/>
            <ac:cxnSpMk id="10" creationId="{94C6573F-B07B-91C0-F9A2-30C26F8865BB}"/>
          </ac:cxnSpMkLst>
        </pc:cxnChg>
        <pc:cxnChg chg="add mod">
          <ac:chgData name="Mohammad Salman" userId="cfd6754c-e613-4f6f-bb98-36aef69d8c31" providerId="ADAL" clId="{1BF656CA-4852-421D-907F-F90D3F4790E6}" dt="2023-09-29T19:06:26.752" v="7332"/>
          <ac:cxnSpMkLst>
            <pc:docMk/>
            <pc:sldMk cId="3407748775" sldId="278"/>
            <ac:cxnSpMk id="16" creationId="{28CCDD93-104E-3A2A-0867-5D26D34A5313}"/>
          </ac:cxnSpMkLst>
        </pc:cxnChg>
        <pc:cxnChg chg="mod">
          <ac:chgData name="Mohammad Salman" userId="cfd6754c-e613-4f6f-bb98-36aef69d8c31" providerId="ADAL" clId="{1BF656CA-4852-421D-907F-F90D3F4790E6}" dt="2023-09-29T18:51:50.607" v="7206" actId="1076"/>
          <ac:cxnSpMkLst>
            <pc:docMk/>
            <pc:sldMk cId="3407748775" sldId="278"/>
            <ac:cxnSpMk id="32" creationId="{A4DC1193-A78A-A9BB-CAC8-07BD2CF8C636}"/>
          </ac:cxnSpMkLst>
        </pc:cxnChg>
        <pc:cxnChg chg="del mod">
          <ac:chgData name="Mohammad Salman" userId="cfd6754c-e613-4f6f-bb98-36aef69d8c31" providerId="ADAL" clId="{1BF656CA-4852-421D-907F-F90D3F4790E6}" dt="2023-09-29T19:06:26.100" v="7331" actId="478"/>
          <ac:cxnSpMkLst>
            <pc:docMk/>
            <pc:sldMk cId="3407748775" sldId="278"/>
            <ac:cxnSpMk id="42" creationId="{46AE353A-E3C5-151C-CE00-7C7A6B6C5F25}"/>
          </ac:cxnSpMkLst>
        </pc:cxnChg>
      </pc:sldChg>
      <pc:sldChg chg="addSp delSp modSp add del mod">
        <pc:chgData name="Mohammad Salman" userId="cfd6754c-e613-4f6f-bb98-36aef69d8c31" providerId="ADAL" clId="{1BF656CA-4852-421D-907F-F90D3F4790E6}" dt="2023-10-04T07:58:13.319" v="16765" actId="2696"/>
        <pc:sldMkLst>
          <pc:docMk/>
          <pc:sldMk cId="2286817931" sldId="279"/>
        </pc:sldMkLst>
        <pc:spChg chg="del">
          <ac:chgData name="Mohammad Salman" userId="cfd6754c-e613-4f6f-bb98-36aef69d8c31" providerId="ADAL" clId="{1BF656CA-4852-421D-907F-F90D3F4790E6}" dt="2023-09-29T19:01:33.480" v="7291" actId="478"/>
          <ac:spMkLst>
            <pc:docMk/>
            <pc:sldMk cId="2286817931" sldId="279"/>
            <ac:spMk id="6" creationId="{0BDCCA9C-F6F4-31E9-DB45-DFC215FA847D}"/>
          </ac:spMkLst>
        </pc:spChg>
        <pc:spChg chg="add mod">
          <ac:chgData name="Mohammad Salman" userId="cfd6754c-e613-4f6f-bb98-36aef69d8c31" providerId="ADAL" clId="{1BF656CA-4852-421D-907F-F90D3F4790E6}" dt="2023-09-29T19:01:44.906" v="7297" actId="20577"/>
          <ac:spMkLst>
            <pc:docMk/>
            <pc:sldMk cId="2286817931" sldId="279"/>
            <ac:spMk id="14" creationId="{39450208-9498-7803-3927-CEB0DC4510B8}"/>
          </ac:spMkLst>
        </pc:spChg>
        <pc:spChg chg="mod">
          <ac:chgData name="Mohammad Salman" userId="cfd6754c-e613-4f6f-bb98-36aef69d8c31" providerId="ADAL" clId="{1BF656CA-4852-421D-907F-F90D3F4790E6}" dt="2023-09-29T18:55:01.577" v="7238" actId="14100"/>
          <ac:spMkLst>
            <pc:docMk/>
            <pc:sldMk cId="2286817931" sldId="279"/>
            <ac:spMk id="19" creationId="{7922DA8E-06E1-EAD3-D481-FED0FB0BC519}"/>
          </ac:spMkLst>
        </pc:spChg>
        <pc:spChg chg="del">
          <ac:chgData name="Mohammad Salman" userId="cfd6754c-e613-4f6f-bb98-36aef69d8c31" providerId="ADAL" clId="{1BF656CA-4852-421D-907F-F90D3F4790E6}" dt="2023-09-29T19:00:37.915" v="7274" actId="478"/>
          <ac:spMkLst>
            <pc:docMk/>
            <pc:sldMk cId="2286817931" sldId="279"/>
            <ac:spMk id="20" creationId="{9DFD11A2-4797-5A39-5E80-D296EF36BE63}"/>
          </ac:spMkLst>
        </pc:spChg>
        <pc:graphicFrameChg chg="del modGraphic">
          <ac:chgData name="Mohammad Salman" userId="cfd6754c-e613-4f6f-bb98-36aef69d8c31" providerId="ADAL" clId="{1BF656CA-4852-421D-907F-F90D3F4790E6}" dt="2023-09-29T19:07:45.489" v="7346" actId="478"/>
          <ac:graphicFrameMkLst>
            <pc:docMk/>
            <pc:sldMk cId="2286817931" sldId="279"/>
            <ac:graphicFrameMk id="2" creationId="{E195EFDA-85B3-51A6-9720-CB4A97179D05}"/>
          </ac:graphicFrameMkLst>
        </pc:graphicFrameChg>
        <pc:graphicFrameChg chg="del modGraphic">
          <ac:chgData name="Mohammad Salman" userId="cfd6754c-e613-4f6f-bb98-36aef69d8c31" providerId="ADAL" clId="{1BF656CA-4852-421D-907F-F90D3F4790E6}" dt="2023-09-29T19:07:45.489" v="7346" actId="478"/>
          <ac:graphicFrameMkLst>
            <pc:docMk/>
            <pc:sldMk cId="2286817931" sldId="279"/>
            <ac:graphicFrameMk id="3" creationId="{2CCE34CF-434F-6662-71DF-43F6D4D9EEF2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09-29T19:08:11.877" v="7356" actId="207"/>
          <ac:graphicFrameMkLst>
            <pc:docMk/>
            <pc:sldMk cId="2286817931" sldId="279"/>
            <ac:graphicFrameMk id="7" creationId="{FFCE4E5C-44B4-B46E-CB06-00EEB09E6627}"/>
          </ac:graphicFrameMkLst>
        </pc:graphicFrameChg>
        <pc:graphicFrameChg chg="add mod">
          <ac:chgData name="Mohammad Salman" userId="cfd6754c-e613-4f6f-bb98-36aef69d8c31" providerId="ADAL" clId="{1BF656CA-4852-421D-907F-F90D3F4790E6}" dt="2023-09-29T19:07:45.782" v="7347"/>
          <ac:graphicFrameMkLst>
            <pc:docMk/>
            <pc:sldMk cId="2286817931" sldId="279"/>
            <ac:graphicFrameMk id="15" creationId="{EC2D4E86-2D5B-3729-4E6E-34341AE4159C}"/>
          </ac:graphicFrameMkLst>
        </pc:graphicFrameChg>
        <pc:graphicFrameChg chg="add mod">
          <ac:chgData name="Mohammad Salman" userId="cfd6754c-e613-4f6f-bb98-36aef69d8c31" providerId="ADAL" clId="{1BF656CA-4852-421D-907F-F90D3F4790E6}" dt="2023-09-29T19:07:45.782" v="7347"/>
          <ac:graphicFrameMkLst>
            <pc:docMk/>
            <pc:sldMk cId="2286817931" sldId="279"/>
            <ac:graphicFrameMk id="17" creationId="{B77A0CA9-3A91-E8B3-FA2A-2E190ADDA6AA}"/>
          </ac:graphicFrameMkLst>
        </pc:graphicFrameChg>
        <pc:graphicFrameChg chg="add mod">
          <ac:chgData name="Mohammad Salman" userId="cfd6754c-e613-4f6f-bb98-36aef69d8c31" providerId="ADAL" clId="{1BF656CA-4852-421D-907F-F90D3F4790E6}" dt="2023-09-29T19:07:45.782" v="7347"/>
          <ac:graphicFrameMkLst>
            <pc:docMk/>
            <pc:sldMk cId="2286817931" sldId="279"/>
            <ac:graphicFrameMk id="18" creationId="{3F09C7BD-654B-CF11-FAD4-8016786C4214}"/>
          </ac:graphicFrameMkLst>
        </pc:graphicFrameChg>
        <pc:graphicFrameChg chg="del">
          <ac:chgData name="Mohammad Salman" userId="cfd6754c-e613-4f6f-bb98-36aef69d8c31" providerId="ADAL" clId="{1BF656CA-4852-421D-907F-F90D3F4790E6}" dt="2023-09-29T19:07:45.489" v="7346" actId="478"/>
          <ac:graphicFrameMkLst>
            <pc:docMk/>
            <pc:sldMk cId="2286817931" sldId="279"/>
            <ac:graphicFrameMk id="22" creationId="{05DE2D94-3CA6-75EE-6C84-F2DF6A02708E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09-29T19:08:16.532" v="7360" actId="20577"/>
          <ac:graphicFrameMkLst>
            <pc:docMk/>
            <pc:sldMk cId="2286817931" sldId="279"/>
            <ac:graphicFrameMk id="23" creationId="{C06DF3F4-234E-ACCC-CAC1-5444C8785885}"/>
          </ac:graphicFrameMkLst>
        </pc:graphicFrameChg>
        <pc:cxnChg chg="del mod">
          <ac:chgData name="Mohammad Salman" userId="cfd6754c-e613-4f6f-bb98-36aef69d8c31" providerId="ADAL" clId="{1BF656CA-4852-421D-907F-F90D3F4790E6}" dt="2023-09-29T19:07:45.489" v="7346" actId="478"/>
          <ac:cxnSpMkLst>
            <pc:docMk/>
            <pc:sldMk cId="2286817931" sldId="279"/>
            <ac:cxnSpMk id="10" creationId="{94C6573F-B07B-91C0-F9A2-30C26F8865BB}"/>
          </ac:cxnSpMkLst>
        </pc:cxnChg>
        <pc:cxnChg chg="add mod">
          <ac:chgData name="Mohammad Salman" userId="cfd6754c-e613-4f6f-bb98-36aef69d8c31" providerId="ADAL" clId="{1BF656CA-4852-421D-907F-F90D3F4790E6}" dt="2023-09-29T19:07:53.224" v="7350" actId="14100"/>
          <ac:cxnSpMkLst>
            <pc:docMk/>
            <pc:sldMk cId="2286817931" sldId="279"/>
            <ac:cxnSpMk id="11" creationId="{DA303E22-7867-5C30-BB70-30D291EAB562}"/>
          </ac:cxnSpMkLst>
        </pc:cxnChg>
        <pc:cxnChg chg="add mod">
          <ac:chgData name="Mohammad Salman" userId="cfd6754c-e613-4f6f-bb98-36aef69d8c31" providerId="ADAL" clId="{1BF656CA-4852-421D-907F-F90D3F4790E6}" dt="2023-09-29T19:07:45.782" v="7347"/>
          <ac:cxnSpMkLst>
            <pc:docMk/>
            <pc:sldMk cId="2286817931" sldId="279"/>
            <ac:cxnSpMk id="16" creationId="{0A8903E3-4B47-9A02-17CF-DB37B6D4A262}"/>
          </ac:cxnSpMkLst>
        </pc:cxnChg>
        <pc:cxnChg chg="add mod">
          <ac:chgData name="Mohammad Salman" userId="cfd6754c-e613-4f6f-bb98-36aef69d8c31" providerId="ADAL" clId="{1BF656CA-4852-421D-907F-F90D3F4790E6}" dt="2023-09-29T19:07:45.782" v="7347"/>
          <ac:cxnSpMkLst>
            <pc:docMk/>
            <pc:sldMk cId="2286817931" sldId="279"/>
            <ac:cxnSpMk id="21" creationId="{E97BE00F-125A-3030-8D9A-8C9379668A56}"/>
          </ac:cxnSpMkLst>
        </pc:cxnChg>
        <pc:cxnChg chg="mod">
          <ac:chgData name="Mohammad Salman" userId="cfd6754c-e613-4f6f-bb98-36aef69d8c31" providerId="ADAL" clId="{1BF656CA-4852-421D-907F-F90D3F4790E6}" dt="2023-09-29T18:54:09.479" v="7231" actId="1076"/>
          <ac:cxnSpMkLst>
            <pc:docMk/>
            <pc:sldMk cId="2286817931" sldId="279"/>
            <ac:cxnSpMk id="32" creationId="{A4DC1193-A78A-A9BB-CAC8-07BD2CF8C636}"/>
          </ac:cxnSpMkLst>
        </pc:cxnChg>
        <pc:cxnChg chg="del mod">
          <ac:chgData name="Mohammad Salman" userId="cfd6754c-e613-4f6f-bb98-36aef69d8c31" providerId="ADAL" clId="{1BF656CA-4852-421D-907F-F90D3F4790E6}" dt="2023-09-29T19:07:45.489" v="7346" actId="478"/>
          <ac:cxnSpMkLst>
            <pc:docMk/>
            <pc:sldMk cId="2286817931" sldId="279"/>
            <ac:cxnSpMk id="42" creationId="{46AE353A-E3C5-151C-CE00-7C7A6B6C5F25}"/>
          </ac:cxnSpMkLst>
        </pc:cxnChg>
      </pc:sldChg>
      <pc:sldChg chg="addSp delSp modSp add del mod">
        <pc:chgData name="Mohammad Salman" userId="cfd6754c-e613-4f6f-bb98-36aef69d8c31" providerId="ADAL" clId="{1BF656CA-4852-421D-907F-F90D3F4790E6}" dt="2023-10-04T07:58:13.319" v="16765" actId="2696"/>
        <pc:sldMkLst>
          <pc:docMk/>
          <pc:sldMk cId="3073024116" sldId="280"/>
        </pc:sldMkLst>
        <pc:spChg chg="add mod">
          <ac:chgData name="Mohammad Salman" userId="cfd6754c-e613-4f6f-bb98-36aef69d8c31" providerId="ADAL" clId="{1BF656CA-4852-421D-907F-F90D3F4790E6}" dt="2023-09-29T19:02:21.965" v="7308" actId="20577"/>
          <ac:spMkLst>
            <pc:docMk/>
            <pc:sldMk cId="3073024116" sldId="280"/>
            <ac:spMk id="2" creationId="{D46C5380-4E9D-4E16-5CCC-1DE08FCA4095}"/>
          </ac:spMkLst>
        </pc:spChg>
        <pc:spChg chg="del mod">
          <ac:chgData name="Mohammad Salman" userId="cfd6754c-e613-4f6f-bb98-36aef69d8c31" providerId="ADAL" clId="{1BF656CA-4852-421D-907F-F90D3F4790E6}" dt="2023-09-29T19:02:18.173" v="7300" actId="478"/>
          <ac:spMkLst>
            <pc:docMk/>
            <pc:sldMk cId="3073024116" sldId="280"/>
            <ac:spMk id="6" creationId="{0BDCCA9C-F6F4-31E9-DB45-DFC215FA847D}"/>
          </ac:spMkLst>
        </pc:spChg>
        <pc:spChg chg="del">
          <ac:chgData name="Mohammad Salman" userId="cfd6754c-e613-4f6f-bb98-36aef69d8c31" providerId="ADAL" clId="{1BF656CA-4852-421D-907F-F90D3F4790E6}" dt="2023-09-29T19:00:20.898" v="7270" actId="478"/>
          <ac:spMkLst>
            <pc:docMk/>
            <pc:sldMk cId="3073024116" sldId="280"/>
            <ac:spMk id="20" creationId="{9DFD11A2-4797-5A39-5E80-D296EF36BE63}"/>
          </ac:spMkLst>
        </pc:spChg>
      </pc:sldChg>
      <pc:sldChg chg="modSp new add del mod ord setBg">
        <pc:chgData name="Mohammad Salman" userId="cfd6754c-e613-4f6f-bb98-36aef69d8c31" providerId="ADAL" clId="{1BF656CA-4852-421D-907F-F90D3F4790E6}" dt="2023-10-04T08:00:47.623" v="16768" actId="2696"/>
        <pc:sldMkLst>
          <pc:docMk/>
          <pc:sldMk cId="3678426420" sldId="281"/>
        </pc:sldMkLst>
        <pc:spChg chg="mod">
          <ac:chgData name="Mohammad Salman" userId="cfd6754c-e613-4f6f-bb98-36aef69d8c31" providerId="ADAL" clId="{1BF656CA-4852-421D-907F-F90D3F4790E6}" dt="2023-10-03T14:25:24.154" v="16713" actId="20577"/>
          <ac:spMkLst>
            <pc:docMk/>
            <pc:sldMk cId="3678426420" sldId="281"/>
            <ac:spMk id="2" creationId="{56DD1D6C-06C4-7896-38F3-2872C7154112}"/>
          </ac:spMkLst>
        </pc:spChg>
        <pc:spChg chg="mod">
          <ac:chgData name="Mohammad Salman" userId="cfd6754c-e613-4f6f-bb98-36aef69d8c31" providerId="ADAL" clId="{1BF656CA-4852-421D-907F-F90D3F4790E6}" dt="2023-10-03T14:25:45.849" v="16764" actId="6549"/>
          <ac:spMkLst>
            <pc:docMk/>
            <pc:sldMk cId="3678426420" sldId="281"/>
            <ac:spMk id="3" creationId="{FD50BBDE-C8B1-6B10-D829-D66C7F466A02}"/>
          </ac:spMkLst>
        </pc:spChg>
      </pc:sldChg>
      <pc:sldChg chg="modSp add del mod setBg">
        <pc:chgData name="Mohammad Salman" userId="cfd6754c-e613-4f6f-bb98-36aef69d8c31" providerId="ADAL" clId="{1BF656CA-4852-421D-907F-F90D3F4790E6}" dt="2023-10-04T07:58:13.319" v="16765" actId="2696"/>
        <pc:sldMkLst>
          <pc:docMk/>
          <pc:sldMk cId="975659623" sldId="282"/>
        </pc:sldMkLst>
        <pc:spChg chg="mod">
          <ac:chgData name="Mohammad Salman" userId="cfd6754c-e613-4f6f-bb98-36aef69d8c31" providerId="ADAL" clId="{1BF656CA-4852-421D-907F-F90D3F4790E6}" dt="2023-10-03T05:07:44.925" v="8404" actId="400"/>
          <ac:spMkLst>
            <pc:docMk/>
            <pc:sldMk cId="975659623" sldId="282"/>
            <ac:spMk id="3" creationId="{691813BE-891F-A378-082E-6B257136C482}"/>
          </ac:spMkLst>
        </pc:spChg>
      </pc:sldChg>
      <pc:sldChg chg="modSp new del mod setBg">
        <pc:chgData name="Mohammad Salman" userId="cfd6754c-e613-4f6f-bb98-36aef69d8c31" providerId="ADAL" clId="{1BF656CA-4852-421D-907F-F90D3F4790E6}" dt="2023-10-04T07:58:13.319" v="16765" actId="2696"/>
        <pc:sldMkLst>
          <pc:docMk/>
          <pc:sldMk cId="3381526819" sldId="283"/>
        </pc:sldMkLst>
        <pc:spChg chg="mod">
          <ac:chgData name="Mohammad Salman" userId="cfd6754c-e613-4f6f-bb98-36aef69d8c31" providerId="ADAL" clId="{1BF656CA-4852-421D-907F-F90D3F4790E6}" dt="2023-10-03T04:56:02.515" v="8357" actId="20577"/>
          <ac:spMkLst>
            <pc:docMk/>
            <pc:sldMk cId="3381526819" sldId="283"/>
            <ac:spMk id="3" creationId="{28589CC7-D2EB-6A3B-9C8D-9876B5A3226A}"/>
          </ac:spMkLst>
        </pc:spChg>
      </pc:sldChg>
      <pc:sldChg chg="addSp delSp modSp new mod setBg modClrScheme chgLayout">
        <pc:chgData name="Mohammad Salman" userId="cfd6754c-e613-4f6f-bb98-36aef69d8c31" providerId="ADAL" clId="{1BF656CA-4852-421D-907F-F90D3F4790E6}" dt="2023-10-04T08:04:39.592" v="16841" actId="20577"/>
        <pc:sldMkLst>
          <pc:docMk/>
          <pc:sldMk cId="1732012389" sldId="284"/>
        </pc:sldMkLst>
        <pc:spChg chg="del">
          <ac:chgData name="Mohammad Salman" userId="cfd6754c-e613-4f6f-bb98-36aef69d8c31" providerId="ADAL" clId="{1BF656CA-4852-421D-907F-F90D3F4790E6}" dt="2023-10-03T05:08:16.024" v="8406" actId="478"/>
          <ac:spMkLst>
            <pc:docMk/>
            <pc:sldMk cId="1732012389" sldId="284"/>
            <ac:spMk id="2" creationId="{77EEFC4E-E47D-C902-EAF3-6E876D6CB7AC}"/>
          </ac:spMkLst>
        </pc:spChg>
        <pc:spChg chg="del">
          <ac:chgData name="Mohammad Salman" userId="cfd6754c-e613-4f6f-bb98-36aef69d8c31" providerId="ADAL" clId="{1BF656CA-4852-421D-907F-F90D3F4790E6}" dt="2023-10-03T05:08:16.024" v="8406" actId="478"/>
          <ac:spMkLst>
            <pc:docMk/>
            <pc:sldMk cId="1732012389" sldId="284"/>
            <ac:spMk id="3" creationId="{D39F2E6F-6C9A-58C2-A496-FE6F568FE43C}"/>
          </ac:spMkLst>
        </pc:spChg>
        <pc:spChg chg="add mod">
          <ac:chgData name="Mohammad Salman" userId="cfd6754c-e613-4f6f-bb98-36aef69d8c31" providerId="ADAL" clId="{1BF656CA-4852-421D-907F-F90D3F4790E6}" dt="2023-10-03T06:04:39.627" v="9783" actId="21"/>
          <ac:spMkLst>
            <pc:docMk/>
            <pc:sldMk cId="1732012389" sldId="284"/>
            <ac:spMk id="4" creationId="{D35AF794-2FF7-425F-BBDA-B0600AEAD8B0}"/>
          </ac:spMkLst>
        </pc:spChg>
        <pc:spChg chg="add mod">
          <ac:chgData name="Mohammad Salman" userId="cfd6754c-e613-4f6f-bb98-36aef69d8c31" providerId="ADAL" clId="{1BF656CA-4852-421D-907F-F90D3F4790E6}" dt="2023-10-04T08:04:39.592" v="16841" actId="20577"/>
          <ac:spMkLst>
            <pc:docMk/>
            <pc:sldMk cId="1732012389" sldId="284"/>
            <ac:spMk id="5" creationId="{FB4E85EB-A8BE-BF84-E596-F44D9DCBBC59}"/>
          </ac:spMkLst>
        </pc:spChg>
      </pc:sldChg>
      <pc:sldChg chg="addSp delSp modSp new mod setBg modClrScheme chgLayout">
        <pc:chgData name="Mohammad Salman" userId="cfd6754c-e613-4f6f-bb98-36aef69d8c31" providerId="ADAL" clId="{1BF656CA-4852-421D-907F-F90D3F4790E6}" dt="2023-10-03T05:34:43.146" v="8442" actId="2711"/>
        <pc:sldMkLst>
          <pc:docMk/>
          <pc:sldMk cId="901856056" sldId="285"/>
        </pc:sldMkLst>
        <pc:spChg chg="del mod ord">
          <ac:chgData name="Mohammad Salman" userId="cfd6754c-e613-4f6f-bb98-36aef69d8c31" providerId="ADAL" clId="{1BF656CA-4852-421D-907F-F90D3F4790E6}" dt="2023-10-03T05:34:27.376" v="8413" actId="700"/>
          <ac:spMkLst>
            <pc:docMk/>
            <pc:sldMk cId="901856056" sldId="285"/>
            <ac:spMk id="2" creationId="{380AA66A-AEE5-757C-7FC4-44688BD95941}"/>
          </ac:spMkLst>
        </pc:spChg>
        <pc:spChg chg="del mod ord">
          <ac:chgData name="Mohammad Salman" userId="cfd6754c-e613-4f6f-bb98-36aef69d8c31" providerId="ADAL" clId="{1BF656CA-4852-421D-907F-F90D3F4790E6}" dt="2023-10-03T05:34:27.376" v="8413" actId="700"/>
          <ac:spMkLst>
            <pc:docMk/>
            <pc:sldMk cId="901856056" sldId="285"/>
            <ac:spMk id="3" creationId="{1806BC71-2FE4-A9BF-66EF-911CF36F03A3}"/>
          </ac:spMkLst>
        </pc:spChg>
        <pc:spChg chg="add mod ord">
          <ac:chgData name="Mohammad Salman" userId="cfd6754c-e613-4f6f-bb98-36aef69d8c31" providerId="ADAL" clId="{1BF656CA-4852-421D-907F-F90D3F4790E6}" dt="2023-10-03T05:34:43.146" v="8442" actId="2711"/>
          <ac:spMkLst>
            <pc:docMk/>
            <pc:sldMk cId="901856056" sldId="285"/>
            <ac:spMk id="4" creationId="{98B45F5D-F911-037D-8BDC-2B6F96C0808C}"/>
          </ac:spMkLst>
        </pc:spChg>
        <pc:spChg chg="add mod ord">
          <ac:chgData name="Mohammad Salman" userId="cfd6754c-e613-4f6f-bb98-36aef69d8c31" providerId="ADAL" clId="{1BF656CA-4852-421D-907F-F90D3F4790E6}" dt="2023-10-03T05:34:27.376" v="8413" actId="700"/>
          <ac:spMkLst>
            <pc:docMk/>
            <pc:sldMk cId="901856056" sldId="285"/>
            <ac:spMk id="5" creationId="{2956DC11-18F7-B322-EF7E-B53354FCC50B}"/>
          </ac:spMkLst>
        </pc:spChg>
      </pc:sldChg>
      <pc:sldChg chg="modSp new mod">
        <pc:chgData name="Mohammad Salman" userId="cfd6754c-e613-4f6f-bb98-36aef69d8c31" providerId="ADAL" clId="{1BF656CA-4852-421D-907F-F90D3F4790E6}" dt="2023-10-03T05:48:32.085" v="9286" actId="20577"/>
        <pc:sldMkLst>
          <pc:docMk/>
          <pc:sldMk cId="2571669779" sldId="286"/>
        </pc:sldMkLst>
        <pc:spChg chg="mod">
          <ac:chgData name="Mohammad Salman" userId="cfd6754c-e613-4f6f-bb98-36aef69d8c31" providerId="ADAL" clId="{1BF656CA-4852-421D-907F-F90D3F4790E6}" dt="2023-10-03T05:35:03.248" v="8461" actId="2711"/>
          <ac:spMkLst>
            <pc:docMk/>
            <pc:sldMk cId="2571669779" sldId="286"/>
            <ac:spMk id="2" creationId="{2C72BDCE-7F71-0E7E-5B7C-B2494FAE4DD6}"/>
          </ac:spMkLst>
        </pc:spChg>
        <pc:spChg chg="mod">
          <ac:chgData name="Mohammad Salman" userId="cfd6754c-e613-4f6f-bb98-36aef69d8c31" providerId="ADAL" clId="{1BF656CA-4852-421D-907F-F90D3F4790E6}" dt="2023-10-03T05:48:32.085" v="9286" actId="20577"/>
          <ac:spMkLst>
            <pc:docMk/>
            <pc:sldMk cId="2571669779" sldId="286"/>
            <ac:spMk id="3" creationId="{89ED1BCF-4ECF-5697-AB0B-C9A02F7823B3}"/>
          </ac:spMkLst>
        </pc:spChg>
      </pc:sldChg>
      <pc:sldChg chg="addSp delSp modSp add mod">
        <pc:chgData name="Mohammad Salman" userId="cfd6754c-e613-4f6f-bb98-36aef69d8c31" providerId="ADAL" clId="{1BF656CA-4852-421D-907F-F90D3F4790E6}" dt="2023-10-03T05:50:29.043" v="9407" actId="1076"/>
        <pc:sldMkLst>
          <pc:docMk/>
          <pc:sldMk cId="3294830820" sldId="287"/>
        </pc:sldMkLst>
        <pc:spChg chg="mod">
          <ac:chgData name="Mohammad Salman" userId="cfd6754c-e613-4f6f-bb98-36aef69d8c31" providerId="ADAL" clId="{1BF656CA-4852-421D-907F-F90D3F4790E6}" dt="2023-10-03T05:50:18.967" v="9402" actId="21"/>
          <ac:spMkLst>
            <pc:docMk/>
            <pc:sldMk cId="3294830820" sldId="287"/>
            <ac:spMk id="3" creationId="{89ED1BCF-4ECF-5697-AB0B-C9A02F7823B3}"/>
          </ac:spMkLst>
        </pc:spChg>
        <pc:picChg chg="add del mod">
          <ac:chgData name="Mohammad Salman" userId="cfd6754c-e613-4f6f-bb98-36aef69d8c31" providerId="ADAL" clId="{1BF656CA-4852-421D-907F-F90D3F4790E6}" dt="2023-10-03T05:50:15.989" v="9399"/>
          <ac:picMkLst>
            <pc:docMk/>
            <pc:sldMk cId="3294830820" sldId="287"/>
            <ac:picMk id="4" creationId="{EE94D443-1002-F6D5-762C-61C94DA373DF}"/>
          </ac:picMkLst>
        </pc:picChg>
        <pc:picChg chg="add mod">
          <ac:chgData name="Mohammad Salman" userId="cfd6754c-e613-4f6f-bb98-36aef69d8c31" providerId="ADAL" clId="{1BF656CA-4852-421D-907F-F90D3F4790E6}" dt="2023-10-03T05:50:29.043" v="9407" actId="1076"/>
          <ac:picMkLst>
            <pc:docMk/>
            <pc:sldMk cId="3294830820" sldId="287"/>
            <ac:picMk id="5" creationId="{E64FB125-DC4B-FC5F-897E-2C56674C9F30}"/>
          </ac:picMkLst>
        </pc:picChg>
      </pc:sldChg>
      <pc:sldChg chg="addSp delSp modSp add mod setBg">
        <pc:chgData name="Mohammad Salman" userId="cfd6754c-e613-4f6f-bb98-36aef69d8c31" providerId="ADAL" clId="{1BF656CA-4852-421D-907F-F90D3F4790E6}" dt="2023-10-03T05:53:52.572" v="9707" actId="20577"/>
        <pc:sldMkLst>
          <pc:docMk/>
          <pc:sldMk cId="3460360368" sldId="288"/>
        </pc:sldMkLst>
        <pc:spChg chg="mod">
          <ac:chgData name="Mohammad Salman" userId="cfd6754c-e613-4f6f-bb98-36aef69d8c31" providerId="ADAL" clId="{1BF656CA-4852-421D-907F-F90D3F4790E6}" dt="2023-10-03T05:50:48.116" v="9441" actId="20577"/>
          <ac:spMkLst>
            <pc:docMk/>
            <pc:sldMk cId="3460360368" sldId="288"/>
            <ac:spMk id="2" creationId="{2C72BDCE-7F71-0E7E-5B7C-B2494FAE4DD6}"/>
          </ac:spMkLst>
        </pc:spChg>
        <pc:spChg chg="mod">
          <ac:chgData name="Mohammad Salman" userId="cfd6754c-e613-4f6f-bb98-36aef69d8c31" providerId="ADAL" clId="{1BF656CA-4852-421D-907F-F90D3F4790E6}" dt="2023-10-03T05:53:52.572" v="9707" actId="20577"/>
          <ac:spMkLst>
            <pc:docMk/>
            <pc:sldMk cId="3460360368" sldId="288"/>
            <ac:spMk id="3" creationId="{89ED1BCF-4ECF-5697-AB0B-C9A02F7823B3}"/>
          </ac:spMkLst>
        </pc:spChg>
        <pc:picChg chg="add del mod">
          <ac:chgData name="Mohammad Salman" userId="cfd6754c-e613-4f6f-bb98-36aef69d8c31" providerId="ADAL" clId="{1BF656CA-4852-421D-907F-F90D3F4790E6}" dt="2023-10-03T05:50:24.484" v="9405" actId="21"/>
          <ac:picMkLst>
            <pc:docMk/>
            <pc:sldMk cId="3460360368" sldId="288"/>
            <ac:picMk id="5" creationId="{EBBB209F-F73E-4C9E-63D9-85DC507C1A03}"/>
          </ac:picMkLst>
        </pc:picChg>
        <pc:picChg chg="add del mod">
          <ac:chgData name="Mohammad Salman" userId="cfd6754c-e613-4f6f-bb98-36aef69d8c31" providerId="ADAL" clId="{1BF656CA-4852-421D-907F-F90D3F4790E6}" dt="2023-10-03T05:50:13.966" v="9397"/>
          <ac:picMkLst>
            <pc:docMk/>
            <pc:sldMk cId="3460360368" sldId="288"/>
            <ac:picMk id="6" creationId="{EA60DF54-BCF7-88DD-C3B2-E8ED77C72DA5}"/>
          </ac:picMkLst>
        </pc:picChg>
      </pc:sldChg>
      <pc:sldChg chg="addSp delSp modSp new mod modAnim">
        <pc:chgData name="Mohammad Salman" userId="cfd6754c-e613-4f6f-bb98-36aef69d8c31" providerId="ADAL" clId="{1BF656CA-4852-421D-907F-F90D3F4790E6}" dt="2023-10-03T11:36:02.570" v="15476" actId="6549"/>
        <pc:sldMkLst>
          <pc:docMk/>
          <pc:sldMk cId="3485950563" sldId="289"/>
        </pc:sldMkLst>
        <pc:spChg chg="del">
          <ac:chgData name="Mohammad Salman" userId="cfd6754c-e613-4f6f-bb98-36aef69d8c31" providerId="ADAL" clId="{1BF656CA-4852-421D-907F-F90D3F4790E6}" dt="2023-10-03T06:05:04.076" v="9841" actId="478"/>
          <ac:spMkLst>
            <pc:docMk/>
            <pc:sldMk cId="3485950563" sldId="289"/>
            <ac:spMk id="2" creationId="{66642E4F-2E0E-A2A4-10C9-B50AAEF64209}"/>
          </ac:spMkLst>
        </pc:spChg>
        <pc:spChg chg="del">
          <ac:chgData name="Mohammad Salman" userId="cfd6754c-e613-4f6f-bb98-36aef69d8c31" providerId="ADAL" clId="{1BF656CA-4852-421D-907F-F90D3F4790E6}" dt="2023-10-03T06:05:04.076" v="9841" actId="478"/>
          <ac:spMkLst>
            <pc:docMk/>
            <pc:sldMk cId="3485950563" sldId="289"/>
            <ac:spMk id="3" creationId="{948A4C40-35E7-95B7-626C-3FE2E928964D}"/>
          </ac:spMkLst>
        </pc:spChg>
        <pc:spChg chg="add mod">
          <ac:chgData name="Mohammad Salman" userId="cfd6754c-e613-4f6f-bb98-36aef69d8c31" providerId="ADAL" clId="{1BF656CA-4852-421D-907F-F90D3F4790E6}" dt="2023-10-03T11:36:02.570" v="15476" actId="6549"/>
          <ac:spMkLst>
            <pc:docMk/>
            <pc:sldMk cId="3485950563" sldId="289"/>
            <ac:spMk id="5" creationId="{93C0FFE5-0CF6-A063-59AE-D1D525B249ED}"/>
          </ac:spMkLst>
        </pc:spChg>
        <pc:spChg chg="add mod">
          <ac:chgData name="Mohammad Salman" userId="cfd6754c-e613-4f6f-bb98-36aef69d8c31" providerId="ADAL" clId="{1BF656CA-4852-421D-907F-F90D3F4790E6}" dt="2023-10-03T06:08:04.439" v="10074" actId="20577"/>
          <ac:spMkLst>
            <pc:docMk/>
            <pc:sldMk cId="3485950563" sldId="289"/>
            <ac:spMk id="6" creationId="{2E9AFC71-F0FF-64E8-2503-089DE804D171}"/>
          </ac:spMkLst>
        </pc:spChg>
      </pc:sldChg>
      <pc:sldChg chg="modSp add mod modAnim">
        <pc:chgData name="Mohammad Salman" userId="cfd6754c-e613-4f6f-bb98-36aef69d8c31" providerId="ADAL" clId="{1BF656CA-4852-421D-907F-F90D3F4790E6}" dt="2023-10-04T08:05:06.159" v="16846" actId="20577"/>
        <pc:sldMkLst>
          <pc:docMk/>
          <pc:sldMk cId="69768099" sldId="290"/>
        </pc:sldMkLst>
        <pc:spChg chg="mod">
          <ac:chgData name="Mohammad Salman" userId="cfd6754c-e613-4f6f-bb98-36aef69d8c31" providerId="ADAL" clId="{1BF656CA-4852-421D-907F-F90D3F4790E6}" dt="2023-10-03T11:27:14.056" v="14997" actId="20577"/>
          <ac:spMkLst>
            <pc:docMk/>
            <pc:sldMk cId="69768099" sldId="290"/>
            <ac:spMk id="5" creationId="{93C0FFE5-0CF6-A063-59AE-D1D525B249ED}"/>
          </ac:spMkLst>
        </pc:spChg>
        <pc:spChg chg="mod">
          <ac:chgData name="Mohammad Salman" userId="cfd6754c-e613-4f6f-bb98-36aef69d8c31" providerId="ADAL" clId="{1BF656CA-4852-421D-907F-F90D3F4790E6}" dt="2023-10-04T08:05:06.159" v="16846" actId="20577"/>
          <ac:spMkLst>
            <pc:docMk/>
            <pc:sldMk cId="69768099" sldId="290"/>
            <ac:spMk id="6" creationId="{2E9AFC71-F0FF-64E8-2503-089DE804D171}"/>
          </ac:spMkLst>
        </pc:spChg>
      </pc:sldChg>
      <pc:sldChg chg="addSp delSp modSp add mod">
        <pc:chgData name="Mohammad Salman" userId="cfd6754c-e613-4f6f-bb98-36aef69d8c31" providerId="ADAL" clId="{1BF656CA-4852-421D-907F-F90D3F4790E6}" dt="2023-10-04T14:47:48.826" v="18200" actId="20577"/>
        <pc:sldMkLst>
          <pc:docMk/>
          <pc:sldMk cId="2734975085" sldId="291"/>
        </pc:sldMkLst>
        <pc:spChg chg="add mod">
          <ac:chgData name="Mohammad Salman" userId="cfd6754c-e613-4f6f-bb98-36aef69d8c31" providerId="ADAL" clId="{1BF656CA-4852-421D-907F-F90D3F4790E6}" dt="2023-10-03T06:12:10.585" v="10338" actId="1076"/>
          <ac:spMkLst>
            <pc:docMk/>
            <pc:sldMk cId="2734975085" sldId="291"/>
            <ac:spMk id="3" creationId="{9B33F322-AD21-B327-595A-94794CA298AB}"/>
          </ac:spMkLst>
        </pc:spChg>
        <pc:spChg chg="mod">
          <ac:chgData name="Mohammad Salman" userId="cfd6754c-e613-4f6f-bb98-36aef69d8c31" providerId="ADAL" clId="{1BF656CA-4852-421D-907F-F90D3F4790E6}" dt="2023-10-03T11:27:18.883" v="14999"/>
          <ac:spMkLst>
            <pc:docMk/>
            <pc:sldMk cId="2734975085" sldId="291"/>
            <ac:spMk id="5" creationId="{93C0FFE5-0CF6-A063-59AE-D1D525B249ED}"/>
          </ac:spMkLst>
        </pc:spChg>
        <pc:spChg chg="mod">
          <ac:chgData name="Mohammad Salman" userId="cfd6754c-e613-4f6f-bb98-36aef69d8c31" providerId="ADAL" clId="{1BF656CA-4852-421D-907F-F90D3F4790E6}" dt="2023-10-04T14:40:30.162" v="18016" actId="20577"/>
          <ac:spMkLst>
            <pc:docMk/>
            <pc:sldMk cId="2734975085" sldId="291"/>
            <ac:spMk id="6" creationId="{2E9AFC71-F0FF-64E8-2503-089DE804D171}"/>
          </ac:spMkLst>
        </pc:spChg>
        <pc:spChg chg="add del mod">
          <ac:chgData name="Mohammad Salman" userId="cfd6754c-e613-4f6f-bb98-36aef69d8c31" providerId="ADAL" clId="{1BF656CA-4852-421D-907F-F90D3F4790E6}" dt="2023-10-03T06:28:29.875" v="10848" actId="478"/>
          <ac:spMkLst>
            <pc:docMk/>
            <pc:sldMk cId="2734975085" sldId="291"/>
            <ac:spMk id="8" creationId="{35AE56DD-ACB9-EC98-0BE9-2208A4E7666A}"/>
          </ac:spMkLst>
        </pc:spChg>
        <pc:spChg chg="add mod">
          <ac:chgData name="Mohammad Salman" userId="cfd6754c-e613-4f6f-bb98-36aef69d8c31" providerId="ADAL" clId="{1BF656CA-4852-421D-907F-F90D3F4790E6}" dt="2023-10-04T13:46:58.735" v="16862" actId="1076"/>
          <ac:spMkLst>
            <pc:docMk/>
            <pc:sldMk cId="2734975085" sldId="291"/>
            <ac:spMk id="10" creationId="{FA45195A-061C-5E76-A261-2AB4E51C1123}"/>
          </ac:spMkLst>
        </pc:spChg>
        <pc:spChg chg="add mod">
          <ac:chgData name="Mohammad Salman" userId="cfd6754c-e613-4f6f-bb98-36aef69d8c31" providerId="ADAL" clId="{1BF656CA-4852-421D-907F-F90D3F4790E6}" dt="2023-10-04T13:46:59.031" v="16863" actId="14100"/>
          <ac:spMkLst>
            <pc:docMk/>
            <pc:sldMk cId="2734975085" sldId="291"/>
            <ac:spMk id="11" creationId="{C74EC098-A477-D682-7A25-90489F453CEA}"/>
          </ac:spMkLst>
        </pc:spChg>
        <pc:graphicFrameChg chg="add mod modGraphic">
          <ac:chgData name="Mohammad Salman" userId="cfd6754c-e613-4f6f-bb98-36aef69d8c31" providerId="ADAL" clId="{1BF656CA-4852-421D-907F-F90D3F4790E6}" dt="2023-10-04T13:46:59.560" v="16864" actId="1076"/>
          <ac:graphicFrameMkLst>
            <pc:docMk/>
            <pc:sldMk cId="2734975085" sldId="291"/>
            <ac:graphicFrameMk id="4" creationId="{44C0794B-7461-EF57-F34D-413B31F6F62A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10-04T14:47:48.826" v="18200" actId="20577"/>
          <ac:graphicFrameMkLst>
            <pc:docMk/>
            <pc:sldMk cId="2734975085" sldId="291"/>
            <ac:graphicFrameMk id="7" creationId="{FFCC71D7-7623-F728-EF70-E74C49E41817}"/>
          </ac:graphicFrameMkLst>
        </pc:graphicFrameChg>
      </pc:sldChg>
      <pc:sldChg chg="addSp delSp modSp add mod modAnim">
        <pc:chgData name="Mohammad Salman" userId="cfd6754c-e613-4f6f-bb98-36aef69d8c31" providerId="ADAL" clId="{1BF656CA-4852-421D-907F-F90D3F4790E6}" dt="2023-10-04T14:48:07.446" v="18202"/>
        <pc:sldMkLst>
          <pc:docMk/>
          <pc:sldMk cId="2638051401" sldId="292"/>
        </pc:sldMkLst>
        <pc:spChg chg="del mod">
          <ac:chgData name="Mohammad Salman" userId="cfd6754c-e613-4f6f-bb98-36aef69d8c31" providerId="ADAL" clId="{1BF656CA-4852-421D-907F-F90D3F4790E6}" dt="2023-10-03T06:20:06.170" v="10612" actId="478"/>
          <ac:spMkLst>
            <pc:docMk/>
            <pc:sldMk cId="2638051401" sldId="292"/>
            <ac:spMk id="3" creationId="{9B33F322-AD21-B327-595A-94794CA298AB}"/>
          </ac:spMkLst>
        </pc:spChg>
        <pc:spChg chg="del">
          <ac:chgData name="Mohammad Salman" userId="cfd6754c-e613-4f6f-bb98-36aef69d8c31" providerId="ADAL" clId="{1BF656CA-4852-421D-907F-F90D3F4790E6}" dt="2023-10-03T06:18:19.646" v="10562" actId="478"/>
          <ac:spMkLst>
            <pc:docMk/>
            <pc:sldMk cId="2638051401" sldId="292"/>
            <ac:spMk id="5" creationId="{93C0FFE5-0CF6-A063-59AE-D1D525B249ED}"/>
          </ac:spMkLst>
        </pc:spChg>
        <pc:spChg chg="mod">
          <ac:chgData name="Mohammad Salman" userId="cfd6754c-e613-4f6f-bb98-36aef69d8c31" providerId="ADAL" clId="{1BF656CA-4852-421D-907F-F90D3F4790E6}" dt="2023-10-03T06:26:45.684" v="10817" actId="20577"/>
          <ac:spMkLst>
            <pc:docMk/>
            <pc:sldMk cId="2638051401" sldId="292"/>
            <ac:spMk id="6" creationId="{2E9AFC71-F0FF-64E8-2503-089DE804D171}"/>
          </ac:spMkLst>
        </pc:spChg>
        <pc:spChg chg="mod">
          <ac:chgData name="Mohammad Salman" userId="cfd6754c-e613-4f6f-bb98-36aef69d8c31" providerId="ADAL" clId="{1BF656CA-4852-421D-907F-F90D3F4790E6}" dt="2023-10-03T11:42:35.606" v="15485" actId="1076"/>
          <ac:spMkLst>
            <pc:docMk/>
            <pc:sldMk cId="2638051401" sldId="292"/>
            <ac:spMk id="8" creationId="{35AE56DD-ACB9-EC98-0BE9-2208A4E7666A}"/>
          </ac:spMkLst>
        </pc:spChg>
        <pc:spChg chg="add mod">
          <ac:chgData name="Mohammad Salman" userId="cfd6754c-e613-4f6f-bb98-36aef69d8c31" providerId="ADAL" clId="{1BF656CA-4852-421D-907F-F90D3F4790E6}" dt="2023-10-03T06:29:44.392" v="10875" actId="1076"/>
          <ac:spMkLst>
            <pc:docMk/>
            <pc:sldMk cId="2638051401" sldId="292"/>
            <ac:spMk id="9" creationId="{4FBA79D3-6375-4F37-D47D-575D595DB6A6}"/>
          </ac:spMkLst>
        </pc:spChg>
        <pc:spChg chg="add del mod">
          <ac:chgData name="Mohammad Salman" userId="cfd6754c-e613-4f6f-bb98-36aef69d8c31" providerId="ADAL" clId="{1BF656CA-4852-421D-907F-F90D3F4790E6}" dt="2023-10-03T06:25:05.354" v="10624" actId="478"/>
          <ac:spMkLst>
            <pc:docMk/>
            <pc:sldMk cId="2638051401" sldId="292"/>
            <ac:spMk id="10" creationId="{FA45195A-061C-5E76-A261-2AB4E51C1123}"/>
          </ac:spMkLst>
        </pc:spChg>
        <pc:spChg chg="add mod">
          <ac:chgData name="Mohammad Salman" userId="cfd6754c-e613-4f6f-bb98-36aef69d8c31" providerId="ADAL" clId="{1BF656CA-4852-421D-907F-F90D3F4790E6}" dt="2023-10-03T11:42:47.987" v="15487" actId="1076"/>
          <ac:spMkLst>
            <pc:docMk/>
            <pc:sldMk cId="2638051401" sldId="292"/>
            <ac:spMk id="26" creationId="{E4CD4D76-6F24-334F-BAA0-0CB3D6B8ABA0}"/>
          </ac:spMkLst>
        </pc:spChg>
        <pc:spChg chg="add mod">
          <ac:chgData name="Mohammad Salman" userId="cfd6754c-e613-4f6f-bb98-36aef69d8c31" providerId="ADAL" clId="{1BF656CA-4852-421D-907F-F90D3F4790E6}" dt="2023-10-03T11:43:13.033" v="15490" actId="1076"/>
          <ac:spMkLst>
            <pc:docMk/>
            <pc:sldMk cId="2638051401" sldId="292"/>
            <ac:spMk id="27" creationId="{8166C79F-9256-5387-DB8A-E2D91A059CDE}"/>
          </ac:spMkLst>
        </pc:spChg>
        <pc:graphicFrameChg chg="mod modGraphic">
          <ac:chgData name="Mohammad Salman" userId="cfd6754c-e613-4f6f-bb98-36aef69d8c31" providerId="ADAL" clId="{1BF656CA-4852-421D-907F-F90D3F4790E6}" dt="2023-10-03T11:42:35.606" v="15485" actId="1076"/>
          <ac:graphicFrameMkLst>
            <pc:docMk/>
            <pc:sldMk cId="2638051401" sldId="292"/>
            <ac:graphicFrameMk id="4" creationId="{44C0794B-7461-EF57-F34D-413B31F6F62A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10-04T14:48:04.419" v="18201"/>
          <ac:graphicFrameMkLst>
            <pc:docMk/>
            <pc:sldMk cId="2638051401" sldId="292"/>
            <ac:graphicFrameMk id="7" creationId="{FFCC71D7-7623-F728-EF70-E74C49E41817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10-03T11:42:35.606" v="15485" actId="1076"/>
          <ac:graphicFrameMkLst>
            <pc:docMk/>
            <pc:sldMk cId="2638051401" sldId="292"/>
            <ac:graphicFrameMk id="11" creationId="{92AC4890-A780-8B58-7825-0D927E0CCC0E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10-03T11:45:12.804" v="15504" actId="6549"/>
          <ac:graphicFrameMkLst>
            <pc:docMk/>
            <pc:sldMk cId="2638051401" sldId="292"/>
            <ac:graphicFrameMk id="24" creationId="{F62F959F-B982-2B2E-D7D2-62BE90C511C8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10-04T14:48:07.446" v="18202"/>
          <ac:graphicFrameMkLst>
            <pc:docMk/>
            <pc:sldMk cId="2638051401" sldId="292"/>
            <ac:graphicFrameMk id="25" creationId="{10EE3662-35AF-2E84-FC18-EDB33CD19B39}"/>
          </ac:graphicFrameMkLst>
        </pc:graphicFrameChg>
        <pc:cxnChg chg="add mod">
          <ac:chgData name="Mohammad Salman" userId="cfd6754c-e613-4f6f-bb98-36aef69d8c31" providerId="ADAL" clId="{1BF656CA-4852-421D-907F-F90D3F4790E6}" dt="2023-10-03T11:42:35.606" v="15485" actId="1076"/>
          <ac:cxnSpMkLst>
            <pc:docMk/>
            <pc:sldMk cId="2638051401" sldId="292"/>
            <ac:cxnSpMk id="12" creationId="{6A5425C6-147D-8AC5-BD67-0FEFEA20F9E3}"/>
          </ac:cxnSpMkLst>
        </pc:cxnChg>
        <pc:cxnChg chg="add mod">
          <ac:chgData name="Mohammad Salman" userId="cfd6754c-e613-4f6f-bb98-36aef69d8c31" providerId="ADAL" clId="{1BF656CA-4852-421D-907F-F90D3F4790E6}" dt="2023-10-03T11:42:35.606" v="15485" actId="1076"/>
          <ac:cxnSpMkLst>
            <pc:docMk/>
            <pc:sldMk cId="2638051401" sldId="292"/>
            <ac:cxnSpMk id="16" creationId="{191A83C7-60BB-CA19-2E41-907C8DF97CF6}"/>
          </ac:cxnSpMkLst>
        </pc:cxnChg>
      </pc:sldChg>
      <pc:sldChg chg="addSp delSp modSp new mod modClrScheme chgLayout">
        <pc:chgData name="Mohammad Salman" userId="cfd6754c-e613-4f6f-bb98-36aef69d8c31" providerId="ADAL" clId="{1BF656CA-4852-421D-907F-F90D3F4790E6}" dt="2023-10-04T14:46:02.263" v="18196" actId="20577"/>
        <pc:sldMkLst>
          <pc:docMk/>
          <pc:sldMk cId="3167970105" sldId="293"/>
        </pc:sldMkLst>
        <pc:spChg chg="del">
          <ac:chgData name="Mohammad Salman" userId="cfd6754c-e613-4f6f-bb98-36aef69d8c31" providerId="ADAL" clId="{1BF656CA-4852-421D-907F-F90D3F4790E6}" dt="2023-10-03T06:24:49.796" v="10620" actId="478"/>
          <ac:spMkLst>
            <pc:docMk/>
            <pc:sldMk cId="3167970105" sldId="293"/>
            <ac:spMk id="2" creationId="{872DC60E-EB8F-A5AC-569D-650127F161E3}"/>
          </ac:spMkLst>
        </pc:spChg>
        <pc:spChg chg="del">
          <ac:chgData name="Mohammad Salman" userId="cfd6754c-e613-4f6f-bb98-36aef69d8c31" providerId="ADAL" clId="{1BF656CA-4852-421D-907F-F90D3F4790E6}" dt="2023-10-03T06:24:49.796" v="10620" actId="478"/>
          <ac:spMkLst>
            <pc:docMk/>
            <pc:sldMk cId="3167970105" sldId="293"/>
            <ac:spMk id="3" creationId="{E8893E98-E2AC-6B3B-88F9-7C0C7EF783AA}"/>
          </ac:spMkLst>
        </pc:spChg>
        <pc:spChg chg="add del">
          <ac:chgData name="Mohammad Salman" userId="cfd6754c-e613-4f6f-bb98-36aef69d8c31" providerId="ADAL" clId="{1BF656CA-4852-421D-907F-F90D3F4790E6}" dt="2023-10-03T06:24:51.852" v="10622" actId="22"/>
          <ac:spMkLst>
            <pc:docMk/>
            <pc:sldMk cId="3167970105" sldId="293"/>
            <ac:spMk id="5" creationId="{08417825-1F01-7F93-47AE-57D34D9DA69A}"/>
          </ac:spMkLst>
        </pc:spChg>
        <pc:spChg chg="add mod">
          <ac:chgData name="Mohammad Salman" userId="cfd6754c-e613-4f6f-bb98-36aef69d8c31" providerId="ADAL" clId="{1BF656CA-4852-421D-907F-F90D3F4790E6}" dt="2023-10-03T11:15:05.530" v="14840" actId="20577"/>
          <ac:spMkLst>
            <pc:docMk/>
            <pc:sldMk cId="3167970105" sldId="293"/>
            <ac:spMk id="6" creationId="{7C26DAC3-6EE9-7B58-E7E9-E37B0834B08A}"/>
          </ac:spMkLst>
        </pc:spChg>
        <pc:spChg chg="add mod">
          <ac:chgData name="Mohammad Salman" userId="cfd6754c-e613-4f6f-bb98-36aef69d8c31" providerId="ADAL" clId="{1BF656CA-4852-421D-907F-F90D3F4790E6}" dt="2023-10-03T11:15:14.349" v="14841" actId="207"/>
          <ac:spMkLst>
            <pc:docMk/>
            <pc:sldMk cId="3167970105" sldId="293"/>
            <ac:spMk id="7" creationId="{E27D71AD-F62D-8D04-4B21-E7CC4E326A0F}"/>
          </ac:spMkLst>
        </pc:spChg>
        <pc:spChg chg="add mod">
          <ac:chgData name="Mohammad Salman" userId="cfd6754c-e613-4f6f-bb98-36aef69d8c31" providerId="ADAL" clId="{1BF656CA-4852-421D-907F-F90D3F4790E6}" dt="2023-10-04T14:46:02.263" v="18196" actId="20577"/>
          <ac:spMkLst>
            <pc:docMk/>
            <pc:sldMk cId="3167970105" sldId="293"/>
            <ac:spMk id="8" creationId="{D44AB226-22D0-1EA6-BCC5-AB1D3065415A}"/>
          </ac:spMkLst>
        </pc:spChg>
      </pc:sldChg>
      <pc:sldChg chg="addSp modSp add mod modAnim">
        <pc:chgData name="Mohammad Salman" userId="cfd6754c-e613-4f6f-bb98-36aef69d8c31" providerId="ADAL" clId="{1BF656CA-4852-421D-907F-F90D3F4790E6}" dt="2023-10-04T14:48:13.251" v="18205"/>
        <pc:sldMkLst>
          <pc:docMk/>
          <pc:sldMk cId="2109482514" sldId="294"/>
        </pc:sldMkLst>
        <pc:spChg chg="add mod">
          <ac:chgData name="Mohammad Salman" userId="cfd6754c-e613-4f6f-bb98-36aef69d8c31" providerId="ADAL" clId="{1BF656CA-4852-421D-907F-F90D3F4790E6}" dt="2023-10-03T06:32:51.479" v="11093" actId="1076"/>
          <ac:spMkLst>
            <pc:docMk/>
            <pc:sldMk cId="2109482514" sldId="294"/>
            <ac:spMk id="3" creationId="{EF3BFCE9-720D-BF2A-79D6-9F2888DE2E9B}"/>
          </ac:spMkLst>
        </pc:spChg>
        <pc:spChg chg="mod">
          <ac:chgData name="Mohammad Salman" userId="cfd6754c-e613-4f6f-bb98-36aef69d8c31" providerId="ADAL" clId="{1BF656CA-4852-421D-907F-F90D3F4790E6}" dt="2023-10-03T06:32:46.966" v="11092" actId="20577"/>
          <ac:spMkLst>
            <pc:docMk/>
            <pc:sldMk cId="2109482514" sldId="294"/>
            <ac:spMk id="6" creationId="{2E9AFC71-F0FF-64E8-2503-089DE804D171}"/>
          </ac:spMkLst>
        </pc:spChg>
        <pc:spChg chg="mod">
          <ac:chgData name="Mohammad Salman" userId="cfd6754c-e613-4f6f-bb98-36aef69d8c31" providerId="ADAL" clId="{1BF656CA-4852-421D-907F-F90D3F4790E6}" dt="2023-10-03T06:30:17.514" v="10938" actId="1076"/>
          <ac:spMkLst>
            <pc:docMk/>
            <pc:sldMk cId="2109482514" sldId="294"/>
            <ac:spMk id="8" creationId="{35AE56DD-ACB9-EC98-0BE9-2208A4E7666A}"/>
          </ac:spMkLst>
        </pc:spChg>
        <pc:spChg chg="mod">
          <ac:chgData name="Mohammad Salman" userId="cfd6754c-e613-4f6f-bb98-36aef69d8c31" providerId="ADAL" clId="{1BF656CA-4852-421D-907F-F90D3F4790E6}" dt="2023-10-03T06:30:12.433" v="10937" actId="1076"/>
          <ac:spMkLst>
            <pc:docMk/>
            <pc:sldMk cId="2109482514" sldId="294"/>
            <ac:spMk id="9" creationId="{4FBA79D3-6375-4F37-D47D-575D595DB6A6}"/>
          </ac:spMkLst>
        </pc:spChg>
        <pc:graphicFrameChg chg="mod modGraphic">
          <ac:chgData name="Mohammad Salman" userId="cfd6754c-e613-4f6f-bb98-36aef69d8c31" providerId="ADAL" clId="{1BF656CA-4852-421D-907F-F90D3F4790E6}" dt="2023-10-03T07:12:44.790" v="12905" actId="20577"/>
          <ac:graphicFrameMkLst>
            <pc:docMk/>
            <pc:sldMk cId="2109482514" sldId="294"/>
            <ac:graphicFrameMk id="4" creationId="{44C0794B-7461-EF57-F34D-413B31F6F62A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10-04T14:48:13.251" v="18205"/>
          <ac:graphicFrameMkLst>
            <pc:docMk/>
            <pc:sldMk cId="2109482514" sldId="294"/>
            <ac:graphicFrameMk id="7" creationId="{FFCC71D7-7623-F728-EF70-E74C49E41817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10-03T07:09:32.913" v="12876" actId="20577"/>
          <ac:graphicFrameMkLst>
            <pc:docMk/>
            <pc:sldMk cId="2109482514" sldId="294"/>
            <ac:graphicFrameMk id="11" creationId="{92AC4890-A780-8B58-7825-0D927E0CCC0E}"/>
          </ac:graphicFrameMkLst>
        </pc:graphicFrameChg>
        <pc:cxnChg chg="mod">
          <ac:chgData name="Mohammad Salman" userId="cfd6754c-e613-4f6f-bb98-36aef69d8c31" providerId="ADAL" clId="{1BF656CA-4852-421D-907F-F90D3F4790E6}" dt="2023-10-03T06:30:17.514" v="10938" actId="1076"/>
          <ac:cxnSpMkLst>
            <pc:docMk/>
            <pc:sldMk cId="2109482514" sldId="294"/>
            <ac:cxnSpMk id="12" creationId="{6A5425C6-147D-8AC5-BD67-0FEFEA20F9E3}"/>
          </ac:cxnSpMkLst>
        </pc:cxnChg>
        <pc:cxnChg chg="mod">
          <ac:chgData name="Mohammad Salman" userId="cfd6754c-e613-4f6f-bb98-36aef69d8c31" providerId="ADAL" clId="{1BF656CA-4852-421D-907F-F90D3F4790E6}" dt="2023-10-03T06:30:17.514" v="10938" actId="1076"/>
          <ac:cxnSpMkLst>
            <pc:docMk/>
            <pc:sldMk cId="2109482514" sldId="294"/>
            <ac:cxnSpMk id="16" creationId="{191A83C7-60BB-CA19-2E41-907C8DF97CF6}"/>
          </ac:cxnSpMkLst>
        </pc:cxnChg>
      </pc:sldChg>
      <pc:sldChg chg="addSp delSp modSp add mod modAnim">
        <pc:chgData name="Mohammad Salman" userId="cfd6754c-e613-4f6f-bb98-36aef69d8c31" providerId="ADAL" clId="{1BF656CA-4852-421D-907F-F90D3F4790E6}" dt="2023-10-04T14:48:15.891" v="18208"/>
        <pc:sldMkLst>
          <pc:docMk/>
          <pc:sldMk cId="1608094192" sldId="295"/>
        </pc:sldMkLst>
        <pc:spChg chg="mod">
          <ac:chgData name="Mohammad Salman" userId="cfd6754c-e613-4f6f-bb98-36aef69d8c31" providerId="ADAL" clId="{1BF656CA-4852-421D-907F-F90D3F4790E6}" dt="2023-10-03T06:33:47.076" v="11242" actId="113"/>
          <ac:spMkLst>
            <pc:docMk/>
            <pc:sldMk cId="1608094192" sldId="295"/>
            <ac:spMk id="6" creationId="{2E9AFC71-F0FF-64E8-2503-089DE804D171}"/>
          </ac:spMkLst>
        </pc:spChg>
        <pc:spChg chg="del">
          <ac:chgData name="Mohammad Salman" userId="cfd6754c-e613-4f6f-bb98-36aef69d8c31" providerId="ADAL" clId="{1BF656CA-4852-421D-907F-F90D3F4790E6}" dt="2023-10-03T07:09:49.166" v="12879" actId="478"/>
          <ac:spMkLst>
            <pc:docMk/>
            <pc:sldMk cId="1608094192" sldId="295"/>
            <ac:spMk id="8" creationId="{35AE56DD-ACB9-EC98-0BE9-2208A4E7666A}"/>
          </ac:spMkLst>
        </pc:spChg>
        <pc:spChg chg="add mod">
          <ac:chgData name="Mohammad Salman" userId="cfd6754c-e613-4f6f-bb98-36aef69d8c31" providerId="ADAL" clId="{1BF656CA-4852-421D-907F-F90D3F4790E6}" dt="2023-10-03T07:09:49.470" v="12880"/>
          <ac:spMkLst>
            <pc:docMk/>
            <pc:sldMk cId="1608094192" sldId="295"/>
            <ac:spMk id="10" creationId="{18C2B70B-59BA-95E6-3F22-A640C5355414}"/>
          </ac:spMkLst>
        </pc:spChg>
        <pc:graphicFrameChg chg="add mod modGraphic">
          <ac:chgData name="Mohammad Salman" userId="cfd6754c-e613-4f6f-bb98-36aef69d8c31" providerId="ADAL" clId="{1BF656CA-4852-421D-907F-F90D3F4790E6}" dt="2023-10-03T07:12:48.987" v="12908" actId="20577"/>
          <ac:graphicFrameMkLst>
            <pc:docMk/>
            <pc:sldMk cId="1608094192" sldId="295"/>
            <ac:graphicFrameMk id="2" creationId="{CD64DE67-2F1D-4F56-531C-E2E2FA73C629}"/>
          </ac:graphicFrameMkLst>
        </pc:graphicFrameChg>
        <pc:graphicFrameChg chg="del">
          <ac:chgData name="Mohammad Salman" userId="cfd6754c-e613-4f6f-bb98-36aef69d8c31" providerId="ADAL" clId="{1BF656CA-4852-421D-907F-F90D3F4790E6}" dt="2023-10-03T07:09:49.166" v="12879" actId="478"/>
          <ac:graphicFrameMkLst>
            <pc:docMk/>
            <pc:sldMk cId="1608094192" sldId="295"/>
            <ac:graphicFrameMk id="4" creationId="{44C0794B-7461-EF57-F34D-413B31F6F62A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10-04T14:48:15.891" v="18208"/>
          <ac:graphicFrameMkLst>
            <pc:docMk/>
            <pc:sldMk cId="1608094192" sldId="295"/>
            <ac:graphicFrameMk id="5" creationId="{9E2EA6B2-3A24-CB79-9914-D8FB04ABC6EF}"/>
          </ac:graphicFrameMkLst>
        </pc:graphicFrameChg>
        <pc:graphicFrameChg chg="del">
          <ac:chgData name="Mohammad Salman" userId="cfd6754c-e613-4f6f-bb98-36aef69d8c31" providerId="ADAL" clId="{1BF656CA-4852-421D-907F-F90D3F4790E6}" dt="2023-10-03T07:09:49.166" v="12879" actId="478"/>
          <ac:graphicFrameMkLst>
            <pc:docMk/>
            <pc:sldMk cId="1608094192" sldId="295"/>
            <ac:graphicFrameMk id="7" creationId="{FFCC71D7-7623-F728-EF70-E74C49E41817}"/>
          </ac:graphicFrameMkLst>
        </pc:graphicFrameChg>
        <pc:graphicFrameChg chg="del">
          <ac:chgData name="Mohammad Salman" userId="cfd6754c-e613-4f6f-bb98-36aef69d8c31" providerId="ADAL" clId="{1BF656CA-4852-421D-907F-F90D3F4790E6}" dt="2023-10-03T07:09:49.166" v="12879" actId="478"/>
          <ac:graphicFrameMkLst>
            <pc:docMk/>
            <pc:sldMk cId="1608094192" sldId="295"/>
            <ac:graphicFrameMk id="11" creationId="{92AC4890-A780-8B58-7825-0D927E0CCC0E}"/>
          </ac:graphicFrameMkLst>
        </pc:graphicFrameChg>
        <pc:graphicFrameChg chg="add mod">
          <ac:chgData name="Mohammad Salman" userId="cfd6754c-e613-4f6f-bb98-36aef69d8c31" providerId="ADAL" clId="{1BF656CA-4852-421D-907F-F90D3F4790E6}" dt="2023-10-03T07:09:49.470" v="12880"/>
          <ac:graphicFrameMkLst>
            <pc:docMk/>
            <pc:sldMk cId="1608094192" sldId="295"/>
            <ac:graphicFrameMk id="13" creationId="{9E1D31B9-8A3D-F633-3D46-6547BBAC5C41}"/>
          </ac:graphicFrameMkLst>
        </pc:graphicFrameChg>
        <pc:cxnChg chg="del mod">
          <ac:chgData name="Mohammad Salman" userId="cfd6754c-e613-4f6f-bb98-36aef69d8c31" providerId="ADAL" clId="{1BF656CA-4852-421D-907F-F90D3F4790E6}" dt="2023-10-03T07:09:49.166" v="12879" actId="478"/>
          <ac:cxnSpMkLst>
            <pc:docMk/>
            <pc:sldMk cId="1608094192" sldId="295"/>
            <ac:cxnSpMk id="12" creationId="{6A5425C6-147D-8AC5-BD67-0FEFEA20F9E3}"/>
          </ac:cxnSpMkLst>
        </pc:cxnChg>
        <pc:cxnChg chg="add mod">
          <ac:chgData name="Mohammad Salman" userId="cfd6754c-e613-4f6f-bb98-36aef69d8c31" providerId="ADAL" clId="{1BF656CA-4852-421D-907F-F90D3F4790E6}" dt="2023-10-03T07:09:49.470" v="12880"/>
          <ac:cxnSpMkLst>
            <pc:docMk/>
            <pc:sldMk cId="1608094192" sldId="295"/>
            <ac:cxnSpMk id="14" creationId="{BD0BA1A4-EA6B-E0B9-30D6-E21AA7F24B76}"/>
          </ac:cxnSpMkLst>
        </pc:cxnChg>
        <pc:cxnChg chg="add mod">
          <ac:chgData name="Mohammad Salman" userId="cfd6754c-e613-4f6f-bb98-36aef69d8c31" providerId="ADAL" clId="{1BF656CA-4852-421D-907F-F90D3F4790E6}" dt="2023-10-03T07:09:49.470" v="12880"/>
          <ac:cxnSpMkLst>
            <pc:docMk/>
            <pc:sldMk cId="1608094192" sldId="295"/>
            <ac:cxnSpMk id="15" creationId="{52DEC195-8D04-EFFB-B52F-0B8717082235}"/>
          </ac:cxnSpMkLst>
        </pc:cxnChg>
        <pc:cxnChg chg="del mod">
          <ac:chgData name="Mohammad Salman" userId="cfd6754c-e613-4f6f-bb98-36aef69d8c31" providerId="ADAL" clId="{1BF656CA-4852-421D-907F-F90D3F4790E6}" dt="2023-10-03T07:09:49.166" v="12879" actId="478"/>
          <ac:cxnSpMkLst>
            <pc:docMk/>
            <pc:sldMk cId="1608094192" sldId="295"/>
            <ac:cxnSpMk id="16" creationId="{191A83C7-60BB-CA19-2E41-907C8DF97CF6}"/>
          </ac:cxnSpMkLst>
        </pc:cxnChg>
      </pc:sldChg>
      <pc:sldChg chg="addSp delSp modSp add mod">
        <pc:chgData name="Mohammad Salman" userId="cfd6754c-e613-4f6f-bb98-36aef69d8c31" providerId="ADAL" clId="{1BF656CA-4852-421D-907F-F90D3F4790E6}" dt="2023-10-04T14:48:18.048" v="18211"/>
        <pc:sldMkLst>
          <pc:docMk/>
          <pc:sldMk cId="1119931060" sldId="296"/>
        </pc:sldMkLst>
        <pc:spChg chg="add del mod">
          <ac:chgData name="Mohammad Salman" userId="cfd6754c-e613-4f6f-bb98-36aef69d8c31" providerId="ADAL" clId="{1BF656CA-4852-421D-907F-F90D3F4790E6}" dt="2023-10-03T07:09:55.052" v="12881" actId="478"/>
          <ac:spMkLst>
            <pc:docMk/>
            <pc:sldMk cId="1119931060" sldId="296"/>
            <ac:spMk id="2" creationId="{64C6D460-5040-54B9-2AB6-C8452857790B}"/>
          </ac:spMkLst>
        </pc:spChg>
        <pc:spChg chg="mod">
          <ac:chgData name="Mohammad Salman" userId="cfd6754c-e613-4f6f-bb98-36aef69d8c31" providerId="ADAL" clId="{1BF656CA-4852-421D-907F-F90D3F4790E6}" dt="2023-10-03T06:35:12.531" v="11342" actId="20577"/>
          <ac:spMkLst>
            <pc:docMk/>
            <pc:sldMk cId="1119931060" sldId="296"/>
            <ac:spMk id="6" creationId="{2E9AFC71-F0FF-64E8-2503-089DE804D171}"/>
          </ac:spMkLst>
        </pc:spChg>
        <pc:spChg chg="del">
          <ac:chgData name="Mohammad Salman" userId="cfd6754c-e613-4f6f-bb98-36aef69d8c31" providerId="ADAL" clId="{1BF656CA-4852-421D-907F-F90D3F4790E6}" dt="2023-10-03T07:09:55.052" v="12881" actId="478"/>
          <ac:spMkLst>
            <pc:docMk/>
            <pc:sldMk cId="1119931060" sldId="296"/>
            <ac:spMk id="8" creationId="{35AE56DD-ACB9-EC98-0BE9-2208A4E7666A}"/>
          </ac:spMkLst>
        </pc:spChg>
        <pc:spChg chg="add mod">
          <ac:chgData name="Mohammad Salman" userId="cfd6754c-e613-4f6f-bb98-36aef69d8c31" providerId="ADAL" clId="{1BF656CA-4852-421D-907F-F90D3F4790E6}" dt="2023-10-03T07:09:55.406" v="12882"/>
          <ac:spMkLst>
            <pc:docMk/>
            <pc:sldMk cId="1119931060" sldId="296"/>
            <ac:spMk id="13" creationId="{4B2EA8F2-961F-A6EB-8C99-B3E8C847CCA7}"/>
          </ac:spMkLst>
        </pc:spChg>
        <pc:spChg chg="add mod">
          <ac:chgData name="Mohammad Salman" userId="cfd6754c-e613-4f6f-bb98-36aef69d8c31" providerId="ADAL" clId="{1BF656CA-4852-421D-907F-F90D3F4790E6}" dt="2023-10-03T07:10:26.651" v="12889" actId="207"/>
          <ac:spMkLst>
            <pc:docMk/>
            <pc:sldMk cId="1119931060" sldId="296"/>
            <ac:spMk id="18" creationId="{F3639BE5-774C-42C4-92E1-1655DC42B91B}"/>
          </ac:spMkLst>
        </pc:spChg>
        <pc:graphicFrameChg chg="del">
          <ac:chgData name="Mohammad Salman" userId="cfd6754c-e613-4f6f-bb98-36aef69d8c31" providerId="ADAL" clId="{1BF656CA-4852-421D-907F-F90D3F4790E6}" dt="2023-10-03T07:09:55.052" v="12881" actId="478"/>
          <ac:graphicFrameMkLst>
            <pc:docMk/>
            <pc:sldMk cId="1119931060" sldId="296"/>
            <ac:graphicFrameMk id="4" creationId="{44C0794B-7461-EF57-F34D-413B31F6F62A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10-03T07:12:53.812" v="12911" actId="20577"/>
          <ac:graphicFrameMkLst>
            <pc:docMk/>
            <pc:sldMk cId="1119931060" sldId="296"/>
            <ac:graphicFrameMk id="5" creationId="{CF411D9A-FE4A-E5FD-BF71-35F462EFC130}"/>
          </ac:graphicFrameMkLst>
        </pc:graphicFrameChg>
        <pc:graphicFrameChg chg="del">
          <ac:chgData name="Mohammad Salman" userId="cfd6754c-e613-4f6f-bb98-36aef69d8c31" providerId="ADAL" clId="{1BF656CA-4852-421D-907F-F90D3F4790E6}" dt="2023-10-03T07:09:55.052" v="12881" actId="478"/>
          <ac:graphicFrameMkLst>
            <pc:docMk/>
            <pc:sldMk cId="1119931060" sldId="296"/>
            <ac:graphicFrameMk id="7" creationId="{FFCC71D7-7623-F728-EF70-E74C49E41817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10-04T14:48:18.048" v="18211"/>
          <ac:graphicFrameMkLst>
            <pc:docMk/>
            <pc:sldMk cId="1119931060" sldId="296"/>
            <ac:graphicFrameMk id="10" creationId="{D76DC7B0-D2DE-603B-5232-F5090312ED22}"/>
          </ac:graphicFrameMkLst>
        </pc:graphicFrameChg>
        <pc:graphicFrameChg chg="del">
          <ac:chgData name="Mohammad Salman" userId="cfd6754c-e613-4f6f-bb98-36aef69d8c31" providerId="ADAL" clId="{1BF656CA-4852-421D-907F-F90D3F4790E6}" dt="2023-10-03T07:09:55.052" v="12881" actId="478"/>
          <ac:graphicFrameMkLst>
            <pc:docMk/>
            <pc:sldMk cId="1119931060" sldId="296"/>
            <ac:graphicFrameMk id="11" creationId="{92AC4890-A780-8B58-7825-0D927E0CCC0E}"/>
          </ac:graphicFrameMkLst>
        </pc:graphicFrameChg>
        <pc:graphicFrameChg chg="add mod">
          <ac:chgData name="Mohammad Salman" userId="cfd6754c-e613-4f6f-bb98-36aef69d8c31" providerId="ADAL" clId="{1BF656CA-4852-421D-907F-F90D3F4790E6}" dt="2023-10-03T07:09:55.406" v="12882"/>
          <ac:graphicFrameMkLst>
            <pc:docMk/>
            <pc:sldMk cId="1119931060" sldId="296"/>
            <ac:graphicFrameMk id="14" creationId="{BDA0C093-B606-83D2-C21B-75EEC684AEC4}"/>
          </ac:graphicFrameMkLst>
        </pc:graphicFrameChg>
        <pc:cxnChg chg="del mod">
          <ac:chgData name="Mohammad Salman" userId="cfd6754c-e613-4f6f-bb98-36aef69d8c31" providerId="ADAL" clId="{1BF656CA-4852-421D-907F-F90D3F4790E6}" dt="2023-10-03T07:09:55.052" v="12881" actId="478"/>
          <ac:cxnSpMkLst>
            <pc:docMk/>
            <pc:sldMk cId="1119931060" sldId="296"/>
            <ac:cxnSpMk id="12" creationId="{6A5425C6-147D-8AC5-BD67-0FEFEA20F9E3}"/>
          </ac:cxnSpMkLst>
        </pc:cxnChg>
        <pc:cxnChg chg="add mod">
          <ac:chgData name="Mohammad Salman" userId="cfd6754c-e613-4f6f-bb98-36aef69d8c31" providerId="ADAL" clId="{1BF656CA-4852-421D-907F-F90D3F4790E6}" dt="2023-10-03T07:09:55.406" v="12882"/>
          <ac:cxnSpMkLst>
            <pc:docMk/>
            <pc:sldMk cId="1119931060" sldId="296"/>
            <ac:cxnSpMk id="15" creationId="{82BD77E9-4ACE-2D3F-7739-8F490E101974}"/>
          </ac:cxnSpMkLst>
        </pc:cxnChg>
        <pc:cxnChg chg="del mod">
          <ac:chgData name="Mohammad Salman" userId="cfd6754c-e613-4f6f-bb98-36aef69d8c31" providerId="ADAL" clId="{1BF656CA-4852-421D-907F-F90D3F4790E6}" dt="2023-10-03T07:09:55.052" v="12881" actId="478"/>
          <ac:cxnSpMkLst>
            <pc:docMk/>
            <pc:sldMk cId="1119931060" sldId="296"/>
            <ac:cxnSpMk id="16" creationId="{191A83C7-60BB-CA19-2E41-907C8DF97CF6}"/>
          </ac:cxnSpMkLst>
        </pc:cxnChg>
        <pc:cxnChg chg="add mod">
          <ac:chgData name="Mohammad Salman" userId="cfd6754c-e613-4f6f-bb98-36aef69d8c31" providerId="ADAL" clId="{1BF656CA-4852-421D-907F-F90D3F4790E6}" dt="2023-10-03T07:09:55.406" v="12882"/>
          <ac:cxnSpMkLst>
            <pc:docMk/>
            <pc:sldMk cId="1119931060" sldId="296"/>
            <ac:cxnSpMk id="17" creationId="{BA5146D2-2387-7FCE-7C5B-34006C33A9F3}"/>
          </ac:cxnSpMkLst>
        </pc:cxnChg>
      </pc:sldChg>
      <pc:sldChg chg="addSp delSp modSp add mod modAnim">
        <pc:chgData name="Mohammad Salman" userId="cfd6754c-e613-4f6f-bb98-36aef69d8c31" providerId="ADAL" clId="{1BF656CA-4852-421D-907F-F90D3F4790E6}" dt="2023-10-04T14:48:22.437" v="18217"/>
        <pc:sldMkLst>
          <pc:docMk/>
          <pc:sldMk cId="2024320324" sldId="297"/>
        </pc:sldMkLst>
        <pc:spChg chg="del">
          <ac:chgData name="Mohammad Salman" userId="cfd6754c-e613-4f6f-bb98-36aef69d8c31" providerId="ADAL" clId="{1BF656CA-4852-421D-907F-F90D3F4790E6}" dt="2023-10-03T06:42:22.402" v="11733" actId="478"/>
          <ac:spMkLst>
            <pc:docMk/>
            <pc:sldMk cId="2024320324" sldId="297"/>
            <ac:spMk id="2" creationId="{64C6D460-5040-54B9-2AB6-C8452857790B}"/>
          </ac:spMkLst>
        </pc:spChg>
        <pc:spChg chg="mod">
          <ac:chgData name="Mohammad Salman" userId="cfd6754c-e613-4f6f-bb98-36aef69d8c31" providerId="ADAL" clId="{1BF656CA-4852-421D-907F-F90D3F4790E6}" dt="2023-10-03T06:51:20.777" v="11770" actId="14100"/>
          <ac:spMkLst>
            <pc:docMk/>
            <pc:sldMk cId="2024320324" sldId="297"/>
            <ac:spMk id="3" creationId="{EF3BFCE9-720D-BF2A-79D6-9F2888DE2E9B}"/>
          </ac:spMkLst>
        </pc:spChg>
        <pc:spChg chg="mod">
          <ac:chgData name="Mohammad Salman" userId="cfd6754c-e613-4f6f-bb98-36aef69d8c31" providerId="ADAL" clId="{1BF656CA-4852-421D-907F-F90D3F4790E6}" dt="2023-10-03T06:42:00.696" v="11732" actId="14100"/>
          <ac:spMkLst>
            <pc:docMk/>
            <pc:sldMk cId="2024320324" sldId="297"/>
            <ac:spMk id="6" creationId="{2E9AFC71-F0FF-64E8-2503-089DE804D171}"/>
          </ac:spMkLst>
        </pc:spChg>
        <pc:spChg chg="del">
          <ac:chgData name="Mohammad Salman" userId="cfd6754c-e613-4f6f-bb98-36aef69d8c31" providerId="ADAL" clId="{1BF656CA-4852-421D-907F-F90D3F4790E6}" dt="2023-10-03T07:10:47.958" v="12890" actId="478"/>
          <ac:spMkLst>
            <pc:docMk/>
            <pc:sldMk cId="2024320324" sldId="297"/>
            <ac:spMk id="8" creationId="{35AE56DD-ACB9-EC98-0BE9-2208A4E7666A}"/>
          </ac:spMkLst>
        </pc:spChg>
        <pc:spChg chg="add mod">
          <ac:chgData name="Mohammad Salman" userId="cfd6754c-e613-4f6f-bb98-36aef69d8c31" providerId="ADAL" clId="{1BF656CA-4852-421D-907F-F90D3F4790E6}" dt="2023-10-03T07:10:48.568" v="12891"/>
          <ac:spMkLst>
            <pc:docMk/>
            <pc:sldMk cId="2024320324" sldId="297"/>
            <ac:spMk id="13" creationId="{8026E4E1-901C-131D-F710-FC45069C34DC}"/>
          </ac:spMkLst>
        </pc:spChg>
        <pc:graphicFrameChg chg="del">
          <ac:chgData name="Mohammad Salman" userId="cfd6754c-e613-4f6f-bb98-36aef69d8c31" providerId="ADAL" clId="{1BF656CA-4852-421D-907F-F90D3F4790E6}" dt="2023-10-03T07:10:47.958" v="12890" actId="478"/>
          <ac:graphicFrameMkLst>
            <pc:docMk/>
            <pc:sldMk cId="2024320324" sldId="297"/>
            <ac:graphicFrameMk id="4" creationId="{44C0794B-7461-EF57-F34D-413B31F6F62A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10-03T07:12:55.986" v="12914" actId="20577"/>
          <ac:graphicFrameMkLst>
            <pc:docMk/>
            <pc:sldMk cId="2024320324" sldId="297"/>
            <ac:graphicFrameMk id="5" creationId="{65B040CD-E187-AAA4-D0C9-B8225AF1A0C7}"/>
          </ac:graphicFrameMkLst>
        </pc:graphicFrameChg>
        <pc:graphicFrameChg chg="del">
          <ac:chgData name="Mohammad Salman" userId="cfd6754c-e613-4f6f-bb98-36aef69d8c31" providerId="ADAL" clId="{1BF656CA-4852-421D-907F-F90D3F4790E6}" dt="2023-10-03T07:10:47.958" v="12890" actId="478"/>
          <ac:graphicFrameMkLst>
            <pc:docMk/>
            <pc:sldMk cId="2024320324" sldId="297"/>
            <ac:graphicFrameMk id="7" creationId="{FFCC71D7-7623-F728-EF70-E74C49E41817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10-04T14:48:22.437" v="18217"/>
          <ac:graphicFrameMkLst>
            <pc:docMk/>
            <pc:sldMk cId="2024320324" sldId="297"/>
            <ac:graphicFrameMk id="10" creationId="{698BFA5D-4EFF-14B0-22FF-96A26A9FAF44}"/>
          </ac:graphicFrameMkLst>
        </pc:graphicFrameChg>
        <pc:graphicFrameChg chg="del">
          <ac:chgData name="Mohammad Salman" userId="cfd6754c-e613-4f6f-bb98-36aef69d8c31" providerId="ADAL" clId="{1BF656CA-4852-421D-907F-F90D3F4790E6}" dt="2023-10-03T07:10:47.958" v="12890" actId="478"/>
          <ac:graphicFrameMkLst>
            <pc:docMk/>
            <pc:sldMk cId="2024320324" sldId="297"/>
            <ac:graphicFrameMk id="11" creationId="{92AC4890-A780-8B58-7825-0D927E0CCC0E}"/>
          </ac:graphicFrameMkLst>
        </pc:graphicFrameChg>
        <pc:graphicFrameChg chg="add mod">
          <ac:chgData name="Mohammad Salman" userId="cfd6754c-e613-4f6f-bb98-36aef69d8c31" providerId="ADAL" clId="{1BF656CA-4852-421D-907F-F90D3F4790E6}" dt="2023-10-03T07:10:48.568" v="12891"/>
          <ac:graphicFrameMkLst>
            <pc:docMk/>
            <pc:sldMk cId="2024320324" sldId="297"/>
            <ac:graphicFrameMk id="14" creationId="{79A7BE37-7879-3FBD-0C77-510E70E8E3F0}"/>
          </ac:graphicFrameMkLst>
        </pc:graphicFrameChg>
        <pc:cxnChg chg="del mod">
          <ac:chgData name="Mohammad Salman" userId="cfd6754c-e613-4f6f-bb98-36aef69d8c31" providerId="ADAL" clId="{1BF656CA-4852-421D-907F-F90D3F4790E6}" dt="2023-10-03T07:10:47.958" v="12890" actId="478"/>
          <ac:cxnSpMkLst>
            <pc:docMk/>
            <pc:sldMk cId="2024320324" sldId="297"/>
            <ac:cxnSpMk id="12" creationId="{6A5425C6-147D-8AC5-BD67-0FEFEA20F9E3}"/>
          </ac:cxnSpMkLst>
        </pc:cxnChg>
        <pc:cxnChg chg="add mod">
          <ac:chgData name="Mohammad Salman" userId="cfd6754c-e613-4f6f-bb98-36aef69d8c31" providerId="ADAL" clId="{1BF656CA-4852-421D-907F-F90D3F4790E6}" dt="2023-10-03T07:10:48.568" v="12891"/>
          <ac:cxnSpMkLst>
            <pc:docMk/>
            <pc:sldMk cId="2024320324" sldId="297"/>
            <ac:cxnSpMk id="15" creationId="{163F23EA-1A4C-9A01-EEE1-419254897746}"/>
          </ac:cxnSpMkLst>
        </pc:cxnChg>
        <pc:cxnChg chg="del mod">
          <ac:chgData name="Mohammad Salman" userId="cfd6754c-e613-4f6f-bb98-36aef69d8c31" providerId="ADAL" clId="{1BF656CA-4852-421D-907F-F90D3F4790E6}" dt="2023-10-03T07:10:47.958" v="12890" actId="478"/>
          <ac:cxnSpMkLst>
            <pc:docMk/>
            <pc:sldMk cId="2024320324" sldId="297"/>
            <ac:cxnSpMk id="16" creationId="{191A83C7-60BB-CA19-2E41-907C8DF97CF6}"/>
          </ac:cxnSpMkLst>
        </pc:cxnChg>
        <pc:cxnChg chg="add mod">
          <ac:chgData name="Mohammad Salman" userId="cfd6754c-e613-4f6f-bb98-36aef69d8c31" providerId="ADAL" clId="{1BF656CA-4852-421D-907F-F90D3F4790E6}" dt="2023-10-03T07:10:48.568" v="12891"/>
          <ac:cxnSpMkLst>
            <pc:docMk/>
            <pc:sldMk cId="2024320324" sldId="297"/>
            <ac:cxnSpMk id="17" creationId="{4F5160F1-6B5E-E201-34F9-F77A49AEBB6E}"/>
          </ac:cxnSpMkLst>
        </pc:cxnChg>
      </pc:sldChg>
      <pc:sldChg chg="addSp delSp modSp add mod">
        <pc:chgData name="Mohammad Salman" userId="cfd6754c-e613-4f6f-bb98-36aef69d8c31" providerId="ADAL" clId="{1BF656CA-4852-421D-907F-F90D3F4790E6}" dt="2023-10-04T14:48:25.305" v="18220"/>
        <pc:sldMkLst>
          <pc:docMk/>
          <pc:sldMk cId="3097273939" sldId="298"/>
        </pc:sldMkLst>
        <pc:spChg chg="del">
          <ac:chgData name="Mohammad Salman" userId="cfd6754c-e613-4f6f-bb98-36aef69d8c31" providerId="ADAL" clId="{1BF656CA-4852-421D-907F-F90D3F4790E6}" dt="2023-10-03T06:42:23.916" v="11734" actId="478"/>
          <ac:spMkLst>
            <pc:docMk/>
            <pc:sldMk cId="3097273939" sldId="298"/>
            <ac:spMk id="2" creationId="{64C6D460-5040-54B9-2AB6-C8452857790B}"/>
          </ac:spMkLst>
        </pc:spChg>
        <pc:spChg chg="mod">
          <ac:chgData name="Mohammad Salman" userId="cfd6754c-e613-4f6f-bb98-36aef69d8c31" providerId="ADAL" clId="{1BF656CA-4852-421D-907F-F90D3F4790E6}" dt="2023-10-03T06:51:33.245" v="11773" actId="14100"/>
          <ac:spMkLst>
            <pc:docMk/>
            <pc:sldMk cId="3097273939" sldId="298"/>
            <ac:spMk id="3" creationId="{EF3BFCE9-720D-BF2A-79D6-9F2888DE2E9B}"/>
          </ac:spMkLst>
        </pc:spChg>
        <pc:spChg chg="mod">
          <ac:chgData name="Mohammad Salman" userId="cfd6754c-e613-4f6f-bb98-36aef69d8c31" providerId="ADAL" clId="{1BF656CA-4852-421D-907F-F90D3F4790E6}" dt="2023-10-04T08:06:16.237" v="16858" actId="20577"/>
          <ac:spMkLst>
            <pc:docMk/>
            <pc:sldMk cId="3097273939" sldId="298"/>
            <ac:spMk id="6" creationId="{2E9AFC71-F0FF-64E8-2503-089DE804D171}"/>
          </ac:spMkLst>
        </pc:spChg>
        <pc:spChg chg="del">
          <ac:chgData name="Mohammad Salman" userId="cfd6754c-e613-4f6f-bb98-36aef69d8c31" providerId="ADAL" clId="{1BF656CA-4852-421D-907F-F90D3F4790E6}" dt="2023-10-03T07:11:11.074" v="12892" actId="478"/>
          <ac:spMkLst>
            <pc:docMk/>
            <pc:sldMk cId="3097273939" sldId="298"/>
            <ac:spMk id="8" creationId="{35AE56DD-ACB9-EC98-0BE9-2208A4E7666A}"/>
          </ac:spMkLst>
        </pc:spChg>
        <pc:spChg chg="add mod">
          <ac:chgData name="Mohammad Salman" userId="cfd6754c-e613-4f6f-bb98-36aef69d8c31" providerId="ADAL" clId="{1BF656CA-4852-421D-907F-F90D3F4790E6}" dt="2023-10-03T07:11:11.472" v="12893"/>
          <ac:spMkLst>
            <pc:docMk/>
            <pc:sldMk cId="3097273939" sldId="298"/>
            <ac:spMk id="13" creationId="{8E5CC156-3883-1D98-B2E9-17A753301475}"/>
          </ac:spMkLst>
        </pc:spChg>
        <pc:graphicFrameChg chg="del">
          <ac:chgData name="Mohammad Salman" userId="cfd6754c-e613-4f6f-bb98-36aef69d8c31" providerId="ADAL" clId="{1BF656CA-4852-421D-907F-F90D3F4790E6}" dt="2023-10-03T07:11:11.074" v="12892" actId="478"/>
          <ac:graphicFrameMkLst>
            <pc:docMk/>
            <pc:sldMk cId="3097273939" sldId="298"/>
            <ac:graphicFrameMk id="4" creationId="{44C0794B-7461-EF57-F34D-413B31F6F62A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10-03T07:12:58.302" v="12917" actId="20577"/>
          <ac:graphicFrameMkLst>
            <pc:docMk/>
            <pc:sldMk cId="3097273939" sldId="298"/>
            <ac:graphicFrameMk id="5" creationId="{60297DA0-2D83-D7E7-E207-66E7EC5D3675}"/>
          </ac:graphicFrameMkLst>
        </pc:graphicFrameChg>
        <pc:graphicFrameChg chg="del">
          <ac:chgData name="Mohammad Salman" userId="cfd6754c-e613-4f6f-bb98-36aef69d8c31" providerId="ADAL" clId="{1BF656CA-4852-421D-907F-F90D3F4790E6}" dt="2023-10-03T07:11:11.074" v="12892" actId="478"/>
          <ac:graphicFrameMkLst>
            <pc:docMk/>
            <pc:sldMk cId="3097273939" sldId="298"/>
            <ac:graphicFrameMk id="7" creationId="{FFCC71D7-7623-F728-EF70-E74C49E41817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10-04T14:48:25.305" v="18220"/>
          <ac:graphicFrameMkLst>
            <pc:docMk/>
            <pc:sldMk cId="3097273939" sldId="298"/>
            <ac:graphicFrameMk id="10" creationId="{49BCBDDD-0E5E-FA9C-C8AC-6AEB92D6A18D}"/>
          </ac:graphicFrameMkLst>
        </pc:graphicFrameChg>
        <pc:graphicFrameChg chg="del">
          <ac:chgData name="Mohammad Salman" userId="cfd6754c-e613-4f6f-bb98-36aef69d8c31" providerId="ADAL" clId="{1BF656CA-4852-421D-907F-F90D3F4790E6}" dt="2023-10-03T07:11:11.074" v="12892" actId="478"/>
          <ac:graphicFrameMkLst>
            <pc:docMk/>
            <pc:sldMk cId="3097273939" sldId="298"/>
            <ac:graphicFrameMk id="11" creationId="{92AC4890-A780-8B58-7825-0D927E0CCC0E}"/>
          </ac:graphicFrameMkLst>
        </pc:graphicFrameChg>
        <pc:graphicFrameChg chg="add mod">
          <ac:chgData name="Mohammad Salman" userId="cfd6754c-e613-4f6f-bb98-36aef69d8c31" providerId="ADAL" clId="{1BF656CA-4852-421D-907F-F90D3F4790E6}" dt="2023-10-03T07:11:11.472" v="12893"/>
          <ac:graphicFrameMkLst>
            <pc:docMk/>
            <pc:sldMk cId="3097273939" sldId="298"/>
            <ac:graphicFrameMk id="14" creationId="{5F0F9962-F708-5F0D-BBF3-D1D2BDD998AD}"/>
          </ac:graphicFrameMkLst>
        </pc:graphicFrameChg>
        <pc:cxnChg chg="del mod">
          <ac:chgData name="Mohammad Salman" userId="cfd6754c-e613-4f6f-bb98-36aef69d8c31" providerId="ADAL" clId="{1BF656CA-4852-421D-907F-F90D3F4790E6}" dt="2023-10-03T07:11:11.074" v="12892" actId="478"/>
          <ac:cxnSpMkLst>
            <pc:docMk/>
            <pc:sldMk cId="3097273939" sldId="298"/>
            <ac:cxnSpMk id="12" creationId="{6A5425C6-147D-8AC5-BD67-0FEFEA20F9E3}"/>
          </ac:cxnSpMkLst>
        </pc:cxnChg>
        <pc:cxnChg chg="add mod">
          <ac:chgData name="Mohammad Salman" userId="cfd6754c-e613-4f6f-bb98-36aef69d8c31" providerId="ADAL" clId="{1BF656CA-4852-421D-907F-F90D3F4790E6}" dt="2023-10-03T07:11:11.472" v="12893"/>
          <ac:cxnSpMkLst>
            <pc:docMk/>
            <pc:sldMk cId="3097273939" sldId="298"/>
            <ac:cxnSpMk id="15" creationId="{D5EEE160-42F2-9A5C-45FB-D5BCDD04A1B8}"/>
          </ac:cxnSpMkLst>
        </pc:cxnChg>
        <pc:cxnChg chg="del mod">
          <ac:chgData name="Mohammad Salman" userId="cfd6754c-e613-4f6f-bb98-36aef69d8c31" providerId="ADAL" clId="{1BF656CA-4852-421D-907F-F90D3F4790E6}" dt="2023-10-03T07:11:11.074" v="12892" actId="478"/>
          <ac:cxnSpMkLst>
            <pc:docMk/>
            <pc:sldMk cId="3097273939" sldId="298"/>
            <ac:cxnSpMk id="16" creationId="{191A83C7-60BB-CA19-2E41-907C8DF97CF6}"/>
          </ac:cxnSpMkLst>
        </pc:cxnChg>
        <pc:cxnChg chg="add mod">
          <ac:chgData name="Mohammad Salman" userId="cfd6754c-e613-4f6f-bb98-36aef69d8c31" providerId="ADAL" clId="{1BF656CA-4852-421D-907F-F90D3F4790E6}" dt="2023-10-03T07:11:11.472" v="12893"/>
          <ac:cxnSpMkLst>
            <pc:docMk/>
            <pc:sldMk cId="3097273939" sldId="298"/>
            <ac:cxnSpMk id="17" creationId="{FE15845D-368F-92CC-212B-71ABB143C9FE}"/>
          </ac:cxnSpMkLst>
        </pc:cxnChg>
      </pc:sldChg>
      <pc:sldChg chg="delSp modSp add del mod">
        <pc:chgData name="Mohammad Salman" userId="cfd6754c-e613-4f6f-bb98-36aef69d8c31" providerId="ADAL" clId="{1BF656CA-4852-421D-907F-F90D3F4790E6}" dt="2023-10-03T06:52:05.672" v="11777" actId="47"/>
        <pc:sldMkLst>
          <pc:docMk/>
          <pc:sldMk cId="228506849" sldId="299"/>
        </pc:sldMkLst>
        <pc:spChg chg="del">
          <ac:chgData name="Mohammad Salman" userId="cfd6754c-e613-4f6f-bb98-36aef69d8c31" providerId="ADAL" clId="{1BF656CA-4852-421D-907F-F90D3F4790E6}" dt="2023-10-03T06:51:55.610" v="11775" actId="478"/>
          <ac:spMkLst>
            <pc:docMk/>
            <pc:sldMk cId="228506849" sldId="299"/>
            <ac:spMk id="3" creationId="{EF3BFCE9-720D-BF2A-79D6-9F2888DE2E9B}"/>
          </ac:spMkLst>
        </pc:spChg>
        <pc:spChg chg="mod">
          <ac:chgData name="Mohammad Salman" userId="cfd6754c-e613-4f6f-bb98-36aef69d8c31" providerId="ADAL" clId="{1BF656CA-4852-421D-907F-F90D3F4790E6}" dt="2023-10-03T06:52:02.370" v="11776" actId="1076"/>
          <ac:spMkLst>
            <pc:docMk/>
            <pc:sldMk cId="228506849" sldId="299"/>
            <ac:spMk id="8" creationId="{35AE56DD-ACB9-EC98-0BE9-2208A4E7666A}"/>
          </ac:spMkLst>
        </pc:spChg>
        <pc:graphicFrameChg chg="mod">
          <ac:chgData name="Mohammad Salman" userId="cfd6754c-e613-4f6f-bb98-36aef69d8c31" providerId="ADAL" clId="{1BF656CA-4852-421D-907F-F90D3F4790E6}" dt="2023-10-03T06:52:02.370" v="11776" actId="1076"/>
          <ac:graphicFrameMkLst>
            <pc:docMk/>
            <pc:sldMk cId="228506849" sldId="299"/>
            <ac:graphicFrameMk id="4" creationId="{44C0794B-7461-EF57-F34D-413B31F6F62A}"/>
          </ac:graphicFrameMkLst>
        </pc:graphicFrameChg>
        <pc:graphicFrameChg chg="mod">
          <ac:chgData name="Mohammad Salman" userId="cfd6754c-e613-4f6f-bb98-36aef69d8c31" providerId="ADAL" clId="{1BF656CA-4852-421D-907F-F90D3F4790E6}" dt="2023-10-03T06:52:02.370" v="11776" actId="1076"/>
          <ac:graphicFrameMkLst>
            <pc:docMk/>
            <pc:sldMk cId="228506849" sldId="299"/>
            <ac:graphicFrameMk id="7" creationId="{FFCC71D7-7623-F728-EF70-E74C49E41817}"/>
          </ac:graphicFrameMkLst>
        </pc:graphicFrameChg>
        <pc:graphicFrameChg chg="mod">
          <ac:chgData name="Mohammad Salman" userId="cfd6754c-e613-4f6f-bb98-36aef69d8c31" providerId="ADAL" clId="{1BF656CA-4852-421D-907F-F90D3F4790E6}" dt="2023-10-03T06:52:02.370" v="11776" actId="1076"/>
          <ac:graphicFrameMkLst>
            <pc:docMk/>
            <pc:sldMk cId="228506849" sldId="299"/>
            <ac:graphicFrameMk id="11" creationId="{92AC4890-A780-8B58-7825-0D927E0CCC0E}"/>
          </ac:graphicFrameMkLst>
        </pc:graphicFrameChg>
        <pc:cxnChg chg="mod">
          <ac:chgData name="Mohammad Salman" userId="cfd6754c-e613-4f6f-bb98-36aef69d8c31" providerId="ADAL" clId="{1BF656CA-4852-421D-907F-F90D3F4790E6}" dt="2023-10-03T06:52:02.370" v="11776" actId="1076"/>
          <ac:cxnSpMkLst>
            <pc:docMk/>
            <pc:sldMk cId="228506849" sldId="299"/>
            <ac:cxnSpMk id="12" creationId="{6A5425C6-147D-8AC5-BD67-0FEFEA20F9E3}"/>
          </ac:cxnSpMkLst>
        </pc:cxnChg>
        <pc:cxnChg chg="mod">
          <ac:chgData name="Mohammad Salman" userId="cfd6754c-e613-4f6f-bb98-36aef69d8c31" providerId="ADAL" clId="{1BF656CA-4852-421D-907F-F90D3F4790E6}" dt="2023-10-03T06:52:02.370" v="11776" actId="1076"/>
          <ac:cxnSpMkLst>
            <pc:docMk/>
            <pc:sldMk cId="228506849" sldId="299"/>
            <ac:cxnSpMk id="16" creationId="{191A83C7-60BB-CA19-2E41-907C8DF97CF6}"/>
          </ac:cxnSpMkLst>
        </pc:cxnChg>
      </pc:sldChg>
      <pc:sldChg chg="addSp delSp modSp add mod modAnim">
        <pc:chgData name="Mohammad Salman" userId="cfd6754c-e613-4f6f-bb98-36aef69d8c31" providerId="ADAL" clId="{1BF656CA-4852-421D-907F-F90D3F4790E6}" dt="2023-10-04T14:48:28.991" v="18223"/>
        <pc:sldMkLst>
          <pc:docMk/>
          <pc:sldMk cId="2940764020" sldId="299"/>
        </pc:sldMkLst>
        <pc:spChg chg="mod">
          <ac:chgData name="Mohammad Salman" userId="cfd6754c-e613-4f6f-bb98-36aef69d8c31" providerId="ADAL" clId="{1BF656CA-4852-421D-907F-F90D3F4790E6}" dt="2023-10-03T12:00:47.411" v="15653" actId="20577"/>
          <ac:spMkLst>
            <pc:docMk/>
            <pc:sldMk cId="2940764020" sldId="299"/>
            <ac:spMk id="6" creationId="{2E9AFC71-F0FF-64E8-2503-089DE804D171}"/>
          </ac:spMkLst>
        </pc:spChg>
        <pc:spChg chg="del mod">
          <ac:chgData name="Mohammad Salman" userId="cfd6754c-e613-4f6f-bb98-36aef69d8c31" providerId="ADAL" clId="{1BF656CA-4852-421D-907F-F90D3F4790E6}" dt="2023-10-03T06:56:02.925" v="12085" actId="478"/>
          <ac:spMkLst>
            <pc:docMk/>
            <pc:sldMk cId="2940764020" sldId="299"/>
            <ac:spMk id="8" creationId="{35AE56DD-ACB9-EC98-0BE9-2208A4E7666A}"/>
          </ac:spMkLst>
        </pc:spChg>
        <pc:spChg chg="mod">
          <ac:chgData name="Mohammad Salman" userId="cfd6754c-e613-4f6f-bb98-36aef69d8c31" providerId="ADAL" clId="{1BF656CA-4852-421D-907F-F90D3F4790E6}" dt="2023-10-03T06:53:05.419" v="11785" actId="20577"/>
          <ac:spMkLst>
            <pc:docMk/>
            <pc:sldMk cId="2940764020" sldId="299"/>
            <ac:spMk id="9" creationId="{4FBA79D3-6375-4F37-D47D-575D595DB6A6}"/>
          </ac:spMkLst>
        </pc:spChg>
        <pc:graphicFrameChg chg="add mod modGraphic">
          <ac:chgData name="Mohammad Salman" userId="cfd6754c-e613-4f6f-bb98-36aef69d8c31" providerId="ADAL" clId="{1BF656CA-4852-421D-907F-F90D3F4790E6}" dt="2023-10-03T06:55:00.108" v="11900" actId="1076"/>
          <ac:graphicFrameMkLst>
            <pc:docMk/>
            <pc:sldMk cId="2940764020" sldId="299"/>
            <ac:graphicFrameMk id="2" creationId="{1BC8E553-219C-D8CD-1BBD-27DA9B7178F8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10-03T07:11:22.011" v="12895" actId="20577"/>
          <ac:graphicFrameMkLst>
            <pc:docMk/>
            <pc:sldMk cId="2940764020" sldId="299"/>
            <ac:graphicFrameMk id="4" creationId="{44C0794B-7461-EF57-F34D-413B31F6F62A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10-04T14:48:28.991" v="18223"/>
          <ac:graphicFrameMkLst>
            <pc:docMk/>
            <pc:sldMk cId="2940764020" sldId="299"/>
            <ac:graphicFrameMk id="7" creationId="{FFCC71D7-7623-F728-EF70-E74C49E41817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10-03T06:54:27.128" v="11889" actId="20577"/>
          <ac:graphicFrameMkLst>
            <pc:docMk/>
            <pc:sldMk cId="2940764020" sldId="299"/>
            <ac:graphicFrameMk id="11" creationId="{92AC4890-A780-8B58-7825-0D927E0CCC0E}"/>
          </ac:graphicFrameMkLst>
        </pc:graphicFrameChg>
        <pc:cxnChg chg="mod">
          <ac:chgData name="Mohammad Salman" userId="cfd6754c-e613-4f6f-bb98-36aef69d8c31" providerId="ADAL" clId="{1BF656CA-4852-421D-907F-F90D3F4790E6}" dt="2023-10-03T06:52:22.845" v="11779" actId="1076"/>
          <ac:cxnSpMkLst>
            <pc:docMk/>
            <pc:sldMk cId="2940764020" sldId="299"/>
            <ac:cxnSpMk id="12" creationId="{6A5425C6-147D-8AC5-BD67-0FEFEA20F9E3}"/>
          </ac:cxnSpMkLst>
        </pc:cxnChg>
        <pc:cxnChg chg="mod">
          <ac:chgData name="Mohammad Salman" userId="cfd6754c-e613-4f6f-bb98-36aef69d8c31" providerId="ADAL" clId="{1BF656CA-4852-421D-907F-F90D3F4790E6}" dt="2023-10-03T12:02:32.998" v="15661" actId="14100"/>
          <ac:cxnSpMkLst>
            <pc:docMk/>
            <pc:sldMk cId="2940764020" sldId="299"/>
            <ac:cxnSpMk id="16" creationId="{191A83C7-60BB-CA19-2E41-907C8DF97CF6}"/>
          </ac:cxnSpMkLst>
        </pc:cxnChg>
      </pc:sldChg>
      <pc:sldChg chg="addSp modSp add mod modAnim">
        <pc:chgData name="Mohammad Salman" userId="cfd6754c-e613-4f6f-bb98-36aef69d8c31" providerId="ADAL" clId="{1BF656CA-4852-421D-907F-F90D3F4790E6}" dt="2023-10-04T14:48:33.059" v="18229"/>
        <pc:sldMkLst>
          <pc:docMk/>
          <pc:sldMk cId="2640036918" sldId="300"/>
        </pc:sldMkLst>
        <pc:spChg chg="mod">
          <ac:chgData name="Mohammad Salman" userId="cfd6754c-e613-4f6f-bb98-36aef69d8c31" providerId="ADAL" clId="{1BF656CA-4852-421D-907F-F90D3F4790E6}" dt="2023-10-03T06:59:51.640" v="12352" actId="113"/>
          <ac:spMkLst>
            <pc:docMk/>
            <pc:sldMk cId="2640036918" sldId="300"/>
            <ac:spMk id="6" creationId="{2E9AFC71-F0FF-64E8-2503-089DE804D171}"/>
          </ac:spMkLst>
        </pc:spChg>
        <pc:graphicFrameChg chg="modGraphic">
          <ac:chgData name="Mohammad Salman" userId="cfd6754c-e613-4f6f-bb98-36aef69d8c31" providerId="ADAL" clId="{1BF656CA-4852-421D-907F-F90D3F4790E6}" dt="2023-10-03T07:13:17.227" v="12919" actId="20577"/>
          <ac:graphicFrameMkLst>
            <pc:docMk/>
            <pc:sldMk cId="2640036918" sldId="300"/>
            <ac:graphicFrameMk id="4" creationId="{44C0794B-7461-EF57-F34D-413B31F6F62A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10-04T14:48:33.059" v="18229"/>
          <ac:graphicFrameMkLst>
            <pc:docMk/>
            <pc:sldMk cId="2640036918" sldId="300"/>
            <ac:graphicFrameMk id="7" creationId="{FFCC71D7-7623-F728-EF70-E74C49E41817}"/>
          </ac:graphicFrameMkLst>
        </pc:graphicFrameChg>
        <pc:graphicFrameChg chg="modGraphic">
          <ac:chgData name="Mohammad Salman" userId="cfd6754c-e613-4f6f-bb98-36aef69d8c31" providerId="ADAL" clId="{1BF656CA-4852-421D-907F-F90D3F4790E6}" dt="2023-10-03T07:00:04.127" v="12357" actId="20577"/>
          <ac:graphicFrameMkLst>
            <pc:docMk/>
            <pc:sldMk cId="2640036918" sldId="300"/>
            <ac:graphicFrameMk id="11" creationId="{92AC4890-A780-8B58-7825-0D927E0CCC0E}"/>
          </ac:graphicFrameMkLst>
        </pc:graphicFrameChg>
        <pc:cxnChg chg="add mod">
          <ac:chgData name="Mohammad Salman" userId="cfd6754c-e613-4f6f-bb98-36aef69d8c31" providerId="ADAL" clId="{1BF656CA-4852-421D-907F-F90D3F4790E6}" dt="2023-10-03T07:00:12.206" v="12360" actId="14100"/>
          <ac:cxnSpMkLst>
            <pc:docMk/>
            <pc:sldMk cId="2640036918" sldId="300"/>
            <ac:cxnSpMk id="5" creationId="{57DF2E3D-4CB0-91D2-1237-138F5755958F}"/>
          </ac:cxnSpMkLst>
        </pc:cxnChg>
        <pc:cxnChg chg="mod">
          <ac:chgData name="Mohammad Salman" userId="cfd6754c-e613-4f6f-bb98-36aef69d8c31" providerId="ADAL" clId="{1BF656CA-4852-421D-907F-F90D3F4790E6}" dt="2023-10-03T12:02:27.761" v="15660" actId="14100"/>
          <ac:cxnSpMkLst>
            <pc:docMk/>
            <pc:sldMk cId="2640036918" sldId="300"/>
            <ac:cxnSpMk id="16" creationId="{191A83C7-60BB-CA19-2E41-907C8DF97CF6}"/>
          </ac:cxnSpMkLst>
        </pc:cxnChg>
      </pc:sldChg>
      <pc:sldChg chg="delSp modSp add del mod">
        <pc:chgData name="Mohammad Salman" userId="cfd6754c-e613-4f6f-bb98-36aef69d8c31" providerId="ADAL" clId="{1BF656CA-4852-421D-907F-F90D3F4790E6}" dt="2023-10-03T06:58:35.176" v="12163" actId="47"/>
        <pc:sldMkLst>
          <pc:docMk/>
          <pc:sldMk cId="4102526459" sldId="300"/>
        </pc:sldMkLst>
        <pc:spChg chg="mod">
          <ac:chgData name="Mohammad Salman" userId="cfd6754c-e613-4f6f-bb98-36aef69d8c31" providerId="ADAL" clId="{1BF656CA-4852-421D-907F-F90D3F4790E6}" dt="2023-10-03T06:57:43.404" v="12156" actId="20577"/>
          <ac:spMkLst>
            <pc:docMk/>
            <pc:sldMk cId="4102526459" sldId="300"/>
            <ac:spMk id="6" creationId="{2E9AFC71-F0FF-64E8-2503-089DE804D171}"/>
          </ac:spMkLst>
        </pc:spChg>
        <pc:spChg chg="del mod">
          <ac:chgData name="Mohammad Salman" userId="cfd6754c-e613-4f6f-bb98-36aef69d8c31" providerId="ADAL" clId="{1BF656CA-4852-421D-907F-F90D3F4790E6}" dt="2023-10-03T06:58:01.034" v="12160" actId="478"/>
          <ac:spMkLst>
            <pc:docMk/>
            <pc:sldMk cId="4102526459" sldId="300"/>
            <ac:spMk id="8" creationId="{35AE56DD-ACB9-EC98-0BE9-2208A4E7666A}"/>
          </ac:spMkLst>
        </pc:spChg>
        <pc:graphicFrameChg chg="mod">
          <ac:chgData name="Mohammad Salman" userId="cfd6754c-e613-4f6f-bb98-36aef69d8c31" providerId="ADAL" clId="{1BF656CA-4852-421D-907F-F90D3F4790E6}" dt="2023-10-03T06:57:02.485" v="12094" actId="1076"/>
          <ac:graphicFrameMkLst>
            <pc:docMk/>
            <pc:sldMk cId="4102526459" sldId="300"/>
            <ac:graphicFrameMk id="2" creationId="{1BC8E553-219C-D8CD-1BBD-27DA9B7178F8}"/>
          </ac:graphicFrameMkLst>
        </pc:graphicFrameChg>
        <pc:graphicFrameChg chg="mod">
          <ac:chgData name="Mohammad Salman" userId="cfd6754c-e613-4f6f-bb98-36aef69d8c31" providerId="ADAL" clId="{1BF656CA-4852-421D-907F-F90D3F4790E6}" dt="2023-10-03T06:57:02.485" v="12094" actId="1076"/>
          <ac:graphicFrameMkLst>
            <pc:docMk/>
            <pc:sldMk cId="4102526459" sldId="300"/>
            <ac:graphicFrameMk id="4" creationId="{44C0794B-7461-EF57-F34D-413B31F6F62A}"/>
          </ac:graphicFrameMkLst>
        </pc:graphicFrameChg>
        <pc:graphicFrameChg chg="mod">
          <ac:chgData name="Mohammad Salman" userId="cfd6754c-e613-4f6f-bb98-36aef69d8c31" providerId="ADAL" clId="{1BF656CA-4852-421D-907F-F90D3F4790E6}" dt="2023-10-03T06:58:14.339" v="12162" actId="1076"/>
          <ac:graphicFrameMkLst>
            <pc:docMk/>
            <pc:sldMk cId="4102526459" sldId="300"/>
            <ac:graphicFrameMk id="7" creationId="{FFCC71D7-7623-F728-EF70-E74C49E41817}"/>
          </ac:graphicFrameMkLst>
        </pc:graphicFrameChg>
        <pc:graphicFrameChg chg="mod">
          <ac:chgData name="Mohammad Salman" userId="cfd6754c-e613-4f6f-bb98-36aef69d8c31" providerId="ADAL" clId="{1BF656CA-4852-421D-907F-F90D3F4790E6}" dt="2023-10-03T06:57:02.485" v="12094" actId="1076"/>
          <ac:graphicFrameMkLst>
            <pc:docMk/>
            <pc:sldMk cId="4102526459" sldId="300"/>
            <ac:graphicFrameMk id="11" creationId="{92AC4890-A780-8B58-7825-0D927E0CCC0E}"/>
          </ac:graphicFrameMkLst>
        </pc:graphicFrameChg>
        <pc:cxnChg chg="mod">
          <ac:chgData name="Mohammad Salman" userId="cfd6754c-e613-4f6f-bb98-36aef69d8c31" providerId="ADAL" clId="{1BF656CA-4852-421D-907F-F90D3F4790E6}" dt="2023-10-03T06:57:02.485" v="12094" actId="1076"/>
          <ac:cxnSpMkLst>
            <pc:docMk/>
            <pc:sldMk cId="4102526459" sldId="300"/>
            <ac:cxnSpMk id="12" creationId="{6A5425C6-147D-8AC5-BD67-0FEFEA20F9E3}"/>
          </ac:cxnSpMkLst>
        </pc:cxnChg>
        <pc:cxnChg chg="mod">
          <ac:chgData name="Mohammad Salman" userId="cfd6754c-e613-4f6f-bb98-36aef69d8c31" providerId="ADAL" clId="{1BF656CA-4852-421D-907F-F90D3F4790E6}" dt="2023-10-03T06:58:14.339" v="12162" actId="1076"/>
          <ac:cxnSpMkLst>
            <pc:docMk/>
            <pc:sldMk cId="4102526459" sldId="300"/>
            <ac:cxnSpMk id="16" creationId="{191A83C7-60BB-CA19-2E41-907C8DF97CF6}"/>
          </ac:cxnSpMkLst>
        </pc:cxnChg>
      </pc:sldChg>
      <pc:sldChg chg="modSp add del mod">
        <pc:chgData name="Mohammad Salman" userId="cfd6754c-e613-4f6f-bb98-36aef69d8c31" providerId="ADAL" clId="{1BF656CA-4852-421D-907F-F90D3F4790E6}" dt="2023-10-03T06:58:36.981" v="12164" actId="47"/>
        <pc:sldMkLst>
          <pc:docMk/>
          <pc:sldMk cId="1874327300" sldId="301"/>
        </pc:sldMkLst>
        <pc:spChg chg="mod">
          <ac:chgData name="Mohammad Salman" userId="cfd6754c-e613-4f6f-bb98-36aef69d8c31" providerId="ADAL" clId="{1BF656CA-4852-421D-907F-F90D3F4790E6}" dt="2023-10-03T06:57:53.221" v="12159"/>
          <ac:spMkLst>
            <pc:docMk/>
            <pc:sldMk cId="1874327300" sldId="301"/>
            <ac:spMk id="6" creationId="{2E9AFC71-F0FF-64E8-2503-089DE804D171}"/>
          </ac:spMkLst>
        </pc:spChg>
      </pc:sldChg>
      <pc:sldChg chg="addSp delSp modSp add mod modAnim">
        <pc:chgData name="Mohammad Salman" userId="cfd6754c-e613-4f6f-bb98-36aef69d8c31" providerId="ADAL" clId="{1BF656CA-4852-421D-907F-F90D3F4790E6}" dt="2023-10-04T14:48:36.159" v="18232"/>
        <pc:sldMkLst>
          <pc:docMk/>
          <pc:sldMk cId="3591748535" sldId="301"/>
        </pc:sldMkLst>
        <pc:spChg chg="mod">
          <ac:chgData name="Mohammad Salman" userId="cfd6754c-e613-4f6f-bb98-36aef69d8c31" providerId="ADAL" clId="{1BF656CA-4852-421D-907F-F90D3F4790E6}" dt="2023-10-03T07:02:07.076" v="12565" actId="20577"/>
          <ac:spMkLst>
            <pc:docMk/>
            <pc:sldMk cId="3591748535" sldId="301"/>
            <ac:spMk id="6" creationId="{2E9AFC71-F0FF-64E8-2503-089DE804D171}"/>
          </ac:spMkLst>
        </pc:spChg>
        <pc:spChg chg="add del mod">
          <ac:chgData name="Mohammad Salman" userId="cfd6754c-e613-4f6f-bb98-36aef69d8c31" providerId="ADAL" clId="{1BF656CA-4852-421D-907F-F90D3F4790E6}" dt="2023-10-04T14:42:31.440" v="18017" actId="478"/>
          <ac:spMkLst>
            <pc:docMk/>
            <pc:sldMk cId="3591748535" sldId="301"/>
            <ac:spMk id="10" creationId="{1FE12C64-C686-DC55-9AF0-275816CAD291}"/>
          </ac:spMkLst>
        </pc:spChg>
        <pc:graphicFrameChg chg="modGraphic">
          <ac:chgData name="Mohammad Salman" userId="cfd6754c-e613-4f6f-bb98-36aef69d8c31" providerId="ADAL" clId="{1BF656CA-4852-421D-907F-F90D3F4790E6}" dt="2023-10-03T07:13:30.836" v="12923" actId="20577"/>
          <ac:graphicFrameMkLst>
            <pc:docMk/>
            <pc:sldMk cId="3591748535" sldId="301"/>
            <ac:graphicFrameMk id="4" creationId="{44C0794B-7461-EF57-F34D-413B31F6F62A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10-04T14:48:36.159" v="18232"/>
          <ac:graphicFrameMkLst>
            <pc:docMk/>
            <pc:sldMk cId="3591748535" sldId="301"/>
            <ac:graphicFrameMk id="7" creationId="{FFCC71D7-7623-F728-EF70-E74C49E41817}"/>
          </ac:graphicFrameMkLst>
        </pc:graphicFrameChg>
        <pc:cxnChg chg="mod">
          <ac:chgData name="Mohammad Salman" userId="cfd6754c-e613-4f6f-bb98-36aef69d8c31" providerId="ADAL" clId="{1BF656CA-4852-421D-907F-F90D3F4790E6}" dt="2023-10-03T07:00:48.391" v="12476" actId="1076"/>
          <ac:cxnSpMkLst>
            <pc:docMk/>
            <pc:sldMk cId="3591748535" sldId="301"/>
            <ac:cxnSpMk id="16" creationId="{191A83C7-60BB-CA19-2E41-907C8DF97CF6}"/>
          </ac:cxnSpMkLst>
        </pc:cxnChg>
      </pc:sldChg>
      <pc:sldChg chg="addSp delSp modSp add mod">
        <pc:chgData name="Mohammad Salman" userId="cfd6754c-e613-4f6f-bb98-36aef69d8c31" providerId="ADAL" clId="{1BF656CA-4852-421D-907F-F90D3F4790E6}" dt="2023-10-04T14:48:41.519" v="18238"/>
        <pc:sldMkLst>
          <pc:docMk/>
          <pc:sldMk cId="4188746737" sldId="302"/>
        </pc:sldMkLst>
        <pc:spChg chg="mod">
          <ac:chgData name="Mohammad Salman" userId="cfd6754c-e613-4f6f-bb98-36aef69d8c31" providerId="ADAL" clId="{1BF656CA-4852-421D-907F-F90D3F4790E6}" dt="2023-10-03T11:02:14.566" v="13296" actId="14100"/>
          <ac:spMkLst>
            <pc:docMk/>
            <pc:sldMk cId="4188746737" sldId="302"/>
            <ac:spMk id="6" creationId="{2E9AFC71-F0FF-64E8-2503-089DE804D171}"/>
          </ac:spMkLst>
        </pc:spChg>
        <pc:spChg chg="del mod">
          <ac:chgData name="Mohammad Salman" userId="cfd6754c-e613-4f6f-bb98-36aef69d8c31" providerId="ADAL" clId="{1BF656CA-4852-421D-907F-F90D3F4790E6}" dt="2023-10-03T11:01:45.682" v="13291" actId="478"/>
          <ac:spMkLst>
            <pc:docMk/>
            <pc:sldMk cId="4188746737" sldId="302"/>
            <ac:spMk id="9" creationId="{4FBA79D3-6375-4F37-D47D-575D595DB6A6}"/>
          </ac:spMkLst>
        </pc:spChg>
        <pc:spChg chg="add del mod">
          <ac:chgData name="Mohammad Salman" userId="cfd6754c-e613-4f6f-bb98-36aef69d8c31" providerId="ADAL" clId="{1BF656CA-4852-421D-907F-F90D3F4790E6}" dt="2023-10-03T11:01:45.258" v="13290"/>
          <ac:spMkLst>
            <pc:docMk/>
            <pc:sldMk cId="4188746737" sldId="302"/>
            <ac:spMk id="24" creationId="{4757FF47-5AEE-31E1-5AF3-210D6471DB78}"/>
          </ac:spMkLst>
        </pc:spChg>
        <pc:spChg chg="add mod">
          <ac:chgData name="Mohammad Salman" userId="cfd6754c-e613-4f6f-bb98-36aef69d8c31" providerId="ADAL" clId="{1BF656CA-4852-421D-907F-F90D3F4790E6}" dt="2023-10-03T11:01:46.055" v="13292"/>
          <ac:spMkLst>
            <pc:docMk/>
            <pc:sldMk cId="4188746737" sldId="302"/>
            <ac:spMk id="25" creationId="{8C3EFEAE-1D73-687D-F77D-184C0CBC2764}"/>
          </ac:spMkLst>
        </pc:spChg>
        <pc:graphicFrameChg chg="mod modGraphic">
          <ac:chgData name="Mohammad Salman" userId="cfd6754c-e613-4f6f-bb98-36aef69d8c31" providerId="ADAL" clId="{1BF656CA-4852-421D-907F-F90D3F4790E6}" dt="2023-10-03T11:02:02.263" v="13294" actId="1076"/>
          <ac:graphicFrameMkLst>
            <pc:docMk/>
            <pc:sldMk cId="4188746737" sldId="302"/>
            <ac:graphicFrameMk id="2" creationId="{1BC8E553-219C-D8CD-1BBD-27DA9B7178F8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10-03T11:02:02.263" v="13294" actId="1076"/>
          <ac:graphicFrameMkLst>
            <pc:docMk/>
            <pc:sldMk cId="4188746737" sldId="302"/>
            <ac:graphicFrameMk id="3" creationId="{99FAB671-84B1-4736-A526-0FABF9343856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10-03T11:02:02.263" v="13294" actId="1076"/>
          <ac:graphicFrameMkLst>
            <pc:docMk/>
            <pc:sldMk cId="4188746737" sldId="302"/>
            <ac:graphicFrameMk id="4" creationId="{44C0794B-7461-EF57-F34D-413B31F6F62A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10-04T14:48:41.519" v="18238"/>
          <ac:graphicFrameMkLst>
            <pc:docMk/>
            <pc:sldMk cId="4188746737" sldId="302"/>
            <ac:graphicFrameMk id="7" creationId="{FFCC71D7-7623-F728-EF70-E74C49E41817}"/>
          </ac:graphicFrameMkLst>
        </pc:graphicFrameChg>
        <pc:graphicFrameChg chg="mod">
          <ac:chgData name="Mohammad Salman" userId="cfd6754c-e613-4f6f-bb98-36aef69d8c31" providerId="ADAL" clId="{1BF656CA-4852-421D-907F-F90D3F4790E6}" dt="2023-10-03T11:02:02.263" v="13294" actId="1076"/>
          <ac:graphicFrameMkLst>
            <pc:docMk/>
            <pc:sldMk cId="4188746737" sldId="302"/>
            <ac:graphicFrameMk id="11" creationId="{92AC4890-A780-8B58-7825-0D927E0CCC0E}"/>
          </ac:graphicFrameMkLst>
        </pc:graphicFrameChg>
        <pc:cxnChg chg="mod">
          <ac:chgData name="Mohammad Salman" userId="cfd6754c-e613-4f6f-bb98-36aef69d8c31" providerId="ADAL" clId="{1BF656CA-4852-421D-907F-F90D3F4790E6}" dt="2023-10-03T11:02:02.263" v="13294" actId="1076"/>
          <ac:cxnSpMkLst>
            <pc:docMk/>
            <pc:sldMk cId="4188746737" sldId="302"/>
            <ac:cxnSpMk id="5" creationId="{57DF2E3D-4CB0-91D2-1237-138F5755958F}"/>
          </ac:cxnSpMkLst>
        </pc:cxnChg>
        <pc:cxnChg chg="mod">
          <ac:chgData name="Mohammad Salman" userId="cfd6754c-e613-4f6f-bb98-36aef69d8c31" providerId="ADAL" clId="{1BF656CA-4852-421D-907F-F90D3F4790E6}" dt="2023-10-03T11:02:02.263" v="13294" actId="1076"/>
          <ac:cxnSpMkLst>
            <pc:docMk/>
            <pc:sldMk cId="4188746737" sldId="302"/>
            <ac:cxnSpMk id="12" creationId="{6A5425C6-147D-8AC5-BD67-0FEFEA20F9E3}"/>
          </ac:cxnSpMkLst>
        </pc:cxnChg>
        <pc:cxnChg chg="add mod">
          <ac:chgData name="Mohammad Salman" userId="cfd6754c-e613-4f6f-bb98-36aef69d8c31" providerId="ADAL" clId="{1BF656CA-4852-421D-907F-F90D3F4790E6}" dt="2023-10-03T11:02:02.263" v="13294" actId="1076"/>
          <ac:cxnSpMkLst>
            <pc:docMk/>
            <pc:sldMk cId="4188746737" sldId="302"/>
            <ac:cxnSpMk id="15" creationId="{043706C4-4578-370A-6D16-843C89E8BAA2}"/>
          </ac:cxnSpMkLst>
        </pc:cxnChg>
        <pc:cxnChg chg="mod">
          <ac:chgData name="Mohammad Salman" userId="cfd6754c-e613-4f6f-bb98-36aef69d8c31" providerId="ADAL" clId="{1BF656CA-4852-421D-907F-F90D3F4790E6}" dt="2023-10-03T11:02:02.263" v="13294" actId="1076"/>
          <ac:cxnSpMkLst>
            <pc:docMk/>
            <pc:sldMk cId="4188746737" sldId="302"/>
            <ac:cxnSpMk id="16" creationId="{191A83C7-60BB-CA19-2E41-907C8DF97CF6}"/>
          </ac:cxnSpMkLst>
        </pc:cxnChg>
      </pc:sldChg>
      <pc:sldChg chg="addSp delSp modSp add mod modAnim">
        <pc:chgData name="Mohammad Salman" userId="cfd6754c-e613-4f6f-bb98-36aef69d8c31" providerId="ADAL" clId="{1BF656CA-4852-421D-907F-F90D3F4790E6}" dt="2023-10-04T14:48:44.225" v="18241"/>
        <pc:sldMkLst>
          <pc:docMk/>
          <pc:sldMk cId="227138367" sldId="303"/>
        </pc:sldMkLst>
        <pc:spChg chg="mod">
          <ac:chgData name="Mohammad Salman" userId="cfd6754c-e613-4f6f-bb98-36aef69d8c31" providerId="ADAL" clId="{1BF656CA-4852-421D-907F-F90D3F4790E6}" dt="2023-10-03T11:02:21.058" v="13297" actId="14100"/>
          <ac:spMkLst>
            <pc:docMk/>
            <pc:sldMk cId="227138367" sldId="303"/>
            <ac:spMk id="6" creationId="{2E9AFC71-F0FF-64E8-2503-089DE804D171}"/>
          </ac:spMkLst>
        </pc:spChg>
        <pc:spChg chg="del">
          <ac:chgData name="Mohammad Salman" userId="cfd6754c-e613-4f6f-bb98-36aef69d8c31" providerId="ADAL" clId="{1BF656CA-4852-421D-907F-F90D3F4790E6}" dt="2023-10-03T11:01:40.688" v="13287" actId="478"/>
          <ac:spMkLst>
            <pc:docMk/>
            <pc:sldMk cId="227138367" sldId="303"/>
            <ac:spMk id="9" creationId="{4FBA79D3-6375-4F37-D47D-575D595DB6A6}"/>
          </ac:spMkLst>
        </pc:spChg>
        <pc:spChg chg="add mod">
          <ac:chgData name="Mohammad Salman" userId="cfd6754c-e613-4f6f-bb98-36aef69d8c31" providerId="ADAL" clId="{1BF656CA-4852-421D-907F-F90D3F4790E6}" dt="2023-10-03T11:01:40.970" v="13288"/>
          <ac:spMkLst>
            <pc:docMk/>
            <pc:sldMk cId="227138367" sldId="303"/>
            <ac:spMk id="18" creationId="{793D477F-B8BD-866E-3AC4-593217E825E0}"/>
          </ac:spMkLst>
        </pc:spChg>
        <pc:graphicFrameChg chg="mod">
          <ac:chgData name="Mohammad Salman" userId="cfd6754c-e613-4f6f-bb98-36aef69d8c31" providerId="ADAL" clId="{1BF656CA-4852-421D-907F-F90D3F4790E6}" dt="2023-10-03T10:56:10.339" v="13016" actId="1038"/>
          <ac:graphicFrameMkLst>
            <pc:docMk/>
            <pc:sldMk cId="227138367" sldId="303"/>
            <ac:graphicFrameMk id="2" creationId="{1BC8E553-219C-D8CD-1BBD-27DA9B7178F8}"/>
          </ac:graphicFrameMkLst>
        </pc:graphicFrameChg>
        <pc:graphicFrameChg chg="mod">
          <ac:chgData name="Mohammad Salman" userId="cfd6754c-e613-4f6f-bb98-36aef69d8c31" providerId="ADAL" clId="{1BF656CA-4852-421D-907F-F90D3F4790E6}" dt="2023-10-03T10:56:10.339" v="13016" actId="1038"/>
          <ac:graphicFrameMkLst>
            <pc:docMk/>
            <pc:sldMk cId="227138367" sldId="303"/>
            <ac:graphicFrameMk id="3" creationId="{99FAB671-84B1-4736-A526-0FABF9343856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10-03T10:56:10.339" v="13016" actId="1038"/>
          <ac:graphicFrameMkLst>
            <pc:docMk/>
            <pc:sldMk cId="227138367" sldId="303"/>
            <ac:graphicFrameMk id="4" creationId="{44C0794B-7461-EF57-F34D-413B31F6F62A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10-04T14:48:44.225" v="18241"/>
          <ac:graphicFrameMkLst>
            <pc:docMk/>
            <pc:sldMk cId="227138367" sldId="303"/>
            <ac:graphicFrameMk id="7" creationId="{FFCC71D7-7623-F728-EF70-E74C49E41817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10-03T10:56:17.662" v="13017" actId="1076"/>
          <ac:graphicFrameMkLst>
            <pc:docMk/>
            <pc:sldMk cId="227138367" sldId="303"/>
            <ac:graphicFrameMk id="8" creationId="{A5E0B24E-9260-FD95-EAF6-CD937890FA1C}"/>
          </ac:graphicFrameMkLst>
        </pc:graphicFrameChg>
        <pc:graphicFrameChg chg="mod">
          <ac:chgData name="Mohammad Salman" userId="cfd6754c-e613-4f6f-bb98-36aef69d8c31" providerId="ADAL" clId="{1BF656CA-4852-421D-907F-F90D3F4790E6}" dt="2023-10-03T10:56:10.339" v="13016" actId="1038"/>
          <ac:graphicFrameMkLst>
            <pc:docMk/>
            <pc:sldMk cId="227138367" sldId="303"/>
            <ac:graphicFrameMk id="11" creationId="{92AC4890-A780-8B58-7825-0D927E0CCC0E}"/>
          </ac:graphicFrameMkLst>
        </pc:graphicFrameChg>
        <pc:cxnChg chg="mod">
          <ac:chgData name="Mohammad Salman" userId="cfd6754c-e613-4f6f-bb98-36aef69d8c31" providerId="ADAL" clId="{1BF656CA-4852-421D-907F-F90D3F4790E6}" dt="2023-10-03T10:56:10.339" v="13016" actId="1038"/>
          <ac:cxnSpMkLst>
            <pc:docMk/>
            <pc:sldMk cId="227138367" sldId="303"/>
            <ac:cxnSpMk id="5" creationId="{57DF2E3D-4CB0-91D2-1237-138F5755958F}"/>
          </ac:cxnSpMkLst>
        </pc:cxnChg>
        <pc:cxnChg chg="add mod">
          <ac:chgData name="Mohammad Salman" userId="cfd6754c-e613-4f6f-bb98-36aef69d8c31" providerId="ADAL" clId="{1BF656CA-4852-421D-907F-F90D3F4790E6}" dt="2023-10-03T10:56:17.662" v="13017" actId="1076"/>
          <ac:cxnSpMkLst>
            <pc:docMk/>
            <pc:sldMk cId="227138367" sldId="303"/>
            <ac:cxnSpMk id="10" creationId="{95D3F143-5726-1F9E-B9D2-1509C8753048}"/>
          </ac:cxnSpMkLst>
        </pc:cxnChg>
        <pc:cxnChg chg="mod">
          <ac:chgData name="Mohammad Salman" userId="cfd6754c-e613-4f6f-bb98-36aef69d8c31" providerId="ADAL" clId="{1BF656CA-4852-421D-907F-F90D3F4790E6}" dt="2023-10-03T10:56:10.339" v="13016" actId="1038"/>
          <ac:cxnSpMkLst>
            <pc:docMk/>
            <pc:sldMk cId="227138367" sldId="303"/>
            <ac:cxnSpMk id="12" creationId="{6A5425C6-147D-8AC5-BD67-0FEFEA20F9E3}"/>
          </ac:cxnSpMkLst>
        </pc:cxnChg>
        <pc:cxnChg chg="mod">
          <ac:chgData name="Mohammad Salman" userId="cfd6754c-e613-4f6f-bb98-36aef69d8c31" providerId="ADAL" clId="{1BF656CA-4852-421D-907F-F90D3F4790E6}" dt="2023-10-03T10:56:10.339" v="13016" actId="1038"/>
          <ac:cxnSpMkLst>
            <pc:docMk/>
            <pc:sldMk cId="227138367" sldId="303"/>
            <ac:cxnSpMk id="15" creationId="{043706C4-4578-370A-6D16-843C89E8BAA2}"/>
          </ac:cxnSpMkLst>
        </pc:cxnChg>
        <pc:cxnChg chg="mod">
          <ac:chgData name="Mohammad Salman" userId="cfd6754c-e613-4f6f-bb98-36aef69d8c31" providerId="ADAL" clId="{1BF656CA-4852-421D-907F-F90D3F4790E6}" dt="2023-10-03T10:56:10.339" v="13016" actId="1038"/>
          <ac:cxnSpMkLst>
            <pc:docMk/>
            <pc:sldMk cId="227138367" sldId="303"/>
            <ac:cxnSpMk id="16" creationId="{191A83C7-60BB-CA19-2E41-907C8DF97CF6}"/>
          </ac:cxnSpMkLst>
        </pc:cxnChg>
      </pc:sldChg>
      <pc:sldChg chg="addSp delSp modSp add mod">
        <pc:chgData name="Mohammad Salman" userId="cfd6754c-e613-4f6f-bb98-36aef69d8c31" providerId="ADAL" clId="{1BF656CA-4852-421D-907F-F90D3F4790E6}" dt="2023-10-04T14:48:46.871" v="18244"/>
        <pc:sldMkLst>
          <pc:docMk/>
          <pc:sldMk cId="2378829662" sldId="304"/>
        </pc:sldMkLst>
        <pc:spChg chg="mod">
          <ac:chgData name="Mohammad Salman" userId="cfd6754c-e613-4f6f-bb98-36aef69d8c31" providerId="ADAL" clId="{1BF656CA-4852-421D-907F-F90D3F4790E6}" dt="2023-10-03T10:56:49.566" v="13071" actId="113"/>
          <ac:spMkLst>
            <pc:docMk/>
            <pc:sldMk cId="2378829662" sldId="304"/>
            <ac:spMk id="6" creationId="{2E9AFC71-F0FF-64E8-2503-089DE804D171}"/>
          </ac:spMkLst>
        </pc:spChg>
        <pc:spChg chg="del">
          <ac:chgData name="Mohammad Salman" userId="cfd6754c-e613-4f6f-bb98-36aef69d8c31" providerId="ADAL" clId="{1BF656CA-4852-421D-907F-F90D3F4790E6}" dt="2023-10-03T11:01:37.664" v="13285" actId="478"/>
          <ac:spMkLst>
            <pc:docMk/>
            <pc:sldMk cId="2378829662" sldId="304"/>
            <ac:spMk id="9" creationId="{4FBA79D3-6375-4F37-D47D-575D595DB6A6}"/>
          </ac:spMkLst>
        </pc:spChg>
        <pc:spChg chg="add mod">
          <ac:chgData name="Mohammad Salman" userId="cfd6754c-e613-4f6f-bb98-36aef69d8c31" providerId="ADAL" clId="{1BF656CA-4852-421D-907F-F90D3F4790E6}" dt="2023-10-03T11:01:38.019" v="13286"/>
          <ac:spMkLst>
            <pc:docMk/>
            <pc:sldMk cId="2378829662" sldId="304"/>
            <ac:spMk id="17" creationId="{24941149-61C9-F311-6BBA-782F547F8F8D}"/>
          </ac:spMkLst>
        </pc:spChg>
        <pc:graphicFrameChg chg="mod modGraphic">
          <ac:chgData name="Mohammad Salman" userId="cfd6754c-e613-4f6f-bb98-36aef69d8c31" providerId="ADAL" clId="{1BF656CA-4852-421D-907F-F90D3F4790E6}" dt="2023-10-03T11:00:13.502" v="13205" actId="20577"/>
          <ac:graphicFrameMkLst>
            <pc:docMk/>
            <pc:sldMk cId="2378829662" sldId="304"/>
            <ac:graphicFrameMk id="4" creationId="{44C0794B-7461-EF57-F34D-413B31F6F62A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10-04T14:48:46.871" v="18244"/>
          <ac:graphicFrameMkLst>
            <pc:docMk/>
            <pc:sldMk cId="2378829662" sldId="304"/>
            <ac:graphicFrameMk id="7" creationId="{FFCC71D7-7623-F728-EF70-E74C49E41817}"/>
          </ac:graphicFrameMkLst>
        </pc:graphicFrameChg>
        <pc:cxnChg chg="mod">
          <ac:chgData name="Mohammad Salman" userId="cfd6754c-e613-4f6f-bb98-36aef69d8c31" providerId="ADAL" clId="{1BF656CA-4852-421D-907F-F90D3F4790E6}" dt="2023-10-03T10:57:07.752" v="13073" actId="14100"/>
          <ac:cxnSpMkLst>
            <pc:docMk/>
            <pc:sldMk cId="2378829662" sldId="304"/>
            <ac:cxnSpMk id="12" creationId="{6A5425C6-147D-8AC5-BD67-0FEFEA20F9E3}"/>
          </ac:cxnSpMkLst>
        </pc:cxnChg>
      </pc:sldChg>
      <pc:sldChg chg="addSp delSp modSp add mod">
        <pc:chgData name="Mohammad Salman" userId="cfd6754c-e613-4f6f-bb98-36aef69d8c31" providerId="ADAL" clId="{1BF656CA-4852-421D-907F-F90D3F4790E6}" dt="2023-10-04T14:48:49.140" v="18247"/>
        <pc:sldMkLst>
          <pc:docMk/>
          <pc:sldMk cId="4010203644" sldId="305"/>
        </pc:sldMkLst>
        <pc:spChg chg="mod">
          <ac:chgData name="Mohammad Salman" userId="cfd6754c-e613-4f6f-bb98-36aef69d8c31" providerId="ADAL" clId="{1BF656CA-4852-421D-907F-F90D3F4790E6}" dt="2023-10-03T11:02:26.886" v="13298" actId="14100"/>
          <ac:spMkLst>
            <pc:docMk/>
            <pc:sldMk cId="4010203644" sldId="305"/>
            <ac:spMk id="6" creationId="{2E9AFC71-F0FF-64E8-2503-089DE804D171}"/>
          </ac:spMkLst>
        </pc:spChg>
        <pc:spChg chg="del">
          <ac:chgData name="Mohammad Salman" userId="cfd6754c-e613-4f6f-bb98-36aef69d8c31" providerId="ADAL" clId="{1BF656CA-4852-421D-907F-F90D3F4790E6}" dt="2023-10-03T11:01:30.669" v="13283" actId="478"/>
          <ac:spMkLst>
            <pc:docMk/>
            <pc:sldMk cId="4010203644" sldId="305"/>
            <ac:spMk id="9" creationId="{4FBA79D3-6375-4F37-D47D-575D595DB6A6}"/>
          </ac:spMkLst>
        </pc:spChg>
        <pc:spChg chg="add mod">
          <ac:chgData name="Mohammad Salman" userId="cfd6754c-e613-4f6f-bb98-36aef69d8c31" providerId="ADAL" clId="{1BF656CA-4852-421D-907F-F90D3F4790E6}" dt="2023-10-03T10:59:22.720" v="13196" actId="1076"/>
          <ac:spMkLst>
            <pc:docMk/>
            <pc:sldMk cId="4010203644" sldId="305"/>
            <ac:spMk id="13" creationId="{3517BABE-47CC-E70D-DB5D-ED99B44C8B60}"/>
          </ac:spMkLst>
        </pc:spChg>
        <pc:spChg chg="add mod">
          <ac:chgData name="Mohammad Salman" userId="cfd6754c-e613-4f6f-bb98-36aef69d8c31" providerId="ADAL" clId="{1BF656CA-4852-421D-907F-F90D3F4790E6}" dt="2023-10-03T11:01:31.036" v="13284"/>
          <ac:spMkLst>
            <pc:docMk/>
            <pc:sldMk cId="4010203644" sldId="305"/>
            <ac:spMk id="14" creationId="{70E59DA0-5409-54C8-720A-81F1E6AF9DAA}"/>
          </ac:spMkLst>
        </pc:spChg>
        <pc:graphicFrameChg chg="modGraphic">
          <ac:chgData name="Mohammad Salman" userId="cfd6754c-e613-4f6f-bb98-36aef69d8c31" providerId="ADAL" clId="{1BF656CA-4852-421D-907F-F90D3F4790E6}" dt="2023-10-03T11:00:24.832" v="13207" actId="20577"/>
          <ac:graphicFrameMkLst>
            <pc:docMk/>
            <pc:sldMk cId="4010203644" sldId="305"/>
            <ac:graphicFrameMk id="4" creationId="{44C0794B-7461-EF57-F34D-413B31F6F62A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10-04T14:48:49.140" v="18247"/>
          <ac:graphicFrameMkLst>
            <pc:docMk/>
            <pc:sldMk cId="4010203644" sldId="305"/>
            <ac:graphicFrameMk id="7" creationId="{FFCC71D7-7623-F728-EF70-E74C49E41817}"/>
          </ac:graphicFrameMkLst>
        </pc:graphicFrameChg>
      </pc:sldChg>
      <pc:sldChg chg="delSp modSp add mod modAnim">
        <pc:chgData name="Mohammad Salman" userId="cfd6754c-e613-4f6f-bb98-36aef69d8c31" providerId="ADAL" clId="{1BF656CA-4852-421D-907F-F90D3F4790E6}" dt="2023-10-04T14:48:52.474" v="18250"/>
        <pc:sldMkLst>
          <pc:docMk/>
          <pc:sldMk cId="3496751012" sldId="306"/>
        </pc:sldMkLst>
        <pc:spChg chg="mod">
          <ac:chgData name="Mohammad Salman" userId="cfd6754c-e613-4f6f-bb98-36aef69d8c31" providerId="ADAL" clId="{1BF656CA-4852-421D-907F-F90D3F4790E6}" dt="2023-10-03T11:03:21.969" v="13473" actId="20577"/>
          <ac:spMkLst>
            <pc:docMk/>
            <pc:sldMk cId="3496751012" sldId="306"/>
            <ac:spMk id="6" creationId="{2E9AFC71-F0FF-64E8-2503-089DE804D171}"/>
          </ac:spMkLst>
        </pc:spChg>
        <pc:spChg chg="mod">
          <ac:chgData name="Mohammad Salman" userId="cfd6754c-e613-4f6f-bb98-36aef69d8c31" providerId="ADAL" clId="{1BF656CA-4852-421D-907F-F90D3F4790E6}" dt="2023-10-03T11:01:21.027" v="13282" actId="14100"/>
          <ac:spMkLst>
            <pc:docMk/>
            <pc:sldMk cId="3496751012" sldId="306"/>
            <ac:spMk id="9" creationId="{4FBA79D3-6375-4F37-D47D-575D595DB6A6}"/>
          </ac:spMkLst>
        </pc:spChg>
        <pc:spChg chg="del">
          <ac:chgData name="Mohammad Salman" userId="cfd6754c-e613-4f6f-bb98-36aef69d8c31" providerId="ADAL" clId="{1BF656CA-4852-421D-907F-F90D3F4790E6}" dt="2023-10-03T10:59:48.290" v="13199" actId="478"/>
          <ac:spMkLst>
            <pc:docMk/>
            <pc:sldMk cId="3496751012" sldId="306"/>
            <ac:spMk id="13" creationId="{3517BABE-47CC-E70D-DB5D-ED99B44C8B60}"/>
          </ac:spMkLst>
        </pc:spChg>
        <pc:graphicFrameChg chg="mod">
          <ac:chgData name="Mohammad Salman" userId="cfd6754c-e613-4f6f-bb98-36aef69d8c31" providerId="ADAL" clId="{1BF656CA-4852-421D-907F-F90D3F4790E6}" dt="2023-10-03T11:00:50.096" v="13212" actId="1076"/>
          <ac:graphicFrameMkLst>
            <pc:docMk/>
            <pc:sldMk cId="3496751012" sldId="306"/>
            <ac:graphicFrameMk id="2" creationId="{1BC8E553-219C-D8CD-1BBD-27DA9B7178F8}"/>
          </ac:graphicFrameMkLst>
        </pc:graphicFrameChg>
        <pc:graphicFrameChg chg="mod">
          <ac:chgData name="Mohammad Salman" userId="cfd6754c-e613-4f6f-bb98-36aef69d8c31" providerId="ADAL" clId="{1BF656CA-4852-421D-907F-F90D3F4790E6}" dt="2023-10-03T11:00:50.096" v="13212" actId="1076"/>
          <ac:graphicFrameMkLst>
            <pc:docMk/>
            <pc:sldMk cId="3496751012" sldId="306"/>
            <ac:graphicFrameMk id="3" creationId="{99FAB671-84B1-4736-A526-0FABF9343856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10-03T11:00:33.706" v="13209" actId="20577"/>
          <ac:graphicFrameMkLst>
            <pc:docMk/>
            <pc:sldMk cId="3496751012" sldId="306"/>
            <ac:graphicFrameMk id="4" creationId="{44C0794B-7461-EF57-F34D-413B31F6F62A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10-04T14:48:52.474" v="18250"/>
          <ac:graphicFrameMkLst>
            <pc:docMk/>
            <pc:sldMk cId="3496751012" sldId="306"/>
            <ac:graphicFrameMk id="7" creationId="{FFCC71D7-7623-F728-EF70-E74C49E41817}"/>
          </ac:graphicFrameMkLst>
        </pc:graphicFrameChg>
        <pc:graphicFrameChg chg="del">
          <ac:chgData name="Mohammad Salman" userId="cfd6754c-e613-4f6f-bb98-36aef69d8c31" providerId="ADAL" clId="{1BF656CA-4852-421D-907F-F90D3F4790E6}" dt="2023-10-03T10:59:46.530" v="13198" actId="478"/>
          <ac:graphicFrameMkLst>
            <pc:docMk/>
            <pc:sldMk cId="3496751012" sldId="306"/>
            <ac:graphicFrameMk id="8" creationId="{A5E0B24E-9260-FD95-EAF6-CD937890FA1C}"/>
          </ac:graphicFrameMkLst>
        </pc:graphicFrameChg>
        <pc:graphicFrameChg chg="del">
          <ac:chgData name="Mohammad Salman" userId="cfd6754c-e613-4f6f-bb98-36aef69d8c31" providerId="ADAL" clId="{1BF656CA-4852-421D-907F-F90D3F4790E6}" dt="2023-10-03T10:59:46.530" v="13198" actId="478"/>
          <ac:graphicFrameMkLst>
            <pc:docMk/>
            <pc:sldMk cId="3496751012" sldId="306"/>
            <ac:graphicFrameMk id="11" creationId="{92AC4890-A780-8B58-7825-0D927E0CCC0E}"/>
          </ac:graphicFrameMkLst>
        </pc:graphicFrameChg>
        <pc:cxnChg chg="del mod">
          <ac:chgData name="Mohammad Salman" userId="cfd6754c-e613-4f6f-bb98-36aef69d8c31" providerId="ADAL" clId="{1BF656CA-4852-421D-907F-F90D3F4790E6}" dt="2023-10-03T10:59:46.530" v="13198" actId="478"/>
          <ac:cxnSpMkLst>
            <pc:docMk/>
            <pc:sldMk cId="3496751012" sldId="306"/>
            <ac:cxnSpMk id="5" creationId="{57DF2E3D-4CB0-91D2-1237-138F5755958F}"/>
          </ac:cxnSpMkLst>
        </pc:cxnChg>
        <pc:cxnChg chg="del mod">
          <ac:chgData name="Mohammad Salman" userId="cfd6754c-e613-4f6f-bb98-36aef69d8c31" providerId="ADAL" clId="{1BF656CA-4852-421D-907F-F90D3F4790E6}" dt="2023-10-03T10:59:46.530" v="13198" actId="478"/>
          <ac:cxnSpMkLst>
            <pc:docMk/>
            <pc:sldMk cId="3496751012" sldId="306"/>
            <ac:cxnSpMk id="10" creationId="{95D3F143-5726-1F9E-B9D2-1509C8753048}"/>
          </ac:cxnSpMkLst>
        </pc:cxnChg>
        <pc:cxnChg chg="mod">
          <ac:chgData name="Mohammad Salman" userId="cfd6754c-e613-4f6f-bb98-36aef69d8c31" providerId="ADAL" clId="{1BF656CA-4852-421D-907F-F90D3F4790E6}" dt="2023-10-03T11:00:50.096" v="13212" actId="1076"/>
          <ac:cxnSpMkLst>
            <pc:docMk/>
            <pc:sldMk cId="3496751012" sldId="306"/>
            <ac:cxnSpMk id="12" creationId="{6A5425C6-147D-8AC5-BD67-0FEFEA20F9E3}"/>
          </ac:cxnSpMkLst>
        </pc:cxnChg>
        <pc:cxnChg chg="mod">
          <ac:chgData name="Mohammad Salman" userId="cfd6754c-e613-4f6f-bb98-36aef69d8c31" providerId="ADAL" clId="{1BF656CA-4852-421D-907F-F90D3F4790E6}" dt="2023-10-03T11:00:50.096" v="13212" actId="1076"/>
          <ac:cxnSpMkLst>
            <pc:docMk/>
            <pc:sldMk cId="3496751012" sldId="306"/>
            <ac:cxnSpMk id="15" creationId="{043706C4-4578-370A-6D16-843C89E8BAA2}"/>
          </ac:cxnSpMkLst>
        </pc:cxnChg>
        <pc:cxnChg chg="mod">
          <ac:chgData name="Mohammad Salman" userId="cfd6754c-e613-4f6f-bb98-36aef69d8c31" providerId="ADAL" clId="{1BF656CA-4852-421D-907F-F90D3F4790E6}" dt="2023-10-03T11:00:50.096" v="13212" actId="1076"/>
          <ac:cxnSpMkLst>
            <pc:docMk/>
            <pc:sldMk cId="3496751012" sldId="306"/>
            <ac:cxnSpMk id="16" creationId="{191A83C7-60BB-CA19-2E41-907C8DF97CF6}"/>
          </ac:cxnSpMkLst>
        </pc:cxnChg>
      </pc:sldChg>
      <pc:sldChg chg="addSp delSp modSp add mod">
        <pc:chgData name="Mohammad Salman" userId="cfd6754c-e613-4f6f-bb98-36aef69d8c31" providerId="ADAL" clId="{1BF656CA-4852-421D-907F-F90D3F4790E6}" dt="2023-10-04T14:48:55.825" v="18253"/>
        <pc:sldMkLst>
          <pc:docMk/>
          <pc:sldMk cId="4213843336" sldId="307"/>
        </pc:sldMkLst>
        <pc:spChg chg="mod">
          <ac:chgData name="Mohammad Salman" userId="cfd6754c-e613-4f6f-bb98-36aef69d8c31" providerId="ADAL" clId="{1BF656CA-4852-421D-907F-F90D3F4790E6}" dt="2023-10-03T11:03:46.955" v="13513" actId="20577"/>
          <ac:spMkLst>
            <pc:docMk/>
            <pc:sldMk cId="4213843336" sldId="307"/>
            <ac:spMk id="6" creationId="{2E9AFC71-F0FF-64E8-2503-089DE804D171}"/>
          </ac:spMkLst>
        </pc:spChg>
        <pc:spChg chg="mod">
          <ac:chgData name="Mohammad Salman" userId="cfd6754c-e613-4f6f-bb98-36aef69d8c31" providerId="ADAL" clId="{1BF656CA-4852-421D-907F-F90D3F4790E6}" dt="2023-10-03T11:03:56.738" v="13524" actId="20577"/>
          <ac:spMkLst>
            <pc:docMk/>
            <pc:sldMk cId="4213843336" sldId="307"/>
            <ac:spMk id="9" creationId="{4FBA79D3-6375-4F37-D47D-575D595DB6A6}"/>
          </ac:spMkLst>
        </pc:spChg>
        <pc:graphicFrameChg chg="del">
          <ac:chgData name="Mohammad Salman" userId="cfd6754c-e613-4f6f-bb98-36aef69d8c31" providerId="ADAL" clId="{1BF656CA-4852-421D-907F-F90D3F4790E6}" dt="2023-10-03T11:04:08.678" v="13525" actId="478"/>
          <ac:graphicFrameMkLst>
            <pc:docMk/>
            <pc:sldMk cId="4213843336" sldId="307"/>
            <ac:graphicFrameMk id="2" creationId="{1BC8E553-219C-D8CD-1BBD-27DA9B7178F8}"/>
          </ac:graphicFrameMkLst>
        </pc:graphicFrameChg>
        <pc:graphicFrameChg chg="del mod">
          <ac:chgData name="Mohammad Salman" userId="cfd6754c-e613-4f6f-bb98-36aef69d8c31" providerId="ADAL" clId="{1BF656CA-4852-421D-907F-F90D3F4790E6}" dt="2023-10-03T11:05:51.477" v="13672" actId="478"/>
          <ac:graphicFrameMkLst>
            <pc:docMk/>
            <pc:sldMk cId="4213843336" sldId="307"/>
            <ac:graphicFrameMk id="3" creationId="{99FAB671-84B1-4736-A526-0FABF9343856}"/>
          </ac:graphicFrameMkLst>
        </pc:graphicFrameChg>
        <pc:graphicFrameChg chg="del modGraphic">
          <ac:chgData name="Mohammad Salman" userId="cfd6754c-e613-4f6f-bb98-36aef69d8c31" providerId="ADAL" clId="{1BF656CA-4852-421D-907F-F90D3F4790E6}" dt="2023-10-03T11:05:51.477" v="13672" actId="478"/>
          <ac:graphicFrameMkLst>
            <pc:docMk/>
            <pc:sldMk cId="4213843336" sldId="307"/>
            <ac:graphicFrameMk id="4" creationId="{44C0794B-7461-EF57-F34D-413B31F6F62A}"/>
          </ac:graphicFrameMkLst>
        </pc:graphicFrameChg>
        <pc:graphicFrameChg chg="del mod">
          <ac:chgData name="Mohammad Salman" userId="cfd6754c-e613-4f6f-bb98-36aef69d8c31" providerId="ADAL" clId="{1BF656CA-4852-421D-907F-F90D3F4790E6}" dt="2023-10-03T11:05:51.477" v="13672" actId="478"/>
          <ac:graphicFrameMkLst>
            <pc:docMk/>
            <pc:sldMk cId="4213843336" sldId="307"/>
            <ac:graphicFrameMk id="7" creationId="{FFCC71D7-7623-F728-EF70-E74C49E41817}"/>
          </ac:graphicFrameMkLst>
        </pc:graphicFrameChg>
        <pc:graphicFrameChg chg="add mod">
          <ac:chgData name="Mohammad Salman" userId="cfd6754c-e613-4f6f-bb98-36aef69d8c31" providerId="ADAL" clId="{1BF656CA-4852-421D-907F-F90D3F4790E6}" dt="2023-10-03T11:05:51.914" v="13673"/>
          <ac:graphicFrameMkLst>
            <pc:docMk/>
            <pc:sldMk cId="4213843336" sldId="307"/>
            <ac:graphicFrameMk id="17" creationId="{651B443B-28A9-BD2A-91A3-BA6949B6930D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10-04T14:48:55.825" v="18253"/>
          <ac:graphicFrameMkLst>
            <pc:docMk/>
            <pc:sldMk cId="4213843336" sldId="307"/>
            <ac:graphicFrameMk id="18" creationId="{C79E470F-ACD1-89E2-26D7-5822706B9077}"/>
          </ac:graphicFrameMkLst>
        </pc:graphicFrameChg>
        <pc:graphicFrameChg chg="add mod">
          <ac:chgData name="Mohammad Salman" userId="cfd6754c-e613-4f6f-bb98-36aef69d8c31" providerId="ADAL" clId="{1BF656CA-4852-421D-907F-F90D3F4790E6}" dt="2023-10-03T11:05:51.914" v="13673"/>
          <ac:graphicFrameMkLst>
            <pc:docMk/>
            <pc:sldMk cId="4213843336" sldId="307"/>
            <ac:graphicFrameMk id="21" creationId="{A6399672-4907-062C-617B-66D1CAF287D5}"/>
          </ac:graphicFrameMkLst>
        </pc:graphicFrameChg>
        <pc:cxnChg chg="del mod">
          <ac:chgData name="Mohammad Salman" userId="cfd6754c-e613-4f6f-bb98-36aef69d8c31" providerId="ADAL" clId="{1BF656CA-4852-421D-907F-F90D3F4790E6}" dt="2023-10-03T11:05:51.477" v="13672" actId="478"/>
          <ac:cxnSpMkLst>
            <pc:docMk/>
            <pc:sldMk cId="4213843336" sldId="307"/>
            <ac:cxnSpMk id="12" creationId="{6A5425C6-147D-8AC5-BD67-0FEFEA20F9E3}"/>
          </ac:cxnSpMkLst>
        </pc:cxnChg>
        <pc:cxnChg chg="del mod">
          <ac:chgData name="Mohammad Salman" userId="cfd6754c-e613-4f6f-bb98-36aef69d8c31" providerId="ADAL" clId="{1BF656CA-4852-421D-907F-F90D3F4790E6}" dt="2023-10-03T11:04:11.854" v="13526" actId="478"/>
          <ac:cxnSpMkLst>
            <pc:docMk/>
            <pc:sldMk cId="4213843336" sldId="307"/>
            <ac:cxnSpMk id="15" creationId="{043706C4-4578-370A-6D16-843C89E8BAA2}"/>
          </ac:cxnSpMkLst>
        </pc:cxnChg>
        <pc:cxnChg chg="del mod">
          <ac:chgData name="Mohammad Salman" userId="cfd6754c-e613-4f6f-bb98-36aef69d8c31" providerId="ADAL" clId="{1BF656CA-4852-421D-907F-F90D3F4790E6}" dt="2023-10-03T11:05:51.477" v="13672" actId="478"/>
          <ac:cxnSpMkLst>
            <pc:docMk/>
            <pc:sldMk cId="4213843336" sldId="307"/>
            <ac:cxnSpMk id="16" creationId="{191A83C7-60BB-CA19-2E41-907C8DF97CF6}"/>
          </ac:cxnSpMkLst>
        </pc:cxnChg>
        <pc:cxnChg chg="add mod">
          <ac:chgData name="Mohammad Salman" userId="cfd6754c-e613-4f6f-bb98-36aef69d8c31" providerId="ADAL" clId="{1BF656CA-4852-421D-907F-F90D3F4790E6}" dt="2023-10-03T11:05:51.914" v="13673"/>
          <ac:cxnSpMkLst>
            <pc:docMk/>
            <pc:sldMk cId="4213843336" sldId="307"/>
            <ac:cxnSpMk id="19" creationId="{8D55F5A8-526C-0719-A283-470C9ECD4197}"/>
          </ac:cxnSpMkLst>
        </pc:cxnChg>
        <pc:cxnChg chg="add mod">
          <ac:chgData name="Mohammad Salman" userId="cfd6754c-e613-4f6f-bb98-36aef69d8c31" providerId="ADAL" clId="{1BF656CA-4852-421D-907F-F90D3F4790E6}" dt="2023-10-03T11:05:51.914" v="13673"/>
          <ac:cxnSpMkLst>
            <pc:docMk/>
            <pc:sldMk cId="4213843336" sldId="307"/>
            <ac:cxnSpMk id="20" creationId="{674A52E2-A97F-A9A3-CB9E-9236EC21621A}"/>
          </ac:cxnSpMkLst>
        </pc:cxnChg>
      </pc:sldChg>
      <pc:sldChg chg="addSp delSp modSp add mod modAnim">
        <pc:chgData name="Mohammad Salman" userId="cfd6754c-e613-4f6f-bb98-36aef69d8c31" providerId="ADAL" clId="{1BF656CA-4852-421D-907F-F90D3F4790E6}" dt="2023-10-04T14:48:58.011" v="18256"/>
        <pc:sldMkLst>
          <pc:docMk/>
          <pc:sldMk cId="1248079259" sldId="308"/>
        </pc:sldMkLst>
        <pc:spChg chg="mod">
          <ac:chgData name="Mohammad Salman" userId="cfd6754c-e613-4f6f-bb98-36aef69d8c31" providerId="ADAL" clId="{1BF656CA-4852-421D-907F-F90D3F4790E6}" dt="2023-10-03T12:16:55.001" v="15744" actId="113"/>
          <ac:spMkLst>
            <pc:docMk/>
            <pc:sldMk cId="1248079259" sldId="308"/>
            <ac:spMk id="6" creationId="{2E9AFC71-F0FF-64E8-2503-089DE804D171}"/>
          </ac:spMkLst>
        </pc:spChg>
        <pc:spChg chg="add del mod">
          <ac:chgData name="Mohammad Salman" userId="cfd6754c-e613-4f6f-bb98-36aef69d8c31" providerId="ADAL" clId="{1BF656CA-4852-421D-907F-F90D3F4790E6}" dt="2023-10-03T12:16:48.528" v="15742"/>
          <ac:spMkLst>
            <pc:docMk/>
            <pc:sldMk cId="1248079259" sldId="308"/>
            <ac:spMk id="8" creationId="{08352A20-BEED-6EF5-1F8C-91CF8FD6B2FB}"/>
          </ac:spMkLst>
        </pc:spChg>
        <pc:spChg chg="mod">
          <ac:chgData name="Mohammad Salman" userId="cfd6754c-e613-4f6f-bb98-36aef69d8c31" providerId="ADAL" clId="{1BF656CA-4852-421D-907F-F90D3F4790E6}" dt="2023-10-03T11:05:32.482" v="13670" actId="20577"/>
          <ac:spMkLst>
            <pc:docMk/>
            <pc:sldMk cId="1248079259" sldId="308"/>
            <ac:spMk id="9" creationId="{4FBA79D3-6375-4F37-D47D-575D595DB6A6}"/>
          </ac:spMkLst>
        </pc:spChg>
        <pc:graphicFrameChg chg="add del mod">
          <ac:chgData name="Mohammad Salman" userId="cfd6754c-e613-4f6f-bb98-36aef69d8c31" providerId="ADAL" clId="{1BF656CA-4852-421D-907F-F90D3F4790E6}" dt="2023-10-03T12:16:48.528" v="15742"/>
          <ac:graphicFrameMkLst>
            <pc:docMk/>
            <pc:sldMk cId="1248079259" sldId="308"/>
            <ac:graphicFrameMk id="2" creationId="{6F4EEBC9-E5B7-2C42-9E9A-65D3FA0BD880}"/>
          </ac:graphicFrameMkLst>
        </pc:graphicFrameChg>
        <pc:graphicFrameChg chg="mod">
          <ac:chgData name="Mohammad Salman" userId="cfd6754c-e613-4f6f-bb98-36aef69d8c31" providerId="ADAL" clId="{1BF656CA-4852-421D-907F-F90D3F4790E6}" dt="2023-10-03T11:05:45.209" v="13671" actId="1076"/>
          <ac:graphicFrameMkLst>
            <pc:docMk/>
            <pc:sldMk cId="1248079259" sldId="308"/>
            <ac:graphicFrameMk id="3" creationId="{99FAB671-84B1-4736-A526-0FABF9343856}"/>
          </ac:graphicFrameMkLst>
        </pc:graphicFrameChg>
        <pc:graphicFrameChg chg="mod">
          <ac:chgData name="Mohammad Salman" userId="cfd6754c-e613-4f6f-bb98-36aef69d8c31" providerId="ADAL" clId="{1BF656CA-4852-421D-907F-F90D3F4790E6}" dt="2023-10-03T11:05:45.209" v="13671" actId="1076"/>
          <ac:graphicFrameMkLst>
            <pc:docMk/>
            <pc:sldMk cId="1248079259" sldId="308"/>
            <ac:graphicFrameMk id="4" creationId="{44C0794B-7461-EF57-F34D-413B31F6F62A}"/>
          </ac:graphicFrameMkLst>
        </pc:graphicFrameChg>
        <pc:graphicFrameChg chg="add del mod">
          <ac:chgData name="Mohammad Salman" userId="cfd6754c-e613-4f6f-bb98-36aef69d8c31" providerId="ADAL" clId="{1BF656CA-4852-421D-907F-F90D3F4790E6}" dt="2023-10-03T12:16:48.528" v="15742"/>
          <ac:graphicFrameMkLst>
            <pc:docMk/>
            <pc:sldMk cId="1248079259" sldId="308"/>
            <ac:graphicFrameMk id="5" creationId="{BBB51478-66AB-7025-4139-67661921C4ED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10-04T14:48:58.011" v="18256"/>
          <ac:graphicFrameMkLst>
            <pc:docMk/>
            <pc:sldMk cId="1248079259" sldId="308"/>
            <ac:graphicFrameMk id="7" creationId="{FFCC71D7-7623-F728-EF70-E74C49E41817}"/>
          </ac:graphicFrameMkLst>
        </pc:graphicFrameChg>
        <pc:cxnChg chg="mod">
          <ac:chgData name="Mohammad Salman" userId="cfd6754c-e613-4f6f-bb98-36aef69d8c31" providerId="ADAL" clId="{1BF656CA-4852-421D-907F-F90D3F4790E6}" dt="2023-10-03T11:05:45.209" v="13671" actId="1076"/>
          <ac:cxnSpMkLst>
            <pc:docMk/>
            <pc:sldMk cId="1248079259" sldId="308"/>
            <ac:cxnSpMk id="12" creationId="{6A5425C6-147D-8AC5-BD67-0FEFEA20F9E3}"/>
          </ac:cxnSpMkLst>
        </pc:cxnChg>
        <pc:cxnChg chg="mod">
          <ac:chgData name="Mohammad Salman" userId="cfd6754c-e613-4f6f-bb98-36aef69d8c31" providerId="ADAL" clId="{1BF656CA-4852-421D-907F-F90D3F4790E6}" dt="2023-10-03T11:05:45.209" v="13671" actId="1076"/>
          <ac:cxnSpMkLst>
            <pc:docMk/>
            <pc:sldMk cId="1248079259" sldId="308"/>
            <ac:cxnSpMk id="16" creationId="{191A83C7-60BB-CA19-2E41-907C8DF97CF6}"/>
          </ac:cxnSpMkLst>
        </pc:cxnChg>
      </pc:sldChg>
      <pc:sldChg chg="addSp delSp modSp add mod modAnim">
        <pc:chgData name="Mohammad Salman" userId="cfd6754c-e613-4f6f-bb98-36aef69d8c31" providerId="ADAL" clId="{1BF656CA-4852-421D-907F-F90D3F4790E6}" dt="2023-10-04T14:49:00.158" v="18259"/>
        <pc:sldMkLst>
          <pc:docMk/>
          <pc:sldMk cId="2430605917" sldId="309"/>
        </pc:sldMkLst>
        <pc:spChg chg="add mod">
          <ac:chgData name="Mohammad Salman" userId="cfd6754c-e613-4f6f-bb98-36aef69d8c31" providerId="ADAL" clId="{1BF656CA-4852-421D-907F-F90D3F4790E6}" dt="2023-10-03T11:08:33.841" v="13947" actId="1076"/>
          <ac:spMkLst>
            <pc:docMk/>
            <pc:sldMk cId="2430605917" sldId="309"/>
            <ac:spMk id="2" creationId="{BCC5EF24-879B-BC2C-A235-44DB0F316CB9}"/>
          </ac:spMkLst>
        </pc:spChg>
        <pc:spChg chg="add del mod">
          <ac:chgData name="Mohammad Salman" userId="cfd6754c-e613-4f6f-bb98-36aef69d8c31" providerId="ADAL" clId="{1BF656CA-4852-421D-907F-F90D3F4790E6}" dt="2023-10-03T11:08:46.342" v="13968"/>
          <ac:spMkLst>
            <pc:docMk/>
            <pc:sldMk cId="2430605917" sldId="309"/>
            <ac:spMk id="5" creationId="{2CDA745B-B241-3F80-653F-989C85AC17D8}"/>
          </ac:spMkLst>
        </pc:spChg>
        <pc:spChg chg="mod">
          <ac:chgData name="Mohammad Salman" userId="cfd6754c-e613-4f6f-bb98-36aef69d8c31" providerId="ADAL" clId="{1BF656CA-4852-421D-907F-F90D3F4790E6}" dt="2023-10-03T11:08:46.644" v="13969" actId="113"/>
          <ac:spMkLst>
            <pc:docMk/>
            <pc:sldMk cId="2430605917" sldId="309"/>
            <ac:spMk id="6" creationId="{2E9AFC71-F0FF-64E8-2503-089DE804D171}"/>
          </ac:spMkLst>
        </pc:spChg>
        <pc:graphicFrameChg chg="mod modGraphic">
          <ac:chgData name="Mohammad Salman" userId="cfd6754c-e613-4f6f-bb98-36aef69d8c31" providerId="ADAL" clId="{1BF656CA-4852-421D-907F-F90D3F4790E6}" dt="2023-10-04T14:49:00.158" v="18259"/>
          <ac:graphicFrameMkLst>
            <pc:docMk/>
            <pc:sldMk cId="2430605917" sldId="309"/>
            <ac:graphicFrameMk id="7" creationId="{FFCC71D7-7623-F728-EF70-E74C49E41817}"/>
          </ac:graphicFrameMkLst>
        </pc:graphicFrameChg>
      </pc:sldChg>
      <pc:sldChg chg="addSp delSp modSp add mod modAnim modNotesTx">
        <pc:chgData name="Mohammad Salman" userId="cfd6754c-e613-4f6f-bb98-36aef69d8c31" providerId="ADAL" clId="{1BF656CA-4852-421D-907F-F90D3F4790E6}" dt="2023-10-04T14:49:03.310" v="18262"/>
        <pc:sldMkLst>
          <pc:docMk/>
          <pc:sldMk cId="431182495" sldId="310"/>
        </pc:sldMkLst>
        <pc:spChg chg="del">
          <ac:chgData name="Mohammad Salman" userId="cfd6754c-e613-4f6f-bb98-36aef69d8c31" providerId="ADAL" clId="{1BF656CA-4852-421D-907F-F90D3F4790E6}" dt="2023-10-03T11:09:17.217" v="14033" actId="478"/>
          <ac:spMkLst>
            <pc:docMk/>
            <pc:sldMk cId="431182495" sldId="310"/>
            <ac:spMk id="2" creationId="{BCC5EF24-879B-BC2C-A235-44DB0F316CB9}"/>
          </ac:spMkLst>
        </pc:spChg>
        <pc:spChg chg="add mod">
          <ac:chgData name="Mohammad Salman" userId="cfd6754c-e613-4f6f-bb98-36aef69d8c31" providerId="ADAL" clId="{1BF656CA-4852-421D-907F-F90D3F4790E6}" dt="2023-10-03T11:10:10.236" v="14081" actId="1037"/>
          <ac:spMkLst>
            <pc:docMk/>
            <pc:sldMk cId="431182495" sldId="310"/>
            <ac:spMk id="5" creationId="{897BCA60-E296-FED7-79B4-8492862699F1}"/>
          </ac:spMkLst>
        </pc:spChg>
        <pc:spChg chg="mod">
          <ac:chgData name="Mohammad Salman" userId="cfd6754c-e613-4f6f-bb98-36aef69d8c31" providerId="ADAL" clId="{1BF656CA-4852-421D-907F-F90D3F4790E6}" dt="2023-10-03T11:09:14.509" v="14032" actId="113"/>
          <ac:spMkLst>
            <pc:docMk/>
            <pc:sldMk cId="431182495" sldId="310"/>
            <ac:spMk id="6" creationId="{2E9AFC71-F0FF-64E8-2503-089DE804D171}"/>
          </ac:spMkLst>
        </pc:spChg>
        <pc:spChg chg="add mod">
          <ac:chgData name="Mohammad Salman" userId="cfd6754c-e613-4f6f-bb98-36aef69d8c31" providerId="ADAL" clId="{1BF656CA-4852-421D-907F-F90D3F4790E6}" dt="2023-10-03T12:21:53.957" v="16042" actId="115"/>
          <ac:spMkLst>
            <pc:docMk/>
            <pc:sldMk cId="431182495" sldId="310"/>
            <ac:spMk id="10" creationId="{1B2AB31A-A370-A2CD-81B7-5F1D0EF7485F}"/>
          </ac:spMkLst>
        </pc:spChg>
        <pc:graphicFrameChg chg="del">
          <ac:chgData name="Mohammad Salman" userId="cfd6754c-e613-4f6f-bb98-36aef69d8c31" providerId="ADAL" clId="{1BF656CA-4852-421D-907F-F90D3F4790E6}" dt="2023-10-03T11:09:17.217" v="14033" actId="478"/>
          <ac:graphicFrameMkLst>
            <pc:docMk/>
            <pc:sldMk cId="431182495" sldId="310"/>
            <ac:graphicFrameMk id="3" creationId="{99FAB671-84B1-4736-A526-0FABF9343856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10-03T11:09:31.705" v="14074" actId="20577"/>
          <ac:graphicFrameMkLst>
            <pc:docMk/>
            <pc:sldMk cId="431182495" sldId="310"/>
            <ac:graphicFrameMk id="4" creationId="{44C0794B-7461-EF57-F34D-413B31F6F62A}"/>
          </ac:graphicFrameMkLst>
        </pc:graphicFrameChg>
        <pc:graphicFrameChg chg="mod modGraphic">
          <ac:chgData name="Mohammad Salman" userId="cfd6754c-e613-4f6f-bb98-36aef69d8c31" providerId="ADAL" clId="{1BF656CA-4852-421D-907F-F90D3F4790E6}" dt="2023-10-04T14:49:03.310" v="18262"/>
          <ac:graphicFrameMkLst>
            <pc:docMk/>
            <pc:sldMk cId="431182495" sldId="310"/>
            <ac:graphicFrameMk id="7" creationId="{FFCC71D7-7623-F728-EF70-E74C49E41817}"/>
          </ac:graphicFrameMkLst>
        </pc:graphicFrameChg>
        <pc:cxnChg chg="del mod">
          <ac:chgData name="Mohammad Salman" userId="cfd6754c-e613-4f6f-bb98-36aef69d8c31" providerId="ADAL" clId="{1BF656CA-4852-421D-907F-F90D3F4790E6}" dt="2023-10-03T11:09:19.952" v="14035" actId="478"/>
          <ac:cxnSpMkLst>
            <pc:docMk/>
            <pc:sldMk cId="431182495" sldId="310"/>
            <ac:cxnSpMk id="12" creationId="{6A5425C6-147D-8AC5-BD67-0FEFEA20F9E3}"/>
          </ac:cxnSpMkLst>
        </pc:cxnChg>
        <pc:cxnChg chg="del mod">
          <ac:chgData name="Mohammad Salman" userId="cfd6754c-e613-4f6f-bb98-36aef69d8c31" providerId="ADAL" clId="{1BF656CA-4852-421D-907F-F90D3F4790E6}" dt="2023-10-03T11:09:19.049" v="14034" actId="478"/>
          <ac:cxnSpMkLst>
            <pc:docMk/>
            <pc:sldMk cId="431182495" sldId="310"/>
            <ac:cxnSpMk id="16" creationId="{191A83C7-60BB-CA19-2E41-907C8DF97CF6}"/>
          </ac:cxnSpMkLst>
        </pc:cxnChg>
      </pc:sldChg>
      <pc:sldChg chg="modSp add mod modAnim">
        <pc:chgData name="Mohammad Salman" userId="cfd6754c-e613-4f6f-bb98-36aef69d8c31" providerId="ADAL" clId="{1BF656CA-4852-421D-907F-F90D3F4790E6}" dt="2023-10-04T14:49:09.233" v="18265"/>
        <pc:sldMkLst>
          <pc:docMk/>
          <pc:sldMk cId="852524177" sldId="311"/>
        </pc:sldMkLst>
        <pc:spChg chg="mod">
          <ac:chgData name="Mohammad Salman" userId="cfd6754c-e613-4f6f-bb98-36aef69d8c31" providerId="ADAL" clId="{1BF656CA-4852-421D-907F-F90D3F4790E6}" dt="2023-10-04T14:44:24.663" v="18036" actId="113"/>
          <ac:spMkLst>
            <pc:docMk/>
            <pc:sldMk cId="852524177" sldId="311"/>
            <ac:spMk id="6" creationId="{2E9AFC71-F0FF-64E8-2503-089DE804D171}"/>
          </ac:spMkLst>
        </pc:spChg>
        <pc:spChg chg="mod">
          <ac:chgData name="Mohammad Salman" userId="cfd6754c-e613-4f6f-bb98-36aef69d8c31" providerId="ADAL" clId="{1BF656CA-4852-421D-907F-F90D3F4790E6}" dt="2023-10-03T11:13:23.206" v="14471" actId="20577"/>
          <ac:spMkLst>
            <pc:docMk/>
            <pc:sldMk cId="852524177" sldId="311"/>
            <ac:spMk id="9" creationId="{4FBA79D3-6375-4F37-D47D-575D595DB6A6}"/>
          </ac:spMkLst>
        </pc:spChg>
        <pc:graphicFrameChg chg="mod modGraphic">
          <ac:chgData name="Mohammad Salman" userId="cfd6754c-e613-4f6f-bb98-36aef69d8c31" providerId="ADAL" clId="{1BF656CA-4852-421D-907F-F90D3F4790E6}" dt="2023-10-04T14:49:09.233" v="18265"/>
          <ac:graphicFrameMkLst>
            <pc:docMk/>
            <pc:sldMk cId="852524177" sldId="311"/>
            <ac:graphicFrameMk id="7" creationId="{FFCC71D7-7623-F728-EF70-E74C49E41817}"/>
          </ac:graphicFrameMkLst>
        </pc:graphicFrameChg>
      </pc:sldChg>
      <pc:sldChg chg="addSp modSp new mod modAnim">
        <pc:chgData name="Mohammad Salman" userId="cfd6754c-e613-4f6f-bb98-36aef69d8c31" providerId="ADAL" clId="{1BF656CA-4852-421D-907F-F90D3F4790E6}" dt="2023-10-03T11:40:58.527" v="15484"/>
        <pc:sldMkLst>
          <pc:docMk/>
          <pc:sldMk cId="2912429354" sldId="312"/>
        </pc:sldMkLst>
        <pc:spChg chg="mod">
          <ac:chgData name="Mohammad Salman" userId="cfd6754c-e613-4f6f-bb98-36aef69d8c31" providerId="ADAL" clId="{1BF656CA-4852-421D-907F-F90D3F4790E6}" dt="2023-10-03T11:28:47.119" v="15032" actId="20577"/>
          <ac:spMkLst>
            <pc:docMk/>
            <pc:sldMk cId="2912429354" sldId="312"/>
            <ac:spMk id="2" creationId="{DFCFBBE1-FAE9-39E5-3CEF-516C8ADFAB6D}"/>
          </ac:spMkLst>
        </pc:spChg>
        <pc:spChg chg="mod">
          <ac:chgData name="Mohammad Salman" userId="cfd6754c-e613-4f6f-bb98-36aef69d8c31" providerId="ADAL" clId="{1BF656CA-4852-421D-907F-F90D3F4790E6}" dt="2023-10-03T11:32:20.814" v="15334" actId="5793"/>
          <ac:spMkLst>
            <pc:docMk/>
            <pc:sldMk cId="2912429354" sldId="312"/>
            <ac:spMk id="3" creationId="{68066202-C2D0-B078-D8B7-8F183E71E72D}"/>
          </ac:spMkLst>
        </pc:spChg>
        <pc:spChg chg="add mod">
          <ac:chgData name="Mohammad Salman" userId="cfd6754c-e613-4f6f-bb98-36aef69d8c31" providerId="ADAL" clId="{1BF656CA-4852-421D-907F-F90D3F4790E6}" dt="2023-10-03T11:33:49.042" v="15467" actId="115"/>
          <ac:spMkLst>
            <pc:docMk/>
            <pc:sldMk cId="2912429354" sldId="312"/>
            <ac:spMk id="4" creationId="{C158F228-AFF5-41AC-0769-60E8EB979194}"/>
          </ac:spMkLst>
        </pc:spChg>
      </pc:sldChg>
      <pc:sldChg chg="modSp add mod ord">
        <pc:chgData name="Mohammad Salman" userId="cfd6754c-e613-4f6f-bb98-36aef69d8c31" providerId="ADAL" clId="{1BF656CA-4852-421D-907F-F90D3F4790E6}" dt="2023-10-04T14:48:39.552" v="18235"/>
        <pc:sldMkLst>
          <pc:docMk/>
          <pc:sldMk cId="2014413458" sldId="313"/>
        </pc:sldMkLst>
        <pc:spChg chg="mod">
          <ac:chgData name="Mohammad Salman" userId="cfd6754c-e613-4f6f-bb98-36aef69d8c31" providerId="ADAL" clId="{1BF656CA-4852-421D-907F-F90D3F4790E6}" dt="2023-10-03T12:09:15.611" v="15729" actId="20577"/>
          <ac:spMkLst>
            <pc:docMk/>
            <pc:sldMk cId="2014413458" sldId="313"/>
            <ac:spMk id="6" creationId="{2E9AFC71-F0FF-64E8-2503-089DE804D171}"/>
          </ac:spMkLst>
        </pc:spChg>
        <pc:spChg chg="mod">
          <ac:chgData name="Mohammad Salman" userId="cfd6754c-e613-4f6f-bb98-36aef69d8c31" providerId="ADAL" clId="{1BF656CA-4852-421D-907F-F90D3F4790E6}" dt="2023-10-03T12:09:03.854" v="15674" actId="20577"/>
          <ac:spMkLst>
            <pc:docMk/>
            <pc:sldMk cId="2014413458" sldId="313"/>
            <ac:spMk id="25" creationId="{8C3EFEAE-1D73-687D-F77D-184C0CBC2764}"/>
          </ac:spMkLst>
        </pc:spChg>
        <pc:graphicFrameChg chg="mod modGraphic">
          <ac:chgData name="Mohammad Salman" userId="cfd6754c-e613-4f6f-bb98-36aef69d8c31" providerId="ADAL" clId="{1BF656CA-4852-421D-907F-F90D3F4790E6}" dt="2023-10-04T14:48:39.552" v="18235"/>
          <ac:graphicFrameMkLst>
            <pc:docMk/>
            <pc:sldMk cId="2014413458" sldId="313"/>
            <ac:graphicFrameMk id="7" creationId="{FFCC71D7-7623-F728-EF70-E74C49E41817}"/>
          </ac:graphicFrameMkLst>
        </pc:graphicFrameChg>
      </pc:sldChg>
      <pc:sldChg chg="addSp delSp modSp new del mod modAnim">
        <pc:chgData name="Mohammad Salman" userId="cfd6754c-e613-4f6f-bb98-36aef69d8c31" providerId="ADAL" clId="{1BF656CA-4852-421D-907F-F90D3F4790E6}" dt="2023-10-03T12:23:51.532" v="16049" actId="47"/>
        <pc:sldMkLst>
          <pc:docMk/>
          <pc:sldMk cId="924317164" sldId="314"/>
        </pc:sldMkLst>
        <pc:spChg chg="del">
          <ac:chgData name="Mohammad Salman" userId="cfd6754c-e613-4f6f-bb98-36aef69d8c31" providerId="ADAL" clId="{1BF656CA-4852-421D-907F-F90D3F4790E6}" dt="2023-10-03T12:22:55.465" v="16047" actId="478"/>
          <ac:spMkLst>
            <pc:docMk/>
            <pc:sldMk cId="924317164" sldId="314"/>
            <ac:spMk id="2" creationId="{B7378451-2D8E-844B-D00E-937825ABCFCB}"/>
          </ac:spMkLst>
        </pc:spChg>
        <pc:spChg chg="del">
          <ac:chgData name="Mohammad Salman" userId="cfd6754c-e613-4f6f-bb98-36aef69d8c31" providerId="ADAL" clId="{1BF656CA-4852-421D-907F-F90D3F4790E6}" dt="2023-10-03T12:22:55.465" v="16047" actId="478"/>
          <ac:spMkLst>
            <pc:docMk/>
            <pc:sldMk cId="924317164" sldId="314"/>
            <ac:spMk id="3" creationId="{CCAA6D18-8E7B-2367-A0E1-3311D1EB9890}"/>
          </ac:spMkLst>
        </pc:spChg>
        <pc:spChg chg="del">
          <ac:chgData name="Mohammad Salman" userId="cfd6754c-e613-4f6f-bb98-36aef69d8c31" providerId="ADAL" clId="{1BF656CA-4852-421D-907F-F90D3F4790E6}" dt="2023-10-03T12:22:55.465" v="16047" actId="478"/>
          <ac:spMkLst>
            <pc:docMk/>
            <pc:sldMk cId="924317164" sldId="314"/>
            <ac:spMk id="4" creationId="{AB2EDB7E-AC13-6EB3-79CE-E8252B6A7E1A}"/>
          </ac:spMkLst>
        </pc:spChg>
        <pc:spChg chg="add mod">
          <ac:chgData name="Mohammad Salman" userId="cfd6754c-e613-4f6f-bb98-36aef69d8c31" providerId="ADAL" clId="{1BF656CA-4852-421D-907F-F90D3F4790E6}" dt="2023-10-03T12:23:21.093" v="16048"/>
          <ac:spMkLst>
            <pc:docMk/>
            <pc:sldMk cId="924317164" sldId="314"/>
            <ac:spMk id="5" creationId="{13B92A34-EE22-C56F-5225-775C5C967F1D}"/>
          </ac:spMkLst>
        </pc:spChg>
      </pc:sldChg>
      <pc:sldChg chg="addSp modSp add mod modAnim">
        <pc:chgData name="Mohammad Salman" userId="cfd6754c-e613-4f6f-bb98-36aef69d8c31" providerId="ADAL" clId="{1BF656CA-4852-421D-907F-F90D3F4790E6}" dt="2023-10-04T14:49:56.399" v="18268"/>
        <pc:sldMkLst>
          <pc:docMk/>
          <pc:sldMk cId="2870784046" sldId="314"/>
        </pc:sldMkLst>
        <pc:spChg chg="add mod">
          <ac:chgData name="Mohammad Salman" userId="cfd6754c-e613-4f6f-bb98-36aef69d8c31" providerId="ADAL" clId="{1BF656CA-4852-421D-907F-F90D3F4790E6}" dt="2023-10-03T12:26:12.585" v="16332" actId="1076"/>
          <ac:spMkLst>
            <pc:docMk/>
            <pc:sldMk cId="2870784046" sldId="314"/>
            <ac:spMk id="3" creationId="{875613F6-EF41-15B6-6E38-462F203B3FE2}"/>
          </ac:spMkLst>
        </pc:spChg>
        <pc:spChg chg="mod">
          <ac:chgData name="Mohammad Salman" userId="cfd6754c-e613-4f6f-bb98-36aef69d8c31" providerId="ADAL" clId="{1BF656CA-4852-421D-907F-F90D3F4790E6}" dt="2023-10-03T12:25:38.148" v="16324" actId="113"/>
          <ac:spMkLst>
            <pc:docMk/>
            <pc:sldMk cId="2870784046" sldId="314"/>
            <ac:spMk id="6" creationId="{2E9AFC71-F0FF-64E8-2503-089DE804D171}"/>
          </ac:spMkLst>
        </pc:spChg>
        <pc:spChg chg="mod">
          <ac:chgData name="Mohammad Salman" userId="cfd6754c-e613-4f6f-bb98-36aef69d8c31" providerId="ADAL" clId="{1BF656CA-4852-421D-907F-F90D3F4790E6}" dt="2023-10-03T12:25:58.926" v="16328"/>
          <ac:spMkLst>
            <pc:docMk/>
            <pc:sldMk cId="2870784046" sldId="314"/>
            <ac:spMk id="9" creationId="{4FBA79D3-6375-4F37-D47D-575D595DB6A6}"/>
          </ac:spMkLst>
        </pc:spChg>
        <pc:graphicFrameChg chg="mod modGraphic">
          <ac:chgData name="Mohammad Salman" userId="cfd6754c-e613-4f6f-bb98-36aef69d8c31" providerId="ADAL" clId="{1BF656CA-4852-421D-907F-F90D3F4790E6}" dt="2023-10-04T14:49:56.399" v="18268"/>
          <ac:graphicFrameMkLst>
            <pc:docMk/>
            <pc:sldMk cId="2870784046" sldId="314"/>
            <ac:graphicFrameMk id="7" creationId="{FFCC71D7-7623-F728-EF70-E74C49E41817}"/>
          </ac:graphicFrameMkLst>
        </pc:graphicFrameChg>
      </pc:sldChg>
      <pc:sldChg chg="add del">
        <pc:chgData name="Mohammad Salman" userId="cfd6754c-e613-4f6f-bb98-36aef69d8c31" providerId="ADAL" clId="{1BF656CA-4852-421D-907F-F90D3F4790E6}" dt="2023-10-03T12:25:23.170" v="16320"/>
        <pc:sldMkLst>
          <pc:docMk/>
          <pc:sldMk cId="2313475126" sldId="315"/>
        </pc:sldMkLst>
      </pc:sldChg>
      <pc:sldChg chg="addSp delSp modSp new mod setBg modClrScheme chgLayout">
        <pc:chgData name="Mohammad Salman" userId="cfd6754c-e613-4f6f-bb98-36aef69d8c31" providerId="ADAL" clId="{1BF656CA-4852-421D-907F-F90D3F4790E6}" dt="2023-10-03T12:27:23.261" v="16404"/>
        <pc:sldMkLst>
          <pc:docMk/>
          <pc:sldMk cId="2587881172" sldId="315"/>
        </pc:sldMkLst>
        <pc:spChg chg="del mod ord">
          <ac:chgData name="Mohammad Salman" userId="cfd6754c-e613-4f6f-bb98-36aef69d8c31" providerId="ADAL" clId="{1BF656CA-4852-421D-907F-F90D3F4790E6}" dt="2023-10-03T12:26:59.089" v="16334" actId="700"/>
          <ac:spMkLst>
            <pc:docMk/>
            <pc:sldMk cId="2587881172" sldId="315"/>
            <ac:spMk id="2" creationId="{3D78E031-E0E9-7374-9A97-59F98E184AFD}"/>
          </ac:spMkLst>
        </pc:spChg>
        <pc:spChg chg="del mod ord">
          <ac:chgData name="Mohammad Salman" userId="cfd6754c-e613-4f6f-bb98-36aef69d8c31" providerId="ADAL" clId="{1BF656CA-4852-421D-907F-F90D3F4790E6}" dt="2023-10-03T12:26:59.089" v="16334" actId="700"/>
          <ac:spMkLst>
            <pc:docMk/>
            <pc:sldMk cId="2587881172" sldId="315"/>
            <ac:spMk id="3" creationId="{3DEB660E-02B7-C619-AB27-45BC5CDA618A}"/>
          </ac:spMkLst>
        </pc:spChg>
        <pc:spChg chg="del">
          <ac:chgData name="Mohammad Salman" userId="cfd6754c-e613-4f6f-bb98-36aef69d8c31" providerId="ADAL" clId="{1BF656CA-4852-421D-907F-F90D3F4790E6}" dt="2023-10-03T12:26:59.089" v="16334" actId="700"/>
          <ac:spMkLst>
            <pc:docMk/>
            <pc:sldMk cId="2587881172" sldId="315"/>
            <ac:spMk id="4" creationId="{E81B65EB-7518-1F13-85F9-B84058250A41}"/>
          </ac:spMkLst>
        </pc:spChg>
        <pc:spChg chg="add mod ord">
          <ac:chgData name="Mohammad Salman" userId="cfd6754c-e613-4f6f-bb98-36aef69d8c31" providerId="ADAL" clId="{1BF656CA-4852-421D-907F-F90D3F4790E6}" dt="2023-10-03T12:27:02.273" v="16353" actId="20577"/>
          <ac:spMkLst>
            <pc:docMk/>
            <pc:sldMk cId="2587881172" sldId="315"/>
            <ac:spMk id="5" creationId="{E1186B59-677E-3C3B-9CFA-A9D3DC023C7E}"/>
          </ac:spMkLst>
        </pc:spChg>
        <pc:spChg chg="add mod ord">
          <ac:chgData name="Mohammad Salman" userId="cfd6754c-e613-4f6f-bb98-36aef69d8c31" providerId="ADAL" clId="{1BF656CA-4852-421D-907F-F90D3F4790E6}" dt="2023-10-03T12:27:19.183" v="16403" actId="20577"/>
          <ac:spMkLst>
            <pc:docMk/>
            <pc:sldMk cId="2587881172" sldId="315"/>
            <ac:spMk id="6" creationId="{1BA1E8C0-64C9-7C32-6A7E-1DA2F08267DF}"/>
          </ac:spMkLst>
        </pc:spChg>
      </pc:sldChg>
      <pc:sldChg chg="addSp delSp modSp add mod delAnim modAnim">
        <pc:chgData name="Mohammad Salman" userId="cfd6754c-e613-4f6f-bb98-36aef69d8c31" providerId="ADAL" clId="{1BF656CA-4852-421D-907F-F90D3F4790E6}" dt="2023-10-04T14:50:02.390" v="18271"/>
        <pc:sldMkLst>
          <pc:docMk/>
          <pc:sldMk cId="510643500" sldId="316"/>
        </pc:sldMkLst>
        <pc:spChg chg="del">
          <ac:chgData name="Mohammad Salman" userId="cfd6754c-e613-4f6f-bb98-36aef69d8c31" providerId="ADAL" clId="{1BF656CA-4852-421D-907F-F90D3F4790E6}" dt="2023-10-03T12:27:55.566" v="16406" actId="478"/>
          <ac:spMkLst>
            <pc:docMk/>
            <pc:sldMk cId="510643500" sldId="316"/>
            <ac:spMk id="3" creationId="{875613F6-EF41-15B6-6E38-462F203B3FE2}"/>
          </ac:spMkLst>
        </pc:spChg>
        <pc:spChg chg="del">
          <ac:chgData name="Mohammad Salman" userId="cfd6754c-e613-4f6f-bb98-36aef69d8c31" providerId="ADAL" clId="{1BF656CA-4852-421D-907F-F90D3F4790E6}" dt="2023-10-03T12:27:55.566" v="16406" actId="478"/>
          <ac:spMkLst>
            <pc:docMk/>
            <pc:sldMk cId="510643500" sldId="316"/>
            <ac:spMk id="5" creationId="{897BCA60-E296-FED7-79B4-8492862699F1}"/>
          </ac:spMkLst>
        </pc:spChg>
        <pc:spChg chg="del">
          <ac:chgData name="Mohammad Salman" userId="cfd6754c-e613-4f6f-bb98-36aef69d8c31" providerId="ADAL" clId="{1BF656CA-4852-421D-907F-F90D3F4790E6}" dt="2023-10-03T12:27:55.566" v="16406" actId="478"/>
          <ac:spMkLst>
            <pc:docMk/>
            <pc:sldMk cId="510643500" sldId="316"/>
            <ac:spMk id="6" creationId="{2E9AFC71-F0FF-64E8-2503-089DE804D171}"/>
          </ac:spMkLst>
        </pc:spChg>
        <pc:spChg chg="del">
          <ac:chgData name="Mohammad Salman" userId="cfd6754c-e613-4f6f-bb98-36aef69d8c31" providerId="ADAL" clId="{1BF656CA-4852-421D-907F-F90D3F4790E6}" dt="2023-10-03T12:27:55.566" v="16406" actId="478"/>
          <ac:spMkLst>
            <pc:docMk/>
            <pc:sldMk cId="510643500" sldId="316"/>
            <ac:spMk id="9" creationId="{4FBA79D3-6375-4F37-D47D-575D595DB6A6}"/>
          </ac:spMkLst>
        </pc:spChg>
        <pc:spChg chg="add mod">
          <ac:chgData name="Mohammad Salman" userId="cfd6754c-e613-4f6f-bb98-36aef69d8c31" providerId="ADAL" clId="{1BF656CA-4852-421D-907F-F90D3F4790E6}" dt="2023-10-03T12:36:40.050" v="16695" actId="113"/>
          <ac:spMkLst>
            <pc:docMk/>
            <pc:sldMk cId="510643500" sldId="316"/>
            <ac:spMk id="17" creationId="{6CD2EF27-BFE2-1B01-E3E0-0C48D432EEF0}"/>
          </ac:spMkLst>
        </pc:spChg>
        <pc:spChg chg="add mod">
          <ac:chgData name="Mohammad Salman" userId="cfd6754c-e613-4f6f-bb98-36aef69d8c31" providerId="ADAL" clId="{1BF656CA-4852-421D-907F-F90D3F4790E6}" dt="2023-10-03T12:30:21.568" v="16677" actId="20577"/>
          <ac:spMkLst>
            <pc:docMk/>
            <pc:sldMk cId="510643500" sldId="316"/>
            <ac:spMk id="18" creationId="{CEFAAB40-78AA-1D82-2EFD-8415A196C1B3}"/>
          </ac:spMkLst>
        </pc:spChg>
        <pc:graphicFrameChg chg="add mod">
          <ac:chgData name="Mohammad Salman" userId="cfd6754c-e613-4f6f-bb98-36aef69d8c31" providerId="ADAL" clId="{1BF656CA-4852-421D-907F-F90D3F4790E6}" dt="2023-10-03T12:27:56.530" v="16407"/>
          <ac:graphicFrameMkLst>
            <pc:docMk/>
            <pc:sldMk cId="510643500" sldId="316"/>
            <ac:graphicFrameMk id="2" creationId="{6BA7A6AD-0DEC-0E74-9EF6-F81CF7980B31}"/>
          </ac:graphicFrameMkLst>
        </pc:graphicFrameChg>
        <pc:graphicFrameChg chg="del">
          <ac:chgData name="Mohammad Salman" userId="cfd6754c-e613-4f6f-bb98-36aef69d8c31" providerId="ADAL" clId="{1BF656CA-4852-421D-907F-F90D3F4790E6}" dt="2023-10-03T12:27:55.566" v="16406" actId="478"/>
          <ac:graphicFrameMkLst>
            <pc:docMk/>
            <pc:sldMk cId="510643500" sldId="316"/>
            <ac:graphicFrameMk id="4" creationId="{44C0794B-7461-EF57-F34D-413B31F6F62A}"/>
          </ac:graphicFrameMkLst>
        </pc:graphicFrameChg>
        <pc:graphicFrameChg chg="del">
          <ac:chgData name="Mohammad Salman" userId="cfd6754c-e613-4f6f-bb98-36aef69d8c31" providerId="ADAL" clId="{1BF656CA-4852-421D-907F-F90D3F4790E6}" dt="2023-10-03T12:27:55.566" v="16406" actId="478"/>
          <ac:graphicFrameMkLst>
            <pc:docMk/>
            <pc:sldMk cId="510643500" sldId="316"/>
            <ac:graphicFrameMk id="7" creationId="{FFCC71D7-7623-F728-EF70-E74C49E41817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10-04T14:50:02.390" v="18271"/>
          <ac:graphicFrameMkLst>
            <pc:docMk/>
            <pc:sldMk cId="510643500" sldId="316"/>
            <ac:graphicFrameMk id="8" creationId="{617DD9FA-F0FB-050A-D552-B7ABD0C1F0D9}"/>
          </ac:graphicFrameMkLst>
        </pc:graphicFrameChg>
        <pc:graphicFrameChg chg="add mod">
          <ac:chgData name="Mohammad Salman" userId="cfd6754c-e613-4f6f-bb98-36aef69d8c31" providerId="ADAL" clId="{1BF656CA-4852-421D-907F-F90D3F4790E6}" dt="2023-10-03T12:27:56.530" v="16407"/>
          <ac:graphicFrameMkLst>
            <pc:docMk/>
            <pc:sldMk cId="510643500" sldId="316"/>
            <ac:graphicFrameMk id="10" creationId="{CE2588B6-9DBF-FC44-A040-FA840C89F7A0}"/>
          </ac:graphicFrameMkLst>
        </pc:graphicFrameChg>
        <pc:graphicFrameChg chg="add mod">
          <ac:chgData name="Mohammad Salman" userId="cfd6754c-e613-4f6f-bb98-36aef69d8c31" providerId="ADAL" clId="{1BF656CA-4852-421D-907F-F90D3F4790E6}" dt="2023-10-03T12:27:56.530" v="16407"/>
          <ac:graphicFrameMkLst>
            <pc:docMk/>
            <pc:sldMk cId="510643500" sldId="316"/>
            <ac:graphicFrameMk id="13" creationId="{CA54320C-2869-C374-E360-EBA604F3591D}"/>
          </ac:graphicFrameMkLst>
        </pc:graphicFrameChg>
        <pc:graphicFrameChg chg="add mod">
          <ac:chgData name="Mohammad Salman" userId="cfd6754c-e613-4f6f-bb98-36aef69d8c31" providerId="ADAL" clId="{1BF656CA-4852-421D-907F-F90D3F4790E6}" dt="2023-10-03T12:27:56.530" v="16407"/>
          <ac:graphicFrameMkLst>
            <pc:docMk/>
            <pc:sldMk cId="510643500" sldId="316"/>
            <ac:graphicFrameMk id="15" creationId="{5270BBDD-9908-E7A0-494B-5DECCB74F103}"/>
          </ac:graphicFrameMkLst>
        </pc:graphicFrameChg>
        <pc:cxnChg chg="add mod">
          <ac:chgData name="Mohammad Salman" userId="cfd6754c-e613-4f6f-bb98-36aef69d8c31" providerId="ADAL" clId="{1BF656CA-4852-421D-907F-F90D3F4790E6}" dt="2023-10-03T12:27:56.530" v="16407"/>
          <ac:cxnSpMkLst>
            <pc:docMk/>
            <pc:sldMk cId="510643500" sldId="316"/>
            <ac:cxnSpMk id="11" creationId="{0BE8A631-C1BB-3173-4E48-08003A0ADD02}"/>
          </ac:cxnSpMkLst>
        </pc:cxnChg>
        <pc:cxnChg chg="add mod">
          <ac:chgData name="Mohammad Salman" userId="cfd6754c-e613-4f6f-bb98-36aef69d8c31" providerId="ADAL" clId="{1BF656CA-4852-421D-907F-F90D3F4790E6}" dt="2023-10-03T12:27:56.530" v="16407"/>
          <ac:cxnSpMkLst>
            <pc:docMk/>
            <pc:sldMk cId="510643500" sldId="316"/>
            <ac:cxnSpMk id="12" creationId="{08BE1BCA-F60D-E9A1-D88D-199F23097AB5}"/>
          </ac:cxnSpMkLst>
        </pc:cxnChg>
        <pc:cxnChg chg="add mod">
          <ac:chgData name="Mohammad Salman" userId="cfd6754c-e613-4f6f-bb98-36aef69d8c31" providerId="ADAL" clId="{1BF656CA-4852-421D-907F-F90D3F4790E6}" dt="2023-10-03T12:27:56.530" v="16407"/>
          <ac:cxnSpMkLst>
            <pc:docMk/>
            <pc:sldMk cId="510643500" sldId="316"/>
            <ac:cxnSpMk id="14" creationId="{67DEC684-7C0B-0710-E004-92572EA21C69}"/>
          </ac:cxnSpMkLst>
        </pc:cxnChg>
        <pc:cxnChg chg="add mod">
          <ac:chgData name="Mohammad Salman" userId="cfd6754c-e613-4f6f-bb98-36aef69d8c31" providerId="ADAL" clId="{1BF656CA-4852-421D-907F-F90D3F4790E6}" dt="2023-10-03T12:27:56.530" v="16407"/>
          <ac:cxnSpMkLst>
            <pc:docMk/>
            <pc:sldMk cId="510643500" sldId="316"/>
            <ac:cxnSpMk id="16" creationId="{86ACF8A4-9C52-6F1F-3AC0-5F0F72526D7F}"/>
          </ac:cxnSpMkLst>
        </pc:cxnChg>
      </pc:sldChg>
      <pc:sldChg chg="addSp modSp new mod setBg">
        <pc:chgData name="Mohammad Salman" userId="cfd6754c-e613-4f6f-bb98-36aef69d8c31" providerId="ADAL" clId="{1BF656CA-4852-421D-907F-F90D3F4790E6}" dt="2023-10-04T13:54:29.840" v="17725" actId="1076"/>
        <pc:sldMkLst>
          <pc:docMk/>
          <pc:sldMk cId="2905665712" sldId="317"/>
        </pc:sldMkLst>
        <pc:spChg chg="mod">
          <ac:chgData name="Mohammad Salman" userId="cfd6754c-e613-4f6f-bb98-36aef69d8c31" providerId="ADAL" clId="{1BF656CA-4852-421D-907F-F90D3F4790E6}" dt="2023-10-04T13:50:59.449" v="17639" actId="20577"/>
          <ac:spMkLst>
            <pc:docMk/>
            <pc:sldMk cId="2905665712" sldId="317"/>
            <ac:spMk id="2" creationId="{773E38CD-A19E-D2CB-D81A-9720CA1B8683}"/>
          </ac:spMkLst>
        </pc:spChg>
        <pc:spChg chg="mod">
          <ac:chgData name="Mohammad Salman" userId="cfd6754c-e613-4f6f-bb98-36aef69d8c31" providerId="ADAL" clId="{1BF656CA-4852-421D-907F-F90D3F4790E6}" dt="2023-10-04T13:51:28.672" v="17646" actId="27636"/>
          <ac:spMkLst>
            <pc:docMk/>
            <pc:sldMk cId="2905665712" sldId="317"/>
            <ac:spMk id="3" creationId="{D8CA2165-8C1A-35DE-D068-EF16B89A61B3}"/>
          </ac:spMkLst>
        </pc:spChg>
        <pc:spChg chg="add mod">
          <ac:chgData name="Mohammad Salman" userId="cfd6754c-e613-4f6f-bb98-36aef69d8c31" providerId="ADAL" clId="{1BF656CA-4852-421D-907F-F90D3F4790E6}" dt="2023-10-04T13:54:29.840" v="17725" actId="1076"/>
          <ac:spMkLst>
            <pc:docMk/>
            <pc:sldMk cId="2905665712" sldId="317"/>
            <ac:spMk id="6" creationId="{E8552394-7B8C-EEDD-5EB5-08F5C5D8498F}"/>
          </ac:spMkLst>
        </pc:spChg>
        <pc:graphicFrameChg chg="add mod modGraphic">
          <ac:chgData name="Mohammad Salman" userId="cfd6754c-e613-4f6f-bb98-36aef69d8c31" providerId="ADAL" clId="{1BF656CA-4852-421D-907F-F90D3F4790E6}" dt="2023-10-04T13:54:29.840" v="17725" actId="1076"/>
          <ac:graphicFrameMkLst>
            <pc:docMk/>
            <pc:sldMk cId="2905665712" sldId="317"/>
            <ac:graphicFrameMk id="4" creationId="{190C78EB-CD7C-5F3A-8A62-0DA07A789B0B}"/>
          </ac:graphicFrameMkLst>
        </pc:graphicFrameChg>
      </pc:sldChg>
      <pc:sldChg chg="modSp add mod">
        <pc:chgData name="Mohammad Salman" userId="cfd6754c-e613-4f6f-bb98-36aef69d8c31" providerId="ADAL" clId="{1BF656CA-4852-421D-907F-F90D3F4790E6}" dt="2023-10-04T14:45:45.140" v="18195" actId="27636"/>
        <pc:sldMkLst>
          <pc:docMk/>
          <pc:sldMk cId="4174186099" sldId="318"/>
        </pc:sldMkLst>
        <pc:spChg chg="mod">
          <ac:chgData name="Mohammad Salman" userId="cfd6754c-e613-4f6f-bb98-36aef69d8c31" providerId="ADAL" clId="{1BF656CA-4852-421D-907F-F90D3F4790E6}" dt="2023-10-04T14:45:45.140" v="18195" actId="27636"/>
          <ac:spMkLst>
            <pc:docMk/>
            <pc:sldMk cId="4174186099" sldId="318"/>
            <ac:spMk id="3" creationId="{D8CA2165-8C1A-35DE-D068-EF16B89A61B3}"/>
          </ac:spMkLst>
        </pc:spChg>
      </pc:sldChg>
      <pc:sldChg chg="addSp delSp modSp new mod setBg">
        <pc:chgData name="Mohammad Salman" userId="cfd6754c-e613-4f6f-bb98-36aef69d8c31" providerId="ADAL" clId="{1BF656CA-4852-421D-907F-F90D3F4790E6}" dt="2023-10-04T14:00:44.207" v="17785" actId="1076"/>
        <pc:sldMkLst>
          <pc:docMk/>
          <pc:sldMk cId="1867096116" sldId="319"/>
        </pc:sldMkLst>
        <pc:spChg chg="del">
          <ac:chgData name="Mohammad Salman" userId="cfd6754c-e613-4f6f-bb98-36aef69d8c31" providerId="ADAL" clId="{1BF656CA-4852-421D-907F-F90D3F4790E6}" dt="2023-10-04T13:55:03.221" v="17727" actId="478"/>
          <ac:spMkLst>
            <pc:docMk/>
            <pc:sldMk cId="1867096116" sldId="319"/>
            <ac:spMk id="2" creationId="{71CDC0AC-F284-6093-A32B-43495637B13C}"/>
          </ac:spMkLst>
        </pc:spChg>
        <pc:spChg chg="del">
          <ac:chgData name="Mohammad Salman" userId="cfd6754c-e613-4f6f-bb98-36aef69d8c31" providerId="ADAL" clId="{1BF656CA-4852-421D-907F-F90D3F4790E6}" dt="2023-10-04T13:55:03.221" v="17727" actId="478"/>
          <ac:spMkLst>
            <pc:docMk/>
            <pc:sldMk cId="1867096116" sldId="319"/>
            <ac:spMk id="3" creationId="{58200A06-DE89-74C9-DAA7-24B7863F89E7}"/>
          </ac:spMkLst>
        </pc:spChg>
        <pc:spChg chg="add mod">
          <ac:chgData name="Mohammad Salman" userId="cfd6754c-e613-4f6f-bb98-36aef69d8c31" providerId="ADAL" clId="{1BF656CA-4852-421D-907F-F90D3F4790E6}" dt="2023-10-04T14:00:44.207" v="17785" actId="1076"/>
          <ac:spMkLst>
            <pc:docMk/>
            <pc:sldMk cId="1867096116" sldId="319"/>
            <ac:spMk id="19" creationId="{D7275740-A7E9-4194-863D-AD2E23E837C4}"/>
          </ac:spMkLst>
        </pc:spChg>
        <pc:spChg chg="add mod">
          <ac:chgData name="Mohammad Salman" userId="cfd6754c-e613-4f6f-bb98-36aef69d8c31" providerId="ADAL" clId="{1BF656CA-4852-421D-907F-F90D3F4790E6}" dt="2023-10-04T14:00:31.056" v="17782"/>
          <ac:spMkLst>
            <pc:docMk/>
            <pc:sldMk cId="1867096116" sldId="319"/>
            <ac:spMk id="20" creationId="{C48C06FD-726A-3FFD-BC94-7FF756B1B19E}"/>
          </ac:spMkLst>
        </pc:spChg>
        <pc:graphicFrameChg chg="add del mod">
          <ac:chgData name="Mohammad Salman" userId="cfd6754c-e613-4f6f-bb98-36aef69d8c31" providerId="ADAL" clId="{1BF656CA-4852-421D-907F-F90D3F4790E6}" dt="2023-10-04T13:55:24.316" v="17730" actId="478"/>
          <ac:graphicFrameMkLst>
            <pc:docMk/>
            <pc:sldMk cId="1867096116" sldId="319"/>
            <ac:graphicFrameMk id="4" creationId="{8ABD4152-71CD-9DC9-4D03-1ED0A77CE05F}"/>
          </ac:graphicFrameMkLst>
        </pc:graphicFrameChg>
        <pc:graphicFrameChg chg="add del mod">
          <ac:chgData name="Mohammad Salman" userId="cfd6754c-e613-4f6f-bb98-36aef69d8c31" providerId="ADAL" clId="{1BF656CA-4852-421D-907F-F90D3F4790E6}" dt="2023-10-04T13:55:25.884" v="17731" actId="478"/>
          <ac:graphicFrameMkLst>
            <pc:docMk/>
            <pc:sldMk cId="1867096116" sldId="319"/>
            <ac:graphicFrameMk id="5" creationId="{E96965B4-0746-FF5A-C6E2-67F04527D252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10-04T14:00:44.207" v="17785" actId="1076"/>
          <ac:graphicFrameMkLst>
            <pc:docMk/>
            <pc:sldMk cId="1867096116" sldId="319"/>
            <ac:graphicFrameMk id="6" creationId="{18692E97-4A3B-9170-4244-CD1851F1D068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10-04T14:00:44.207" v="17785" actId="1076"/>
          <ac:graphicFrameMkLst>
            <pc:docMk/>
            <pc:sldMk cId="1867096116" sldId="319"/>
            <ac:graphicFrameMk id="9" creationId="{27566E8A-AA27-4DE5-D5EF-7C6B91241E8A}"/>
          </ac:graphicFrameMkLst>
        </pc:graphicFrameChg>
        <pc:graphicFrameChg chg="add mod modGraphic">
          <ac:chgData name="Mohammad Salman" userId="cfd6754c-e613-4f6f-bb98-36aef69d8c31" providerId="ADAL" clId="{1BF656CA-4852-421D-907F-F90D3F4790E6}" dt="2023-10-04T14:00:44.207" v="17785" actId="1076"/>
          <ac:graphicFrameMkLst>
            <pc:docMk/>
            <pc:sldMk cId="1867096116" sldId="319"/>
            <ac:graphicFrameMk id="11" creationId="{DCC42E18-D79F-595C-42C0-3FA7FC382CF4}"/>
          </ac:graphicFrameMkLst>
        </pc:graphicFrameChg>
        <pc:graphicFrameChg chg="add mod ord">
          <ac:chgData name="Mohammad Salman" userId="cfd6754c-e613-4f6f-bb98-36aef69d8c31" providerId="ADAL" clId="{1BF656CA-4852-421D-907F-F90D3F4790E6}" dt="2023-10-04T14:00:44.207" v="17785" actId="1076"/>
          <ac:graphicFrameMkLst>
            <pc:docMk/>
            <pc:sldMk cId="1867096116" sldId="319"/>
            <ac:graphicFrameMk id="13" creationId="{9F25D3E5-B877-8291-DA4E-EE7B72412BB7}"/>
          </ac:graphicFrameMkLst>
        </pc:graphicFrameChg>
        <pc:cxnChg chg="add mod">
          <ac:chgData name="Mohammad Salman" userId="cfd6754c-e613-4f6f-bb98-36aef69d8c31" providerId="ADAL" clId="{1BF656CA-4852-421D-907F-F90D3F4790E6}" dt="2023-10-04T14:00:44.207" v="17785" actId="1076"/>
          <ac:cxnSpMkLst>
            <pc:docMk/>
            <pc:sldMk cId="1867096116" sldId="319"/>
            <ac:cxnSpMk id="7" creationId="{2BA730FB-C65E-0718-479A-22EC0A201B58}"/>
          </ac:cxnSpMkLst>
        </pc:cxnChg>
        <pc:cxnChg chg="add mod">
          <ac:chgData name="Mohammad Salman" userId="cfd6754c-e613-4f6f-bb98-36aef69d8c31" providerId="ADAL" clId="{1BF656CA-4852-421D-907F-F90D3F4790E6}" dt="2023-10-04T14:00:44.207" v="17785" actId="1076"/>
          <ac:cxnSpMkLst>
            <pc:docMk/>
            <pc:sldMk cId="1867096116" sldId="319"/>
            <ac:cxnSpMk id="8" creationId="{FA7C3596-0525-B7D2-C7E1-F2CB70850A75}"/>
          </ac:cxnSpMkLst>
        </pc:cxnChg>
        <pc:cxnChg chg="add mod">
          <ac:chgData name="Mohammad Salman" userId="cfd6754c-e613-4f6f-bb98-36aef69d8c31" providerId="ADAL" clId="{1BF656CA-4852-421D-907F-F90D3F4790E6}" dt="2023-10-04T14:00:44.207" v="17785" actId="1076"/>
          <ac:cxnSpMkLst>
            <pc:docMk/>
            <pc:sldMk cId="1867096116" sldId="319"/>
            <ac:cxnSpMk id="10" creationId="{710BBE10-0573-F65D-473D-58AB07A30313}"/>
          </ac:cxnSpMkLst>
        </pc:cxnChg>
        <pc:cxnChg chg="add mod">
          <ac:chgData name="Mohammad Salman" userId="cfd6754c-e613-4f6f-bb98-36aef69d8c31" providerId="ADAL" clId="{1BF656CA-4852-421D-907F-F90D3F4790E6}" dt="2023-10-04T14:00:44.207" v="17785" actId="1076"/>
          <ac:cxnSpMkLst>
            <pc:docMk/>
            <pc:sldMk cId="1867096116" sldId="319"/>
            <ac:cxnSpMk id="12" creationId="{4399E21D-75A3-EF7A-59A9-C077FDDCCE61}"/>
          </ac:cxnSpMkLst>
        </pc:cxnChg>
      </pc:sldChg>
      <pc:sldMasterChg chg="modSldLayout">
        <pc:chgData name="Mohammad Salman" userId="cfd6754c-e613-4f6f-bb98-36aef69d8c31" providerId="ADAL" clId="{1BF656CA-4852-421D-907F-F90D3F4790E6}" dt="2023-09-29T10:19:35.281" v="1" actId="114"/>
        <pc:sldMasterMkLst>
          <pc:docMk/>
          <pc:sldMasterMk cId="2652332585" sldId="2147483648"/>
        </pc:sldMasterMkLst>
        <pc:sldLayoutChg chg="modSp">
          <pc:chgData name="Mohammad Salman" userId="cfd6754c-e613-4f6f-bb98-36aef69d8c31" providerId="ADAL" clId="{1BF656CA-4852-421D-907F-F90D3F4790E6}" dt="2023-09-29T10:19:35.281" v="1" actId="114"/>
          <pc:sldLayoutMkLst>
            <pc:docMk/>
            <pc:sldMasterMk cId="2652332585" sldId="2147483648"/>
            <pc:sldLayoutMk cId="3187141488" sldId="2147483649"/>
          </pc:sldLayoutMkLst>
          <pc:spChg chg="mod">
            <ac:chgData name="Mohammad Salman" userId="cfd6754c-e613-4f6f-bb98-36aef69d8c31" providerId="ADAL" clId="{1BF656CA-4852-421D-907F-F90D3F4790E6}" dt="2023-09-29T10:19:35.281" v="1" actId="114"/>
            <ac:spMkLst>
              <pc:docMk/>
              <pc:sldMasterMk cId="2652332585" sldId="2147483648"/>
              <pc:sldLayoutMk cId="3187141488" sldId="2147483649"/>
              <ac:spMk id="3" creationId="{2BCC1F59-F77E-2693-34C2-912CFE9CDD9E}"/>
            </ac:spMkLst>
          </pc:spChg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9T10:39:26.0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24575,'0'879'-1365,"0"-852"-5461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9T10:39:32.9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24575,'0'566'0,"1"-547"0,1-1 0,1 1 0,7 26 0,-5-23 0,6 43 0,-11-10 13,-1-39-357,2 0-1,-1 0 1,7 30-1,-1-25-6481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9T10:39:41.8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24575,'14'16'0,"-2"1"0,1 0 0,-2 1 0,-1 0 0,15 34 0,-8-17 0,84 132 0,-22-43 0,149 216 0,-190-289 0,-6-1 0,-22-33 0,1 0 0,0-2 0,14 16 0,75 58 0,-27-28 0,-44-36 0,2-2 0,52 31 0,12 8 0,-27-17 0,80 40 0,-69-42 0,-56-31 0,1-1 0,0-1 0,42 11 0,78 10 0,-78-21 0,-40-7 0,0 1 0,-1 1 0,0 1 0,0 2 0,0 0 0,27 14 0,-31-13 0,0 0 0,1-2 0,0 0 0,0-2 0,35 5 0,-21-4 0,39 12 0,-36-9 0,0-1 0,0-2 0,0-2 0,48 0 0,-26-2 0,-8 3 0,85 21 0,-92-16 0,-1-2 0,88 5 0,869-15 0,-980 0 0,-1-2 0,1 0 0,-1-1 0,-1 0 0,1-2 0,-1-1 0,28-14 0,-28 13 0,-5 1 0,0 0 0,24-19 0,-25 17 0,1 0 0,21-11 0,-19 12 0,-1-1 0,1-1 0,-2 0 0,17-16 0,36-25 0,-24 20 0,-1-2 0,-1-2 0,38-44 0,-33 34 0,16-6 0,-50 43 0,1-1 0,-1-1 0,-1 0 0,0-1 0,20-26 0,-20 22 0,27-29 0,-18 23 0,149-185 0,-143 175 0,-22 27 0,1-1 0,-1-1 0,0 1 0,0-1 0,-1 0 0,0 0 0,0 0 0,-1 0 0,4-13 0,22-75 0,-17 59 0,11-52 0,-19 53 0,-2 1 0,-3-55 0,2-29 0,3 92 0,1 0 0,12-36 0,-16 59 0,-12 18 0,0 0 0,-1-1 0,-22 20 0,20-20 0,-83 99 0,4-5 0,67-75 0,-5 6 0,-30 24 0,36-37 0,22-22 0,-1 0 0,1 0 0,-1 0 0,0 0 0,-9 5 0,13-12 0,8-10 0,13-14 0,153-147 0,-53 55 0,-118 115 0,1 1 0,-1 0 0,1 1 0,-1-1 0,1 0 0,0 1 0,0 0 0,8-3 0,-10 4 0,-1 1 0,0-1 0,1 1 0,-1 0 0,1 0 0,-1 0 0,0 0 0,1 0 0,-1 0 0,1 0 0,-1 0 0,0 1 0,1-1 0,-1 0 0,0 1 0,1-1 0,-1 1 0,0-1 0,0 1 0,1 0 0,-1 0 0,0 0 0,0-1 0,0 1 0,0 0 0,0 0 0,0 0 0,0 1 0,0-1 0,0 0 0,-1 0 0,1 0 0,0 2 0,67 137 0,34 62 0,-58-134-1365,-34-47-5461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9T10:39:47.6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24575,'0'660'0,"1"-640"0,1-1 0,1 1 0,6 22 0,-3-19 0,4 42 0,-9 58-1365,-1-96-5461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9T10:39:51.0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24575,'0'1004'-1365,"0"-977"-5461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9T10:39:58.9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1 126 24575,'23'45'0,"33"93"0,-33-75 0,38 75 0,-23-57 0,-11-28 0,3-2 0,40 54 0,-45-68 0,20 24 0,2-1 0,2-3 0,74 67 0,-102-105 0,-14-11 0,0-1 0,1 0 0,0-1 0,0 0 0,0 0 0,1 0 0,0-1 0,13 5 0,174 76 0,-127-65 0,-41-14 0,42 18 0,-53-18 0,1-1 0,25 5 0,-26-8 0,-1 1 0,0 1 0,19 9 0,-17-7 0,-1 0 0,1-2 0,0 0 0,0-1 0,0 0 0,1-2 0,23 1 0,-16-1 0,66 12 0,-57-8 0,40 3 0,51 5 0,-6 1 0,403-11 0,-288-6 0,285 2 0,-504 0 0,-1-2 0,1 0 0,-1 0 0,0-1 0,21-8 0,71-34 0,-87 36 0,96-38 0,-96 38 0,36-12 0,12-4 0,-15 3 0,-41 18 0,1-1 0,-1 0 0,0-1 0,-1 0 0,1-1 0,-1 0 0,-1 0 0,1-2 0,10-9 0,-7 2 0,2 1 0,-1 0 0,2 1 0,0 1 0,1 1 0,0 0 0,36-16 0,-40 20 0,1-1 0,-1 0 0,-1-1 0,18-16 0,-3 3 0,35-27 0,67-56 0,-80 55 0,-35 35 0,0 0 0,2 0 0,22-15 0,6-4 0,-1-1 0,52-56 0,-44 41 0,-31 30 0,-11 11 0,0 0 0,1 1 0,14-10 0,-19 14 0,0 1 0,-1-1 0,1 0 0,-1 0 0,0-1 0,-1 1 0,1-1 0,-1 0 0,0 0 0,4-10 0,2-6 0,12-43 0,-11 29 0,-3 10 0,-1 5 0,0 0 0,1 0 0,1 1 0,20-34 0,-23 46 0,-1 0 0,0 0 0,0 0 0,-1-1 0,0 0 0,0 0 0,-1 0 0,3-14 0,-6 22 0,0 1 0,0 0 0,0 0 0,1-1 0,-1 1 0,0 0 0,0-1 0,0 1 0,0 0 0,0 0 0,0-1 0,0 1 0,0 0 0,0-1 0,0 1 0,0 0 0,-1 0 0,1-1 0,0 1 0,0 0 0,0-1 0,0 1 0,0 0 0,0 0 0,-1-1 0,1 1 0,0 0 0,0 0 0,0 0 0,-1-1 0,1 1 0,0 0 0,0 0 0,-1 0 0,1 0 0,0 0 0,0-1 0,-1 1 0,1 0 0,0 0 0,-14 6 0,-12 18 0,24-23 0,-28 31 0,13-13 0,0-2 0,-33 25 0,30-25 0,0 0 0,2 1 0,-33 40 0,-12 13 0,2 1 0,36-45 0,20-21 0,-1 0 0,1 0 0,-1 0 0,-9 6 0,-36 31 0,42-34 0,0-1 0,-1 1 0,0-2 0,0 1 0,-1-2 0,-13 8 0,24-14 0,0 0 0,0 0 0,0-1 0,0 1 0,0 0 0,0 0 0,0 0 0,0 0 0,0 0 0,0 0 0,0 0 0,0 0 0,0 0 0,0-1 0,0 1 0,0 0 0,0 0 0,0 0 0,0 0 0,0 0 0,0 0 0,0 0 0,0 0 0,0-1 0,0 1 0,0 0 0,0 0 0,0 0 0,0 0 0,0 0 0,0 0 0,0 0 0,0 0 0,0 0 0,0 0 0,0-1 0,0 1 0,-1 0 0,1 0 0,0 0 0,0 0 0,0 0 0,0 0 0,0 0 0,0 0 0,0 0 0,0 0 0,0 0 0,0 0 0,-1 0 0,1 0 0,0 0 0,0 0 0,0 0 0,0 0 0,0 0 0,0 0 0,0 0 0,0 0 0,-1 0 0,1 0 0,0 0 0,0 0 0,9-14 0,13-13 0,193-188 0,-125 126 0,50-51 0,-138 138 0,0-1 0,0 1 0,0 0 0,0 1 0,0-1 0,1 0 0,-1 1 0,1-1 0,-1 1 0,1-1 0,-1 1 0,1 0 0,0 0 0,-1 1 0,1-1 0,0 0 0,0 1 0,0 0 0,3-1 0,-4 2 0,0 0 0,0 0 0,-1-1 0,1 1 0,0 0 0,0 1 0,-1-1 0,1 0 0,-1 0 0,1 1 0,-1-1 0,1 1 0,-1-1 0,0 1 0,0 0 0,0-1 0,0 1 0,0 0 0,0 0 0,0 0 0,0 0 0,-1 0 0,1 0 0,-1 0 0,0 0 0,1 0 0,-1 3 0,4 35 0,-2 1 0,-4 76 0,-2-27 0,4 317-1365,0-381-5461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A5D367-38EF-4AB5-AC74-542271E35D5A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BFED3D-DD96-4FE8-8703-906EBC1C2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182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FED3D-DD96-4FE8-8703-906EBC1C28B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225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FED3D-DD96-4FE8-8703-906EBC1C28B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973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FED3D-DD96-4FE8-8703-906EBC1C28B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50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FED3D-DD96-4FE8-8703-906EBC1C28B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249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FED3D-DD96-4FE8-8703-906EBC1C28B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01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FED3D-DD96-4FE8-8703-906EBC1C28B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51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FED3D-DD96-4FE8-8703-906EBC1C28B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61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FED3D-DD96-4FE8-8703-906EBC1C28B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216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FED3D-DD96-4FE8-8703-906EBC1C28B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7328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FED3D-DD96-4FE8-8703-906EBC1C28B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3139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FED3D-DD96-4FE8-8703-906EBC1C28B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85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1C13C-F265-E965-7D5A-3532B8144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C1F59-F77E-2693-34C2-912CFE9CDD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06416-8AE0-EE67-7E13-CAEA27FF1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D7B0-9D21-4F01-A4C4-7045A20D479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B28B7-CA94-425B-FCA8-3BC66AB0B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39F69-4FD1-A84A-F556-CD066544F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55C06-1EC0-4D22-A192-176351E0B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41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2F97D-9AE4-8958-8437-A96E3BC6B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CC437-981B-D383-EE88-F834FDFBA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3A829-DE34-FB1F-9622-843634EE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D7B0-9D21-4F01-A4C4-7045A20D479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DD6C9-C8EF-D3B0-8C28-22B20D30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01AA3-8527-D745-BD2F-A0FD85802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55C06-1EC0-4D22-A192-176351E0B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33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345E6-F066-3EC5-921A-AD4370C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350B5-8E53-DDB1-128E-720166383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64730-48A4-09A3-9937-D859D7D0A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D7B0-9D21-4F01-A4C4-7045A20D479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9E423-7114-1E26-FA94-8849BE015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4C3B2-A7EA-B92B-0AD5-6B2BE781B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55C06-1EC0-4D22-A192-176351E0B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4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6DE0D-8874-C17C-1099-AC978A05F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693F3-EA3E-99FB-F9CB-8D9DFE22A8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F7093-3025-5A58-B86F-ED1B1BCD1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96798-0661-E7CE-8116-D459992A2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D7B0-9D21-4F01-A4C4-7045A20D479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422DD-396E-A6E4-A0E2-CC17B630B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A01E7-DC47-9E46-773F-5B6880E9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55C06-1EC0-4D22-A192-176351E0B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19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43C00-7935-0CB9-3C4D-0166CACA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C57BF-E56C-9CF0-D027-FACF0F833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904874-D28C-81E9-BB78-7CBA734D0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0B8F89-865A-0A16-919F-3756A19FE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D7328A-2640-772B-5BF3-BA7FF9DA0F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006CEF-8154-DBF5-58F2-93C089153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D7B0-9D21-4F01-A4C4-7045A20D479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711B17-2C58-E40B-99F9-3545933C2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70FFF9-1E96-E411-27FD-85A3CC36C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55C06-1EC0-4D22-A192-176351E0B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394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6E171-1BBA-A43C-ED5F-48DADFD77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226DB5-F302-B539-E9F4-796CA048B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D7B0-9D21-4F01-A4C4-7045A20D479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14278-1FBC-4598-5BED-B33D139F3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3D0EF-903B-D17D-7FC1-0E28564B9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55C06-1EC0-4D22-A192-176351E0B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47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4ACE0-D2A0-B39E-71E9-943F18CE2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D7B0-9D21-4F01-A4C4-7045A20D479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84407D-A95B-F195-B13D-2560E5E61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A38F2-622F-38B7-5019-C2CB9A528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55C06-1EC0-4D22-A192-176351E0B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14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5ADB2-C6DE-4FD4-E85B-FA89E31D1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A0A19-C392-5E67-6FE9-1BCDDE194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F516B-1931-E23E-5DE0-6C23CF947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DEEE7-CC56-E6B8-6980-242CEF8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D7B0-9D21-4F01-A4C4-7045A20D479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7D649-0656-FA88-7021-4BFF59DC7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334C2-C5A2-6594-F7BD-5BCCB8063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55C06-1EC0-4D22-A192-176351E0B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7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73FB3-B25F-16E6-8BC5-81A86587E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144559-5D50-4820-38C0-E9E2035936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FD1B-E90C-96C0-941B-6DF400250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500EC-1F6A-EC5A-0E2D-4CA097074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D7B0-9D21-4F01-A4C4-7045A20D479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6EBAD-74B7-A372-2877-0364C0308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CA4328-BCE1-7F6A-2A05-DA45E4DAF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55C06-1EC0-4D22-A192-176351E0B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31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4A2E0-F9F3-8F67-9642-9A9A5F20A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809EA8-4EA9-0758-8F52-CA3506D0B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7F39C-033F-B988-2CB7-7798086D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D7B0-9D21-4F01-A4C4-7045A20D479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D883D-0BE8-0E1A-A4B1-5B46B64D1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B913E-5408-9914-35CD-DF088FAA2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55C06-1EC0-4D22-A192-176351E0B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6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AFFF51-2ECD-1DF5-DDE0-B5019AB556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C0DF01-876D-C35F-9692-EF476B536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18711-F019-9422-6EA6-3464085F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D7B0-9D21-4F01-A4C4-7045A20D479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647B7-D8E4-5D57-D49C-B12801E7B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B5E7C-4CF8-68BB-E657-A9B166F2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55C06-1EC0-4D22-A192-176351E0B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33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8726D7-633D-49C0-A6E5-C6D3F817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87CF6-BE6C-3BAE-CC4D-275473863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7649C-8486-AB7B-664D-7318AA24C4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ED7B0-9D21-4F01-A4C4-7045A20D479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FD097-ACA3-B3B2-925D-22E5042F15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008AB-7F72-FDB1-B40D-AE635B6B0D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55C06-1EC0-4D22-A192-176351E0B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32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06F23-4791-DB7E-A5D3-195227BF6B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3EC68F-112B-8F91-7AC8-953CF9C745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Mohammad Salman</a:t>
            </a:r>
          </a:p>
          <a:p>
            <a:r>
              <a:rPr lang="en-US" dirty="0"/>
              <a:t>Dean’s Fellow</a:t>
            </a:r>
          </a:p>
        </p:txBody>
      </p:sp>
    </p:spTree>
    <p:extLst>
      <p:ext uri="{BB962C8B-B14F-4D97-AF65-F5344CB8AC3E}">
        <p14:creationId xmlns:p14="http://schemas.microsoft.com/office/powerpoint/2010/main" val="641690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B45F5D-F911-037D-8BDC-2B6F96C080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a 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struct</a:t>
            </a:r>
            <a:r>
              <a:rPr lang="en-US" dirty="0"/>
              <a:t>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956DC11-18F7-B322-EF7E-B53354FCC5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56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2BDCE-7F71-0E7E-5B7C-B2494FAE4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struct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D1BCF-4ECF-5697-AB0B-C9A02F782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 in C, there were no classes (no OOP).</a:t>
            </a:r>
          </a:p>
          <a:p>
            <a:endParaRPr lang="en-US" dirty="0"/>
          </a:p>
          <a:p>
            <a:r>
              <a:rPr lang="en-US" dirty="0"/>
              <a:t>However, you could </a:t>
            </a:r>
            <a:r>
              <a:rPr lang="en-US" b="1" dirty="0"/>
              <a:t>group data together </a:t>
            </a:r>
            <a:r>
              <a:rPr lang="en-US" dirty="0"/>
              <a:t>using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structs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But they could not contain functions.</a:t>
            </a:r>
          </a:p>
          <a:p>
            <a:pPr lvl="1"/>
            <a:endParaRPr lang="en-US" dirty="0"/>
          </a:p>
          <a:p>
            <a:r>
              <a:rPr lang="en-US" dirty="0"/>
              <a:t>So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structs </a:t>
            </a:r>
            <a:r>
              <a:rPr lang="en-US" dirty="0"/>
              <a:t>used to be just a collection of data.</a:t>
            </a:r>
          </a:p>
          <a:p>
            <a:pPr lvl="1"/>
            <a:r>
              <a:rPr lang="en-US" dirty="0"/>
              <a:t>Data types of each data could be different though.</a:t>
            </a:r>
          </a:p>
        </p:txBody>
      </p:sp>
    </p:spTree>
    <p:extLst>
      <p:ext uri="{BB962C8B-B14F-4D97-AF65-F5344CB8AC3E}">
        <p14:creationId xmlns:p14="http://schemas.microsoft.com/office/powerpoint/2010/main" val="2571669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2BDCE-7F71-0E7E-5B7C-B2494FAE4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struct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D1BCF-4ECF-5697-AB0B-C9A02F782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C++, we still have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structs</a:t>
            </a:r>
            <a:r>
              <a:rPr lang="en-US" dirty="0"/>
              <a:t>, however, they are very similar to classes with a few exceptions.</a:t>
            </a:r>
          </a:p>
          <a:p>
            <a:pPr lvl="1"/>
            <a:r>
              <a:rPr lang="en-US" dirty="0"/>
              <a:t>Like classes, you can have both data and functions in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structs </a:t>
            </a:r>
            <a:r>
              <a:rPr lang="en-US" dirty="0"/>
              <a:t>too.</a:t>
            </a:r>
          </a:p>
          <a:p>
            <a:endParaRPr lang="en-US" dirty="0"/>
          </a:p>
          <a:p>
            <a:r>
              <a:rPr lang="en-US" dirty="0"/>
              <a:t>By default, all members in a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struct </a:t>
            </a:r>
            <a:r>
              <a:rPr lang="en-US" dirty="0"/>
              <a:t>are public.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4FB125-DC4B-FC5F-897E-2C56674C9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71" y="4449277"/>
            <a:ext cx="11463058" cy="172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830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2BDCE-7F71-0E7E-5B7C-B2494FAE4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structs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D1BCF-4ECF-5697-AB0B-C9A02F782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convention, whenever you want to make a data class (a class that just contains data members), consider making a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struct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You also should not mind the data members being publicly available.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60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D590F9-225D-6EDE-10A3-301726CEF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Linked Lists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E4EF55A-4D3E-3E17-CE40-90973AF8C6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Some motivation first…</a:t>
            </a:r>
          </a:p>
        </p:txBody>
      </p:sp>
    </p:spTree>
    <p:extLst>
      <p:ext uri="{BB962C8B-B14F-4D97-AF65-F5344CB8AC3E}">
        <p14:creationId xmlns:p14="http://schemas.microsoft.com/office/powerpoint/2010/main" val="748620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D4CE9E-D54E-BC55-3AC7-0BD166A078A4}"/>
              </a:ext>
            </a:extLst>
          </p:cNvPr>
          <p:cNvSpPr txBox="1"/>
          <p:nvPr/>
        </p:nvSpPr>
        <p:spPr>
          <a:xfrm>
            <a:off x="214489" y="225778"/>
            <a:ext cx="11763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Whenever you create an array, you have to </a:t>
            </a:r>
            <a:r>
              <a:rPr lang="en-US" sz="2000" b="1" dirty="0"/>
              <a:t>specify the size of the array upfront</a:t>
            </a:r>
            <a:r>
              <a:rPr lang="en-US" sz="2000" dirty="0"/>
              <a:t>, whether it’s a fixed array or a dynamic array.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9B37FC-9843-87B3-064E-93370C7A2A9B}"/>
              </a:ext>
            </a:extLst>
          </p:cNvPr>
          <p:cNvSpPr txBox="1"/>
          <p:nvPr/>
        </p:nvSpPr>
        <p:spPr>
          <a:xfrm>
            <a:off x="214489" y="1823155"/>
            <a:ext cx="117630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double</a:t>
            </a:r>
            <a:r>
              <a:rPr lang="en-US" sz="2000" dirty="0"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20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arr</a:t>
            </a:r>
            <a:r>
              <a:rPr lang="en-US" sz="2000" dirty="0">
                <a:latin typeface="Roboto Mono" panose="00000009000000000000" pitchFamily="49" charset="0"/>
                <a:ea typeface="Roboto Mono" panose="00000009000000000000" pitchFamily="49" charset="0"/>
              </a:rPr>
              <a:t>[20];					</a:t>
            </a:r>
            <a:r>
              <a:rPr lang="en-US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// specify a constant size</a:t>
            </a:r>
          </a:p>
          <a:p>
            <a:endParaRPr lang="en-US" sz="2000" dirty="0"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double</a:t>
            </a:r>
            <a:r>
              <a:rPr lang="en-US" sz="2000" dirty="0">
                <a:latin typeface="Roboto Mono" panose="00000009000000000000" pitchFamily="49" charset="0"/>
                <a:ea typeface="Roboto Mono" panose="00000009000000000000" pitchFamily="49" charset="0"/>
              </a:rPr>
              <a:t>* </a:t>
            </a:r>
            <a:r>
              <a:rPr lang="en-US" sz="20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arrPtr</a:t>
            </a:r>
            <a:r>
              <a:rPr lang="en-US" sz="2000" dirty="0">
                <a:latin typeface="Roboto Mono" panose="00000009000000000000" pitchFamily="49" charset="0"/>
                <a:ea typeface="Roboto Mono" panose="00000009000000000000" pitchFamily="49" charset="0"/>
              </a:rPr>
              <a:t>{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new </a:t>
            </a:r>
            <a:r>
              <a:rPr lang="en-US" sz="2000" dirty="0">
                <a:latin typeface="Roboto Mono" panose="00000009000000000000" pitchFamily="49" charset="0"/>
                <a:ea typeface="Roboto Mono" panose="00000009000000000000" pitchFamily="49" charset="0"/>
              </a:rPr>
              <a:t>double[user] };		</a:t>
            </a:r>
            <a:r>
              <a:rPr lang="en-US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// specify a user’s size</a:t>
            </a:r>
            <a:endParaRPr lang="en-US" sz="2000" dirty="0">
              <a:solidFill>
                <a:schemeClr val="accent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714953-C7D9-F151-7680-D6F2E69A164B}"/>
              </a:ext>
            </a:extLst>
          </p:cNvPr>
          <p:cNvSpPr txBox="1"/>
          <p:nvPr/>
        </p:nvSpPr>
        <p:spPr>
          <a:xfrm>
            <a:off x="214489" y="3728309"/>
            <a:ext cx="11763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Linked lists, however, </a:t>
            </a:r>
            <a:r>
              <a:rPr lang="en-US" sz="2000" b="1" dirty="0"/>
              <a:t>don’t need an initial size</a:t>
            </a:r>
            <a:r>
              <a:rPr lang="en-US" sz="2000" dirty="0"/>
              <a:t>. </a:t>
            </a:r>
          </a:p>
          <a:p>
            <a:r>
              <a:rPr lang="en-US" sz="2000" dirty="0"/>
              <a:t>Once created, they can grow and shrink as the programmer desires.</a:t>
            </a:r>
          </a:p>
        </p:txBody>
      </p:sp>
    </p:spTree>
    <p:extLst>
      <p:ext uri="{BB962C8B-B14F-4D97-AF65-F5344CB8AC3E}">
        <p14:creationId xmlns:p14="http://schemas.microsoft.com/office/powerpoint/2010/main" val="392601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D4CE9E-D54E-BC55-3AC7-0BD166A078A4}"/>
              </a:ext>
            </a:extLst>
          </p:cNvPr>
          <p:cNvSpPr txBox="1"/>
          <p:nvPr/>
        </p:nvSpPr>
        <p:spPr>
          <a:xfrm>
            <a:off x="214489" y="225778"/>
            <a:ext cx="117630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Arrays require contiguous memory. This may become a problem in some situations.</a:t>
            </a:r>
          </a:p>
          <a:p>
            <a:endParaRPr lang="en-US" sz="2000" dirty="0"/>
          </a:p>
          <a:p>
            <a:r>
              <a:rPr lang="en-US" sz="2000" dirty="0"/>
              <a:t>In the following example, I </a:t>
            </a:r>
            <a:r>
              <a:rPr lang="en-US" sz="2000" b="1" dirty="0"/>
              <a:t>will not </a:t>
            </a:r>
            <a:r>
              <a:rPr lang="en-US" sz="2000" dirty="0"/>
              <a:t>be allocate memory for my array of 20 integers.</a:t>
            </a:r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DC7332BD-BCFE-E52B-DFFA-52B306725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813201"/>
              </p:ext>
            </p:extLst>
          </p:nvPr>
        </p:nvGraphicFramePr>
        <p:xfrm>
          <a:off x="2032000" y="345327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6593533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1471215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9800631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815957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5129755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3406109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214730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98091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31D29E7-1328-A944-6E43-58BC76164DB3}"/>
              </a:ext>
            </a:extLst>
          </p:cNvPr>
          <p:cNvSpPr txBox="1"/>
          <p:nvPr/>
        </p:nvSpPr>
        <p:spPr>
          <a:xfrm>
            <a:off x="7010400" y="2098320"/>
            <a:ext cx="49671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/>
              <a:t>Total slots = </a:t>
            </a:r>
            <a:r>
              <a:rPr lang="en-US" sz="2000" b="1" i="1" dirty="0"/>
              <a:t>100</a:t>
            </a:r>
          </a:p>
          <a:p>
            <a:r>
              <a:rPr lang="en-US" sz="2000" i="1" dirty="0"/>
              <a:t>Occupied = </a:t>
            </a:r>
            <a:r>
              <a:rPr lang="en-US" sz="2000" b="1" i="1" dirty="0"/>
              <a:t>80</a:t>
            </a:r>
          </a:p>
          <a:p>
            <a:r>
              <a:rPr lang="en-US" sz="2000" i="1" dirty="0">
                <a:solidFill>
                  <a:srgbClr val="00B050"/>
                </a:solidFill>
              </a:rPr>
              <a:t>Free (in green) = </a:t>
            </a:r>
            <a:r>
              <a:rPr lang="en-US" sz="2000" b="1" i="1" dirty="0">
                <a:solidFill>
                  <a:srgbClr val="00B050"/>
                </a:solidFill>
              </a:rPr>
              <a:t>20</a:t>
            </a:r>
            <a:r>
              <a:rPr lang="en-US" sz="2000" i="1" dirty="0"/>
              <a:t>, but </a:t>
            </a:r>
            <a:r>
              <a:rPr lang="en-US" sz="2000" b="1" i="1" dirty="0"/>
              <a:t>not contiguous</a:t>
            </a:r>
            <a:r>
              <a:rPr lang="en-US" sz="20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3691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D4CE9E-D54E-BC55-3AC7-0BD166A078A4}"/>
              </a:ext>
            </a:extLst>
          </p:cNvPr>
          <p:cNvSpPr txBox="1"/>
          <p:nvPr/>
        </p:nvSpPr>
        <p:spPr>
          <a:xfrm>
            <a:off x="214489" y="225778"/>
            <a:ext cx="117630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But if I could </a:t>
            </a:r>
            <a:r>
              <a:rPr lang="en-US" sz="2000" b="1" dirty="0"/>
              <a:t>somehow </a:t>
            </a:r>
            <a:r>
              <a:rPr lang="en-US" sz="2000" dirty="0"/>
              <a:t>connect these chunks of memory together, I can work with this </a:t>
            </a:r>
            <a:r>
              <a:rPr lang="en-US" sz="2000" b="1" dirty="0"/>
              <a:t>fragmented memory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This is where the idea for a data structure like a </a:t>
            </a:r>
            <a:r>
              <a:rPr lang="en-US" sz="2000" b="1" dirty="0"/>
              <a:t>Linked List </a:t>
            </a:r>
            <a:r>
              <a:rPr lang="en-US" sz="2000" dirty="0"/>
              <a:t>comes from.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749838F-8727-5954-AC45-BFA5C580D7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504602"/>
              </p:ext>
            </p:extLst>
          </p:nvPr>
        </p:nvGraphicFramePr>
        <p:xfrm>
          <a:off x="2032000" y="345327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65935336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1471215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9800631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815957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5129755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3406109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214730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9809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CA0D444-2AE7-D7D7-D535-182D7F668D22}"/>
              </a:ext>
            </a:extLst>
          </p:cNvPr>
          <p:cNvSpPr txBox="1"/>
          <p:nvPr/>
        </p:nvSpPr>
        <p:spPr>
          <a:xfrm>
            <a:off x="7010400" y="2098320"/>
            <a:ext cx="49671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/>
              <a:t>Total slots = </a:t>
            </a:r>
            <a:r>
              <a:rPr lang="en-US" sz="2000" b="1" i="1" dirty="0"/>
              <a:t>100</a:t>
            </a:r>
          </a:p>
          <a:p>
            <a:r>
              <a:rPr lang="en-US" sz="2000" i="1" dirty="0"/>
              <a:t>Occupied = </a:t>
            </a:r>
            <a:r>
              <a:rPr lang="en-US" sz="2000" b="1" i="1" dirty="0"/>
              <a:t>80</a:t>
            </a:r>
          </a:p>
          <a:p>
            <a:r>
              <a:rPr lang="en-US" sz="2000" i="1" dirty="0">
                <a:solidFill>
                  <a:srgbClr val="00B050"/>
                </a:solidFill>
              </a:rPr>
              <a:t>Free (in green) = </a:t>
            </a:r>
            <a:r>
              <a:rPr lang="en-US" sz="2000" b="1" i="1" dirty="0">
                <a:solidFill>
                  <a:srgbClr val="00B050"/>
                </a:solidFill>
              </a:rPr>
              <a:t>20</a:t>
            </a:r>
            <a:r>
              <a:rPr lang="en-US" sz="2000" i="1" dirty="0"/>
              <a:t>, but </a:t>
            </a:r>
            <a:r>
              <a:rPr lang="en-US" sz="2000" b="1" i="1" dirty="0"/>
              <a:t>not contiguous</a:t>
            </a:r>
            <a:r>
              <a:rPr lang="en-US" sz="2000" i="1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E1A962F-533A-D278-D0D7-F607015A8742}"/>
                  </a:ext>
                </a:extLst>
              </p14:cNvPr>
              <p14:cNvContentPartPr/>
              <p14:nvPr/>
            </p14:nvContentPartPr>
            <p14:xfrm>
              <a:off x="4221969" y="3465448"/>
              <a:ext cx="360" cy="326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E1A962F-533A-D278-D0D7-F607015A87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04329" y="3447808"/>
                <a:ext cx="3600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69C0E98-1C0C-1C1D-7509-BEABE6A5EDC6}"/>
                  </a:ext>
                </a:extLst>
              </p14:cNvPr>
              <p14:cNvContentPartPr/>
              <p14:nvPr/>
            </p14:nvContentPartPr>
            <p14:xfrm>
              <a:off x="6298809" y="3454288"/>
              <a:ext cx="16560" cy="333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69C0E98-1C0C-1C1D-7509-BEABE6A5ED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81169" y="3436648"/>
                <a:ext cx="52200" cy="3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5005851-152B-70FB-F416-6130113CA84E}"/>
                  </a:ext>
                </a:extLst>
              </p14:cNvPr>
              <p14:cNvContentPartPr/>
              <p14:nvPr/>
            </p14:nvContentPartPr>
            <p14:xfrm>
              <a:off x="4312329" y="3714208"/>
              <a:ext cx="1950840" cy="644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5005851-152B-70FB-F416-6130113CA84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94329" y="3696208"/>
                <a:ext cx="1986480" cy="68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AF49CC0-FB84-46F2-0708-87CDDB339B80}"/>
                  </a:ext>
                </a:extLst>
              </p14:cNvPr>
              <p14:cNvContentPartPr/>
              <p14:nvPr/>
            </p14:nvContentPartPr>
            <p14:xfrm>
              <a:off x="6717129" y="3431968"/>
              <a:ext cx="11880" cy="360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AF49CC0-FB84-46F2-0708-87CDDB339B8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99129" y="3413968"/>
                <a:ext cx="4752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C2DFF6C-3715-2280-BA4D-A74B10D6CE40}"/>
                  </a:ext>
                </a:extLst>
              </p14:cNvPr>
              <p14:cNvContentPartPr/>
              <p14:nvPr/>
            </p14:nvContentPartPr>
            <p14:xfrm>
              <a:off x="8703609" y="3443128"/>
              <a:ext cx="360" cy="371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C2DFF6C-3715-2280-BA4D-A74B10D6CE4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85969" y="3425128"/>
                <a:ext cx="3600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2943843-CAEA-425C-3F36-E47C74AB4AD4}"/>
                  </a:ext>
                </a:extLst>
              </p14:cNvPr>
              <p14:cNvContentPartPr/>
              <p14:nvPr/>
            </p14:nvContentPartPr>
            <p14:xfrm>
              <a:off x="6840609" y="3713488"/>
              <a:ext cx="1795320" cy="543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2943843-CAEA-425C-3F36-E47C74AB4AD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822969" y="3695488"/>
                <a:ext cx="1830960" cy="57924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14B301D-34DC-9F8A-D0AD-FE6B311D8526}"/>
              </a:ext>
            </a:extLst>
          </p:cNvPr>
          <p:cNvSpPr txBox="1"/>
          <p:nvPr/>
        </p:nvSpPr>
        <p:spPr>
          <a:xfrm>
            <a:off x="214489" y="4837289"/>
            <a:ext cx="117630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Other benefits include </a:t>
            </a:r>
            <a:r>
              <a:rPr lang="en-US" sz="2000" b="1" dirty="0"/>
              <a:t>improvements in time complexity </a:t>
            </a:r>
            <a:r>
              <a:rPr lang="en-US" sz="2000" dirty="0"/>
              <a:t>for certain functions compared to arrays.</a:t>
            </a:r>
          </a:p>
          <a:p>
            <a:endParaRPr lang="en-US" sz="2000" dirty="0"/>
          </a:p>
          <a:p>
            <a:r>
              <a:rPr lang="en-US" sz="2000" dirty="0"/>
              <a:t>However, certain other functions </a:t>
            </a:r>
            <a:r>
              <a:rPr lang="en-US" sz="2000" b="1" dirty="0"/>
              <a:t>degrade in time complexity </a:t>
            </a:r>
            <a:r>
              <a:rPr lang="en-US" sz="2000" dirty="0"/>
              <a:t>compared to an array. So it’s </a:t>
            </a:r>
            <a:r>
              <a:rPr lang="en-US" sz="2000" b="1" dirty="0"/>
              <a:t>not a full replacement for arrays</a:t>
            </a:r>
            <a:r>
              <a:rPr lang="en-US" sz="2000" dirty="0"/>
              <a:t>.</a:t>
            </a:r>
          </a:p>
          <a:p>
            <a:r>
              <a:rPr lang="en-US" sz="2000" dirty="0"/>
              <a:t>You need to pick the right tool (data structure) for the right job.</a:t>
            </a:r>
          </a:p>
        </p:txBody>
      </p:sp>
    </p:spTree>
    <p:extLst>
      <p:ext uri="{BB962C8B-B14F-4D97-AF65-F5344CB8AC3E}">
        <p14:creationId xmlns:p14="http://schemas.microsoft.com/office/powerpoint/2010/main" val="108567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D590F9-225D-6EDE-10A3-301726CEF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Developing LL Structure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E4EF55A-4D3E-3E17-CE40-90973AF8C6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Let’s design it.</a:t>
            </a:r>
          </a:p>
        </p:txBody>
      </p:sp>
    </p:spTree>
    <p:extLst>
      <p:ext uri="{BB962C8B-B14F-4D97-AF65-F5344CB8AC3E}">
        <p14:creationId xmlns:p14="http://schemas.microsoft.com/office/powerpoint/2010/main" val="4209407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15E2B94-D2B2-3FA1-21D6-6F83A257A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907723"/>
              </p:ext>
            </p:extLst>
          </p:nvPr>
        </p:nvGraphicFramePr>
        <p:xfrm>
          <a:off x="5683087" y="783922"/>
          <a:ext cx="533964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7928">
                  <a:extLst>
                    <a:ext uri="{9D8B030D-6E8A-4147-A177-3AD203B41FA5}">
                      <a16:colId xmlns:a16="http://schemas.microsoft.com/office/drawing/2014/main" val="4136511667"/>
                    </a:ext>
                  </a:extLst>
                </a:gridCol>
                <a:gridCol w="1067928">
                  <a:extLst>
                    <a:ext uri="{9D8B030D-6E8A-4147-A177-3AD203B41FA5}">
                      <a16:colId xmlns:a16="http://schemas.microsoft.com/office/drawing/2014/main" val="1925783592"/>
                    </a:ext>
                  </a:extLst>
                </a:gridCol>
                <a:gridCol w="1067928">
                  <a:extLst>
                    <a:ext uri="{9D8B030D-6E8A-4147-A177-3AD203B41FA5}">
                      <a16:colId xmlns:a16="http://schemas.microsoft.com/office/drawing/2014/main" val="2951396443"/>
                    </a:ext>
                  </a:extLst>
                </a:gridCol>
                <a:gridCol w="1067928">
                  <a:extLst>
                    <a:ext uri="{9D8B030D-6E8A-4147-A177-3AD203B41FA5}">
                      <a16:colId xmlns:a16="http://schemas.microsoft.com/office/drawing/2014/main" val="2185839845"/>
                    </a:ext>
                  </a:extLst>
                </a:gridCol>
                <a:gridCol w="1067928">
                  <a:extLst>
                    <a:ext uri="{9D8B030D-6E8A-4147-A177-3AD203B41FA5}">
                      <a16:colId xmlns:a16="http://schemas.microsoft.com/office/drawing/2014/main" val="25772234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65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6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0x24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77856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FFCC0EA-4624-9326-5954-0A6AB7D39ECB}"/>
              </a:ext>
            </a:extLst>
          </p:cNvPr>
          <p:cNvSpPr txBox="1"/>
          <p:nvPr/>
        </p:nvSpPr>
        <p:spPr>
          <a:xfrm>
            <a:off x="101600" y="155220"/>
            <a:ext cx="6931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  <a:r>
              <a:rPr lang="en-US" sz="2000" dirty="0">
                <a:latin typeface="Roboto Mono" panose="00000009000000000000" pitchFamily="49" charset="0"/>
                <a:ea typeface="Roboto Mono" panose="00000009000000000000" pitchFamily="49" charset="0"/>
              </a:rPr>
              <a:t>* </a:t>
            </a:r>
            <a:r>
              <a:rPr lang="en-US" sz="20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arrPtr</a:t>
            </a:r>
            <a:r>
              <a:rPr lang="en-US" sz="2000" dirty="0">
                <a:latin typeface="Roboto Mono" panose="00000009000000000000" pitchFamily="49" charset="0"/>
                <a:ea typeface="Roboto Mono" panose="00000009000000000000" pitchFamily="49" charset="0"/>
              </a:rPr>
              <a:t>{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new int</a:t>
            </a:r>
            <a:r>
              <a:rPr lang="en-US" sz="2000" dirty="0">
                <a:latin typeface="Roboto Mono" panose="00000009000000000000" pitchFamily="49" charset="0"/>
                <a:ea typeface="Roboto Mono" panose="00000009000000000000" pitchFamily="49" charset="0"/>
              </a:rPr>
              <a:t>[5] {5, 1, 0, -1, 17} };</a:t>
            </a:r>
            <a:endParaRPr lang="en-US" sz="2000" dirty="0">
              <a:solidFill>
                <a:schemeClr val="accent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5E652CD-4A16-953F-1F6F-1254C7923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431736"/>
              </p:ext>
            </p:extLst>
          </p:nvPr>
        </p:nvGraphicFramePr>
        <p:xfrm>
          <a:off x="1169273" y="783922"/>
          <a:ext cx="1062892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arrPtr</a:t>
                      </a:r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0x20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42B892-22E7-2905-61B3-F8D8EF2595B1}"/>
              </a:ext>
            </a:extLst>
          </p:cNvPr>
          <p:cNvCxnSpPr>
            <a:cxnSpLocks/>
            <a:stCxn id="7" idx="3"/>
            <a:endCxn id="4" idx="1"/>
          </p:cNvCxnSpPr>
          <p:nvPr/>
        </p:nvCxnSpPr>
        <p:spPr>
          <a:xfrm flipV="1">
            <a:off x="2232165" y="1380822"/>
            <a:ext cx="3450922" cy="254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C2F64BC-DAE4-3FE3-175F-D5D67197ACB9}"/>
              </a:ext>
            </a:extLst>
          </p:cNvPr>
          <p:cNvSpPr txBox="1"/>
          <p:nvPr/>
        </p:nvSpPr>
        <p:spPr>
          <a:xfrm>
            <a:off x="101600" y="2437130"/>
            <a:ext cx="51025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Roboto Mono" panose="00000009000000000000" pitchFamily="49" charset="0"/>
                <a:ea typeface="Roboto Mono" panose="00000009000000000000" pitchFamily="49" charset="0"/>
              </a:rPr>
              <a:t>// Some Program to create a LL</a:t>
            </a:r>
            <a:endParaRPr lang="en-US" sz="2000" dirty="0">
              <a:solidFill>
                <a:schemeClr val="accent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graphicFrame>
        <p:nvGraphicFramePr>
          <p:cNvPr id="13" name="Table 7">
            <a:extLst>
              <a:ext uri="{FF2B5EF4-FFF2-40B4-BE49-F238E27FC236}">
                <a16:creationId xmlns:a16="http://schemas.microsoft.com/office/drawing/2014/main" id="{DF0B34EA-C48A-57C9-BD3A-81115AE19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358084"/>
              </p:ext>
            </p:extLst>
          </p:nvPr>
        </p:nvGraphicFramePr>
        <p:xfrm>
          <a:off x="3137449" y="2928953"/>
          <a:ext cx="1640354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354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03EC6205-C5F0-22FD-8ADE-CF1D0338F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481601"/>
              </p:ext>
            </p:extLst>
          </p:nvPr>
        </p:nvGraphicFramePr>
        <p:xfrm>
          <a:off x="6712553" y="3807674"/>
          <a:ext cx="1640354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354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5" name="Table 7">
            <a:extLst>
              <a:ext uri="{FF2B5EF4-FFF2-40B4-BE49-F238E27FC236}">
                <a16:creationId xmlns:a16="http://schemas.microsoft.com/office/drawing/2014/main" id="{E9B2D6DD-0436-46E1-EF5B-AAEB0B73A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974401"/>
              </p:ext>
            </p:extLst>
          </p:nvPr>
        </p:nvGraphicFramePr>
        <p:xfrm>
          <a:off x="3710578" y="4706834"/>
          <a:ext cx="1640355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355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0x44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6" name="Table 7">
            <a:extLst>
              <a:ext uri="{FF2B5EF4-FFF2-40B4-BE49-F238E27FC236}">
                <a16:creationId xmlns:a16="http://schemas.microsoft.com/office/drawing/2014/main" id="{9B31436C-D8FA-E6F8-3948-133F6E3E3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01389"/>
              </p:ext>
            </p:extLst>
          </p:nvPr>
        </p:nvGraphicFramePr>
        <p:xfrm>
          <a:off x="7339520" y="5306274"/>
          <a:ext cx="1640354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354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0x72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7" name="Table 7">
            <a:extLst>
              <a:ext uri="{FF2B5EF4-FFF2-40B4-BE49-F238E27FC236}">
                <a16:creationId xmlns:a16="http://schemas.microsoft.com/office/drawing/2014/main" id="{AB4857D4-0D6B-FC44-E352-0D968CF7D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760168"/>
              </p:ext>
            </p:extLst>
          </p:nvPr>
        </p:nvGraphicFramePr>
        <p:xfrm>
          <a:off x="9875173" y="3241432"/>
          <a:ext cx="1640353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353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17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FE687B70-D92C-0411-263E-C1B72964037B}"/>
              </a:ext>
            </a:extLst>
          </p:cNvPr>
          <p:cNvCxnSpPr>
            <a:cxnSpLocks/>
            <a:stCxn id="13" idx="3"/>
            <a:endCxn id="14" idx="0"/>
          </p:cNvCxnSpPr>
          <p:nvPr/>
        </p:nvCxnSpPr>
        <p:spPr>
          <a:xfrm>
            <a:off x="4777803" y="3528393"/>
            <a:ext cx="2754927" cy="279281"/>
          </a:xfrm>
          <a:prstGeom prst="curved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05BDDFCE-01D6-0319-092E-B84A3BDB15B6}"/>
              </a:ext>
            </a:extLst>
          </p:cNvPr>
          <p:cNvCxnSpPr>
            <a:cxnSpLocks/>
            <a:stCxn id="14" idx="1"/>
            <a:endCxn id="15" idx="0"/>
          </p:cNvCxnSpPr>
          <p:nvPr/>
        </p:nvCxnSpPr>
        <p:spPr>
          <a:xfrm rot="10800000" flipV="1">
            <a:off x="4530755" y="4407114"/>
            <a:ext cx="2181798" cy="299720"/>
          </a:xfrm>
          <a:prstGeom prst="curved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3F86B8A7-6B7A-35D5-CD42-94ABDA006021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5350933" y="5306274"/>
            <a:ext cx="1988587" cy="599440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724000C4-190E-F126-2208-341C6D393BBF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8979874" y="3840872"/>
            <a:ext cx="895299" cy="2064842"/>
          </a:xfrm>
          <a:prstGeom prst="curvedConnector3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9B91DC6-EA8E-C409-19DF-EEE4FF6349EA}"/>
              </a:ext>
            </a:extLst>
          </p:cNvPr>
          <p:cNvSpPr txBox="1"/>
          <p:nvPr/>
        </p:nvSpPr>
        <p:spPr>
          <a:xfrm>
            <a:off x="177164" y="3905857"/>
            <a:ext cx="23333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accent1"/>
                </a:solidFill>
                <a:ea typeface="Roboto Mono" panose="00000009000000000000" pitchFamily="49" charset="0"/>
              </a:rPr>
              <a:t>We need pointers to create these connections.</a:t>
            </a:r>
          </a:p>
        </p:txBody>
      </p:sp>
    </p:spTree>
    <p:extLst>
      <p:ext uri="{BB962C8B-B14F-4D97-AF65-F5344CB8AC3E}">
        <p14:creationId xmlns:p14="http://schemas.microsoft.com/office/powerpoint/2010/main" val="3510054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15E2B94-D2B2-3FA1-21D6-6F83A257AD95}"/>
              </a:ext>
            </a:extLst>
          </p:cNvPr>
          <p:cNvGraphicFramePr>
            <a:graphicFrameLocks noGrp="1"/>
          </p:cNvGraphicFramePr>
          <p:nvPr/>
        </p:nvGraphicFramePr>
        <p:xfrm>
          <a:off x="5683087" y="783922"/>
          <a:ext cx="533964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7928">
                  <a:extLst>
                    <a:ext uri="{9D8B030D-6E8A-4147-A177-3AD203B41FA5}">
                      <a16:colId xmlns:a16="http://schemas.microsoft.com/office/drawing/2014/main" val="4136511667"/>
                    </a:ext>
                  </a:extLst>
                </a:gridCol>
                <a:gridCol w="1067928">
                  <a:extLst>
                    <a:ext uri="{9D8B030D-6E8A-4147-A177-3AD203B41FA5}">
                      <a16:colId xmlns:a16="http://schemas.microsoft.com/office/drawing/2014/main" val="1925783592"/>
                    </a:ext>
                  </a:extLst>
                </a:gridCol>
                <a:gridCol w="1067928">
                  <a:extLst>
                    <a:ext uri="{9D8B030D-6E8A-4147-A177-3AD203B41FA5}">
                      <a16:colId xmlns:a16="http://schemas.microsoft.com/office/drawing/2014/main" val="2951396443"/>
                    </a:ext>
                  </a:extLst>
                </a:gridCol>
                <a:gridCol w="1067928">
                  <a:extLst>
                    <a:ext uri="{9D8B030D-6E8A-4147-A177-3AD203B41FA5}">
                      <a16:colId xmlns:a16="http://schemas.microsoft.com/office/drawing/2014/main" val="2185839845"/>
                    </a:ext>
                  </a:extLst>
                </a:gridCol>
                <a:gridCol w="1067928">
                  <a:extLst>
                    <a:ext uri="{9D8B030D-6E8A-4147-A177-3AD203B41FA5}">
                      <a16:colId xmlns:a16="http://schemas.microsoft.com/office/drawing/2014/main" val="25772234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65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6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0x24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77856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FFCC0EA-4624-9326-5954-0A6AB7D39ECB}"/>
              </a:ext>
            </a:extLst>
          </p:cNvPr>
          <p:cNvSpPr txBox="1"/>
          <p:nvPr/>
        </p:nvSpPr>
        <p:spPr>
          <a:xfrm>
            <a:off x="101600" y="155220"/>
            <a:ext cx="6931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  <a:r>
              <a:rPr lang="en-US" sz="2000" dirty="0">
                <a:latin typeface="Roboto Mono" panose="00000009000000000000" pitchFamily="49" charset="0"/>
                <a:ea typeface="Roboto Mono" panose="00000009000000000000" pitchFamily="49" charset="0"/>
              </a:rPr>
              <a:t>* </a:t>
            </a:r>
            <a:r>
              <a:rPr lang="en-US" sz="20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arrPtr</a:t>
            </a:r>
            <a:r>
              <a:rPr lang="en-US" sz="2000" dirty="0">
                <a:latin typeface="Roboto Mono" panose="00000009000000000000" pitchFamily="49" charset="0"/>
                <a:ea typeface="Roboto Mono" panose="00000009000000000000" pitchFamily="49" charset="0"/>
              </a:rPr>
              <a:t>{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new int</a:t>
            </a:r>
            <a:r>
              <a:rPr lang="en-US" sz="2000" dirty="0">
                <a:latin typeface="Roboto Mono" panose="00000009000000000000" pitchFamily="49" charset="0"/>
                <a:ea typeface="Roboto Mono" panose="00000009000000000000" pitchFamily="49" charset="0"/>
              </a:rPr>
              <a:t>[5] {5, 1, 0, -1, 17} };</a:t>
            </a:r>
            <a:endParaRPr lang="en-US" sz="2000" dirty="0">
              <a:solidFill>
                <a:schemeClr val="accent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5E652CD-4A16-953F-1F6F-1254C7923A0D}"/>
              </a:ext>
            </a:extLst>
          </p:cNvPr>
          <p:cNvGraphicFramePr>
            <a:graphicFrameLocks noGrp="1"/>
          </p:cNvGraphicFramePr>
          <p:nvPr/>
        </p:nvGraphicFramePr>
        <p:xfrm>
          <a:off x="1169273" y="783922"/>
          <a:ext cx="1062892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arrPtr</a:t>
                      </a:r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0x20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42B892-22E7-2905-61B3-F8D8EF2595B1}"/>
              </a:ext>
            </a:extLst>
          </p:cNvPr>
          <p:cNvCxnSpPr>
            <a:cxnSpLocks/>
            <a:stCxn id="7" idx="3"/>
            <a:endCxn id="4" idx="1"/>
          </p:cNvCxnSpPr>
          <p:nvPr/>
        </p:nvCxnSpPr>
        <p:spPr>
          <a:xfrm flipV="1">
            <a:off x="2232165" y="1380822"/>
            <a:ext cx="3450922" cy="254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C2F64BC-DAE4-3FE3-175F-D5D67197ACB9}"/>
              </a:ext>
            </a:extLst>
          </p:cNvPr>
          <p:cNvSpPr txBox="1"/>
          <p:nvPr/>
        </p:nvSpPr>
        <p:spPr>
          <a:xfrm>
            <a:off x="101600" y="2437130"/>
            <a:ext cx="51025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Roboto Mono" panose="00000009000000000000" pitchFamily="49" charset="0"/>
                <a:ea typeface="Roboto Mono" panose="00000009000000000000" pitchFamily="49" charset="0"/>
              </a:rPr>
              <a:t>// Some Program to create a LL</a:t>
            </a:r>
            <a:endParaRPr lang="en-US" sz="2000" dirty="0">
              <a:solidFill>
                <a:schemeClr val="accent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graphicFrame>
        <p:nvGraphicFramePr>
          <p:cNvPr id="13" name="Table 7">
            <a:extLst>
              <a:ext uri="{FF2B5EF4-FFF2-40B4-BE49-F238E27FC236}">
                <a16:creationId xmlns:a16="http://schemas.microsoft.com/office/drawing/2014/main" id="{DF0B34EA-C48A-57C9-BD3A-81115AE19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011450"/>
              </p:ext>
            </p:extLst>
          </p:nvPr>
        </p:nvGraphicFramePr>
        <p:xfrm>
          <a:off x="3137449" y="2928953"/>
          <a:ext cx="1640354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354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int, int*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03EC6205-C5F0-22FD-8ADE-CF1D0338F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114440"/>
              </p:ext>
            </p:extLst>
          </p:nvPr>
        </p:nvGraphicFramePr>
        <p:xfrm>
          <a:off x="6712553" y="3807674"/>
          <a:ext cx="1640354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354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int, int*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5" name="Table 7">
            <a:extLst>
              <a:ext uri="{FF2B5EF4-FFF2-40B4-BE49-F238E27FC236}">
                <a16:creationId xmlns:a16="http://schemas.microsoft.com/office/drawing/2014/main" id="{E9B2D6DD-0436-46E1-EF5B-AAEB0B73A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419051"/>
              </p:ext>
            </p:extLst>
          </p:nvPr>
        </p:nvGraphicFramePr>
        <p:xfrm>
          <a:off x="3710578" y="4706834"/>
          <a:ext cx="1640355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355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int, int*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0x44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6" name="Table 7">
            <a:extLst>
              <a:ext uri="{FF2B5EF4-FFF2-40B4-BE49-F238E27FC236}">
                <a16:creationId xmlns:a16="http://schemas.microsoft.com/office/drawing/2014/main" id="{9B31436C-D8FA-E6F8-3948-133F6E3E3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579903"/>
              </p:ext>
            </p:extLst>
          </p:nvPr>
        </p:nvGraphicFramePr>
        <p:xfrm>
          <a:off x="7339520" y="5306274"/>
          <a:ext cx="1640354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354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int, int*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0x72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7" name="Table 7">
            <a:extLst>
              <a:ext uri="{FF2B5EF4-FFF2-40B4-BE49-F238E27FC236}">
                <a16:creationId xmlns:a16="http://schemas.microsoft.com/office/drawing/2014/main" id="{AB4857D4-0D6B-FC44-E352-0D968CF7D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189006"/>
              </p:ext>
            </p:extLst>
          </p:nvPr>
        </p:nvGraphicFramePr>
        <p:xfrm>
          <a:off x="9875173" y="3241432"/>
          <a:ext cx="1640353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353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int, int*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17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FE687B70-D92C-0411-263E-C1B72964037B}"/>
              </a:ext>
            </a:extLst>
          </p:cNvPr>
          <p:cNvCxnSpPr>
            <a:cxnSpLocks/>
            <a:stCxn id="13" idx="3"/>
            <a:endCxn id="14" idx="0"/>
          </p:cNvCxnSpPr>
          <p:nvPr/>
        </p:nvCxnSpPr>
        <p:spPr>
          <a:xfrm>
            <a:off x="4777803" y="3528393"/>
            <a:ext cx="2754927" cy="279281"/>
          </a:xfrm>
          <a:prstGeom prst="curved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05BDDFCE-01D6-0319-092E-B84A3BDB15B6}"/>
              </a:ext>
            </a:extLst>
          </p:cNvPr>
          <p:cNvCxnSpPr>
            <a:cxnSpLocks/>
            <a:stCxn id="14" idx="1"/>
            <a:endCxn id="15" idx="0"/>
          </p:cNvCxnSpPr>
          <p:nvPr/>
        </p:nvCxnSpPr>
        <p:spPr>
          <a:xfrm rot="10800000" flipV="1">
            <a:off x="4530755" y="4407114"/>
            <a:ext cx="2181798" cy="299720"/>
          </a:xfrm>
          <a:prstGeom prst="curved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3F86B8A7-6B7A-35D5-CD42-94ABDA006021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5350933" y="5306274"/>
            <a:ext cx="1988587" cy="599440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724000C4-190E-F126-2208-341C6D393BBF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8979874" y="3840872"/>
            <a:ext cx="895299" cy="2064842"/>
          </a:xfrm>
          <a:prstGeom prst="curvedConnector3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F86F334-4812-BA5B-8112-23265598F7B8}"/>
              </a:ext>
            </a:extLst>
          </p:cNvPr>
          <p:cNvSpPr txBox="1"/>
          <p:nvPr/>
        </p:nvSpPr>
        <p:spPr>
          <a:xfrm>
            <a:off x="119522" y="3595655"/>
            <a:ext cx="30179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Okay so I need to add pointers. But what I have is an integer. </a:t>
            </a:r>
          </a:p>
          <a:p>
            <a:endParaRPr lang="en-US" sz="2000" i="1" dirty="0">
              <a:solidFill>
                <a:schemeClr val="accent1"/>
              </a:solidFill>
              <a:ea typeface="Roboto Mono" panose="00000009000000000000" pitchFamily="49" charset="0"/>
            </a:endParaRPr>
          </a:p>
          <a:p>
            <a:r>
              <a:rPr lang="en-US" sz="2000" b="1" i="1" dirty="0">
                <a:solidFill>
                  <a:schemeClr val="accent1"/>
                </a:solidFill>
                <a:ea typeface="Roboto Mono" panose="00000009000000000000" pitchFamily="49" charset="0"/>
              </a:rPr>
              <a:t>How can I accommodate an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 </a:t>
            </a:r>
            <a:r>
              <a:rPr lang="en-US" sz="2000" b="1" i="1" dirty="0">
                <a:solidFill>
                  <a:schemeClr val="accent1"/>
                </a:solidFill>
                <a:ea typeface="Roboto Mono" panose="00000009000000000000" pitchFamily="49" charset="0"/>
              </a:rPr>
              <a:t>and an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int*</a:t>
            </a:r>
            <a:r>
              <a:rPr lang="en-US" sz="2000" b="1" i="1" dirty="0">
                <a:solidFill>
                  <a:schemeClr val="accent1"/>
                </a:solidFill>
                <a:ea typeface="Roboto Mono" panose="00000009000000000000" pitchFamily="49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08947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FCC0EA-4624-9326-5954-0A6AB7D39ECB}"/>
              </a:ext>
            </a:extLst>
          </p:cNvPr>
          <p:cNvSpPr txBox="1"/>
          <p:nvPr/>
        </p:nvSpPr>
        <p:spPr>
          <a:xfrm>
            <a:off x="8806193" y="433621"/>
            <a:ext cx="27093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Node</a:t>
            </a:r>
            <a:endParaRPr lang="en-US" sz="20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m_data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20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m_next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graphicFrame>
        <p:nvGraphicFramePr>
          <p:cNvPr id="13" name="Table 7">
            <a:extLst>
              <a:ext uri="{FF2B5EF4-FFF2-40B4-BE49-F238E27FC236}">
                <a16:creationId xmlns:a16="http://schemas.microsoft.com/office/drawing/2014/main" id="{DF0B34EA-C48A-57C9-BD3A-81115AE19BFE}"/>
              </a:ext>
            </a:extLst>
          </p:cNvPr>
          <p:cNvGraphicFramePr>
            <a:graphicFrameLocks noGrp="1"/>
          </p:cNvGraphicFramePr>
          <p:nvPr/>
        </p:nvGraphicFramePr>
        <p:xfrm>
          <a:off x="3137449" y="2928953"/>
          <a:ext cx="1640354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354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int, int*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03EC6205-C5F0-22FD-8ADE-CF1D0338F9DA}"/>
              </a:ext>
            </a:extLst>
          </p:cNvPr>
          <p:cNvGraphicFramePr>
            <a:graphicFrameLocks noGrp="1"/>
          </p:cNvGraphicFramePr>
          <p:nvPr/>
        </p:nvGraphicFramePr>
        <p:xfrm>
          <a:off x="6712553" y="3807674"/>
          <a:ext cx="1640354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354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int, int*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5" name="Table 7">
            <a:extLst>
              <a:ext uri="{FF2B5EF4-FFF2-40B4-BE49-F238E27FC236}">
                <a16:creationId xmlns:a16="http://schemas.microsoft.com/office/drawing/2014/main" id="{E9B2D6DD-0436-46E1-EF5B-AAEB0B73A2E3}"/>
              </a:ext>
            </a:extLst>
          </p:cNvPr>
          <p:cNvGraphicFramePr>
            <a:graphicFrameLocks noGrp="1"/>
          </p:cNvGraphicFramePr>
          <p:nvPr/>
        </p:nvGraphicFramePr>
        <p:xfrm>
          <a:off x="3710578" y="4706834"/>
          <a:ext cx="1640355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355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int, int*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0x44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6" name="Table 7">
            <a:extLst>
              <a:ext uri="{FF2B5EF4-FFF2-40B4-BE49-F238E27FC236}">
                <a16:creationId xmlns:a16="http://schemas.microsoft.com/office/drawing/2014/main" id="{9B31436C-D8FA-E6F8-3948-133F6E3E35FE}"/>
              </a:ext>
            </a:extLst>
          </p:cNvPr>
          <p:cNvGraphicFramePr>
            <a:graphicFrameLocks noGrp="1"/>
          </p:cNvGraphicFramePr>
          <p:nvPr/>
        </p:nvGraphicFramePr>
        <p:xfrm>
          <a:off x="7339520" y="5306274"/>
          <a:ext cx="1640354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354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int, int*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0x72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7" name="Table 7">
            <a:extLst>
              <a:ext uri="{FF2B5EF4-FFF2-40B4-BE49-F238E27FC236}">
                <a16:creationId xmlns:a16="http://schemas.microsoft.com/office/drawing/2014/main" id="{AB4857D4-0D6B-FC44-E352-0D968CF7DE55}"/>
              </a:ext>
            </a:extLst>
          </p:cNvPr>
          <p:cNvGraphicFramePr>
            <a:graphicFrameLocks noGrp="1"/>
          </p:cNvGraphicFramePr>
          <p:nvPr/>
        </p:nvGraphicFramePr>
        <p:xfrm>
          <a:off x="9875173" y="3241432"/>
          <a:ext cx="1640353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353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int, int*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17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FE687B70-D92C-0411-263E-C1B72964037B}"/>
              </a:ext>
            </a:extLst>
          </p:cNvPr>
          <p:cNvCxnSpPr>
            <a:cxnSpLocks/>
            <a:stCxn id="13" idx="3"/>
            <a:endCxn id="14" idx="0"/>
          </p:cNvCxnSpPr>
          <p:nvPr/>
        </p:nvCxnSpPr>
        <p:spPr>
          <a:xfrm>
            <a:off x="4777803" y="3528393"/>
            <a:ext cx="2754927" cy="279281"/>
          </a:xfrm>
          <a:prstGeom prst="curved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05BDDFCE-01D6-0319-092E-B84A3BDB15B6}"/>
              </a:ext>
            </a:extLst>
          </p:cNvPr>
          <p:cNvCxnSpPr>
            <a:cxnSpLocks/>
            <a:stCxn id="14" idx="1"/>
            <a:endCxn id="15" idx="0"/>
          </p:cNvCxnSpPr>
          <p:nvPr/>
        </p:nvCxnSpPr>
        <p:spPr>
          <a:xfrm rot="10800000" flipV="1">
            <a:off x="4530755" y="4407114"/>
            <a:ext cx="2181798" cy="299720"/>
          </a:xfrm>
          <a:prstGeom prst="curved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3F86B8A7-6B7A-35D5-CD42-94ABDA006021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5350933" y="5306274"/>
            <a:ext cx="1988587" cy="599440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724000C4-190E-F126-2208-341C6D393BBF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8979874" y="3840872"/>
            <a:ext cx="895299" cy="2064842"/>
          </a:xfrm>
          <a:prstGeom prst="curvedConnector3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F52CA3E-8763-087B-819E-7310520F5512}"/>
              </a:ext>
            </a:extLst>
          </p:cNvPr>
          <p:cNvSpPr txBox="1"/>
          <p:nvPr/>
        </p:nvSpPr>
        <p:spPr>
          <a:xfrm>
            <a:off x="676474" y="781849"/>
            <a:ext cx="74045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I can create objects that would contain the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and the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int*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.</a:t>
            </a: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We conventionally call these objects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Nodes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.</a:t>
            </a:r>
          </a:p>
          <a:p>
            <a:endParaRPr lang="en-US" sz="2000" i="1" dirty="0">
              <a:solidFill>
                <a:schemeClr val="accent1"/>
              </a:solidFill>
              <a:ea typeface="Roboto Mono" panose="00000009000000000000" pitchFamily="49" charset="0"/>
            </a:endParaRPr>
          </a:p>
          <a:p>
            <a:r>
              <a:rPr lang="en-US" sz="2000" b="1" i="1" dirty="0">
                <a:solidFill>
                  <a:srgbClr val="FF0000"/>
                </a:solidFill>
                <a:ea typeface="Roboto Mono" panose="00000009000000000000" pitchFamily="49" charset="0"/>
              </a:rPr>
              <a:t>With this information, can you identify a mistake that I’ve made?</a:t>
            </a:r>
          </a:p>
        </p:txBody>
      </p:sp>
    </p:spTree>
    <p:extLst>
      <p:ext uri="{BB962C8B-B14F-4D97-AF65-F5344CB8AC3E}">
        <p14:creationId xmlns:p14="http://schemas.microsoft.com/office/powerpoint/2010/main" val="3176899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FCC0EA-4624-9326-5954-0A6AB7D39ECB}"/>
              </a:ext>
            </a:extLst>
          </p:cNvPr>
          <p:cNvSpPr txBox="1"/>
          <p:nvPr/>
        </p:nvSpPr>
        <p:spPr>
          <a:xfrm>
            <a:off x="8806193" y="433621"/>
            <a:ext cx="28890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Node</a:t>
            </a:r>
            <a:endParaRPr lang="en-US" sz="20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m_data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Node</a:t>
            </a:r>
            <a:r>
              <a:rPr lang="en-US" sz="20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m_next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graphicFrame>
        <p:nvGraphicFramePr>
          <p:cNvPr id="13" name="Table 7">
            <a:extLst>
              <a:ext uri="{FF2B5EF4-FFF2-40B4-BE49-F238E27FC236}">
                <a16:creationId xmlns:a16="http://schemas.microsoft.com/office/drawing/2014/main" id="{DF0B34EA-C48A-57C9-BD3A-81115AE19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706930"/>
              </p:ext>
            </p:extLst>
          </p:nvPr>
        </p:nvGraphicFramePr>
        <p:xfrm>
          <a:off x="3137449" y="2928953"/>
          <a:ext cx="1640354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354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int, Node*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03EC6205-C5F0-22FD-8ADE-CF1D0338F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200191"/>
              </p:ext>
            </p:extLst>
          </p:nvPr>
        </p:nvGraphicFramePr>
        <p:xfrm>
          <a:off x="6712553" y="3807674"/>
          <a:ext cx="1640354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354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int, Node*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5" name="Table 7">
            <a:extLst>
              <a:ext uri="{FF2B5EF4-FFF2-40B4-BE49-F238E27FC236}">
                <a16:creationId xmlns:a16="http://schemas.microsoft.com/office/drawing/2014/main" id="{E9B2D6DD-0436-46E1-EF5B-AAEB0B73A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878598"/>
              </p:ext>
            </p:extLst>
          </p:nvPr>
        </p:nvGraphicFramePr>
        <p:xfrm>
          <a:off x="3710578" y="4706834"/>
          <a:ext cx="1640355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355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int, Node*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0x44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6" name="Table 7">
            <a:extLst>
              <a:ext uri="{FF2B5EF4-FFF2-40B4-BE49-F238E27FC236}">
                <a16:creationId xmlns:a16="http://schemas.microsoft.com/office/drawing/2014/main" id="{9B31436C-D8FA-E6F8-3948-133F6E3E3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560161"/>
              </p:ext>
            </p:extLst>
          </p:nvPr>
        </p:nvGraphicFramePr>
        <p:xfrm>
          <a:off x="7339520" y="5306274"/>
          <a:ext cx="1640354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354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int, Node*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0x72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7" name="Table 7">
            <a:extLst>
              <a:ext uri="{FF2B5EF4-FFF2-40B4-BE49-F238E27FC236}">
                <a16:creationId xmlns:a16="http://schemas.microsoft.com/office/drawing/2014/main" id="{AB4857D4-0D6B-FC44-E352-0D968CF7D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78744"/>
              </p:ext>
            </p:extLst>
          </p:nvPr>
        </p:nvGraphicFramePr>
        <p:xfrm>
          <a:off x="9875173" y="3241432"/>
          <a:ext cx="1640353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353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int, Node*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17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FE687B70-D92C-0411-263E-C1B72964037B}"/>
              </a:ext>
            </a:extLst>
          </p:cNvPr>
          <p:cNvCxnSpPr>
            <a:cxnSpLocks/>
            <a:stCxn id="13" idx="3"/>
            <a:endCxn id="14" idx="0"/>
          </p:cNvCxnSpPr>
          <p:nvPr/>
        </p:nvCxnSpPr>
        <p:spPr>
          <a:xfrm>
            <a:off x="4777803" y="3528393"/>
            <a:ext cx="2754927" cy="279281"/>
          </a:xfrm>
          <a:prstGeom prst="curved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05BDDFCE-01D6-0319-092E-B84A3BDB15B6}"/>
              </a:ext>
            </a:extLst>
          </p:cNvPr>
          <p:cNvCxnSpPr>
            <a:cxnSpLocks/>
            <a:stCxn id="14" idx="1"/>
            <a:endCxn id="15" idx="0"/>
          </p:cNvCxnSpPr>
          <p:nvPr/>
        </p:nvCxnSpPr>
        <p:spPr>
          <a:xfrm rot="10800000" flipV="1">
            <a:off x="4530755" y="4407114"/>
            <a:ext cx="2181798" cy="299720"/>
          </a:xfrm>
          <a:prstGeom prst="curved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3F86B8A7-6B7A-35D5-CD42-94ABDA006021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5350933" y="5306274"/>
            <a:ext cx="1988587" cy="599440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724000C4-190E-F126-2208-341C6D393BBF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8979874" y="3840872"/>
            <a:ext cx="895299" cy="2064842"/>
          </a:xfrm>
          <a:prstGeom prst="curvedConnector3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F52CA3E-8763-087B-819E-7310520F5512}"/>
              </a:ext>
            </a:extLst>
          </p:cNvPr>
          <p:cNvSpPr txBox="1"/>
          <p:nvPr/>
        </p:nvSpPr>
        <p:spPr>
          <a:xfrm>
            <a:off x="676474" y="781849"/>
            <a:ext cx="74045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Note that all of these blue rectangles are Node type objects.</a:t>
            </a:r>
          </a:p>
          <a:p>
            <a:r>
              <a:rPr lang="en-US" sz="2000" i="1" dirty="0">
                <a:solidFill>
                  <a:srgbClr val="FF0000"/>
                </a:solidFill>
                <a:ea typeface="Roboto Mono" panose="00000009000000000000" pitchFamily="49" charset="0"/>
              </a:rPr>
              <a:t>How can an </a:t>
            </a:r>
            <a:r>
              <a:rPr lang="en-US" sz="20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int* </a:t>
            </a:r>
            <a:r>
              <a:rPr lang="en-US" sz="2000" i="1" dirty="0">
                <a:solidFill>
                  <a:srgbClr val="FF0000"/>
                </a:solidFill>
                <a:ea typeface="Roboto Mono" panose="00000009000000000000" pitchFamily="49" charset="0"/>
              </a:rPr>
              <a:t>point at an entity whose data type is </a:t>
            </a:r>
            <a:r>
              <a:rPr lang="en-US" sz="20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Node</a:t>
            </a:r>
            <a:r>
              <a:rPr lang="en-US" sz="2000" i="1" dirty="0">
                <a:solidFill>
                  <a:srgbClr val="FF0000"/>
                </a:solidFill>
                <a:ea typeface="Roboto Mono" panose="00000009000000000000" pitchFamily="49" charset="0"/>
              </a:rPr>
              <a:t>?</a:t>
            </a:r>
          </a:p>
          <a:p>
            <a:endParaRPr lang="en-US" sz="2000" b="1" i="1" dirty="0">
              <a:solidFill>
                <a:schemeClr val="accent1"/>
              </a:solidFill>
              <a:ea typeface="Roboto Mono" panose="00000009000000000000" pitchFamily="49" charset="0"/>
            </a:endParaRP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Our pointer attribute should be the </a:t>
            </a:r>
            <a:r>
              <a:rPr lang="en-US" sz="2000" b="1" i="1" dirty="0">
                <a:solidFill>
                  <a:schemeClr val="accent1"/>
                </a:solidFill>
                <a:ea typeface="Roboto Mono" panose="00000009000000000000" pitchFamily="49" charset="0"/>
              </a:rPr>
              <a:t>same type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as the data type of the entity to which it is pointing at –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Node*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in this case.</a:t>
            </a:r>
          </a:p>
        </p:txBody>
      </p:sp>
    </p:spTree>
    <p:extLst>
      <p:ext uri="{BB962C8B-B14F-4D97-AF65-F5344CB8AC3E}">
        <p14:creationId xmlns:p14="http://schemas.microsoft.com/office/powerpoint/2010/main" val="2263792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FCC0EA-4624-9326-5954-0A6AB7D39ECB}"/>
              </a:ext>
            </a:extLst>
          </p:cNvPr>
          <p:cNvSpPr txBox="1"/>
          <p:nvPr/>
        </p:nvSpPr>
        <p:spPr>
          <a:xfrm>
            <a:off x="8806193" y="433621"/>
            <a:ext cx="28890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Node</a:t>
            </a:r>
            <a:endParaRPr lang="en-US" sz="20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m_data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Node</a:t>
            </a:r>
            <a:r>
              <a:rPr lang="en-US" sz="20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m_next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graphicFrame>
        <p:nvGraphicFramePr>
          <p:cNvPr id="13" name="Table 7">
            <a:extLst>
              <a:ext uri="{FF2B5EF4-FFF2-40B4-BE49-F238E27FC236}">
                <a16:creationId xmlns:a16="http://schemas.microsoft.com/office/drawing/2014/main" id="{DF0B34EA-C48A-57C9-BD3A-81115AE19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634244"/>
              </p:ext>
            </p:extLst>
          </p:nvPr>
        </p:nvGraphicFramePr>
        <p:xfrm>
          <a:off x="1727200" y="2475688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FE687B70-D92C-0411-263E-C1B72964037B}"/>
              </a:ext>
            </a:extLst>
          </p:cNvPr>
          <p:cNvCxnSpPr>
            <a:cxnSpLocks/>
            <a:stCxn id="13" idx="3"/>
            <a:endCxn id="7" idx="0"/>
          </p:cNvCxnSpPr>
          <p:nvPr/>
        </p:nvCxnSpPr>
        <p:spPr>
          <a:xfrm>
            <a:off x="3502159" y="3075128"/>
            <a:ext cx="2866941" cy="279280"/>
          </a:xfrm>
          <a:prstGeom prst="curved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05BDDFCE-01D6-0319-092E-B84A3BDB15B6}"/>
              </a:ext>
            </a:extLst>
          </p:cNvPr>
          <p:cNvCxnSpPr>
            <a:cxnSpLocks/>
            <a:stCxn id="7" idx="1"/>
            <a:endCxn id="12" idx="0"/>
          </p:cNvCxnSpPr>
          <p:nvPr/>
        </p:nvCxnSpPr>
        <p:spPr>
          <a:xfrm rot="10800000" flipV="1">
            <a:off x="3187373" y="3953847"/>
            <a:ext cx="2294249" cy="320159"/>
          </a:xfrm>
          <a:prstGeom prst="curved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3F86B8A7-6B7A-35D5-CD42-94ABDA006021}"/>
              </a:ext>
            </a:extLst>
          </p:cNvPr>
          <p:cNvCxnSpPr>
            <a:cxnSpLocks/>
            <a:stCxn id="12" idx="3"/>
            <a:endCxn id="22" idx="1"/>
          </p:cNvCxnSpPr>
          <p:nvPr/>
        </p:nvCxnSpPr>
        <p:spPr>
          <a:xfrm>
            <a:off x="4074852" y="4873447"/>
            <a:ext cx="1986850" cy="603264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724000C4-190E-F126-2208-341C6D393BBF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 flipV="1">
            <a:off x="7836661" y="3387607"/>
            <a:ext cx="808025" cy="2089104"/>
          </a:xfrm>
          <a:prstGeom prst="curvedConnector3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F52CA3E-8763-087B-819E-7310520F5512}"/>
              </a:ext>
            </a:extLst>
          </p:cNvPr>
          <p:cNvSpPr txBox="1"/>
          <p:nvPr/>
        </p:nvSpPr>
        <p:spPr>
          <a:xfrm>
            <a:off x="836151" y="719569"/>
            <a:ext cx="74045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Updated visual based on all of the discussion thus far.</a:t>
            </a:r>
          </a:p>
          <a:p>
            <a:endParaRPr lang="en-US" sz="2000" i="1" dirty="0">
              <a:solidFill>
                <a:schemeClr val="accent1"/>
              </a:solidFill>
              <a:ea typeface="Roboto Mono" panose="00000009000000000000" pitchFamily="49" charset="0"/>
            </a:endParaRPr>
          </a:p>
          <a:p>
            <a:r>
              <a:rPr lang="en-US" sz="2000" b="1" i="1" dirty="0">
                <a:solidFill>
                  <a:srgbClr val="FF0000"/>
                </a:solidFill>
                <a:ea typeface="Roboto Mono" panose="00000009000000000000" pitchFamily="49" charset="0"/>
              </a:rPr>
              <a:t>Question: </a:t>
            </a:r>
            <a:r>
              <a:rPr lang="en-US" sz="2000" i="1" dirty="0">
                <a:solidFill>
                  <a:srgbClr val="FF0000"/>
                </a:solidFill>
                <a:ea typeface="Roboto Mono" panose="00000009000000000000" pitchFamily="49" charset="0"/>
              </a:rPr>
              <a:t>What should be the value of </a:t>
            </a:r>
            <a:r>
              <a:rPr lang="en-US" sz="2000" b="1" dirty="0" err="1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m_next</a:t>
            </a:r>
            <a:r>
              <a:rPr lang="en-US" sz="20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2000" i="1" dirty="0">
                <a:solidFill>
                  <a:srgbClr val="FF0000"/>
                </a:solidFill>
                <a:ea typeface="Roboto Mono" panose="00000009000000000000" pitchFamily="49" charset="0"/>
              </a:rPr>
              <a:t>for the last </a:t>
            </a:r>
            <a:r>
              <a:rPr lang="en-US" sz="20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Node</a:t>
            </a:r>
            <a:r>
              <a:rPr lang="en-US" sz="2000" i="1" dirty="0">
                <a:solidFill>
                  <a:srgbClr val="FF0000"/>
                </a:solidFill>
                <a:ea typeface="Roboto Mono" panose="00000009000000000000" pitchFamily="49" charset="0"/>
              </a:rPr>
              <a:t>?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CDA7C13-936D-75C7-3FCD-8A1E9C8C8C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963798"/>
              </p:ext>
            </p:extLst>
          </p:nvPr>
        </p:nvGraphicFramePr>
        <p:xfrm>
          <a:off x="5481621" y="3354408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0x44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2" name="Table 7">
            <a:extLst>
              <a:ext uri="{FF2B5EF4-FFF2-40B4-BE49-F238E27FC236}">
                <a16:creationId xmlns:a16="http://schemas.microsoft.com/office/drawing/2014/main" id="{06501B32-E2F6-5CE3-912B-0BDFF8447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864095"/>
              </p:ext>
            </p:extLst>
          </p:nvPr>
        </p:nvGraphicFramePr>
        <p:xfrm>
          <a:off x="2299893" y="4274007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0x72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0x44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22" name="Table 7">
            <a:extLst>
              <a:ext uri="{FF2B5EF4-FFF2-40B4-BE49-F238E27FC236}">
                <a16:creationId xmlns:a16="http://schemas.microsoft.com/office/drawing/2014/main" id="{38017BF6-E4A9-0768-B219-26FB06274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634938"/>
              </p:ext>
            </p:extLst>
          </p:nvPr>
        </p:nvGraphicFramePr>
        <p:xfrm>
          <a:off x="6061702" y="4877271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0x88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0x72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26" name="Table 7">
            <a:extLst>
              <a:ext uri="{FF2B5EF4-FFF2-40B4-BE49-F238E27FC236}">
                <a16:creationId xmlns:a16="http://schemas.microsoft.com/office/drawing/2014/main" id="{D055D9B7-8897-1557-E516-E939215D5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697506"/>
              </p:ext>
            </p:extLst>
          </p:nvPr>
        </p:nvGraphicFramePr>
        <p:xfrm>
          <a:off x="8644686" y="2788167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17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?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55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FCC0EA-4624-9326-5954-0A6AB7D39ECB}"/>
              </a:ext>
            </a:extLst>
          </p:cNvPr>
          <p:cNvSpPr txBox="1"/>
          <p:nvPr/>
        </p:nvSpPr>
        <p:spPr>
          <a:xfrm>
            <a:off x="8806193" y="433621"/>
            <a:ext cx="28890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Node</a:t>
            </a:r>
            <a:endParaRPr lang="en-US" sz="20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m_data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Node</a:t>
            </a:r>
            <a:r>
              <a:rPr lang="en-US" sz="20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m_next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graphicFrame>
        <p:nvGraphicFramePr>
          <p:cNvPr id="13" name="Table 7">
            <a:extLst>
              <a:ext uri="{FF2B5EF4-FFF2-40B4-BE49-F238E27FC236}">
                <a16:creationId xmlns:a16="http://schemas.microsoft.com/office/drawing/2014/main" id="{DF0B34EA-C48A-57C9-BD3A-81115AE19BFE}"/>
              </a:ext>
            </a:extLst>
          </p:cNvPr>
          <p:cNvGraphicFramePr>
            <a:graphicFrameLocks noGrp="1"/>
          </p:cNvGraphicFramePr>
          <p:nvPr/>
        </p:nvGraphicFramePr>
        <p:xfrm>
          <a:off x="1727200" y="2475688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FE687B70-D92C-0411-263E-C1B72964037B}"/>
              </a:ext>
            </a:extLst>
          </p:cNvPr>
          <p:cNvCxnSpPr>
            <a:cxnSpLocks/>
            <a:stCxn id="13" idx="3"/>
            <a:endCxn id="7" idx="0"/>
          </p:cNvCxnSpPr>
          <p:nvPr/>
        </p:nvCxnSpPr>
        <p:spPr>
          <a:xfrm>
            <a:off x="3502159" y="3075128"/>
            <a:ext cx="2866941" cy="279280"/>
          </a:xfrm>
          <a:prstGeom prst="curved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05BDDFCE-01D6-0319-092E-B84A3BDB15B6}"/>
              </a:ext>
            </a:extLst>
          </p:cNvPr>
          <p:cNvCxnSpPr>
            <a:cxnSpLocks/>
            <a:stCxn id="7" idx="1"/>
            <a:endCxn id="12" idx="0"/>
          </p:cNvCxnSpPr>
          <p:nvPr/>
        </p:nvCxnSpPr>
        <p:spPr>
          <a:xfrm rot="10800000" flipV="1">
            <a:off x="3187373" y="3953847"/>
            <a:ext cx="2294249" cy="320159"/>
          </a:xfrm>
          <a:prstGeom prst="curved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3F86B8A7-6B7A-35D5-CD42-94ABDA006021}"/>
              </a:ext>
            </a:extLst>
          </p:cNvPr>
          <p:cNvCxnSpPr>
            <a:cxnSpLocks/>
            <a:stCxn id="12" idx="3"/>
            <a:endCxn id="22" idx="1"/>
          </p:cNvCxnSpPr>
          <p:nvPr/>
        </p:nvCxnSpPr>
        <p:spPr>
          <a:xfrm>
            <a:off x="4074852" y="4873447"/>
            <a:ext cx="1986850" cy="603264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724000C4-190E-F126-2208-341C6D393BBF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 flipV="1">
            <a:off x="7836661" y="3387607"/>
            <a:ext cx="808025" cy="2089104"/>
          </a:xfrm>
          <a:prstGeom prst="curvedConnector3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F52CA3E-8763-087B-819E-7310520F5512}"/>
              </a:ext>
            </a:extLst>
          </p:cNvPr>
          <p:cNvSpPr txBox="1"/>
          <p:nvPr/>
        </p:nvSpPr>
        <p:spPr>
          <a:xfrm>
            <a:off x="676474" y="781849"/>
            <a:ext cx="7404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While traversing, if you reach a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Node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whose </a:t>
            </a:r>
            <a:r>
              <a:rPr lang="en-US" sz="2000" b="1" dirty="0" err="1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m_next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is </a:t>
            </a:r>
            <a:r>
              <a:rPr lang="en-US" sz="2000" b="1" dirty="0" err="1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nullptr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, that means you have </a:t>
            </a:r>
            <a:r>
              <a:rPr lang="en-US" sz="2000" b="1" i="1" dirty="0">
                <a:solidFill>
                  <a:schemeClr val="accent1"/>
                </a:solidFill>
                <a:ea typeface="Roboto Mono" panose="00000009000000000000" pitchFamily="49" charset="0"/>
              </a:rPr>
              <a:t>reached the end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of the LL.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CDA7C13-936D-75C7-3FCD-8A1E9C8C8C29}"/>
              </a:ext>
            </a:extLst>
          </p:cNvPr>
          <p:cNvGraphicFramePr>
            <a:graphicFrameLocks noGrp="1"/>
          </p:cNvGraphicFramePr>
          <p:nvPr/>
        </p:nvGraphicFramePr>
        <p:xfrm>
          <a:off x="5481621" y="3354408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0x44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2" name="Table 7">
            <a:extLst>
              <a:ext uri="{FF2B5EF4-FFF2-40B4-BE49-F238E27FC236}">
                <a16:creationId xmlns:a16="http://schemas.microsoft.com/office/drawing/2014/main" id="{06501B32-E2F6-5CE3-912B-0BDFF84478D2}"/>
              </a:ext>
            </a:extLst>
          </p:cNvPr>
          <p:cNvGraphicFramePr>
            <a:graphicFrameLocks noGrp="1"/>
          </p:cNvGraphicFramePr>
          <p:nvPr/>
        </p:nvGraphicFramePr>
        <p:xfrm>
          <a:off x="2299893" y="4274007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0x72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0x44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22" name="Table 7">
            <a:extLst>
              <a:ext uri="{FF2B5EF4-FFF2-40B4-BE49-F238E27FC236}">
                <a16:creationId xmlns:a16="http://schemas.microsoft.com/office/drawing/2014/main" id="{38017BF6-E4A9-0768-B219-26FB06274F90}"/>
              </a:ext>
            </a:extLst>
          </p:cNvPr>
          <p:cNvGraphicFramePr>
            <a:graphicFrameLocks noGrp="1"/>
          </p:cNvGraphicFramePr>
          <p:nvPr/>
        </p:nvGraphicFramePr>
        <p:xfrm>
          <a:off x="6061702" y="4877271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0x88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0x72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26" name="Table 7">
            <a:extLst>
              <a:ext uri="{FF2B5EF4-FFF2-40B4-BE49-F238E27FC236}">
                <a16:creationId xmlns:a16="http://schemas.microsoft.com/office/drawing/2014/main" id="{D055D9B7-8897-1557-E516-E939215D5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288559"/>
              </p:ext>
            </p:extLst>
          </p:nvPr>
        </p:nvGraphicFramePr>
        <p:xfrm>
          <a:off x="8644686" y="2788167"/>
          <a:ext cx="2023314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8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312106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17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658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FCC0EA-4624-9326-5954-0A6AB7D39ECB}"/>
              </a:ext>
            </a:extLst>
          </p:cNvPr>
          <p:cNvSpPr txBox="1"/>
          <p:nvPr/>
        </p:nvSpPr>
        <p:spPr>
          <a:xfrm>
            <a:off x="8806193" y="433621"/>
            <a:ext cx="28890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Node</a:t>
            </a:r>
            <a:endParaRPr lang="en-US" sz="20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m_data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Node</a:t>
            </a:r>
            <a:r>
              <a:rPr lang="en-US" sz="20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m_next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graphicFrame>
        <p:nvGraphicFramePr>
          <p:cNvPr id="13" name="Table 7">
            <a:extLst>
              <a:ext uri="{FF2B5EF4-FFF2-40B4-BE49-F238E27FC236}">
                <a16:creationId xmlns:a16="http://schemas.microsoft.com/office/drawing/2014/main" id="{DF0B34EA-C48A-57C9-BD3A-81115AE19BFE}"/>
              </a:ext>
            </a:extLst>
          </p:cNvPr>
          <p:cNvGraphicFramePr>
            <a:graphicFrameLocks noGrp="1"/>
          </p:cNvGraphicFramePr>
          <p:nvPr/>
        </p:nvGraphicFramePr>
        <p:xfrm>
          <a:off x="1727200" y="2475688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FE687B70-D92C-0411-263E-C1B72964037B}"/>
              </a:ext>
            </a:extLst>
          </p:cNvPr>
          <p:cNvCxnSpPr>
            <a:cxnSpLocks/>
            <a:stCxn id="13" idx="3"/>
            <a:endCxn id="7" idx="0"/>
          </p:cNvCxnSpPr>
          <p:nvPr/>
        </p:nvCxnSpPr>
        <p:spPr>
          <a:xfrm>
            <a:off x="3502159" y="3075128"/>
            <a:ext cx="2866941" cy="279280"/>
          </a:xfrm>
          <a:prstGeom prst="curved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05BDDFCE-01D6-0319-092E-B84A3BDB15B6}"/>
              </a:ext>
            </a:extLst>
          </p:cNvPr>
          <p:cNvCxnSpPr>
            <a:cxnSpLocks/>
            <a:stCxn id="7" idx="1"/>
            <a:endCxn id="12" idx="0"/>
          </p:cNvCxnSpPr>
          <p:nvPr/>
        </p:nvCxnSpPr>
        <p:spPr>
          <a:xfrm rot="10800000" flipV="1">
            <a:off x="3187373" y="3953847"/>
            <a:ext cx="2294249" cy="320159"/>
          </a:xfrm>
          <a:prstGeom prst="curved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3F86B8A7-6B7A-35D5-CD42-94ABDA006021}"/>
              </a:ext>
            </a:extLst>
          </p:cNvPr>
          <p:cNvCxnSpPr>
            <a:cxnSpLocks/>
            <a:stCxn id="12" idx="3"/>
            <a:endCxn id="22" idx="1"/>
          </p:cNvCxnSpPr>
          <p:nvPr/>
        </p:nvCxnSpPr>
        <p:spPr>
          <a:xfrm>
            <a:off x="4074852" y="4873447"/>
            <a:ext cx="1986850" cy="603264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724000C4-190E-F126-2208-341C6D393BBF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 flipV="1">
            <a:off x="7836661" y="3387607"/>
            <a:ext cx="808025" cy="2089104"/>
          </a:xfrm>
          <a:prstGeom prst="curvedConnector3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F52CA3E-8763-087B-819E-7310520F5512}"/>
              </a:ext>
            </a:extLst>
          </p:cNvPr>
          <p:cNvSpPr txBox="1"/>
          <p:nvPr/>
        </p:nvSpPr>
        <p:spPr>
          <a:xfrm>
            <a:off x="632236" y="233566"/>
            <a:ext cx="74045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Note that I can only traverse a LL in </a:t>
            </a:r>
            <a:r>
              <a:rPr lang="en-US" sz="2000" b="1" i="1" dirty="0">
                <a:solidFill>
                  <a:schemeClr val="accent1"/>
                </a:solidFill>
                <a:ea typeface="Roboto Mono" panose="00000009000000000000" pitchFamily="49" charset="0"/>
              </a:rPr>
              <a:t>one direction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. </a:t>
            </a: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If I’m at a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Node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, I can only go to the “next”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Node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.</a:t>
            </a: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Random access to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Nodes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in a LL, like in an array, isn’t allowed.</a:t>
            </a:r>
          </a:p>
          <a:p>
            <a:endParaRPr lang="en-US" sz="2000" i="1" dirty="0">
              <a:solidFill>
                <a:schemeClr val="accent1"/>
              </a:solidFill>
              <a:ea typeface="Roboto Mono" panose="00000009000000000000" pitchFamily="49" charset="0"/>
            </a:endParaRPr>
          </a:p>
          <a:p>
            <a:r>
              <a:rPr lang="en-US" sz="2000" b="1" i="1" dirty="0">
                <a:solidFill>
                  <a:srgbClr val="FF0000"/>
                </a:solidFill>
                <a:ea typeface="Roboto Mono" panose="00000009000000000000" pitchFamily="49" charset="0"/>
              </a:rPr>
              <a:t>Question: </a:t>
            </a:r>
            <a:r>
              <a:rPr lang="en-US" sz="2000" i="1" dirty="0">
                <a:solidFill>
                  <a:srgbClr val="FF0000"/>
                </a:solidFill>
                <a:ea typeface="Roboto Mono" panose="00000009000000000000" pitchFamily="49" charset="0"/>
              </a:rPr>
              <a:t>In that case, where do I need to be for me to reach the start of my LL?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CDA7C13-936D-75C7-3FCD-8A1E9C8C8C29}"/>
              </a:ext>
            </a:extLst>
          </p:cNvPr>
          <p:cNvGraphicFramePr>
            <a:graphicFrameLocks noGrp="1"/>
          </p:cNvGraphicFramePr>
          <p:nvPr/>
        </p:nvGraphicFramePr>
        <p:xfrm>
          <a:off x="5481621" y="3354408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0x44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2" name="Table 7">
            <a:extLst>
              <a:ext uri="{FF2B5EF4-FFF2-40B4-BE49-F238E27FC236}">
                <a16:creationId xmlns:a16="http://schemas.microsoft.com/office/drawing/2014/main" id="{06501B32-E2F6-5CE3-912B-0BDFF84478D2}"/>
              </a:ext>
            </a:extLst>
          </p:cNvPr>
          <p:cNvGraphicFramePr>
            <a:graphicFrameLocks noGrp="1"/>
          </p:cNvGraphicFramePr>
          <p:nvPr/>
        </p:nvGraphicFramePr>
        <p:xfrm>
          <a:off x="2299893" y="4274007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0x72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0x44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22" name="Table 7">
            <a:extLst>
              <a:ext uri="{FF2B5EF4-FFF2-40B4-BE49-F238E27FC236}">
                <a16:creationId xmlns:a16="http://schemas.microsoft.com/office/drawing/2014/main" id="{38017BF6-E4A9-0768-B219-26FB06274F90}"/>
              </a:ext>
            </a:extLst>
          </p:cNvPr>
          <p:cNvGraphicFramePr>
            <a:graphicFrameLocks noGrp="1"/>
          </p:cNvGraphicFramePr>
          <p:nvPr/>
        </p:nvGraphicFramePr>
        <p:xfrm>
          <a:off x="6061702" y="4877271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0x88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0x72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26" name="Table 7">
            <a:extLst>
              <a:ext uri="{FF2B5EF4-FFF2-40B4-BE49-F238E27FC236}">
                <a16:creationId xmlns:a16="http://schemas.microsoft.com/office/drawing/2014/main" id="{D055D9B7-8897-1557-E516-E939215D5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040990"/>
              </p:ext>
            </p:extLst>
          </p:nvPr>
        </p:nvGraphicFramePr>
        <p:xfrm>
          <a:off x="8644686" y="2788167"/>
          <a:ext cx="2023314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8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312106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17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4214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FCC0EA-4624-9326-5954-0A6AB7D39ECB}"/>
              </a:ext>
            </a:extLst>
          </p:cNvPr>
          <p:cNvSpPr txBox="1"/>
          <p:nvPr/>
        </p:nvSpPr>
        <p:spPr>
          <a:xfrm>
            <a:off x="8806193" y="433621"/>
            <a:ext cx="28890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Node</a:t>
            </a:r>
            <a:endParaRPr lang="en-US" sz="20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m_data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Node</a:t>
            </a:r>
            <a:r>
              <a:rPr lang="en-US" sz="20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m_next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graphicFrame>
        <p:nvGraphicFramePr>
          <p:cNvPr id="13" name="Table 7">
            <a:extLst>
              <a:ext uri="{FF2B5EF4-FFF2-40B4-BE49-F238E27FC236}">
                <a16:creationId xmlns:a16="http://schemas.microsoft.com/office/drawing/2014/main" id="{DF0B34EA-C48A-57C9-BD3A-81115AE19BFE}"/>
              </a:ext>
            </a:extLst>
          </p:cNvPr>
          <p:cNvGraphicFramePr>
            <a:graphicFrameLocks noGrp="1"/>
          </p:cNvGraphicFramePr>
          <p:nvPr/>
        </p:nvGraphicFramePr>
        <p:xfrm>
          <a:off x="1727200" y="2475688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FE687B70-D92C-0411-263E-C1B72964037B}"/>
              </a:ext>
            </a:extLst>
          </p:cNvPr>
          <p:cNvCxnSpPr>
            <a:cxnSpLocks/>
            <a:stCxn id="13" idx="3"/>
            <a:endCxn id="7" idx="0"/>
          </p:cNvCxnSpPr>
          <p:nvPr/>
        </p:nvCxnSpPr>
        <p:spPr>
          <a:xfrm>
            <a:off x="3502159" y="3075128"/>
            <a:ext cx="2866941" cy="279280"/>
          </a:xfrm>
          <a:prstGeom prst="curved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05BDDFCE-01D6-0319-092E-B84A3BDB15B6}"/>
              </a:ext>
            </a:extLst>
          </p:cNvPr>
          <p:cNvCxnSpPr>
            <a:cxnSpLocks/>
            <a:stCxn id="7" idx="1"/>
            <a:endCxn id="12" idx="0"/>
          </p:cNvCxnSpPr>
          <p:nvPr/>
        </p:nvCxnSpPr>
        <p:spPr>
          <a:xfrm rot="10800000" flipV="1">
            <a:off x="3187373" y="3953847"/>
            <a:ext cx="2294249" cy="320159"/>
          </a:xfrm>
          <a:prstGeom prst="curved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3F86B8A7-6B7A-35D5-CD42-94ABDA006021}"/>
              </a:ext>
            </a:extLst>
          </p:cNvPr>
          <p:cNvCxnSpPr>
            <a:cxnSpLocks/>
            <a:stCxn id="12" idx="3"/>
            <a:endCxn id="22" idx="1"/>
          </p:cNvCxnSpPr>
          <p:nvPr/>
        </p:nvCxnSpPr>
        <p:spPr>
          <a:xfrm>
            <a:off x="4074852" y="4873447"/>
            <a:ext cx="1986850" cy="603264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724000C4-190E-F126-2208-341C6D393BBF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 flipV="1">
            <a:off x="7836661" y="3387607"/>
            <a:ext cx="808025" cy="2089104"/>
          </a:xfrm>
          <a:prstGeom prst="curvedConnector3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F52CA3E-8763-087B-819E-7310520F5512}"/>
              </a:ext>
            </a:extLst>
          </p:cNvPr>
          <p:cNvSpPr txBox="1"/>
          <p:nvPr/>
        </p:nvSpPr>
        <p:spPr>
          <a:xfrm>
            <a:off x="2914324" y="144334"/>
            <a:ext cx="589186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You require a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Node*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pointer that has the address of the first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Node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in your LL.</a:t>
            </a:r>
          </a:p>
          <a:p>
            <a:endParaRPr lang="en-US" sz="2000" i="1" dirty="0">
              <a:solidFill>
                <a:schemeClr val="accent1"/>
              </a:solidFill>
              <a:ea typeface="Roboto Mono" panose="00000009000000000000" pitchFamily="49" charset="0"/>
            </a:endParaRP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We refer to this pointer as the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head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of the LL.</a:t>
            </a:r>
          </a:p>
          <a:p>
            <a:endParaRPr lang="en-US" sz="2000" i="1" dirty="0">
              <a:solidFill>
                <a:schemeClr val="accent1"/>
              </a:solidFill>
              <a:ea typeface="Roboto Mono" panose="00000009000000000000" pitchFamily="49" charset="0"/>
            </a:endParaRP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You may choose to have a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tail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pointer as well for the last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Node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in your LL.</a:t>
            </a:r>
            <a:endParaRPr lang="en-US" sz="2000" i="1" dirty="0">
              <a:solidFill>
                <a:srgbClr val="FF0000"/>
              </a:solidFill>
              <a:ea typeface="Roboto Mono" panose="00000009000000000000" pitchFamily="49" charset="0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CDA7C13-936D-75C7-3FCD-8A1E9C8C8C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07035"/>
              </p:ext>
            </p:extLst>
          </p:nvPr>
        </p:nvGraphicFramePr>
        <p:xfrm>
          <a:off x="5481621" y="3354408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0x44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2" name="Table 7">
            <a:extLst>
              <a:ext uri="{FF2B5EF4-FFF2-40B4-BE49-F238E27FC236}">
                <a16:creationId xmlns:a16="http://schemas.microsoft.com/office/drawing/2014/main" id="{06501B32-E2F6-5CE3-912B-0BDFF84478D2}"/>
              </a:ext>
            </a:extLst>
          </p:cNvPr>
          <p:cNvGraphicFramePr>
            <a:graphicFrameLocks noGrp="1"/>
          </p:cNvGraphicFramePr>
          <p:nvPr/>
        </p:nvGraphicFramePr>
        <p:xfrm>
          <a:off x="2299893" y="4274007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0x72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0x44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22" name="Table 7">
            <a:extLst>
              <a:ext uri="{FF2B5EF4-FFF2-40B4-BE49-F238E27FC236}">
                <a16:creationId xmlns:a16="http://schemas.microsoft.com/office/drawing/2014/main" id="{38017BF6-E4A9-0768-B219-26FB06274F90}"/>
              </a:ext>
            </a:extLst>
          </p:cNvPr>
          <p:cNvGraphicFramePr>
            <a:graphicFrameLocks noGrp="1"/>
          </p:cNvGraphicFramePr>
          <p:nvPr/>
        </p:nvGraphicFramePr>
        <p:xfrm>
          <a:off x="6061702" y="4877271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0x88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0x72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26" name="Table 7">
            <a:extLst>
              <a:ext uri="{FF2B5EF4-FFF2-40B4-BE49-F238E27FC236}">
                <a16:creationId xmlns:a16="http://schemas.microsoft.com/office/drawing/2014/main" id="{D055D9B7-8897-1557-E516-E939215D5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36385"/>
              </p:ext>
            </p:extLst>
          </p:nvPr>
        </p:nvGraphicFramePr>
        <p:xfrm>
          <a:off x="8644686" y="2788167"/>
          <a:ext cx="2023314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8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312106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17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36EBACEE-9E74-B0D5-3774-D9049EE862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464896"/>
              </p:ext>
            </p:extLst>
          </p:nvPr>
        </p:nvGraphicFramePr>
        <p:xfrm>
          <a:off x="321730" y="1139221"/>
          <a:ext cx="1062892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Node*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0x20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2E9D46E4-79EB-9404-4C49-65AEA6CA9FCF}"/>
              </a:ext>
            </a:extLst>
          </p:cNvPr>
          <p:cNvCxnSpPr>
            <a:cxnSpLocks/>
            <a:stCxn id="2" idx="3"/>
            <a:endCxn id="13" idx="1"/>
          </p:cNvCxnSpPr>
          <p:nvPr/>
        </p:nvCxnSpPr>
        <p:spPr>
          <a:xfrm>
            <a:off x="1384622" y="1738661"/>
            <a:ext cx="342578" cy="1336467"/>
          </a:xfrm>
          <a:prstGeom prst="curved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059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FCC0EA-4624-9326-5954-0A6AB7D39ECB}"/>
              </a:ext>
            </a:extLst>
          </p:cNvPr>
          <p:cNvSpPr txBox="1"/>
          <p:nvPr/>
        </p:nvSpPr>
        <p:spPr>
          <a:xfrm>
            <a:off x="8806193" y="433621"/>
            <a:ext cx="28890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Node</a:t>
            </a:r>
            <a:endParaRPr lang="en-US" sz="20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m_data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Node</a:t>
            </a:r>
            <a:r>
              <a:rPr lang="en-US" sz="20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m_next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52CA3E-8763-087B-819E-7310520F5512}"/>
              </a:ext>
            </a:extLst>
          </p:cNvPr>
          <p:cNvSpPr txBox="1"/>
          <p:nvPr/>
        </p:nvSpPr>
        <p:spPr>
          <a:xfrm>
            <a:off x="496711" y="433621"/>
            <a:ext cx="78681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Note that each of the following LLs are composed of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Nodes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. </a:t>
            </a:r>
          </a:p>
          <a:p>
            <a:endParaRPr lang="en-US" sz="2000" i="1" dirty="0">
              <a:solidFill>
                <a:schemeClr val="accent1"/>
              </a:solidFill>
              <a:ea typeface="Roboto Mono" panose="00000009000000000000" pitchFamily="49" charset="0"/>
            </a:endParaRP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However, each of these LL is a </a:t>
            </a:r>
            <a:r>
              <a:rPr lang="en-US" sz="2000" b="1" i="1" dirty="0">
                <a:solidFill>
                  <a:schemeClr val="accent1"/>
                </a:solidFill>
                <a:ea typeface="Roboto Mono" panose="00000009000000000000" pitchFamily="49" charset="0"/>
              </a:rPr>
              <a:t>separate entity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in its own right. </a:t>
            </a:r>
          </a:p>
          <a:p>
            <a:endParaRPr lang="en-US" sz="2000" i="1" dirty="0">
              <a:solidFill>
                <a:schemeClr val="accent1"/>
              </a:solidFill>
              <a:ea typeface="Roboto Mono" panose="00000009000000000000" pitchFamily="49" charset="0"/>
            </a:endParaRP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Based on this idea, we can actually consider each of these </a:t>
            </a:r>
            <a:r>
              <a:rPr lang="en-US" sz="2000" b="1" i="1" dirty="0">
                <a:solidFill>
                  <a:schemeClr val="accent1"/>
                </a:solidFill>
                <a:ea typeface="Roboto Mono" panose="00000009000000000000" pitchFamily="49" charset="0"/>
              </a:rPr>
              <a:t>LL as an object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, belonging to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class LL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.</a:t>
            </a:r>
            <a:endParaRPr lang="en-US" sz="2000" i="1" dirty="0">
              <a:solidFill>
                <a:srgbClr val="FF0000"/>
              </a:solidFill>
              <a:ea typeface="Roboto Mono" panose="00000009000000000000" pitchFamily="49" charset="0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B31E2FA-4597-BFBB-45DA-1580F85FC011}"/>
              </a:ext>
            </a:extLst>
          </p:cNvPr>
          <p:cNvGrpSpPr/>
          <p:nvPr/>
        </p:nvGrpSpPr>
        <p:grpSpPr>
          <a:xfrm>
            <a:off x="576807" y="3009365"/>
            <a:ext cx="3680178" cy="2421466"/>
            <a:chOff x="609600" y="2946400"/>
            <a:chExt cx="3680178" cy="242146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B1FF5A-90BE-9EB7-49A6-C34E5BCEFD21}"/>
                </a:ext>
              </a:extLst>
            </p:cNvPr>
            <p:cNvSpPr/>
            <p:nvPr/>
          </p:nvSpPr>
          <p:spPr>
            <a:xfrm>
              <a:off x="3781778" y="3248377"/>
              <a:ext cx="508000" cy="3612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87EC262-4362-4B62-5346-1EC6577662F0}"/>
                </a:ext>
              </a:extLst>
            </p:cNvPr>
            <p:cNvSpPr/>
            <p:nvPr/>
          </p:nvSpPr>
          <p:spPr>
            <a:xfrm>
              <a:off x="2444044" y="5006621"/>
              <a:ext cx="508000" cy="3612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F6C283E-7E3F-D2F9-CD68-A99DA56D98DE}"/>
                </a:ext>
              </a:extLst>
            </p:cNvPr>
            <p:cNvSpPr/>
            <p:nvPr/>
          </p:nvSpPr>
          <p:spPr>
            <a:xfrm>
              <a:off x="1936044" y="3429000"/>
              <a:ext cx="508000" cy="3612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A1860DC-9AE0-451D-CC31-1E8B835439CA}"/>
                </a:ext>
              </a:extLst>
            </p:cNvPr>
            <p:cNvSpPr/>
            <p:nvPr/>
          </p:nvSpPr>
          <p:spPr>
            <a:xfrm>
              <a:off x="2957688" y="4039475"/>
              <a:ext cx="508000" cy="3612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24F6303-FE18-E85C-008C-B15BE90E3C72}"/>
                </a:ext>
              </a:extLst>
            </p:cNvPr>
            <p:cNvSpPr/>
            <p:nvPr/>
          </p:nvSpPr>
          <p:spPr>
            <a:xfrm>
              <a:off x="1219200" y="4402666"/>
              <a:ext cx="508000" cy="3612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C82E84F-FBEB-6DAF-73A2-6FD093C1423E}"/>
                </a:ext>
              </a:extLst>
            </p:cNvPr>
            <p:cNvSpPr txBox="1"/>
            <p:nvPr/>
          </p:nvSpPr>
          <p:spPr>
            <a:xfrm>
              <a:off x="609600" y="2946400"/>
              <a:ext cx="970844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Roboto Mono" panose="00000009000000000000" pitchFamily="49" charset="0"/>
                  <a:ea typeface="Roboto Mono" panose="00000009000000000000" pitchFamily="49" charset="0"/>
                </a:rPr>
                <a:t>head1</a:t>
              </a:r>
            </a:p>
          </p:txBody>
        </p:sp>
        <p:cxnSp>
          <p:nvCxnSpPr>
            <p:cNvPr id="17" name="Connector: Curved 16">
              <a:extLst>
                <a:ext uri="{FF2B5EF4-FFF2-40B4-BE49-F238E27FC236}">
                  <a16:creationId xmlns:a16="http://schemas.microsoft.com/office/drawing/2014/main" id="{1A9DE81F-46ED-4D97-26F4-40884C6D2721}"/>
                </a:ext>
              </a:extLst>
            </p:cNvPr>
            <p:cNvCxnSpPr>
              <a:stCxn id="15" idx="3"/>
              <a:endCxn id="9" idx="0"/>
            </p:cNvCxnSpPr>
            <p:nvPr/>
          </p:nvCxnSpPr>
          <p:spPr>
            <a:xfrm>
              <a:off x="1580444" y="3131066"/>
              <a:ext cx="609600" cy="297934"/>
            </a:xfrm>
            <a:prstGeom prst="curvedConnector2">
              <a:avLst/>
            </a:prstGeom>
            <a:ln>
              <a:solidFill>
                <a:srgbClr val="00B05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F298A6D8-A5F8-0C3B-3295-5AFA958BCC64}"/>
                </a:ext>
              </a:extLst>
            </p:cNvPr>
            <p:cNvCxnSpPr>
              <a:cxnSpLocks/>
              <a:stCxn id="9" idx="1"/>
              <a:endCxn id="11" idx="0"/>
            </p:cNvCxnSpPr>
            <p:nvPr/>
          </p:nvCxnSpPr>
          <p:spPr>
            <a:xfrm rot="10800000" flipV="1">
              <a:off x="1473200" y="3609622"/>
              <a:ext cx="462844" cy="793043"/>
            </a:xfrm>
            <a:prstGeom prst="curvedConnector2">
              <a:avLst/>
            </a:prstGeom>
            <a:ln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Curved 23">
              <a:extLst>
                <a:ext uri="{FF2B5EF4-FFF2-40B4-BE49-F238E27FC236}">
                  <a16:creationId xmlns:a16="http://schemas.microsoft.com/office/drawing/2014/main" id="{6719A359-E459-BC81-C21F-B83A73D7FBF8}"/>
                </a:ext>
              </a:extLst>
            </p:cNvPr>
            <p:cNvCxnSpPr>
              <a:cxnSpLocks/>
              <a:stCxn id="11" idx="2"/>
              <a:endCxn id="8" idx="1"/>
            </p:cNvCxnSpPr>
            <p:nvPr/>
          </p:nvCxnSpPr>
          <p:spPr>
            <a:xfrm rot="16200000" flipH="1">
              <a:off x="1746956" y="4490155"/>
              <a:ext cx="423333" cy="970844"/>
            </a:xfrm>
            <a:prstGeom prst="curvedConnector2">
              <a:avLst/>
            </a:prstGeom>
            <a:ln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: Curved 29">
              <a:extLst>
                <a:ext uri="{FF2B5EF4-FFF2-40B4-BE49-F238E27FC236}">
                  <a16:creationId xmlns:a16="http://schemas.microsoft.com/office/drawing/2014/main" id="{A8DDD425-CDB9-7486-2394-CA8126786B2A}"/>
                </a:ext>
              </a:extLst>
            </p:cNvPr>
            <p:cNvCxnSpPr>
              <a:cxnSpLocks/>
              <a:stCxn id="8" idx="3"/>
              <a:endCxn id="10" idx="2"/>
            </p:cNvCxnSpPr>
            <p:nvPr/>
          </p:nvCxnSpPr>
          <p:spPr>
            <a:xfrm flipV="1">
              <a:off x="2952044" y="4400720"/>
              <a:ext cx="259644" cy="786524"/>
            </a:xfrm>
            <a:prstGeom prst="curvedConnector2">
              <a:avLst/>
            </a:prstGeom>
            <a:ln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: Curved 34">
              <a:extLst>
                <a:ext uri="{FF2B5EF4-FFF2-40B4-BE49-F238E27FC236}">
                  <a16:creationId xmlns:a16="http://schemas.microsoft.com/office/drawing/2014/main" id="{B4100C9D-C4E3-AED3-9130-3E1B7EF44230}"/>
                </a:ext>
              </a:extLst>
            </p:cNvPr>
            <p:cNvCxnSpPr>
              <a:cxnSpLocks/>
              <a:stCxn id="10" idx="3"/>
              <a:endCxn id="4" idx="2"/>
            </p:cNvCxnSpPr>
            <p:nvPr/>
          </p:nvCxnSpPr>
          <p:spPr>
            <a:xfrm flipV="1">
              <a:off x="3465688" y="3609622"/>
              <a:ext cx="570090" cy="610476"/>
            </a:xfrm>
            <a:prstGeom prst="curvedConnector2">
              <a:avLst/>
            </a:prstGeom>
            <a:ln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CC1CA7B-32FE-286A-3ED7-8C80F64C0CEF}"/>
              </a:ext>
            </a:extLst>
          </p:cNvPr>
          <p:cNvGrpSpPr/>
          <p:nvPr/>
        </p:nvGrpSpPr>
        <p:grpSpPr>
          <a:xfrm>
            <a:off x="5403074" y="3009365"/>
            <a:ext cx="1834444" cy="2602088"/>
            <a:chOff x="5126015" y="2946400"/>
            <a:chExt cx="1834444" cy="2602088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E980156-9FE5-9B45-7564-9CD065814520}"/>
                </a:ext>
              </a:extLst>
            </p:cNvPr>
            <p:cNvSpPr/>
            <p:nvPr/>
          </p:nvSpPr>
          <p:spPr>
            <a:xfrm>
              <a:off x="6401659" y="5187243"/>
              <a:ext cx="508000" cy="3612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DC717F3-AC5C-4DCE-5BBA-3A8C9DDE12D7}"/>
                </a:ext>
              </a:extLst>
            </p:cNvPr>
            <p:cNvSpPr/>
            <p:nvPr/>
          </p:nvSpPr>
          <p:spPr>
            <a:xfrm>
              <a:off x="6452459" y="3429000"/>
              <a:ext cx="508000" cy="3612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2C1F6BA-68EC-5FA5-2429-949862BD8D68}"/>
                </a:ext>
              </a:extLst>
            </p:cNvPr>
            <p:cNvSpPr/>
            <p:nvPr/>
          </p:nvSpPr>
          <p:spPr>
            <a:xfrm>
              <a:off x="5735615" y="4402666"/>
              <a:ext cx="508000" cy="3612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38FD6A1-11D0-0834-BEA2-D67E6CF0763A}"/>
                </a:ext>
              </a:extLst>
            </p:cNvPr>
            <p:cNvSpPr txBox="1"/>
            <p:nvPr/>
          </p:nvSpPr>
          <p:spPr>
            <a:xfrm>
              <a:off x="5126015" y="2946400"/>
              <a:ext cx="970844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Roboto Mono" panose="00000009000000000000" pitchFamily="49" charset="0"/>
                  <a:ea typeface="Roboto Mono" panose="00000009000000000000" pitchFamily="49" charset="0"/>
                </a:rPr>
                <a:t>head2</a:t>
              </a:r>
            </a:p>
          </p:txBody>
        </p:sp>
        <p:cxnSp>
          <p:nvCxnSpPr>
            <p:cNvPr id="44" name="Connector: Curved 43">
              <a:extLst>
                <a:ext uri="{FF2B5EF4-FFF2-40B4-BE49-F238E27FC236}">
                  <a16:creationId xmlns:a16="http://schemas.microsoft.com/office/drawing/2014/main" id="{56139FC4-3F6E-5619-D547-F5B508CAF4E9}"/>
                </a:ext>
              </a:extLst>
            </p:cNvPr>
            <p:cNvCxnSpPr>
              <a:stCxn id="43" idx="3"/>
              <a:endCxn id="40" idx="0"/>
            </p:cNvCxnSpPr>
            <p:nvPr/>
          </p:nvCxnSpPr>
          <p:spPr>
            <a:xfrm>
              <a:off x="6096859" y="3131066"/>
              <a:ext cx="609600" cy="297934"/>
            </a:xfrm>
            <a:prstGeom prst="curvedConnector2">
              <a:avLst/>
            </a:prstGeom>
            <a:ln>
              <a:solidFill>
                <a:srgbClr val="00B05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: Curved 44">
              <a:extLst>
                <a:ext uri="{FF2B5EF4-FFF2-40B4-BE49-F238E27FC236}">
                  <a16:creationId xmlns:a16="http://schemas.microsoft.com/office/drawing/2014/main" id="{6A3D667D-722A-5DB5-2948-F8713709607D}"/>
                </a:ext>
              </a:extLst>
            </p:cNvPr>
            <p:cNvCxnSpPr>
              <a:cxnSpLocks/>
              <a:stCxn id="40" idx="1"/>
              <a:endCxn id="42" idx="0"/>
            </p:cNvCxnSpPr>
            <p:nvPr/>
          </p:nvCxnSpPr>
          <p:spPr>
            <a:xfrm rot="10800000" flipV="1">
              <a:off x="5989615" y="3609622"/>
              <a:ext cx="462844" cy="793043"/>
            </a:xfrm>
            <a:prstGeom prst="curvedConnector2">
              <a:avLst/>
            </a:prstGeom>
            <a:ln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: Curved 45">
              <a:extLst>
                <a:ext uri="{FF2B5EF4-FFF2-40B4-BE49-F238E27FC236}">
                  <a16:creationId xmlns:a16="http://schemas.microsoft.com/office/drawing/2014/main" id="{D55B4C8C-1495-4AC7-C4A4-DE6863CF44A5}"/>
                </a:ext>
              </a:extLst>
            </p:cNvPr>
            <p:cNvCxnSpPr>
              <a:cxnSpLocks/>
              <a:stCxn id="42" idx="2"/>
              <a:endCxn id="38" idx="1"/>
            </p:cNvCxnSpPr>
            <p:nvPr/>
          </p:nvCxnSpPr>
          <p:spPr>
            <a:xfrm rot="16200000" flipH="1">
              <a:off x="5893660" y="4859866"/>
              <a:ext cx="603955" cy="412044"/>
            </a:xfrm>
            <a:prstGeom prst="curvedConnector2">
              <a:avLst/>
            </a:prstGeom>
            <a:ln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F55A5E6-AC31-ADC2-61B1-90B421C6FC0E}"/>
              </a:ext>
            </a:extLst>
          </p:cNvPr>
          <p:cNvGrpSpPr/>
          <p:nvPr/>
        </p:nvGrpSpPr>
        <p:grpSpPr>
          <a:xfrm>
            <a:off x="8637607" y="3009365"/>
            <a:ext cx="3070578" cy="2417937"/>
            <a:chOff x="8559126" y="2949929"/>
            <a:chExt cx="3070578" cy="2417937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F93432C2-A2E2-AC62-12AC-5E8381296EFC}"/>
                </a:ext>
              </a:extLst>
            </p:cNvPr>
            <p:cNvSpPr/>
            <p:nvPr/>
          </p:nvSpPr>
          <p:spPr>
            <a:xfrm>
              <a:off x="11121704" y="3248377"/>
              <a:ext cx="508000" cy="3612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45CF5F2-442B-BE22-9F70-3553A68ABEF3}"/>
                </a:ext>
              </a:extLst>
            </p:cNvPr>
            <p:cNvSpPr/>
            <p:nvPr/>
          </p:nvSpPr>
          <p:spPr>
            <a:xfrm>
              <a:off x="9783970" y="5006621"/>
              <a:ext cx="508000" cy="3612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8EDD492-282A-0739-2026-47D239AE5EF0}"/>
                </a:ext>
              </a:extLst>
            </p:cNvPr>
            <p:cNvSpPr/>
            <p:nvPr/>
          </p:nvSpPr>
          <p:spPr>
            <a:xfrm>
              <a:off x="10297614" y="4039475"/>
              <a:ext cx="508000" cy="3612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327E632-F5AC-04F8-F45F-BE997A7FDE83}"/>
                </a:ext>
              </a:extLst>
            </p:cNvPr>
            <p:cNvSpPr/>
            <p:nvPr/>
          </p:nvSpPr>
          <p:spPr>
            <a:xfrm>
              <a:off x="8559126" y="4402666"/>
              <a:ext cx="508000" cy="3612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874F01F-2612-15CF-6110-0CD948F48127}"/>
                </a:ext>
              </a:extLst>
            </p:cNvPr>
            <p:cNvSpPr txBox="1"/>
            <p:nvPr/>
          </p:nvSpPr>
          <p:spPr>
            <a:xfrm>
              <a:off x="8784904" y="2949929"/>
              <a:ext cx="970844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Roboto Mono" panose="00000009000000000000" pitchFamily="49" charset="0"/>
                  <a:ea typeface="Roboto Mono" panose="00000009000000000000" pitchFamily="49" charset="0"/>
                </a:rPr>
                <a:t>head3</a:t>
              </a:r>
            </a:p>
          </p:txBody>
        </p:sp>
        <p:cxnSp>
          <p:nvCxnSpPr>
            <p:cNvPr id="73" name="Connector: Curved 72">
              <a:extLst>
                <a:ext uri="{FF2B5EF4-FFF2-40B4-BE49-F238E27FC236}">
                  <a16:creationId xmlns:a16="http://schemas.microsoft.com/office/drawing/2014/main" id="{663F97BE-A838-F302-9B0F-DE3D4F2A58F4}"/>
                </a:ext>
              </a:extLst>
            </p:cNvPr>
            <p:cNvCxnSpPr>
              <a:cxnSpLocks/>
              <a:stCxn id="72" idx="2"/>
              <a:endCxn id="71" idx="0"/>
            </p:cNvCxnSpPr>
            <p:nvPr/>
          </p:nvCxnSpPr>
          <p:spPr>
            <a:xfrm rot="5400000">
              <a:off x="8500024" y="3632363"/>
              <a:ext cx="1083405" cy="457200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B05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or: Curved 74">
              <a:extLst>
                <a:ext uri="{FF2B5EF4-FFF2-40B4-BE49-F238E27FC236}">
                  <a16:creationId xmlns:a16="http://schemas.microsoft.com/office/drawing/2014/main" id="{3FAB865A-F041-0EA9-80EA-A6E26EAE5FD9}"/>
                </a:ext>
              </a:extLst>
            </p:cNvPr>
            <p:cNvCxnSpPr>
              <a:cxnSpLocks/>
              <a:stCxn id="71" idx="2"/>
              <a:endCxn id="68" idx="1"/>
            </p:cNvCxnSpPr>
            <p:nvPr/>
          </p:nvCxnSpPr>
          <p:spPr>
            <a:xfrm rot="16200000" flipH="1">
              <a:off x="9086882" y="4490155"/>
              <a:ext cx="423333" cy="970844"/>
            </a:xfrm>
            <a:prstGeom prst="curvedConnector2">
              <a:avLst/>
            </a:prstGeom>
            <a:ln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or: Curved 75">
              <a:extLst>
                <a:ext uri="{FF2B5EF4-FFF2-40B4-BE49-F238E27FC236}">
                  <a16:creationId xmlns:a16="http://schemas.microsoft.com/office/drawing/2014/main" id="{5946A19A-7A3A-B578-4AAB-7EA618FE8C1E}"/>
                </a:ext>
              </a:extLst>
            </p:cNvPr>
            <p:cNvCxnSpPr>
              <a:cxnSpLocks/>
              <a:stCxn id="68" idx="3"/>
              <a:endCxn id="70" idx="2"/>
            </p:cNvCxnSpPr>
            <p:nvPr/>
          </p:nvCxnSpPr>
          <p:spPr>
            <a:xfrm flipV="1">
              <a:off x="10291970" y="4400720"/>
              <a:ext cx="259644" cy="786524"/>
            </a:xfrm>
            <a:prstGeom prst="curvedConnector2">
              <a:avLst/>
            </a:prstGeom>
            <a:ln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: Curved 76">
              <a:extLst>
                <a:ext uri="{FF2B5EF4-FFF2-40B4-BE49-F238E27FC236}">
                  <a16:creationId xmlns:a16="http://schemas.microsoft.com/office/drawing/2014/main" id="{2C2DDAC9-711A-E006-8346-6518A4C6B567}"/>
                </a:ext>
              </a:extLst>
            </p:cNvPr>
            <p:cNvCxnSpPr>
              <a:cxnSpLocks/>
              <a:stCxn id="70" idx="3"/>
              <a:endCxn id="67" idx="2"/>
            </p:cNvCxnSpPr>
            <p:nvPr/>
          </p:nvCxnSpPr>
          <p:spPr>
            <a:xfrm flipV="1">
              <a:off x="10805614" y="3609622"/>
              <a:ext cx="570090" cy="610476"/>
            </a:xfrm>
            <a:prstGeom prst="curvedConnector2">
              <a:avLst/>
            </a:prstGeom>
            <a:ln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8D8B6EDC-DF3D-4BF8-E146-AED96A2D38A6}"/>
              </a:ext>
            </a:extLst>
          </p:cNvPr>
          <p:cNvSpPr/>
          <p:nvPr/>
        </p:nvSpPr>
        <p:spPr>
          <a:xfrm>
            <a:off x="442419" y="2822222"/>
            <a:ext cx="4189518" cy="30480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73E5D08-5FF2-4DAC-F071-4B29B7AD343E}"/>
              </a:ext>
            </a:extLst>
          </p:cNvPr>
          <p:cNvSpPr/>
          <p:nvPr/>
        </p:nvSpPr>
        <p:spPr>
          <a:xfrm>
            <a:off x="5302138" y="2822222"/>
            <a:ext cx="2308182" cy="30480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5149EFA-12C1-7285-EE4A-699AFC232008}"/>
              </a:ext>
            </a:extLst>
          </p:cNvPr>
          <p:cNvSpPr/>
          <p:nvPr/>
        </p:nvSpPr>
        <p:spPr>
          <a:xfrm>
            <a:off x="8290672" y="2822222"/>
            <a:ext cx="3698128" cy="30480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38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5" grpId="0" animBg="1"/>
      <p:bldP spid="8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FCC0EA-4624-9326-5954-0A6AB7D39ECB}"/>
              </a:ext>
            </a:extLst>
          </p:cNvPr>
          <p:cNvSpPr txBox="1"/>
          <p:nvPr/>
        </p:nvSpPr>
        <p:spPr>
          <a:xfrm>
            <a:off x="6256511" y="322485"/>
            <a:ext cx="28890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Node</a:t>
            </a:r>
            <a:endParaRPr lang="en-US" sz="20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m_data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20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Node</a:t>
            </a:r>
            <a:r>
              <a:rPr lang="en-US" sz="20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m_next</a:t>
            </a:r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2000" i="1" dirty="0">
                <a:solidFill>
                  <a:srgbClr val="93A1A1"/>
                </a:solidFill>
                <a:latin typeface="Roboto Mono" panose="00000009000000000000" pitchFamily="49" charset="0"/>
              </a:rPr>
              <a:t>    </a:t>
            </a:r>
          </a:p>
          <a:p>
            <a:r>
              <a:rPr lang="en-US" sz="2000" i="1" dirty="0">
                <a:solidFill>
                  <a:srgbClr val="93A1A1"/>
                </a:solidFill>
                <a:latin typeface="Roboto Mono" panose="00000009000000000000" pitchFamily="49" charset="0"/>
              </a:rPr>
              <a:t>    // Methods</a:t>
            </a:r>
            <a:endParaRPr lang="en-US" sz="20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20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52CA3E-8763-087B-819E-7310520F5512}"/>
              </a:ext>
            </a:extLst>
          </p:cNvPr>
          <p:cNvSpPr txBox="1"/>
          <p:nvPr/>
        </p:nvSpPr>
        <p:spPr>
          <a:xfrm>
            <a:off x="2660944" y="322485"/>
            <a:ext cx="29361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86E75"/>
                </a:solidFill>
                <a:latin typeface="Roboto Mono" panose="00000009000000000000" pitchFamily="49" charset="0"/>
              </a:rPr>
              <a:t>class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2000" dirty="0">
                <a:solidFill>
                  <a:srgbClr val="CB4B16"/>
                </a:solidFill>
                <a:latin typeface="Roboto Mono" panose="00000009000000000000" pitchFamily="49" charset="0"/>
              </a:rPr>
              <a:t>LinkedList</a:t>
            </a:r>
            <a:endParaRPr lang="en-US" sz="20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{</a:t>
            </a:r>
          </a:p>
          <a:p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    </a:t>
            </a:r>
            <a:r>
              <a:rPr lang="en-US" sz="2000" dirty="0">
                <a:solidFill>
                  <a:srgbClr val="CB4B16"/>
                </a:solidFill>
                <a:latin typeface="Roboto Mono" panose="00000009000000000000" pitchFamily="49" charset="0"/>
              </a:rPr>
              <a:t>Node</a:t>
            </a:r>
            <a:r>
              <a:rPr lang="en-US" sz="2000" dirty="0">
                <a:solidFill>
                  <a:srgbClr val="859900"/>
                </a:solidFill>
                <a:latin typeface="Roboto Mono" panose="00000009000000000000" pitchFamily="49" charset="0"/>
              </a:rPr>
              <a:t>*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 </a:t>
            </a:r>
            <a:r>
              <a:rPr lang="en-US" sz="2000" dirty="0" err="1">
                <a:solidFill>
                  <a:srgbClr val="268BD2"/>
                </a:solidFill>
                <a:latin typeface="Roboto Mono" panose="00000009000000000000" pitchFamily="49" charset="0"/>
              </a:rPr>
              <a:t>m_head</a:t>
            </a:r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;</a:t>
            </a:r>
          </a:p>
          <a:p>
            <a:b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</a:br>
            <a:r>
              <a:rPr lang="en-US" sz="2000" i="1" dirty="0">
                <a:solidFill>
                  <a:srgbClr val="93A1A1"/>
                </a:solidFill>
                <a:latin typeface="Roboto Mono" panose="00000009000000000000" pitchFamily="49" charset="0"/>
              </a:rPr>
              <a:t>    // Methods</a:t>
            </a:r>
            <a:endParaRPr lang="en-US" sz="2000" dirty="0">
              <a:solidFill>
                <a:srgbClr val="657B83"/>
              </a:solidFill>
              <a:latin typeface="Roboto Mono" panose="00000009000000000000" pitchFamily="49" charset="0"/>
            </a:endParaRPr>
          </a:p>
          <a:p>
            <a:r>
              <a:rPr lang="en-US" sz="2000" dirty="0">
                <a:solidFill>
                  <a:srgbClr val="657B83"/>
                </a:solidFill>
                <a:latin typeface="Roboto Mono" panose="00000009000000000000" pitchFamily="49" charset="0"/>
              </a:rPr>
              <a:t>};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B31E2FA-4597-BFBB-45DA-1580F85FC011}"/>
              </a:ext>
            </a:extLst>
          </p:cNvPr>
          <p:cNvGrpSpPr/>
          <p:nvPr/>
        </p:nvGrpSpPr>
        <p:grpSpPr>
          <a:xfrm>
            <a:off x="576807" y="3269012"/>
            <a:ext cx="3680178" cy="2421466"/>
            <a:chOff x="609600" y="2946400"/>
            <a:chExt cx="3680178" cy="242146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B1FF5A-90BE-9EB7-49A6-C34E5BCEFD21}"/>
                </a:ext>
              </a:extLst>
            </p:cNvPr>
            <p:cNvSpPr/>
            <p:nvPr/>
          </p:nvSpPr>
          <p:spPr>
            <a:xfrm>
              <a:off x="3781778" y="3248377"/>
              <a:ext cx="508000" cy="3612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87EC262-4362-4B62-5346-1EC6577662F0}"/>
                </a:ext>
              </a:extLst>
            </p:cNvPr>
            <p:cNvSpPr/>
            <p:nvPr/>
          </p:nvSpPr>
          <p:spPr>
            <a:xfrm>
              <a:off x="2444044" y="5006621"/>
              <a:ext cx="508000" cy="3612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F6C283E-7E3F-D2F9-CD68-A99DA56D98DE}"/>
                </a:ext>
              </a:extLst>
            </p:cNvPr>
            <p:cNvSpPr/>
            <p:nvPr/>
          </p:nvSpPr>
          <p:spPr>
            <a:xfrm>
              <a:off x="1936044" y="3429000"/>
              <a:ext cx="508000" cy="3612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A1860DC-9AE0-451D-CC31-1E8B835439CA}"/>
                </a:ext>
              </a:extLst>
            </p:cNvPr>
            <p:cNvSpPr/>
            <p:nvPr/>
          </p:nvSpPr>
          <p:spPr>
            <a:xfrm>
              <a:off x="2957688" y="4039475"/>
              <a:ext cx="508000" cy="3612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24F6303-FE18-E85C-008C-B15BE90E3C72}"/>
                </a:ext>
              </a:extLst>
            </p:cNvPr>
            <p:cNvSpPr/>
            <p:nvPr/>
          </p:nvSpPr>
          <p:spPr>
            <a:xfrm>
              <a:off x="1219200" y="4402666"/>
              <a:ext cx="508000" cy="3612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C82E84F-FBEB-6DAF-73A2-6FD093C1423E}"/>
                </a:ext>
              </a:extLst>
            </p:cNvPr>
            <p:cNvSpPr txBox="1"/>
            <p:nvPr/>
          </p:nvSpPr>
          <p:spPr>
            <a:xfrm>
              <a:off x="609600" y="2946400"/>
              <a:ext cx="970844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Roboto Mono" panose="00000009000000000000" pitchFamily="49" charset="0"/>
                  <a:ea typeface="Roboto Mono" panose="00000009000000000000" pitchFamily="49" charset="0"/>
                </a:rPr>
                <a:t>head1</a:t>
              </a:r>
            </a:p>
          </p:txBody>
        </p:sp>
        <p:cxnSp>
          <p:nvCxnSpPr>
            <p:cNvPr id="17" name="Connector: Curved 16">
              <a:extLst>
                <a:ext uri="{FF2B5EF4-FFF2-40B4-BE49-F238E27FC236}">
                  <a16:creationId xmlns:a16="http://schemas.microsoft.com/office/drawing/2014/main" id="{1A9DE81F-46ED-4D97-26F4-40884C6D2721}"/>
                </a:ext>
              </a:extLst>
            </p:cNvPr>
            <p:cNvCxnSpPr>
              <a:stCxn id="15" idx="3"/>
              <a:endCxn id="9" idx="0"/>
            </p:cNvCxnSpPr>
            <p:nvPr/>
          </p:nvCxnSpPr>
          <p:spPr>
            <a:xfrm>
              <a:off x="1580444" y="3131066"/>
              <a:ext cx="609600" cy="297934"/>
            </a:xfrm>
            <a:prstGeom prst="curvedConnector2">
              <a:avLst/>
            </a:prstGeom>
            <a:ln>
              <a:solidFill>
                <a:srgbClr val="00B05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F298A6D8-A5F8-0C3B-3295-5AFA958BCC64}"/>
                </a:ext>
              </a:extLst>
            </p:cNvPr>
            <p:cNvCxnSpPr>
              <a:cxnSpLocks/>
              <a:stCxn id="9" idx="1"/>
              <a:endCxn id="11" idx="0"/>
            </p:cNvCxnSpPr>
            <p:nvPr/>
          </p:nvCxnSpPr>
          <p:spPr>
            <a:xfrm rot="10800000" flipV="1">
              <a:off x="1473200" y="3609622"/>
              <a:ext cx="462844" cy="793043"/>
            </a:xfrm>
            <a:prstGeom prst="curvedConnector2">
              <a:avLst/>
            </a:prstGeom>
            <a:ln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Curved 23">
              <a:extLst>
                <a:ext uri="{FF2B5EF4-FFF2-40B4-BE49-F238E27FC236}">
                  <a16:creationId xmlns:a16="http://schemas.microsoft.com/office/drawing/2014/main" id="{6719A359-E459-BC81-C21F-B83A73D7FBF8}"/>
                </a:ext>
              </a:extLst>
            </p:cNvPr>
            <p:cNvCxnSpPr>
              <a:cxnSpLocks/>
              <a:stCxn id="11" idx="2"/>
              <a:endCxn id="8" idx="1"/>
            </p:cNvCxnSpPr>
            <p:nvPr/>
          </p:nvCxnSpPr>
          <p:spPr>
            <a:xfrm rot="16200000" flipH="1">
              <a:off x="1746956" y="4490155"/>
              <a:ext cx="423333" cy="970844"/>
            </a:xfrm>
            <a:prstGeom prst="curvedConnector2">
              <a:avLst/>
            </a:prstGeom>
            <a:ln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: Curved 29">
              <a:extLst>
                <a:ext uri="{FF2B5EF4-FFF2-40B4-BE49-F238E27FC236}">
                  <a16:creationId xmlns:a16="http://schemas.microsoft.com/office/drawing/2014/main" id="{A8DDD425-CDB9-7486-2394-CA8126786B2A}"/>
                </a:ext>
              </a:extLst>
            </p:cNvPr>
            <p:cNvCxnSpPr>
              <a:cxnSpLocks/>
              <a:stCxn id="8" idx="3"/>
              <a:endCxn id="10" idx="2"/>
            </p:cNvCxnSpPr>
            <p:nvPr/>
          </p:nvCxnSpPr>
          <p:spPr>
            <a:xfrm flipV="1">
              <a:off x="2952044" y="4400720"/>
              <a:ext cx="259644" cy="786524"/>
            </a:xfrm>
            <a:prstGeom prst="curvedConnector2">
              <a:avLst/>
            </a:prstGeom>
            <a:ln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: Curved 34">
              <a:extLst>
                <a:ext uri="{FF2B5EF4-FFF2-40B4-BE49-F238E27FC236}">
                  <a16:creationId xmlns:a16="http://schemas.microsoft.com/office/drawing/2014/main" id="{B4100C9D-C4E3-AED3-9130-3E1B7EF44230}"/>
                </a:ext>
              </a:extLst>
            </p:cNvPr>
            <p:cNvCxnSpPr>
              <a:cxnSpLocks/>
              <a:stCxn id="10" idx="3"/>
              <a:endCxn id="4" idx="2"/>
            </p:cNvCxnSpPr>
            <p:nvPr/>
          </p:nvCxnSpPr>
          <p:spPr>
            <a:xfrm flipV="1">
              <a:off x="3465688" y="3609622"/>
              <a:ext cx="570090" cy="610476"/>
            </a:xfrm>
            <a:prstGeom prst="curvedConnector2">
              <a:avLst/>
            </a:prstGeom>
            <a:ln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CC1CA7B-32FE-286A-3ED7-8C80F64C0CEF}"/>
              </a:ext>
            </a:extLst>
          </p:cNvPr>
          <p:cNvGrpSpPr/>
          <p:nvPr/>
        </p:nvGrpSpPr>
        <p:grpSpPr>
          <a:xfrm>
            <a:off x="5403074" y="3269012"/>
            <a:ext cx="1834444" cy="2602088"/>
            <a:chOff x="5126015" y="2946400"/>
            <a:chExt cx="1834444" cy="2602088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E980156-9FE5-9B45-7564-9CD065814520}"/>
                </a:ext>
              </a:extLst>
            </p:cNvPr>
            <p:cNvSpPr/>
            <p:nvPr/>
          </p:nvSpPr>
          <p:spPr>
            <a:xfrm>
              <a:off x="6401659" y="5187243"/>
              <a:ext cx="508000" cy="3612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DC717F3-AC5C-4DCE-5BBA-3A8C9DDE12D7}"/>
                </a:ext>
              </a:extLst>
            </p:cNvPr>
            <p:cNvSpPr/>
            <p:nvPr/>
          </p:nvSpPr>
          <p:spPr>
            <a:xfrm>
              <a:off x="6452459" y="3429000"/>
              <a:ext cx="508000" cy="3612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2C1F6BA-68EC-5FA5-2429-949862BD8D68}"/>
                </a:ext>
              </a:extLst>
            </p:cNvPr>
            <p:cNvSpPr/>
            <p:nvPr/>
          </p:nvSpPr>
          <p:spPr>
            <a:xfrm>
              <a:off x="5735615" y="4402666"/>
              <a:ext cx="508000" cy="3612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38FD6A1-11D0-0834-BEA2-D67E6CF0763A}"/>
                </a:ext>
              </a:extLst>
            </p:cNvPr>
            <p:cNvSpPr txBox="1"/>
            <p:nvPr/>
          </p:nvSpPr>
          <p:spPr>
            <a:xfrm>
              <a:off x="5126015" y="2946400"/>
              <a:ext cx="970844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Roboto Mono" panose="00000009000000000000" pitchFamily="49" charset="0"/>
                  <a:ea typeface="Roboto Mono" panose="00000009000000000000" pitchFamily="49" charset="0"/>
                </a:rPr>
                <a:t>head2</a:t>
              </a:r>
            </a:p>
          </p:txBody>
        </p:sp>
        <p:cxnSp>
          <p:nvCxnSpPr>
            <p:cNvPr id="44" name="Connector: Curved 43">
              <a:extLst>
                <a:ext uri="{FF2B5EF4-FFF2-40B4-BE49-F238E27FC236}">
                  <a16:creationId xmlns:a16="http://schemas.microsoft.com/office/drawing/2014/main" id="{56139FC4-3F6E-5619-D547-F5B508CAF4E9}"/>
                </a:ext>
              </a:extLst>
            </p:cNvPr>
            <p:cNvCxnSpPr>
              <a:stCxn id="43" idx="3"/>
              <a:endCxn id="40" idx="0"/>
            </p:cNvCxnSpPr>
            <p:nvPr/>
          </p:nvCxnSpPr>
          <p:spPr>
            <a:xfrm>
              <a:off x="6096859" y="3131066"/>
              <a:ext cx="609600" cy="297934"/>
            </a:xfrm>
            <a:prstGeom prst="curvedConnector2">
              <a:avLst/>
            </a:prstGeom>
            <a:ln>
              <a:solidFill>
                <a:srgbClr val="00B05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: Curved 44">
              <a:extLst>
                <a:ext uri="{FF2B5EF4-FFF2-40B4-BE49-F238E27FC236}">
                  <a16:creationId xmlns:a16="http://schemas.microsoft.com/office/drawing/2014/main" id="{6A3D667D-722A-5DB5-2948-F8713709607D}"/>
                </a:ext>
              </a:extLst>
            </p:cNvPr>
            <p:cNvCxnSpPr>
              <a:cxnSpLocks/>
              <a:stCxn id="40" idx="1"/>
              <a:endCxn id="42" idx="0"/>
            </p:cNvCxnSpPr>
            <p:nvPr/>
          </p:nvCxnSpPr>
          <p:spPr>
            <a:xfrm rot="10800000" flipV="1">
              <a:off x="5989615" y="3609622"/>
              <a:ext cx="462844" cy="793043"/>
            </a:xfrm>
            <a:prstGeom prst="curvedConnector2">
              <a:avLst/>
            </a:prstGeom>
            <a:ln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: Curved 45">
              <a:extLst>
                <a:ext uri="{FF2B5EF4-FFF2-40B4-BE49-F238E27FC236}">
                  <a16:creationId xmlns:a16="http://schemas.microsoft.com/office/drawing/2014/main" id="{D55B4C8C-1495-4AC7-C4A4-DE6863CF44A5}"/>
                </a:ext>
              </a:extLst>
            </p:cNvPr>
            <p:cNvCxnSpPr>
              <a:cxnSpLocks/>
              <a:stCxn id="42" idx="2"/>
              <a:endCxn id="38" idx="1"/>
            </p:cNvCxnSpPr>
            <p:nvPr/>
          </p:nvCxnSpPr>
          <p:spPr>
            <a:xfrm rot="16200000" flipH="1">
              <a:off x="5893660" y="4859866"/>
              <a:ext cx="603955" cy="412044"/>
            </a:xfrm>
            <a:prstGeom prst="curvedConnector2">
              <a:avLst/>
            </a:prstGeom>
            <a:ln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F55A5E6-AC31-ADC2-61B1-90B421C6FC0E}"/>
              </a:ext>
            </a:extLst>
          </p:cNvPr>
          <p:cNvGrpSpPr/>
          <p:nvPr/>
        </p:nvGrpSpPr>
        <p:grpSpPr>
          <a:xfrm>
            <a:off x="8637607" y="3269012"/>
            <a:ext cx="3070578" cy="2417937"/>
            <a:chOff x="8559126" y="2949929"/>
            <a:chExt cx="3070578" cy="2417937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F93432C2-A2E2-AC62-12AC-5E8381296EFC}"/>
                </a:ext>
              </a:extLst>
            </p:cNvPr>
            <p:cNvSpPr/>
            <p:nvPr/>
          </p:nvSpPr>
          <p:spPr>
            <a:xfrm>
              <a:off x="11121704" y="3248377"/>
              <a:ext cx="508000" cy="3612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45CF5F2-442B-BE22-9F70-3553A68ABEF3}"/>
                </a:ext>
              </a:extLst>
            </p:cNvPr>
            <p:cNvSpPr/>
            <p:nvPr/>
          </p:nvSpPr>
          <p:spPr>
            <a:xfrm>
              <a:off x="9783970" y="5006621"/>
              <a:ext cx="508000" cy="3612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8EDD492-282A-0739-2026-47D239AE5EF0}"/>
                </a:ext>
              </a:extLst>
            </p:cNvPr>
            <p:cNvSpPr/>
            <p:nvPr/>
          </p:nvSpPr>
          <p:spPr>
            <a:xfrm>
              <a:off x="10297614" y="4039475"/>
              <a:ext cx="508000" cy="3612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327E632-F5AC-04F8-F45F-BE997A7FDE83}"/>
                </a:ext>
              </a:extLst>
            </p:cNvPr>
            <p:cNvSpPr/>
            <p:nvPr/>
          </p:nvSpPr>
          <p:spPr>
            <a:xfrm>
              <a:off x="8559126" y="4402666"/>
              <a:ext cx="508000" cy="3612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874F01F-2612-15CF-6110-0CD948F48127}"/>
                </a:ext>
              </a:extLst>
            </p:cNvPr>
            <p:cNvSpPr txBox="1"/>
            <p:nvPr/>
          </p:nvSpPr>
          <p:spPr>
            <a:xfrm>
              <a:off x="8784904" y="2949929"/>
              <a:ext cx="970844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Roboto Mono" panose="00000009000000000000" pitchFamily="49" charset="0"/>
                  <a:ea typeface="Roboto Mono" panose="00000009000000000000" pitchFamily="49" charset="0"/>
                </a:rPr>
                <a:t>head3</a:t>
              </a:r>
            </a:p>
          </p:txBody>
        </p:sp>
        <p:cxnSp>
          <p:nvCxnSpPr>
            <p:cNvPr id="73" name="Connector: Curved 72">
              <a:extLst>
                <a:ext uri="{FF2B5EF4-FFF2-40B4-BE49-F238E27FC236}">
                  <a16:creationId xmlns:a16="http://schemas.microsoft.com/office/drawing/2014/main" id="{663F97BE-A838-F302-9B0F-DE3D4F2A58F4}"/>
                </a:ext>
              </a:extLst>
            </p:cNvPr>
            <p:cNvCxnSpPr>
              <a:cxnSpLocks/>
              <a:stCxn id="72" idx="2"/>
              <a:endCxn id="71" idx="0"/>
            </p:cNvCxnSpPr>
            <p:nvPr/>
          </p:nvCxnSpPr>
          <p:spPr>
            <a:xfrm rot="5400000">
              <a:off x="8500024" y="3632363"/>
              <a:ext cx="1083405" cy="457200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00B05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or: Curved 74">
              <a:extLst>
                <a:ext uri="{FF2B5EF4-FFF2-40B4-BE49-F238E27FC236}">
                  <a16:creationId xmlns:a16="http://schemas.microsoft.com/office/drawing/2014/main" id="{3FAB865A-F041-0EA9-80EA-A6E26EAE5FD9}"/>
                </a:ext>
              </a:extLst>
            </p:cNvPr>
            <p:cNvCxnSpPr>
              <a:cxnSpLocks/>
              <a:stCxn id="71" idx="2"/>
              <a:endCxn id="68" idx="1"/>
            </p:cNvCxnSpPr>
            <p:nvPr/>
          </p:nvCxnSpPr>
          <p:spPr>
            <a:xfrm rot="16200000" flipH="1">
              <a:off x="9086882" y="4490155"/>
              <a:ext cx="423333" cy="970844"/>
            </a:xfrm>
            <a:prstGeom prst="curvedConnector2">
              <a:avLst/>
            </a:prstGeom>
            <a:ln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or: Curved 75">
              <a:extLst>
                <a:ext uri="{FF2B5EF4-FFF2-40B4-BE49-F238E27FC236}">
                  <a16:creationId xmlns:a16="http://schemas.microsoft.com/office/drawing/2014/main" id="{5946A19A-7A3A-B578-4AAB-7EA618FE8C1E}"/>
                </a:ext>
              </a:extLst>
            </p:cNvPr>
            <p:cNvCxnSpPr>
              <a:cxnSpLocks/>
              <a:stCxn id="68" idx="3"/>
              <a:endCxn id="70" idx="2"/>
            </p:cNvCxnSpPr>
            <p:nvPr/>
          </p:nvCxnSpPr>
          <p:spPr>
            <a:xfrm flipV="1">
              <a:off x="10291970" y="4400720"/>
              <a:ext cx="259644" cy="786524"/>
            </a:xfrm>
            <a:prstGeom prst="curvedConnector2">
              <a:avLst/>
            </a:prstGeom>
            <a:ln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: Curved 76">
              <a:extLst>
                <a:ext uri="{FF2B5EF4-FFF2-40B4-BE49-F238E27FC236}">
                  <a16:creationId xmlns:a16="http://schemas.microsoft.com/office/drawing/2014/main" id="{2C2DDAC9-711A-E006-8346-6518A4C6B567}"/>
                </a:ext>
              </a:extLst>
            </p:cNvPr>
            <p:cNvCxnSpPr>
              <a:cxnSpLocks/>
              <a:stCxn id="70" idx="3"/>
              <a:endCxn id="67" idx="2"/>
            </p:cNvCxnSpPr>
            <p:nvPr/>
          </p:nvCxnSpPr>
          <p:spPr>
            <a:xfrm flipV="1">
              <a:off x="10805614" y="3609622"/>
              <a:ext cx="570090" cy="610476"/>
            </a:xfrm>
            <a:prstGeom prst="curvedConnector2">
              <a:avLst/>
            </a:prstGeom>
            <a:ln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8D8B6EDC-DF3D-4BF8-E146-AED96A2D38A6}"/>
              </a:ext>
            </a:extLst>
          </p:cNvPr>
          <p:cNvSpPr/>
          <p:nvPr/>
        </p:nvSpPr>
        <p:spPr>
          <a:xfrm>
            <a:off x="442419" y="3081869"/>
            <a:ext cx="4189518" cy="30480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73E5D08-5FF2-4DAC-F071-4B29B7AD343E}"/>
              </a:ext>
            </a:extLst>
          </p:cNvPr>
          <p:cNvSpPr/>
          <p:nvPr/>
        </p:nvSpPr>
        <p:spPr>
          <a:xfrm>
            <a:off x="5302138" y="3081869"/>
            <a:ext cx="2308182" cy="30480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5149EFA-12C1-7285-EE4A-699AFC232008}"/>
              </a:ext>
            </a:extLst>
          </p:cNvPr>
          <p:cNvSpPr/>
          <p:nvPr/>
        </p:nvSpPr>
        <p:spPr>
          <a:xfrm>
            <a:off x="8290672" y="3081869"/>
            <a:ext cx="3698128" cy="30480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B8960-B52E-26C6-6D4A-C31A67A4D559}"/>
              </a:ext>
            </a:extLst>
          </p:cNvPr>
          <p:cNvSpPr txBox="1"/>
          <p:nvPr/>
        </p:nvSpPr>
        <p:spPr>
          <a:xfrm>
            <a:off x="1255477" y="2675712"/>
            <a:ext cx="2810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CB4B16"/>
                </a:solidFill>
                <a:latin typeface="Roboto Mono" panose="00000009000000000000" pitchFamily="49" charset="0"/>
              </a:rPr>
              <a:t>LinkedList</a:t>
            </a:r>
            <a:r>
              <a:rPr lang="en-US" sz="2000" dirty="0">
                <a:latin typeface="Roboto Mono" panose="00000009000000000000" pitchFamily="49" charset="0"/>
                <a:ea typeface="Roboto Mono" panose="00000009000000000000" pitchFamily="49" charset="0"/>
              </a:rPr>
              <a:t> list1;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F4709-8937-300E-014A-27765CFB200A}"/>
              </a:ext>
            </a:extLst>
          </p:cNvPr>
          <p:cNvSpPr txBox="1"/>
          <p:nvPr/>
        </p:nvSpPr>
        <p:spPr>
          <a:xfrm>
            <a:off x="5067229" y="2670011"/>
            <a:ext cx="2810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CB4B16"/>
                </a:solidFill>
                <a:latin typeface="Roboto Mono" panose="00000009000000000000" pitchFamily="49" charset="0"/>
              </a:rPr>
              <a:t>LinkedList</a:t>
            </a:r>
            <a:r>
              <a:rPr lang="en-US" sz="2000" dirty="0">
                <a:latin typeface="Roboto Mono" panose="00000009000000000000" pitchFamily="49" charset="0"/>
                <a:ea typeface="Roboto Mono" panose="00000009000000000000" pitchFamily="49" charset="0"/>
              </a:rPr>
              <a:t> list2;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23477-56C9-7571-EE50-88623947EB61}"/>
              </a:ext>
            </a:extLst>
          </p:cNvPr>
          <p:cNvSpPr txBox="1"/>
          <p:nvPr/>
        </p:nvSpPr>
        <p:spPr>
          <a:xfrm>
            <a:off x="8734269" y="2664345"/>
            <a:ext cx="2810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CB4B16"/>
                </a:solidFill>
                <a:latin typeface="Roboto Mono" panose="00000009000000000000" pitchFamily="49" charset="0"/>
              </a:rPr>
              <a:t>LinkedList</a:t>
            </a:r>
            <a:r>
              <a:rPr lang="en-US" sz="2000" dirty="0">
                <a:latin typeface="Roboto Mono" panose="00000009000000000000" pitchFamily="49" charset="0"/>
                <a:ea typeface="Roboto Mono" panose="00000009000000000000" pitchFamily="49" charset="0"/>
              </a:rPr>
              <a:t> list3;</a:t>
            </a:r>
          </a:p>
        </p:txBody>
      </p:sp>
    </p:spTree>
    <p:extLst>
      <p:ext uri="{BB962C8B-B14F-4D97-AF65-F5344CB8AC3E}">
        <p14:creationId xmlns:p14="http://schemas.microsoft.com/office/powerpoint/2010/main" val="461209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5AF794-2FF7-425F-BBDA-B0600AEAD8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Understanding Behaviors of a LL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E85EB-A8BE-BF84-E596-F44D9DCBBC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 will use the Queue ADT to understand this. </a:t>
            </a:r>
          </a:p>
          <a:p>
            <a:r>
              <a:rPr lang="en-US" dirty="0"/>
              <a:t>This is also what you have to do in this week’s lab.</a:t>
            </a:r>
          </a:p>
        </p:txBody>
      </p:sp>
    </p:spTree>
    <p:extLst>
      <p:ext uri="{BB962C8B-B14F-4D97-AF65-F5344CB8AC3E}">
        <p14:creationId xmlns:p14="http://schemas.microsoft.com/office/powerpoint/2010/main" val="1732012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C0FFE5-0CF6-A063-59AE-D1D525B249ED}"/>
              </a:ext>
            </a:extLst>
          </p:cNvPr>
          <p:cNvSpPr txBox="1"/>
          <p:nvPr/>
        </p:nvSpPr>
        <p:spPr>
          <a:xfrm>
            <a:off x="1298222" y="1720840"/>
            <a:ext cx="95955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// For now, let the members be public.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// We will later see how to make Node "private" somehow.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Node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m_data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Node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m_next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/* Because your members are public, 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you can directly initialize them.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No need for a constructor. */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5" y="203687"/>
            <a:ext cx="119429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Here is our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Node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.</a:t>
            </a: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I have set the members here public, but they could easily be private as well. </a:t>
            </a: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If you are using private, you will need getters and setters for both the data members.</a:t>
            </a:r>
            <a:endParaRPr lang="en-US" sz="2000" i="1" dirty="0">
              <a:solidFill>
                <a:srgbClr val="FF0000"/>
              </a:solidFill>
              <a:ea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950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C0FFE5-0CF6-A063-59AE-D1D525B249ED}"/>
              </a:ext>
            </a:extLst>
          </p:cNvPr>
          <p:cNvSpPr txBox="1"/>
          <p:nvPr/>
        </p:nvSpPr>
        <p:spPr>
          <a:xfrm>
            <a:off x="1298221" y="2252879"/>
            <a:ext cx="95955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Node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m_front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     // dequeuing from here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Node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m_rear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      // enqueuing from here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m_front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nullptr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m_rear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nullptr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dirty="0">
                <a:solidFill>
                  <a:srgbClr val="333333"/>
                </a:solidFill>
                <a:latin typeface="Cascadia Mono" panose="020B0609020000020004" pitchFamily="49" charset="0"/>
              </a:rPr>
              <a:t>    </a:t>
            </a:r>
            <a:r>
              <a:rPr lang="en-US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// Class def is incomplete.</a:t>
            </a:r>
          </a:p>
          <a:p>
            <a:r>
              <a:rPr lang="en-US" i="1" dirty="0">
                <a:solidFill>
                  <a:srgbClr val="AAAAAA"/>
                </a:solidFill>
                <a:latin typeface="Cascadia Mono" panose="020B0609020000020004" pitchFamily="49" charset="0"/>
              </a:rPr>
              <a:t>    // </a:t>
            </a:r>
            <a:r>
              <a:rPr lang="en-US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More functions coming…</a:t>
            </a: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5" y="203687"/>
            <a:ext cx="119429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Next is our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000" b="1" dirty="0" err="1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LLQueue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.</a:t>
            </a: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Instead of a head pointer, I have a front (just renamed to reflect the Queue ADT more accurately).</a:t>
            </a: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Additionally, I also have a rear pointer.</a:t>
            </a:r>
          </a:p>
          <a:p>
            <a:endParaRPr lang="en-US" sz="2000" i="1" dirty="0">
              <a:solidFill>
                <a:schemeClr val="accent1"/>
              </a:solidFill>
              <a:ea typeface="Roboto Mono" panose="00000009000000000000" pitchFamily="49" charset="0"/>
            </a:endParaRPr>
          </a:p>
          <a:p>
            <a:r>
              <a:rPr lang="en-US" sz="2000" b="1" i="1" dirty="0">
                <a:solidFill>
                  <a:schemeClr val="accent1"/>
                </a:solidFill>
                <a:ea typeface="Roboto Mono" panose="00000009000000000000" pitchFamily="49" charset="0"/>
              </a:rPr>
              <a:t>Note: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Regular linked lists may also have a tail pointer alongside the head pointer.</a:t>
            </a:r>
          </a:p>
        </p:txBody>
      </p:sp>
    </p:spTree>
    <p:extLst>
      <p:ext uri="{BB962C8B-B14F-4D97-AF65-F5344CB8AC3E}">
        <p14:creationId xmlns:p14="http://schemas.microsoft.com/office/powerpoint/2010/main" val="6976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C0FFE5-0CF6-A063-59AE-D1D525B249ED}"/>
              </a:ext>
            </a:extLst>
          </p:cNvPr>
          <p:cNvSpPr txBox="1"/>
          <p:nvPr/>
        </p:nvSpPr>
        <p:spPr>
          <a:xfrm>
            <a:off x="124535" y="1505395"/>
            <a:ext cx="611857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Node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m_front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4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     // dequeuing from here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Node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m_rear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4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      // enqueuing from here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m_front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nullptr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m_rear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nullptr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dirty="0">
                <a:solidFill>
                  <a:srgbClr val="333333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// Class def is incomplete.</a:t>
            </a:r>
          </a:p>
          <a:p>
            <a:r>
              <a:rPr lang="en-US" sz="1400" i="1" dirty="0">
                <a:solidFill>
                  <a:srgbClr val="AAAAAA"/>
                </a:solidFill>
                <a:latin typeface="Cascadia Mono" panose="020B0609020000020004" pitchFamily="49" charset="0"/>
              </a:rPr>
              <a:t>    // </a:t>
            </a:r>
            <a:r>
              <a:rPr lang="en-US" sz="14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More functions coming…</a:t>
            </a:r>
          </a:p>
          <a:p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5" y="203687"/>
            <a:ext cx="119429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This is what we’ll have when we create our </a:t>
            </a:r>
            <a:r>
              <a:rPr lang="en-US" sz="2000" b="1" dirty="0" err="1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LLQueue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object</a:t>
            </a:r>
          </a:p>
          <a:p>
            <a:endParaRPr lang="en-US" sz="2000" i="1" dirty="0">
              <a:solidFill>
                <a:schemeClr val="accent1"/>
              </a:solidFill>
              <a:ea typeface="Roboto Mono" panose="00000009000000000000" pitchFamily="49" charset="0"/>
            </a:endParaRP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Note that both the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front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and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rear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pointers are part of the same object (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queue1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in this example).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33F322-AD21-B327-595A-94794CA298AB}"/>
              </a:ext>
            </a:extLst>
          </p:cNvPr>
          <p:cNvSpPr txBox="1"/>
          <p:nvPr/>
        </p:nvSpPr>
        <p:spPr>
          <a:xfrm>
            <a:off x="7394223" y="1859339"/>
            <a:ext cx="29351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</a:p>
          <a:p>
            <a:r>
              <a:rPr lang="fr-FR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44C0794B-7461-EF57-F34D-413B31F6F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767698"/>
              </p:ext>
            </p:extLst>
          </p:nvPr>
        </p:nvGraphicFramePr>
        <p:xfrm>
          <a:off x="7584857" y="4520104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Node*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FCC71D7-7623-F728-EF70-E74C49E41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353054"/>
              </p:ext>
            </p:extLst>
          </p:nvPr>
        </p:nvGraphicFramePr>
        <p:xfrm>
          <a:off x="9135696" y="4520104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Node*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A45195A-061C-5E76-A261-2AB4E51C1123}"/>
              </a:ext>
            </a:extLst>
          </p:cNvPr>
          <p:cNvSpPr txBox="1"/>
          <p:nvPr/>
        </p:nvSpPr>
        <p:spPr>
          <a:xfrm>
            <a:off x="8363555" y="3967608"/>
            <a:ext cx="1112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4EC098-A477-D682-7A25-90489F453CEA}"/>
              </a:ext>
            </a:extLst>
          </p:cNvPr>
          <p:cNvSpPr/>
          <p:nvPr/>
        </p:nvSpPr>
        <p:spPr>
          <a:xfrm>
            <a:off x="7284938" y="4336939"/>
            <a:ext cx="3191151" cy="1460941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975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FBBE1-FAE9-39E5-3CEF-516C8ADFA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Behaviors of the Queue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66202-C2D0-B078-D8B7-8F183E71E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These are the behaviors that we need to implement.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void </a:t>
            </a:r>
            <a:r>
              <a:rPr lang="en-US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enqueue(</a:t>
            </a:r>
            <a:r>
              <a:rPr lang="en-US" b="1" dirty="0" err="1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dtype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item);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dtype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dequeue();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dtype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front() 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const</a:t>
            </a:r>
            <a:r>
              <a:rPr lang="en-US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dtype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rear() 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const</a:t>
            </a:r>
            <a:r>
              <a:rPr lang="en-US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bool </a:t>
            </a:r>
            <a:r>
              <a:rPr lang="en-US" dirty="0" err="1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is_empty</a:t>
            </a:r>
            <a:r>
              <a:rPr lang="en-US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 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const</a:t>
            </a:r>
            <a:r>
              <a:rPr lang="en-US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endParaRPr lang="en-US" dirty="0"/>
          </a:p>
          <a:p>
            <a:r>
              <a:rPr lang="en-US" dirty="0"/>
              <a:t>Could be others as well that could improve quality of life.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58F228-AFF5-41AC-0769-60E8EB979194}"/>
              </a:ext>
            </a:extLst>
          </p:cNvPr>
          <p:cNvSpPr txBox="1"/>
          <p:nvPr/>
        </p:nvSpPr>
        <p:spPr>
          <a:xfrm>
            <a:off x="7581417" y="3401129"/>
            <a:ext cx="36113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Note</a:t>
            </a:r>
            <a:endParaRPr lang="en-US" b="1" i="1" u="sng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dtype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i="1" dirty="0"/>
              <a:t>refers to the data type of the elements that make up the linked list (or queue in this case).</a:t>
            </a:r>
          </a:p>
        </p:txBody>
      </p:sp>
    </p:spTree>
    <p:extLst>
      <p:ext uri="{BB962C8B-B14F-4D97-AF65-F5344CB8AC3E}">
        <p14:creationId xmlns:p14="http://schemas.microsoft.com/office/powerpoint/2010/main" val="291242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5" y="203687"/>
            <a:ext cx="119429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Now let’s see what should happen when we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queue1.enqueue(5)</a:t>
            </a: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A Node should be instantiated with the user’s input.</a:t>
            </a: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This Node will be the front and rear of the queue object.</a:t>
            </a:r>
            <a:endParaRPr lang="en-US" sz="2000" b="1" dirty="0">
              <a:solidFill>
                <a:schemeClr val="accent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44C0794B-7461-EF57-F34D-413B31F6F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676360"/>
              </p:ext>
            </p:extLst>
          </p:nvPr>
        </p:nvGraphicFramePr>
        <p:xfrm>
          <a:off x="5224719" y="4563298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FCC71D7-7623-F728-EF70-E74C49E41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232314"/>
              </p:ext>
            </p:extLst>
          </p:nvPr>
        </p:nvGraphicFramePr>
        <p:xfrm>
          <a:off x="6999678" y="4559662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5AE56DD-ACB9-EC98-0BE9-2208A4E7666A}"/>
              </a:ext>
            </a:extLst>
          </p:cNvPr>
          <p:cNvSpPr/>
          <p:nvPr/>
        </p:nvSpPr>
        <p:spPr>
          <a:xfrm>
            <a:off x="4792886" y="2159536"/>
            <a:ext cx="3701516" cy="3655385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BA79D3-6375-4F37-D47D-575D595DB6A6}"/>
              </a:ext>
            </a:extLst>
          </p:cNvPr>
          <p:cNvSpPr txBox="1"/>
          <p:nvPr/>
        </p:nvSpPr>
        <p:spPr>
          <a:xfrm>
            <a:off x="9256531" y="987775"/>
            <a:ext cx="281093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92AC4890-A780-8B58-7825-0D927E0CC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742729"/>
              </p:ext>
            </p:extLst>
          </p:nvPr>
        </p:nvGraphicFramePr>
        <p:xfrm>
          <a:off x="5756165" y="2186622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6A5425C6-147D-8AC5-BD67-0FEFEA20F9E3}"/>
              </a:ext>
            </a:extLst>
          </p:cNvPr>
          <p:cNvCxnSpPr>
            <a:cxnSpLocks/>
            <a:stCxn id="4" idx="1"/>
            <a:endCxn id="11" idx="1"/>
          </p:cNvCxnSpPr>
          <p:nvPr/>
        </p:nvCxnSpPr>
        <p:spPr>
          <a:xfrm rot="10800000" flipH="1">
            <a:off x="5224719" y="2786062"/>
            <a:ext cx="531446" cy="2333496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91A83C7-60BB-CA19-2E41-907C8DF97CF6}"/>
              </a:ext>
            </a:extLst>
          </p:cNvPr>
          <p:cNvCxnSpPr>
            <a:cxnSpLocks/>
            <a:stCxn id="7" idx="3"/>
            <a:endCxn id="11" idx="3"/>
          </p:cNvCxnSpPr>
          <p:nvPr/>
        </p:nvCxnSpPr>
        <p:spPr>
          <a:xfrm flipH="1" flipV="1">
            <a:off x="7531124" y="2786062"/>
            <a:ext cx="531446" cy="2329860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7">
            <a:extLst>
              <a:ext uri="{FF2B5EF4-FFF2-40B4-BE49-F238E27FC236}">
                <a16:creationId xmlns:a16="http://schemas.microsoft.com/office/drawing/2014/main" id="{F62F959F-B982-2B2E-D7D2-62BE90C51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329439"/>
              </p:ext>
            </p:extLst>
          </p:nvPr>
        </p:nvGraphicFramePr>
        <p:xfrm>
          <a:off x="647601" y="3420509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25" name="Table 7">
            <a:extLst>
              <a:ext uri="{FF2B5EF4-FFF2-40B4-BE49-F238E27FC236}">
                <a16:creationId xmlns:a16="http://schemas.microsoft.com/office/drawing/2014/main" id="{10EE3662-35AF-2E84-FC18-EDB33CD19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310718"/>
              </p:ext>
            </p:extLst>
          </p:nvPr>
        </p:nvGraphicFramePr>
        <p:xfrm>
          <a:off x="2198440" y="3420509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E4CD4D76-6F24-334F-BAA0-0CB3D6B8ABA0}"/>
              </a:ext>
            </a:extLst>
          </p:cNvPr>
          <p:cNvSpPr/>
          <p:nvPr/>
        </p:nvSpPr>
        <p:spPr>
          <a:xfrm>
            <a:off x="347682" y="3237344"/>
            <a:ext cx="3191151" cy="1460941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8166C79F-9256-5387-DB8A-E2D91A059CDE}"/>
              </a:ext>
            </a:extLst>
          </p:cNvPr>
          <p:cNvSpPr/>
          <p:nvPr/>
        </p:nvSpPr>
        <p:spPr>
          <a:xfrm>
            <a:off x="3970665" y="3715223"/>
            <a:ext cx="471795" cy="5440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5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5" y="203687"/>
            <a:ext cx="11942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Now what should the function look like for this to happen </a:t>
            </a: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(I’ve removed all the other stuff from the class that we saw before).</a:t>
            </a:r>
            <a:endParaRPr lang="en-US" sz="2000" b="1" dirty="0">
              <a:solidFill>
                <a:schemeClr val="accent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44C0794B-7461-EF57-F34D-413B31F6F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385214"/>
              </p:ext>
            </p:extLst>
          </p:nvPr>
        </p:nvGraphicFramePr>
        <p:xfrm>
          <a:off x="8797781" y="5239488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FCC71D7-7623-F728-EF70-E74C49E41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055267"/>
              </p:ext>
            </p:extLst>
          </p:nvPr>
        </p:nvGraphicFramePr>
        <p:xfrm>
          <a:off x="10572740" y="5235852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5AE56DD-ACB9-EC98-0BE9-2208A4E7666A}"/>
              </a:ext>
            </a:extLst>
          </p:cNvPr>
          <p:cNvSpPr/>
          <p:nvPr/>
        </p:nvSpPr>
        <p:spPr>
          <a:xfrm>
            <a:off x="8365948" y="2835726"/>
            <a:ext cx="3701516" cy="3655385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BA79D3-6375-4F37-D47D-575D595DB6A6}"/>
              </a:ext>
            </a:extLst>
          </p:cNvPr>
          <p:cNvSpPr txBox="1"/>
          <p:nvPr/>
        </p:nvSpPr>
        <p:spPr>
          <a:xfrm>
            <a:off x="9256531" y="203687"/>
            <a:ext cx="281093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92AC4890-A780-8B58-7825-0D927E0CC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823841"/>
              </p:ext>
            </p:extLst>
          </p:nvPr>
        </p:nvGraphicFramePr>
        <p:xfrm>
          <a:off x="9329227" y="2862812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6A5425C6-147D-8AC5-BD67-0FEFEA20F9E3}"/>
              </a:ext>
            </a:extLst>
          </p:cNvPr>
          <p:cNvCxnSpPr>
            <a:cxnSpLocks/>
            <a:stCxn id="4" idx="1"/>
            <a:endCxn id="11" idx="1"/>
          </p:cNvCxnSpPr>
          <p:nvPr/>
        </p:nvCxnSpPr>
        <p:spPr>
          <a:xfrm rot="10800000" flipH="1">
            <a:off x="8797781" y="3462252"/>
            <a:ext cx="531446" cy="2333496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91A83C7-60BB-CA19-2E41-907C8DF97CF6}"/>
              </a:ext>
            </a:extLst>
          </p:cNvPr>
          <p:cNvCxnSpPr>
            <a:cxnSpLocks/>
            <a:stCxn id="7" idx="3"/>
            <a:endCxn id="11" idx="3"/>
          </p:cNvCxnSpPr>
          <p:nvPr/>
        </p:nvCxnSpPr>
        <p:spPr>
          <a:xfrm flipH="1" flipV="1">
            <a:off x="11104186" y="3462252"/>
            <a:ext cx="531446" cy="2329860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F3BFCE9-720D-BF2A-79D6-9F2888DE2E9B}"/>
              </a:ext>
            </a:extLst>
          </p:cNvPr>
          <p:cNvSpPr txBox="1"/>
          <p:nvPr/>
        </p:nvSpPr>
        <p:spPr>
          <a:xfrm>
            <a:off x="124534" y="1076983"/>
            <a:ext cx="699790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void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data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    // Create a Node object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Node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newNode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data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nullptr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    // Two situations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    // 1- Empty linked list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if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m_front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nullptr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m_rear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nullptr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m_front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newNode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m_rear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newNode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    // 2- Not empty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48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5" y="203687"/>
            <a:ext cx="11942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After this function finishes, I return to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main()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.</a:t>
            </a:r>
          </a:p>
          <a:p>
            <a:r>
              <a:rPr lang="en-US" sz="2000" i="1" dirty="0">
                <a:solidFill>
                  <a:srgbClr val="FF0000"/>
                </a:solidFill>
                <a:ea typeface="Roboto Mono" panose="00000009000000000000" pitchFamily="49" charset="0"/>
              </a:rPr>
              <a:t>What will happen to the Node object that I created within </a:t>
            </a:r>
            <a:r>
              <a:rPr lang="en-US" sz="2000" b="1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enqueue()</a:t>
            </a:r>
            <a:r>
              <a:rPr lang="en-US" sz="2000" i="1" dirty="0">
                <a:solidFill>
                  <a:srgbClr val="FF0000"/>
                </a:solidFill>
                <a:ea typeface="Roboto Mono" panose="00000009000000000000" pitchFamily="49" charset="0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BA79D3-6375-4F37-D47D-575D595DB6A6}"/>
              </a:ext>
            </a:extLst>
          </p:cNvPr>
          <p:cNvSpPr txBox="1"/>
          <p:nvPr/>
        </p:nvSpPr>
        <p:spPr>
          <a:xfrm>
            <a:off x="9256531" y="203687"/>
            <a:ext cx="281093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BFCE9-720D-BF2A-79D6-9F2888DE2E9B}"/>
              </a:ext>
            </a:extLst>
          </p:cNvPr>
          <p:cNvSpPr txBox="1"/>
          <p:nvPr/>
        </p:nvSpPr>
        <p:spPr>
          <a:xfrm>
            <a:off x="124534" y="1076983"/>
            <a:ext cx="699790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void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data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    // Create a Node object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Node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newNode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data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nullptr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    // Two situations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    // 1- Empty linked list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if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m_front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nullptr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m_rear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nullptr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m_front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newNode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m_rear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newNode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    // 2- Not empty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CD64DE67-2F1D-4F56-531C-E2E2FA73C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423210"/>
              </p:ext>
            </p:extLst>
          </p:nvPr>
        </p:nvGraphicFramePr>
        <p:xfrm>
          <a:off x="8797781" y="5239488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9E2EA6B2-3A24-CB79-9914-D8FB04ABC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207112"/>
              </p:ext>
            </p:extLst>
          </p:nvPr>
        </p:nvGraphicFramePr>
        <p:xfrm>
          <a:off x="10572740" y="5235852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18C2B70B-59BA-95E6-3F22-A640C5355414}"/>
              </a:ext>
            </a:extLst>
          </p:cNvPr>
          <p:cNvSpPr/>
          <p:nvPr/>
        </p:nvSpPr>
        <p:spPr>
          <a:xfrm>
            <a:off x="8365948" y="2835726"/>
            <a:ext cx="3701516" cy="3655385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Table 7">
            <a:extLst>
              <a:ext uri="{FF2B5EF4-FFF2-40B4-BE49-F238E27FC236}">
                <a16:creationId xmlns:a16="http://schemas.microsoft.com/office/drawing/2014/main" id="{9E1D31B9-8A3D-F633-3D46-6547BBAC5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228800"/>
              </p:ext>
            </p:extLst>
          </p:nvPr>
        </p:nvGraphicFramePr>
        <p:xfrm>
          <a:off x="9329227" y="2862812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BD0BA1A4-EA6B-E0B9-30D6-E21AA7F24B76}"/>
              </a:ext>
            </a:extLst>
          </p:cNvPr>
          <p:cNvCxnSpPr>
            <a:cxnSpLocks/>
            <a:stCxn id="2" idx="1"/>
            <a:endCxn id="13" idx="1"/>
          </p:cNvCxnSpPr>
          <p:nvPr/>
        </p:nvCxnSpPr>
        <p:spPr>
          <a:xfrm rot="10800000" flipH="1">
            <a:off x="8797781" y="3462252"/>
            <a:ext cx="531446" cy="2333496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52DEC195-8D04-EFFB-B52F-0B8717082235}"/>
              </a:ext>
            </a:extLst>
          </p:cNvPr>
          <p:cNvCxnSpPr>
            <a:cxnSpLocks/>
            <a:stCxn id="5" idx="3"/>
            <a:endCxn id="13" idx="3"/>
          </p:cNvCxnSpPr>
          <p:nvPr/>
        </p:nvCxnSpPr>
        <p:spPr>
          <a:xfrm flipH="1" flipV="1">
            <a:off x="11104186" y="3462252"/>
            <a:ext cx="531446" cy="2329860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09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5" y="203687"/>
            <a:ext cx="11942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It’s on the stack memory, so it automatically gets deallocated.</a:t>
            </a:r>
          </a:p>
          <a:p>
            <a:r>
              <a:rPr lang="en-US" sz="2000" b="1" i="1" dirty="0">
                <a:solidFill>
                  <a:schemeClr val="accent1"/>
                </a:solidFill>
                <a:ea typeface="Roboto Mono" panose="00000009000000000000" pitchFamily="49" charset="0"/>
              </a:rPr>
              <a:t>Dangling Pointers!</a:t>
            </a:r>
            <a:endParaRPr lang="en-US" sz="2000" b="1" i="1" dirty="0">
              <a:solidFill>
                <a:srgbClr val="FF0000"/>
              </a:solidFill>
              <a:ea typeface="Roboto Mono" panose="00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BA79D3-6375-4F37-D47D-575D595DB6A6}"/>
              </a:ext>
            </a:extLst>
          </p:cNvPr>
          <p:cNvSpPr txBox="1"/>
          <p:nvPr/>
        </p:nvSpPr>
        <p:spPr>
          <a:xfrm>
            <a:off x="9256531" y="203687"/>
            <a:ext cx="281093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BFCE9-720D-BF2A-79D6-9F2888DE2E9B}"/>
              </a:ext>
            </a:extLst>
          </p:cNvPr>
          <p:cNvSpPr txBox="1"/>
          <p:nvPr/>
        </p:nvSpPr>
        <p:spPr>
          <a:xfrm>
            <a:off x="124534" y="1076983"/>
            <a:ext cx="699790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void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data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    // Create a Node object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Node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newNode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data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nullptr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    // Two situations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    // 1- Empty linked list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if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m_front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nullptr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m_rear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nullptr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m_front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newNode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m_rear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newNode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    // 2- Not empty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CF411D9A-FE4A-E5FD-BF71-35F462EFC1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144936"/>
              </p:ext>
            </p:extLst>
          </p:nvPr>
        </p:nvGraphicFramePr>
        <p:xfrm>
          <a:off x="8797781" y="5239488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D76DC7B0-D2DE-603B-5232-F5090312E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695329"/>
              </p:ext>
            </p:extLst>
          </p:nvPr>
        </p:nvGraphicFramePr>
        <p:xfrm>
          <a:off x="10572740" y="5235852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4B2EA8F2-961F-A6EB-8C99-B3E8C847CCA7}"/>
              </a:ext>
            </a:extLst>
          </p:cNvPr>
          <p:cNvSpPr/>
          <p:nvPr/>
        </p:nvSpPr>
        <p:spPr>
          <a:xfrm>
            <a:off x="8365948" y="2835726"/>
            <a:ext cx="3701516" cy="3655385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BDA0C093-B606-83D2-C21B-75EEC684A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228800"/>
              </p:ext>
            </p:extLst>
          </p:nvPr>
        </p:nvGraphicFramePr>
        <p:xfrm>
          <a:off x="9329227" y="2862812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82BD77E9-4ACE-2D3F-7739-8F490E101974}"/>
              </a:ext>
            </a:extLst>
          </p:cNvPr>
          <p:cNvCxnSpPr>
            <a:cxnSpLocks/>
            <a:stCxn id="5" idx="1"/>
            <a:endCxn id="14" idx="1"/>
          </p:cNvCxnSpPr>
          <p:nvPr/>
        </p:nvCxnSpPr>
        <p:spPr>
          <a:xfrm rot="10800000" flipH="1">
            <a:off x="8797781" y="3462252"/>
            <a:ext cx="531446" cy="2333496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BA5146D2-2387-7FCE-7C5B-34006C33A9F3}"/>
              </a:ext>
            </a:extLst>
          </p:cNvPr>
          <p:cNvCxnSpPr>
            <a:cxnSpLocks/>
            <a:stCxn id="10" idx="3"/>
            <a:endCxn id="14" idx="3"/>
          </p:cNvCxnSpPr>
          <p:nvPr/>
        </p:nvCxnSpPr>
        <p:spPr>
          <a:xfrm flipH="1" flipV="1">
            <a:off x="11104186" y="3462252"/>
            <a:ext cx="531446" cy="2329860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F3639BE5-774C-42C4-92E1-1655DC42B91B}"/>
              </a:ext>
            </a:extLst>
          </p:cNvPr>
          <p:cNvSpPr/>
          <p:nvPr/>
        </p:nvSpPr>
        <p:spPr>
          <a:xfrm>
            <a:off x="9497043" y="2670822"/>
            <a:ext cx="1439325" cy="1516355"/>
          </a:xfrm>
          <a:prstGeom prst="mathMultiply">
            <a:avLst/>
          </a:prstGeom>
          <a:solidFill>
            <a:srgbClr val="FF000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310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5" y="203687"/>
            <a:ext cx="89855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Create the Node on the heap memory (dynamically) so that it stays after the function ends.</a:t>
            </a:r>
          </a:p>
          <a:p>
            <a:r>
              <a:rPr lang="en-US" sz="2000" b="1" i="1" dirty="0">
                <a:solidFill>
                  <a:schemeClr val="accent1"/>
                </a:solidFill>
                <a:ea typeface="Roboto Mono" panose="00000009000000000000" pitchFamily="49" charset="0"/>
              </a:rPr>
              <a:t>This is an important idea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. Also, you will need to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delete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 all this memory too.</a:t>
            </a:r>
            <a:endParaRPr lang="en-US" sz="2000" i="1" dirty="0">
              <a:solidFill>
                <a:srgbClr val="FF0000"/>
              </a:solidFill>
              <a:ea typeface="Roboto Mono" panose="00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BA79D3-6375-4F37-D47D-575D595DB6A6}"/>
              </a:ext>
            </a:extLst>
          </p:cNvPr>
          <p:cNvSpPr txBox="1"/>
          <p:nvPr/>
        </p:nvSpPr>
        <p:spPr>
          <a:xfrm>
            <a:off x="9256531" y="203687"/>
            <a:ext cx="281093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BFCE9-720D-BF2A-79D6-9F2888DE2E9B}"/>
              </a:ext>
            </a:extLst>
          </p:cNvPr>
          <p:cNvSpPr txBox="1"/>
          <p:nvPr/>
        </p:nvSpPr>
        <p:spPr>
          <a:xfrm>
            <a:off x="124536" y="1299299"/>
            <a:ext cx="770996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void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data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    // Create a Node object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Node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newNode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new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Node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 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// direct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init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also possible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newNode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-&gt;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m_data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data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newNode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-&gt;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m_next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nullptr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    // Two situations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    // 1- Empty linked list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if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m_front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nullptr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m_rear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nullptr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m_front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newNode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m_rear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newNode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    // 2- Not empty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65B040CD-E187-AAA4-D0C9-B8225AF1A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015323"/>
              </p:ext>
            </p:extLst>
          </p:nvPr>
        </p:nvGraphicFramePr>
        <p:xfrm>
          <a:off x="8797781" y="5239488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698BFA5D-4EFF-14B0-22FF-96A26A9FA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155149"/>
              </p:ext>
            </p:extLst>
          </p:nvPr>
        </p:nvGraphicFramePr>
        <p:xfrm>
          <a:off x="10572740" y="5235852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8026E4E1-901C-131D-F710-FC45069C34DC}"/>
              </a:ext>
            </a:extLst>
          </p:cNvPr>
          <p:cNvSpPr/>
          <p:nvPr/>
        </p:nvSpPr>
        <p:spPr>
          <a:xfrm>
            <a:off x="8365948" y="2835726"/>
            <a:ext cx="3701516" cy="3655385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79A7BE37-7879-3FBD-0C77-510E70E8E3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587777"/>
              </p:ext>
            </p:extLst>
          </p:nvPr>
        </p:nvGraphicFramePr>
        <p:xfrm>
          <a:off x="9329227" y="2862812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163F23EA-1A4C-9A01-EEE1-419254897746}"/>
              </a:ext>
            </a:extLst>
          </p:cNvPr>
          <p:cNvCxnSpPr>
            <a:cxnSpLocks/>
            <a:stCxn id="5" idx="1"/>
            <a:endCxn id="14" idx="1"/>
          </p:cNvCxnSpPr>
          <p:nvPr/>
        </p:nvCxnSpPr>
        <p:spPr>
          <a:xfrm rot="10800000" flipH="1">
            <a:off x="8797781" y="3462252"/>
            <a:ext cx="531446" cy="2333496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4F5160F1-6B5E-E201-34F9-F77A49AEBB6E}"/>
              </a:ext>
            </a:extLst>
          </p:cNvPr>
          <p:cNvCxnSpPr>
            <a:cxnSpLocks/>
            <a:stCxn id="10" idx="3"/>
            <a:endCxn id="14" idx="3"/>
          </p:cNvCxnSpPr>
          <p:nvPr/>
        </p:nvCxnSpPr>
        <p:spPr>
          <a:xfrm flipH="1" flipV="1">
            <a:off x="11104186" y="3462252"/>
            <a:ext cx="531446" cy="2329860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32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6" y="203687"/>
            <a:ext cx="87823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Also note how I’m accessing the data members through a pointer pointing at an object (the object could be on the stack or the heap).</a:t>
            </a:r>
          </a:p>
          <a:p>
            <a:pPr algn="ctr"/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(*</a:t>
            </a:r>
            <a:r>
              <a:rPr lang="en-US" sz="2000" b="1" dirty="0" err="1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newNode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).</a:t>
            </a:r>
            <a:r>
              <a:rPr lang="en-US" sz="2000" b="1" dirty="0" err="1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m_data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chemeClr val="accent1"/>
                </a:solidFill>
                <a:ea typeface="Roboto Mono" panose="00000009000000000000" pitchFamily="49" charset="0"/>
              </a:rPr>
              <a:t>is </a:t>
            </a:r>
            <a:r>
              <a:rPr lang="en-US" sz="2000" b="1" dirty="0" err="1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newNode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-&gt;</a:t>
            </a:r>
            <a:r>
              <a:rPr lang="en-US" sz="2000" b="1" dirty="0" err="1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m_data</a:t>
            </a:r>
            <a:endParaRPr lang="en-US" sz="2000" b="1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BA79D3-6375-4F37-D47D-575D595DB6A6}"/>
              </a:ext>
            </a:extLst>
          </p:cNvPr>
          <p:cNvSpPr txBox="1"/>
          <p:nvPr/>
        </p:nvSpPr>
        <p:spPr>
          <a:xfrm>
            <a:off x="9256531" y="203687"/>
            <a:ext cx="281093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BFCE9-720D-BF2A-79D6-9F2888DE2E9B}"/>
              </a:ext>
            </a:extLst>
          </p:cNvPr>
          <p:cNvSpPr txBox="1"/>
          <p:nvPr/>
        </p:nvSpPr>
        <p:spPr>
          <a:xfrm>
            <a:off x="124536" y="1299299"/>
            <a:ext cx="770996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void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data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    // Create a Node object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Node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newNode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new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Node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 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// direct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init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also possible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newNode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-&gt;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m_data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data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newNode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-&gt;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m_next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nullptr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    // Two situations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    // 1- Empty linked list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if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m_front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nullptr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m_rear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nullptr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m_front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newNode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m_rear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newNode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    // 2- Not empty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60297DA0-2D83-D7E7-E207-66E7EC5D3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929928"/>
              </p:ext>
            </p:extLst>
          </p:nvPr>
        </p:nvGraphicFramePr>
        <p:xfrm>
          <a:off x="8797781" y="5239488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49BCBDDD-0E5E-FA9C-C8AC-6AEB92D6A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752055"/>
              </p:ext>
            </p:extLst>
          </p:nvPr>
        </p:nvGraphicFramePr>
        <p:xfrm>
          <a:off x="10572740" y="5235852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8E5CC156-3883-1D98-B2E9-17A753301475}"/>
              </a:ext>
            </a:extLst>
          </p:cNvPr>
          <p:cNvSpPr/>
          <p:nvPr/>
        </p:nvSpPr>
        <p:spPr>
          <a:xfrm>
            <a:off x="8365948" y="2835726"/>
            <a:ext cx="3701516" cy="3655385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5F0F9962-F708-5F0D-BBF3-D1D2BDD998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587777"/>
              </p:ext>
            </p:extLst>
          </p:nvPr>
        </p:nvGraphicFramePr>
        <p:xfrm>
          <a:off x="9329227" y="2862812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D5EEE160-42F2-9A5C-45FB-D5BCDD04A1B8}"/>
              </a:ext>
            </a:extLst>
          </p:cNvPr>
          <p:cNvCxnSpPr>
            <a:cxnSpLocks/>
            <a:stCxn id="5" idx="1"/>
            <a:endCxn id="14" idx="1"/>
          </p:cNvCxnSpPr>
          <p:nvPr/>
        </p:nvCxnSpPr>
        <p:spPr>
          <a:xfrm rot="10800000" flipH="1">
            <a:off x="8797781" y="3462252"/>
            <a:ext cx="531446" cy="2333496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FE15845D-368F-92CC-212B-71ABB143C9FE}"/>
              </a:ext>
            </a:extLst>
          </p:cNvPr>
          <p:cNvCxnSpPr>
            <a:cxnSpLocks/>
            <a:stCxn id="10" idx="3"/>
            <a:endCxn id="14" idx="3"/>
          </p:cNvCxnSpPr>
          <p:nvPr/>
        </p:nvCxnSpPr>
        <p:spPr>
          <a:xfrm flipH="1" flipV="1">
            <a:off x="11104186" y="3462252"/>
            <a:ext cx="531446" cy="2329860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2739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5" y="203687"/>
            <a:ext cx="119429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Let’s enqueue another object. </a:t>
            </a: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There is already a Node in our Queue. This will be handled differently.</a:t>
            </a: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Create a Node on the heap like before.</a:t>
            </a: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44C0794B-7461-EF57-F34D-413B31F6F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886443"/>
              </p:ext>
            </p:extLst>
          </p:nvPr>
        </p:nvGraphicFramePr>
        <p:xfrm>
          <a:off x="1186582" y="4528288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FCC71D7-7623-F728-EF70-E74C49E41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394351"/>
              </p:ext>
            </p:extLst>
          </p:nvPr>
        </p:nvGraphicFramePr>
        <p:xfrm>
          <a:off x="2961541" y="4524652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BA79D3-6375-4F37-D47D-575D595DB6A6}"/>
              </a:ext>
            </a:extLst>
          </p:cNvPr>
          <p:cNvSpPr txBox="1"/>
          <p:nvPr/>
        </p:nvSpPr>
        <p:spPr>
          <a:xfrm>
            <a:off x="8861779" y="987775"/>
            <a:ext cx="32056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92AC4890-A780-8B58-7825-0D927E0CC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225531"/>
              </p:ext>
            </p:extLst>
          </p:nvPr>
        </p:nvGraphicFramePr>
        <p:xfrm>
          <a:off x="1718028" y="2151612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6A5425C6-147D-8AC5-BD67-0FEFEA20F9E3}"/>
              </a:ext>
            </a:extLst>
          </p:cNvPr>
          <p:cNvCxnSpPr>
            <a:cxnSpLocks/>
            <a:stCxn id="4" idx="1"/>
            <a:endCxn id="11" idx="1"/>
          </p:cNvCxnSpPr>
          <p:nvPr/>
        </p:nvCxnSpPr>
        <p:spPr>
          <a:xfrm rot="10800000" flipH="1">
            <a:off x="1186582" y="2751052"/>
            <a:ext cx="531446" cy="2333496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91A83C7-60BB-CA19-2E41-907C8DF97CF6}"/>
              </a:ext>
            </a:extLst>
          </p:cNvPr>
          <p:cNvCxnSpPr>
            <a:cxnSpLocks/>
            <a:stCxn id="7" idx="3"/>
            <a:endCxn id="11" idx="2"/>
          </p:cNvCxnSpPr>
          <p:nvPr/>
        </p:nvCxnSpPr>
        <p:spPr>
          <a:xfrm flipH="1" flipV="1">
            <a:off x="2605507" y="3350492"/>
            <a:ext cx="1418926" cy="1730420"/>
          </a:xfrm>
          <a:prstGeom prst="curvedConnector4">
            <a:avLst>
              <a:gd name="adj1" fmla="val -16111"/>
              <a:gd name="adj2" fmla="val 66073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1BC8E553-219C-D8CD-1BBD-27DA9B717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087538"/>
              </p:ext>
            </p:extLst>
          </p:nvPr>
        </p:nvGraphicFramePr>
        <p:xfrm>
          <a:off x="4668146" y="2140658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076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5" y="203687"/>
            <a:ext cx="11942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Update the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pointer of the very last Node (that is currently at the rear) in your Queue. </a:t>
            </a: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44C0794B-7461-EF57-F34D-413B31F6F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281147"/>
              </p:ext>
            </p:extLst>
          </p:nvPr>
        </p:nvGraphicFramePr>
        <p:xfrm>
          <a:off x="1186582" y="4528288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FCC71D7-7623-F728-EF70-E74C49E41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975541"/>
              </p:ext>
            </p:extLst>
          </p:nvPr>
        </p:nvGraphicFramePr>
        <p:xfrm>
          <a:off x="2961541" y="4524652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BA79D3-6375-4F37-D47D-575D595DB6A6}"/>
              </a:ext>
            </a:extLst>
          </p:cNvPr>
          <p:cNvSpPr txBox="1"/>
          <p:nvPr/>
        </p:nvSpPr>
        <p:spPr>
          <a:xfrm>
            <a:off x="8861779" y="987775"/>
            <a:ext cx="32056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92AC4890-A780-8B58-7825-0D927E0CC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276025"/>
              </p:ext>
            </p:extLst>
          </p:nvPr>
        </p:nvGraphicFramePr>
        <p:xfrm>
          <a:off x="1718028" y="2151612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6A5425C6-147D-8AC5-BD67-0FEFEA20F9E3}"/>
              </a:ext>
            </a:extLst>
          </p:cNvPr>
          <p:cNvCxnSpPr>
            <a:cxnSpLocks/>
            <a:stCxn id="4" idx="1"/>
            <a:endCxn id="11" idx="1"/>
          </p:cNvCxnSpPr>
          <p:nvPr/>
        </p:nvCxnSpPr>
        <p:spPr>
          <a:xfrm rot="10800000" flipH="1">
            <a:off x="1186582" y="2751052"/>
            <a:ext cx="531446" cy="2333496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91A83C7-60BB-CA19-2E41-907C8DF97CF6}"/>
              </a:ext>
            </a:extLst>
          </p:cNvPr>
          <p:cNvCxnSpPr>
            <a:cxnSpLocks/>
            <a:stCxn id="7" idx="3"/>
            <a:endCxn id="11" idx="2"/>
          </p:cNvCxnSpPr>
          <p:nvPr/>
        </p:nvCxnSpPr>
        <p:spPr>
          <a:xfrm flipH="1" flipV="1">
            <a:off x="2605507" y="3350492"/>
            <a:ext cx="1418926" cy="1730420"/>
          </a:xfrm>
          <a:prstGeom prst="curvedConnector4">
            <a:avLst>
              <a:gd name="adj1" fmla="val -16111"/>
              <a:gd name="adj2" fmla="val 66073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1BC8E553-219C-D8CD-1BBD-27DA9B7178F8}"/>
              </a:ext>
            </a:extLst>
          </p:cNvPr>
          <p:cNvGraphicFramePr>
            <a:graphicFrameLocks noGrp="1"/>
          </p:cNvGraphicFramePr>
          <p:nvPr/>
        </p:nvGraphicFramePr>
        <p:xfrm>
          <a:off x="4668146" y="2140658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57DF2E3D-4CB0-91D2-1237-138F5755958F}"/>
              </a:ext>
            </a:extLst>
          </p:cNvPr>
          <p:cNvCxnSpPr>
            <a:cxnSpLocks/>
            <a:stCxn id="11" idx="3"/>
            <a:endCxn id="2" idx="1"/>
          </p:cNvCxnSpPr>
          <p:nvPr/>
        </p:nvCxnSpPr>
        <p:spPr>
          <a:xfrm flipV="1">
            <a:off x="3492987" y="2740098"/>
            <a:ext cx="1175159" cy="10954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0369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5" y="203687"/>
            <a:ext cx="11942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Finally, update the rear pointer so that it points to the newly added Node object in your Queue.</a:t>
            </a:r>
          </a:p>
          <a:p>
            <a:r>
              <a:rPr lang="en-US" sz="2000" i="1" dirty="0">
                <a:solidFill>
                  <a:srgbClr val="FF0000"/>
                </a:solidFill>
                <a:ea typeface="Roboto Mono" panose="00000009000000000000" pitchFamily="49" charset="0"/>
              </a:rPr>
              <a:t>What if you updated the rear pointer first, and then the Node object’s pointer?</a:t>
            </a: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44C0794B-7461-EF57-F34D-413B31F6F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272010"/>
              </p:ext>
            </p:extLst>
          </p:nvPr>
        </p:nvGraphicFramePr>
        <p:xfrm>
          <a:off x="1186582" y="4528288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FCC71D7-7623-F728-EF70-E74C49E41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292815"/>
              </p:ext>
            </p:extLst>
          </p:nvPr>
        </p:nvGraphicFramePr>
        <p:xfrm>
          <a:off x="5911659" y="4528288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BA79D3-6375-4F37-D47D-575D595DB6A6}"/>
              </a:ext>
            </a:extLst>
          </p:cNvPr>
          <p:cNvSpPr txBox="1"/>
          <p:nvPr/>
        </p:nvSpPr>
        <p:spPr>
          <a:xfrm>
            <a:off x="8861779" y="987775"/>
            <a:ext cx="32056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92AC4890-A780-8B58-7825-0D927E0CCC0E}"/>
              </a:ext>
            </a:extLst>
          </p:cNvPr>
          <p:cNvGraphicFramePr>
            <a:graphicFrameLocks noGrp="1"/>
          </p:cNvGraphicFramePr>
          <p:nvPr/>
        </p:nvGraphicFramePr>
        <p:xfrm>
          <a:off x="1718028" y="2151612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6A5425C6-147D-8AC5-BD67-0FEFEA20F9E3}"/>
              </a:ext>
            </a:extLst>
          </p:cNvPr>
          <p:cNvCxnSpPr>
            <a:cxnSpLocks/>
            <a:stCxn id="4" idx="1"/>
            <a:endCxn id="11" idx="1"/>
          </p:cNvCxnSpPr>
          <p:nvPr/>
        </p:nvCxnSpPr>
        <p:spPr>
          <a:xfrm rot="10800000" flipH="1">
            <a:off x="1186582" y="2751052"/>
            <a:ext cx="531446" cy="2333496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91A83C7-60BB-CA19-2E41-907C8DF97CF6}"/>
              </a:ext>
            </a:extLst>
          </p:cNvPr>
          <p:cNvCxnSpPr>
            <a:cxnSpLocks/>
            <a:stCxn id="7" idx="3"/>
            <a:endCxn id="2" idx="3"/>
          </p:cNvCxnSpPr>
          <p:nvPr/>
        </p:nvCxnSpPr>
        <p:spPr>
          <a:xfrm flipH="1" flipV="1">
            <a:off x="6443105" y="2740098"/>
            <a:ext cx="531446" cy="2344450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1BC8E553-219C-D8CD-1BBD-27DA9B7178F8}"/>
              </a:ext>
            </a:extLst>
          </p:cNvPr>
          <p:cNvGraphicFramePr>
            <a:graphicFrameLocks noGrp="1"/>
          </p:cNvGraphicFramePr>
          <p:nvPr/>
        </p:nvGraphicFramePr>
        <p:xfrm>
          <a:off x="4668146" y="2140658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57DF2E3D-4CB0-91D2-1237-138F5755958F}"/>
              </a:ext>
            </a:extLst>
          </p:cNvPr>
          <p:cNvCxnSpPr>
            <a:cxnSpLocks/>
            <a:stCxn id="11" idx="3"/>
            <a:endCxn id="2" idx="1"/>
          </p:cNvCxnSpPr>
          <p:nvPr/>
        </p:nvCxnSpPr>
        <p:spPr>
          <a:xfrm flipV="1">
            <a:off x="3492987" y="2740098"/>
            <a:ext cx="1175159" cy="10954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74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6" y="203687"/>
            <a:ext cx="7122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Let’s enqueue one more Node in our Queue object.</a:t>
            </a:r>
            <a:endParaRPr lang="en-US" sz="2000" i="1" dirty="0">
              <a:solidFill>
                <a:srgbClr val="FF0000"/>
              </a:solidFill>
              <a:ea typeface="Roboto Mono" panose="00000009000000000000" pitchFamily="49" charset="0"/>
            </a:endParaRP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44C0794B-7461-EF57-F34D-413B31F6F62A}"/>
              </a:ext>
            </a:extLst>
          </p:cNvPr>
          <p:cNvGraphicFramePr>
            <a:graphicFrameLocks noGrp="1"/>
          </p:cNvGraphicFramePr>
          <p:nvPr/>
        </p:nvGraphicFramePr>
        <p:xfrm>
          <a:off x="327526" y="4907737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FCC71D7-7623-F728-EF70-E74C49E41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347841"/>
              </p:ext>
            </p:extLst>
          </p:nvPr>
        </p:nvGraphicFramePr>
        <p:xfrm>
          <a:off x="6715295" y="4907737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92AC4890-A780-8B58-7825-0D927E0CCC0E}"/>
              </a:ext>
            </a:extLst>
          </p:cNvPr>
          <p:cNvGraphicFramePr>
            <a:graphicFrameLocks noGrp="1"/>
          </p:cNvGraphicFramePr>
          <p:nvPr/>
        </p:nvGraphicFramePr>
        <p:xfrm>
          <a:off x="858972" y="2531061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6A5425C6-147D-8AC5-BD67-0FEFEA20F9E3}"/>
              </a:ext>
            </a:extLst>
          </p:cNvPr>
          <p:cNvCxnSpPr>
            <a:cxnSpLocks/>
            <a:stCxn id="4" idx="1"/>
            <a:endCxn id="11" idx="1"/>
          </p:cNvCxnSpPr>
          <p:nvPr/>
        </p:nvCxnSpPr>
        <p:spPr>
          <a:xfrm rot="10800000" flipH="1">
            <a:off x="327526" y="3130501"/>
            <a:ext cx="531446" cy="2333496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91A83C7-60BB-CA19-2E41-907C8DF97CF6}"/>
              </a:ext>
            </a:extLst>
          </p:cNvPr>
          <p:cNvCxnSpPr>
            <a:cxnSpLocks/>
            <a:stCxn id="7" idx="3"/>
            <a:endCxn id="3" idx="3"/>
          </p:cNvCxnSpPr>
          <p:nvPr/>
        </p:nvCxnSpPr>
        <p:spPr>
          <a:xfrm flipH="1" flipV="1">
            <a:off x="7246741" y="3130501"/>
            <a:ext cx="531446" cy="2333496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1BC8E553-219C-D8CD-1BBD-27DA9B7178F8}"/>
              </a:ext>
            </a:extLst>
          </p:cNvPr>
          <p:cNvGraphicFramePr>
            <a:graphicFrameLocks noGrp="1"/>
          </p:cNvGraphicFramePr>
          <p:nvPr/>
        </p:nvGraphicFramePr>
        <p:xfrm>
          <a:off x="3165377" y="2531061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57DF2E3D-4CB0-91D2-1237-138F5755958F}"/>
              </a:ext>
            </a:extLst>
          </p:cNvPr>
          <p:cNvCxnSpPr>
            <a:cxnSpLocks/>
            <a:stCxn id="11" idx="3"/>
            <a:endCxn id="2" idx="1"/>
          </p:cNvCxnSpPr>
          <p:nvPr/>
        </p:nvCxnSpPr>
        <p:spPr>
          <a:xfrm>
            <a:off x="2633931" y="3130501"/>
            <a:ext cx="531446" cy="12700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99FAB671-84B1-4736-A526-0FABF9343856}"/>
              </a:ext>
            </a:extLst>
          </p:cNvPr>
          <p:cNvGraphicFramePr>
            <a:graphicFrameLocks noGrp="1"/>
          </p:cNvGraphicFramePr>
          <p:nvPr/>
        </p:nvGraphicFramePr>
        <p:xfrm>
          <a:off x="5471782" y="2531061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-9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043706C4-4578-370A-6D16-843C89E8BAA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4940336" y="3130501"/>
            <a:ext cx="531446" cy="12700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C3EFEAE-1D73-687D-F77D-184C0CBC2764}"/>
              </a:ext>
            </a:extLst>
          </p:cNvPr>
          <p:cNvSpPr txBox="1"/>
          <p:nvPr/>
        </p:nvSpPr>
        <p:spPr>
          <a:xfrm>
            <a:off x="7778187" y="203687"/>
            <a:ext cx="428927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(-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9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4134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6" y="203687"/>
            <a:ext cx="71222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Let’s start dequeuing now.</a:t>
            </a: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Dequeue happens from the front. So now, the rear will not change.</a:t>
            </a:r>
          </a:p>
          <a:p>
            <a:endParaRPr lang="en-US" sz="2000" i="1" dirty="0">
              <a:solidFill>
                <a:srgbClr val="FF0000"/>
              </a:solidFill>
              <a:ea typeface="Roboto Mono" panose="00000009000000000000" pitchFamily="49" charset="0"/>
            </a:endParaRP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44C0794B-7461-EF57-F34D-413B31F6F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118627"/>
              </p:ext>
            </p:extLst>
          </p:nvPr>
        </p:nvGraphicFramePr>
        <p:xfrm>
          <a:off x="327526" y="4907737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FCC71D7-7623-F728-EF70-E74C49E41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665373"/>
              </p:ext>
            </p:extLst>
          </p:nvPr>
        </p:nvGraphicFramePr>
        <p:xfrm>
          <a:off x="6715295" y="4907737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92AC4890-A780-8B58-7825-0D927E0CC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854229"/>
              </p:ext>
            </p:extLst>
          </p:nvPr>
        </p:nvGraphicFramePr>
        <p:xfrm>
          <a:off x="858972" y="2531061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6A5425C6-147D-8AC5-BD67-0FEFEA20F9E3}"/>
              </a:ext>
            </a:extLst>
          </p:cNvPr>
          <p:cNvCxnSpPr>
            <a:cxnSpLocks/>
            <a:stCxn id="4" idx="1"/>
            <a:endCxn id="11" idx="1"/>
          </p:cNvCxnSpPr>
          <p:nvPr/>
        </p:nvCxnSpPr>
        <p:spPr>
          <a:xfrm rot="10800000" flipH="1">
            <a:off x="327526" y="3130501"/>
            <a:ext cx="531446" cy="2333496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91A83C7-60BB-CA19-2E41-907C8DF97CF6}"/>
              </a:ext>
            </a:extLst>
          </p:cNvPr>
          <p:cNvCxnSpPr>
            <a:cxnSpLocks/>
            <a:stCxn id="7" idx="3"/>
            <a:endCxn id="3" idx="3"/>
          </p:cNvCxnSpPr>
          <p:nvPr/>
        </p:nvCxnSpPr>
        <p:spPr>
          <a:xfrm flipH="1" flipV="1">
            <a:off x="7246741" y="3130501"/>
            <a:ext cx="531446" cy="2333496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1BC8E553-219C-D8CD-1BBD-27DA9B717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720821"/>
              </p:ext>
            </p:extLst>
          </p:nvPr>
        </p:nvGraphicFramePr>
        <p:xfrm>
          <a:off x="3165377" y="2531061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57DF2E3D-4CB0-91D2-1237-138F5755958F}"/>
              </a:ext>
            </a:extLst>
          </p:cNvPr>
          <p:cNvCxnSpPr>
            <a:cxnSpLocks/>
            <a:stCxn id="11" idx="3"/>
            <a:endCxn id="2" idx="1"/>
          </p:cNvCxnSpPr>
          <p:nvPr/>
        </p:nvCxnSpPr>
        <p:spPr>
          <a:xfrm>
            <a:off x="2633931" y="3130501"/>
            <a:ext cx="531446" cy="12700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99FAB671-84B1-4736-A526-0FABF9343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427631"/>
              </p:ext>
            </p:extLst>
          </p:nvPr>
        </p:nvGraphicFramePr>
        <p:xfrm>
          <a:off x="5471782" y="2531061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-9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043706C4-4578-370A-6D16-843C89E8BAA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4940336" y="3130501"/>
            <a:ext cx="531446" cy="12700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C3EFEAE-1D73-687D-F77D-184C0CBC2764}"/>
              </a:ext>
            </a:extLst>
          </p:cNvPr>
          <p:cNvSpPr txBox="1"/>
          <p:nvPr/>
        </p:nvSpPr>
        <p:spPr>
          <a:xfrm>
            <a:off x="7778187" y="203687"/>
            <a:ext cx="42892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(-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9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endParaRPr lang="en-US" sz="1600" dirty="0">
              <a:solidFill>
                <a:srgbClr val="777777"/>
              </a:solidFill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&lt;&lt;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7467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5" y="203687"/>
            <a:ext cx="72983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The way we do this is that we create a temporary Node-type pointer pointing at the front of the Queue.</a:t>
            </a: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Note that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temp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is local to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enqueue()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.</a:t>
            </a:r>
            <a:endParaRPr lang="en-US" sz="2000" i="1" dirty="0">
              <a:solidFill>
                <a:srgbClr val="FF0000"/>
              </a:solidFill>
              <a:ea typeface="Roboto Mono" panose="00000009000000000000" pitchFamily="49" charset="0"/>
            </a:endParaRP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44C0794B-7461-EF57-F34D-413B31F6F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39540"/>
              </p:ext>
            </p:extLst>
          </p:nvPr>
        </p:nvGraphicFramePr>
        <p:xfrm>
          <a:off x="503675" y="5442689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FCC71D7-7623-F728-EF70-E74C49E41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450615"/>
              </p:ext>
            </p:extLst>
          </p:nvPr>
        </p:nvGraphicFramePr>
        <p:xfrm>
          <a:off x="6891444" y="5442689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92AC4890-A780-8B58-7825-0D927E0CC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283786"/>
              </p:ext>
            </p:extLst>
          </p:nvPr>
        </p:nvGraphicFramePr>
        <p:xfrm>
          <a:off x="1035121" y="3066013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6A5425C6-147D-8AC5-BD67-0FEFEA20F9E3}"/>
              </a:ext>
            </a:extLst>
          </p:cNvPr>
          <p:cNvCxnSpPr>
            <a:cxnSpLocks/>
            <a:stCxn id="4" idx="1"/>
            <a:endCxn id="11" idx="1"/>
          </p:cNvCxnSpPr>
          <p:nvPr/>
        </p:nvCxnSpPr>
        <p:spPr>
          <a:xfrm rot="10800000" flipH="1">
            <a:off x="503675" y="3665453"/>
            <a:ext cx="531446" cy="2333496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91A83C7-60BB-CA19-2E41-907C8DF97CF6}"/>
              </a:ext>
            </a:extLst>
          </p:cNvPr>
          <p:cNvCxnSpPr>
            <a:cxnSpLocks/>
            <a:stCxn id="7" idx="3"/>
            <a:endCxn id="3" idx="3"/>
          </p:cNvCxnSpPr>
          <p:nvPr/>
        </p:nvCxnSpPr>
        <p:spPr>
          <a:xfrm flipH="1" flipV="1">
            <a:off x="7422890" y="3665453"/>
            <a:ext cx="531446" cy="2333496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1BC8E553-219C-D8CD-1BBD-27DA9B717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733497"/>
              </p:ext>
            </p:extLst>
          </p:nvPr>
        </p:nvGraphicFramePr>
        <p:xfrm>
          <a:off x="3341526" y="3066013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57DF2E3D-4CB0-91D2-1237-138F5755958F}"/>
              </a:ext>
            </a:extLst>
          </p:cNvPr>
          <p:cNvCxnSpPr>
            <a:cxnSpLocks/>
            <a:stCxn id="11" idx="3"/>
            <a:endCxn id="2" idx="1"/>
          </p:cNvCxnSpPr>
          <p:nvPr/>
        </p:nvCxnSpPr>
        <p:spPr>
          <a:xfrm>
            <a:off x="2810080" y="3665453"/>
            <a:ext cx="531446" cy="12700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99FAB671-84B1-4736-A526-0FABF9343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772332"/>
              </p:ext>
            </p:extLst>
          </p:nvPr>
        </p:nvGraphicFramePr>
        <p:xfrm>
          <a:off x="5647931" y="3066013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-9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043706C4-4578-370A-6D16-843C89E8BAA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5116485" y="3665453"/>
            <a:ext cx="531446" cy="12700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E0B24E-9260-FD95-EAF6-CD937890F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798096"/>
              </p:ext>
            </p:extLst>
          </p:nvPr>
        </p:nvGraphicFramePr>
        <p:xfrm>
          <a:off x="519234" y="1621135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temp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95D3F143-5726-1F9E-B9D2-1509C8753048}"/>
              </a:ext>
            </a:extLst>
          </p:cNvPr>
          <p:cNvCxnSpPr>
            <a:cxnSpLocks/>
            <a:stCxn id="8" idx="1"/>
            <a:endCxn id="11" idx="1"/>
          </p:cNvCxnSpPr>
          <p:nvPr/>
        </p:nvCxnSpPr>
        <p:spPr>
          <a:xfrm rot="10800000" flipH="1" flipV="1">
            <a:off x="519233" y="2177395"/>
            <a:ext cx="515887" cy="1488058"/>
          </a:xfrm>
          <a:prstGeom prst="curvedConnector3">
            <a:avLst>
              <a:gd name="adj1" fmla="val -44312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93D477F-B8BD-866E-3AC4-593217E825E0}"/>
              </a:ext>
            </a:extLst>
          </p:cNvPr>
          <p:cNvSpPr txBox="1"/>
          <p:nvPr/>
        </p:nvSpPr>
        <p:spPr>
          <a:xfrm>
            <a:off x="7778187" y="203687"/>
            <a:ext cx="42892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(-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9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endParaRPr lang="en-US" sz="1600" dirty="0">
              <a:solidFill>
                <a:srgbClr val="777777"/>
              </a:solidFill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&lt;&lt;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3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5" y="203687"/>
            <a:ext cx="8737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Update your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front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pointer like so.</a:t>
            </a:r>
            <a:endParaRPr lang="en-US" sz="2000" i="1" dirty="0">
              <a:solidFill>
                <a:srgbClr val="FF0000"/>
              </a:solidFill>
              <a:ea typeface="Roboto Mono" panose="00000009000000000000" pitchFamily="49" charset="0"/>
            </a:endParaRP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44C0794B-7461-EF57-F34D-413B31F6F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800298"/>
              </p:ext>
            </p:extLst>
          </p:nvPr>
        </p:nvGraphicFramePr>
        <p:xfrm>
          <a:off x="2278634" y="5442689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FCC71D7-7623-F728-EF70-E74C49E41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133777"/>
              </p:ext>
            </p:extLst>
          </p:nvPr>
        </p:nvGraphicFramePr>
        <p:xfrm>
          <a:off x="6891444" y="5442689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92AC4890-A780-8B58-7825-0D927E0CCC0E}"/>
              </a:ext>
            </a:extLst>
          </p:cNvPr>
          <p:cNvGraphicFramePr>
            <a:graphicFrameLocks noGrp="1"/>
          </p:cNvGraphicFramePr>
          <p:nvPr/>
        </p:nvGraphicFramePr>
        <p:xfrm>
          <a:off x="1035121" y="3066013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6A5425C6-147D-8AC5-BD67-0FEFEA20F9E3}"/>
              </a:ext>
            </a:extLst>
          </p:cNvPr>
          <p:cNvCxnSpPr>
            <a:cxnSpLocks/>
            <a:stCxn id="4" idx="1"/>
            <a:endCxn id="2" idx="2"/>
          </p:cNvCxnSpPr>
          <p:nvPr/>
        </p:nvCxnSpPr>
        <p:spPr>
          <a:xfrm rot="10800000" flipH="1">
            <a:off x="2278633" y="4264893"/>
            <a:ext cx="1950371" cy="1734056"/>
          </a:xfrm>
          <a:prstGeom prst="curvedConnector4">
            <a:avLst>
              <a:gd name="adj1" fmla="val -11721"/>
              <a:gd name="adj2" fmla="val 66039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91A83C7-60BB-CA19-2E41-907C8DF97CF6}"/>
              </a:ext>
            </a:extLst>
          </p:cNvPr>
          <p:cNvCxnSpPr>
            <a:cxnSpLocks/>
            <a:stCxn id="7" idx="3"/>
            <a:endCxn id="3" idx="3"/>
          </p:cNvCxnSpPr>
          <p:nvPr/>
        </p:nvCxnSpPr>
        <p:spPr>
          <a:xfrm flipH="1" flipV="1">
            <a:off x="7422890" y="3665453"/>
            <a:ext cx="531446" cy="2333496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1BC8E553-219C-D8CD-1BBD-27DA9B7178F8}"/>
              </a:ext>
            </a:extLst>
          </p:cNvPr>
          <p:cNvGraphicFramePr>
            <a:graphicFrameLocks noGrp="1"/>
          </p:cNvGraphicFramePr>
          <p:nvPr/>
        </p:nvGraphicFramePr>
        <p:xfrm>
          <a:off x="3341526" y="3066013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57DF2E3D-4CB0-91D2-1237-138F5755958F}"/>
              </a:ext>
            </a:extLst>
          </p:cNvPr>
          <p:cNvCxnSpPr>
            <a:cxnSpLocks/>
            <a:stCxn id="11" idx="3"/>
            <a:endCxn id="2" idx="1"/>
          </p:cNvCxnSpPr>
          <p:nvPr/>
        </p:nvCxnSpPr>
        <p:spPr>
          <a:xfrm>
            <a:off x="2810080" y="3665453"/>
            <a:ext cx="531446" cy="12700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99FAB671-84B1-4736-A526-0FABF9343856}"/>
              </a:ext>
            </a:extLst>
          </p:cNvPr>
          <p:cNvGraphicFramePr>
            <a:graphicFrameLocks noGrp="1"/>
          </p:cNvGraphicFramePr>
          <p:nvPr/>
        </p:nvGraphicFramePr>
        <p:xfrm>
          <a:off x="5647931" y="3066013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-9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043706C4-4578-370A-6D16-843C89E8BAA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5116485" y="3665453"/>
            <a:ext cx="531446" cy="12700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E0B24E-9260-FD95-EAF6-CD937890FA1C}"/>
              </a:ext>
            </a:extLst>
          </p:cNvPr>
          <p:cNvGraphicFramePr>
            <a:graphicFrameLocks noGrp="1"/>
          </p:cNvGraphicFramePr>
          <p:nvPr/>
        </p:nvGraphicFramePr>
        <p:xfrm>
          <a:off x="519234" y="1621135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temp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95D3F143-5726-1F9E-B9D2-1509C8753048}"/>
              </a:ext>
            </a:extLst>
          </p:cNvPr>
          <p:cNvCxnSpPr>
            <a:cxnSpLocks/>
            <a:stCxn id="8" idx="1"/>
            <a:endCxn id="11" idx="1"/>
          </p:cNvCxnSpPr>
          <p:nvPr/>
        </p:nvCxnSpPr>
        <p:spPr>
          <a:xfrm rot="10800000" flipH="1" flipV="1">
            <a:off x="519233" y="2177395"/>
            <a:ext cx="515887" cy="1488058"/>
          </a:xfrm>
          <a:prstGeom prst="curvedConnector3">
            <a:avLst>
              <a:gd name="adj1" fmla="val -44312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941149-61C9-F311-6BBA-782F547F8F8D}"/>
              </a:ext>
            </a:extLst>
          </p:cNvPr>
          <p:cNvSpPr txBox="1"/>
          <p:nvPr/>
        </p:nvSpPr>
        <p:spPr>
          <a:xfrm>
            <a:off x="7778187" y="203687"/>
            <a:ext cx="42892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(-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9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endParaRPr lang="en-US" sz="1600" dirty="0">
              <a:solidFill>
                <a:srgbClr val="777777"/>
              </a:solidFill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&lt;&lt;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8296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5" y="203687"/>
            <a:ext cx="72983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And finally, use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temp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to deallocate the Node object that it’s pointing at.</a:t>
            </a:r>
          </a:p>
          <a:p>
            <a:endParaRPr lang="en-US" sz="2000" i="1" dirty="0">
              <a:solidFill>
                <a:schemeClr val="accent1"/>
              </a:solidFill>
              <a:ea typeface="Roboto Mono" panose="00000009000000000000" pitchFamily="49" charset="0"/>
            </a:endParaRPr>
          </a:p>
          <a:p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delete temp;</a:t>
            </a:r>
            <a:endParaRPr lang="en-US" sz="2000" b="1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44C0794B-7461-EF57-F34D-413B31F6F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601252"/>
              </p:ext>
            </p:extLst>
          </p:nvPr>
        </p:nvGraphicFramePr>
        <p:xfrm>
          <a:off x="2278634" y="5442689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FCC71D7-7623-F728-EF70-E74C49E41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601597"/>
              </p:ext>
            </p:extLst>
          </p:nvPr>
        </p:nvGraphicFramePr>
        <p:xfrm>
          <a:off x="6891444" y="5442689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92AC4890-A780-8B58-7825-0D927E0CCC0E}"/>
              </a:ext>
            </a:extLst>
          </p:cNvPr>
          <p:cNvGraphicFramePr>
            <a:graphicFrameLocks noGrp="1"/>
          </p:cNvGraphicFramePr>
          <p:nvPr/>
        </p:nvGraphicFramePr>
        <p:xfrm>
          <a:off x="1035121" y="3066013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6A5425C6-147D-8AC5-BD67-0FEFEA20F9E3}"/>
              </a:ext>
            </a:extLst>
          </p:cNvPr>
          <p:cNvCxnSpPr>
            <a:cxnSpLocks/>
            <a:stCxn id="4" idx="1"/>
            <a:endCxn id="2" idx="2"/>
          </p:cNvCxnSpPr>
          <p:nvPr/>
        </p:nvCxnSpPr>
        <p:spPr>
          <a:xfrm rot="10800000" flipH="1">
            <a:off x="2278633" y="4264893"/>
            <a:ext cx="1950371" cy="1734056"/>
          </a:xfrm>
          <a:prstGeom prst="curvedConnector4">
            <a:avLst>
              <a:gd name="adj1" fmla="val -11721"/>
              <a:gd name="adj2" fmla="val 66039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91A83C7-60BB-CA19-2E41-907C8DF97CF6}"/>
              </a:ext>
            </a:extLst>
          </p:cNvPr>
          <p:cNvCxnSpPr>
            <a:cxnSpLocks/>
            <a:stCxn id="7" idx="3"/>
            <a:endCxn id="3" idx="3"/>
          </p:cNvCxnSpPr>
          <p:nvPr/>
        </p:nvCxnSpPr>
        <p:spPr>
          <a:xfrm flipH="1" flipV="1">
            <a:off x="7422890" y="3665453"/>
            <a:ext cx="531446" cy="2333496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1BC8E553-219C-D8CD-1BBD-27DA9B7178F8}"/>
              </a:ext>
            </a:extLst>
          </p:cNvPr>
          <p:cNvGraphicFramePr>
            <a:graphicFrameLocks noGrp="1"/>
          </p:cNvGraphicFramePr>
          <p:nvPr/>
        </p:nvGraphicFramePr>
        <p:xfrm>
          <a:off x="3341526" y="3066013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57DF2E3D-4CB0-91D2-1237-138F5755958F}"/>
              </a:ext>
            </a:extLst>
          </p:cNvPr>
          <p:cNvCxnSpPr>
            <a:cxnSpLocks/>
            <a:stCxn id="11" idx="3"/>
            <a:endCxn id="2" idx="1"/>
          </p:cNvCxnSpPr>
          <p:nvPr/>
        </p:nvCxnSpPr>
        <p:spPr>
          <a:xfrm>
            <a:off x="2810080" y="3665453"/>
            <a:ext cx="531446" cy="12700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99FAB671-84B1-4736-A526-0FABF9343856}"/>
              </a:ext>
            </a:extLst>
          </p:cNvPr>
          <p:cNvGraphicFramePr>
            <a:graphicFrameLocks noGrp="1"/>
          </p:cNvGraphicFramePr>
          <p:nvPr/>
        </p:nvGraphicFramePr>
        <p:xfrm>
          <a:off x="5647931" y="3066013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-9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043706C4-4578-370A-6D16-843C89E8BAA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5116485" y="3665453"/>
            <a:ext cx="531446" cy="12700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E0B24E-9260-FD95-EAF6-CD937890FA1C}"/>
              </a:ext>
            </a:extLst>
          </p:cNvPr>
          <p:cNvGraphicFramePr>
            <a:graphicFrameLocks noGrp="1"/>
          </p:cNvGraphicFramePr>
          <p:nvPr/>
        </p:nvGraphicFramePr>
        <p:xfrm>
          <a:off x="519234" y="1621135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temp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95D3F143-5726-1F9E-B9D2-1509C8753048}"/>
              </a:ext>
            </a:extLst>
          </p:cNvPr>
          <p:cNvCxnSpPr>
            <a:cxnSpLocks/>
            <a:stCxn id="8" idx="1"/>
            <a:endCxn id="11" idx="1"/>
          </p:cNvCxnSpPr>
          <p:nvPr/>
        </p:nvCxnSpPr>
        <p:spPr>
          <a:xfrm rot="10800000" flipH="1" flipV="1">
            <a:off x="519233" y="2177395"/>
            <a:ext cx="515887" cy="1488058"/>
          </a:xfrm>
          <a:prstGeom prst="curvedConnector3">
            <a:avLst>
              <a:gd name="adj1" fmla="val -44312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3517BABE-47CC-E70D-DB5D-ED99B44C8B60}"/>
              </a:ext>
            </a:extLst>
          </p:cNvPr>
          <p:cNvSpPr/>
          <p:nvPr/>
        </p:nvSpPr>
        <p:spPr>
          <a:xfrm>
            <a:off x="1202936" y="2874787"/>
            <a:ext cx="1439325" cy="1516355"/>
          </a:xfrm>
          <a:prstGeom prst="mathMultiply">
            <a:avLst/>
          </a:prstGeom>
          <a:solidFill>
            <a:srgbClr val="FF000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E59DA0-5409-54C8-720A-81F1E6AF9DAA}"/>
              </a:ext>
            </a:extLst>
          </p:cNvPr>
          <p:cNvSpPr txBox="1"/>
          <p:nvPr/>
        </p:nvSpPr>
        <p:spPr>
          <a:xfrm>
            <a:off x="7778187" y="203687"/>
            <a:ext cx="42892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(-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9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endParaRPr lang="en-US" sz="1600" dirty="0">
              <a:solidFill>
                <a:srgbClr val="777777"/>
              </a:solidFill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&lt;&lt;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2036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6" y="203687"/>
            <a:ext cx="71327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Dequeue operation would also return the data of the Node object that was just dequeued.</a:t>
            </a:r>
          </a:p>
          <a:p>
            <a:endParaRPr lang="en-US" sz="2000" i="1" dirty="0">
              <a:solidFill>
                <a:schemeClr val="accent1"/>
              </a:solidFill>
              <a:ea typeface="Roboto Mono" panose="00000009000000000000" pitchFamily="49" charset="0"/>
            </a:endParaRP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So make sure to save that data in a temporary variable and return that from the function.</a:t>
            </a: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44C0794B-7461-EF57-F34D-413B31F6F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874046"/>
              </p:ext>
            </p:extLst>
          </p:nvPr>
        </p:nvGraphicFramePr>
        <p:xfrm>
          <a:off x="420298" y="5027911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FCC71D7-7623-F728-EF70-E74C49E41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937872"/>
              </p:ext>
            </p:extLst>
          </p:nvPr>
        </p:nvGraphicFramePr>
        <p:xfrm>
          <a:off x="5033108" y="5027911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BA79D3-6375-4F37-D47D-575D595DB6A6}"/>
              </a:ext>
            </a:extLst>
          </p:cNvPr>
          <p:cNvSpPr txBox="1"/>
          <p:nvPr/>
        </p:nvSpPr>
        <p:spPr>
          <a:xfrm>
            <a:off x="7778187" y="203687"/>
            <a:ext cx="42892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(-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9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endParaRPr lang="en-US" sz="1600" dirty="0">
              <a:solidFill>
                <a:srgbClr val="777777"/>
              </a:solidFill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&lt;&lt;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6A5425C6-147D-8AC5-BD67-0FEFEA20F9E3}"/>
              </a:ext>
            </a:extLst>
          </p:cNvPr>
          <p:cNvCxnSpPr>
            <a:cxnSpLocks/>
            <a:stCxn id="4" idx="1"/>
            <a:endCxn id="2" idx="1"/>
          </p:cNvCxnSpPr>
          <p:nvPr/>
        </p:nvCxnSpPr>
        <p:spPr>
          <a:xfrm rot="10800000" flipH="1">
            <a:off x="420297" y="3250675"/>
            <a:ext cx="773525" cy="2333496"/>
          </a:xfrm>
          <a:prstGeom prst="curvedConnector3">
            <a:avLst>
              <a:gd name="adj1" fmla="val -29553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91A83C7-60BB-CA19-2E41-907C8DF97CF6}"/>
              </a:ext>
            </a:extLst>
          </p:cNvPr>
          <p:cNvCxnSpPr>
            <a:cxnSpLocks/>
            <a:stCxn id="7" idx="3"/>
            <a:endCxn id="3" idx="3"/>
          </p:cNvCxnSpPr>
          <p:nvPr/>
        </p:nvCxnSpPr>
        <p:spPr>
          <a:xfrm flipH="1" flipV="1">
            <a:off x="5275187" y="3250675"/>
            <a:ext cx="820813" cy="2333496"/>
          </a:xfrm>
          <a:prstGeom prst="curvedConnector3">
            <a:avLst>
              <a:gd name="adj1" fmla="val -2785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1BC8E553-219C-D8CD-1BBD-27DA9B717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010591"/>
              </p:ext>
            </p:extLst>
          </p:nvPr>
        </p:nvGraphicFramePr>
        <p:xfrm>
          <a:off x="1193823" y="2651235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99FAB671-84B1-4736-A526-0FABF9343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511694"/>
              </p:ext>
            </p:extLst>
          </p:nvPr>
        </p:nvGraphicFramePr>
        <p:xfrm>
          <a:off x="3500228" y="2651235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-9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043706C4-4578-370A-6D16-843C89E8BAA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2968782" y="3250675"/>
            <a:ext cx="531446" cy="12700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751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6" y="203687"/>
            <a:ext cx="7132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Another dequeue would do the following.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BA79D3-6375-4F37-D47D-575D595DB6A6}"/>
              </a:ext>
            </a:extLst>
          </p:cNvPr>
          <p:cNvSpPr txBox="1"/>
          <p:nvPr/>
        </p:nvSpPr>
        <p:spPr>
          <a:xfrm>
            <a:off x="7778187" y="203687"/>
            <a:ext cx="428927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(-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9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endParaRPr lang="en-US" sz="1600" dirty="0">
              <a:solidFill>
                <a:srgbClr val="777777"/>
              </a:solidFill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&lt;&lt;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&lt;&lt;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graphicFrame>
        <p:nvGraphicFramePr>
          <p:cNvPr id="17" name="Table 7">
            <a:extLst>
              <a:ext uri="{FF2B5EF4-FFF2-40B4-BE49-F238E27FC236}">
                <a16:creationId xmlns:a16="http://schemas.microsoft.com/office/drawing/2014/main" id="{651B443B-28A9-BD2A-91A3-BA6949B69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230793"/>
              </p:ext>
            </p:extLst>
          </p:nvPr>
        </p:nvGraphicFramePr>
        <p:xfrm>
          <a:off x="1508319" y="4750119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8" name="Table 7">
            <a:extLst>
              <a:ext uri="{FF2B5EF4-FFF2-40B4-BE49-F238E27FC236}">
                <a16:creationId xmlns:a16="http://schemas.microsoft.com/office/drawing/2014/main" id="{C79E470F-ACD1-89E2-26D7-5822706B9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491595"/>
              </p:ext>
            </p:extLst>
          </p:nvPr>
        </p:nvGraphicFramePr>
        <p:xfrm>
          <a:off x="4778953" y="4750119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8D55F5A8-526C-0719-A283-470C9ECD4197}"/>
              </a:ext>
            </a:extLst>
          </p:cNvPr>
          <p:cNvCxnSpPr>
            <a:cxnSpLocks/>
            <a:stCxn id="17" idx="1"/>
            <a:endCxn id="21" idx="1"/>
          </p:cNvCxnSpPr>
          <p:nvPr/>
        </p:nvCxnSpPr>
        <p:spPr>
          <a:xfrm rot="10800000" flipH="1">
            <a:off x="1508318" y="2972883"/>
            <a:ext cx="1304971" cy="2333496"/>
          </a:xfrm>
          <a:prstGeom prst="curvedConnector3">
            <a:avLst>
              <a:gd name="adj1" fmla="val -17518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674A52E2-A97F-A9A3-CB9E-9236EC21621A}"/>
              </a:ext>
            </a:extLst>
          </p:cNvPr>
          <p:cNvCxnSpPr>
            <a:cxnSpLocks/>
            <a:stCxn id="18" idx="3"/>
            <a:endCxn id="21" idx="3"/>
          </p:cNvCxnSpPr>
          <p:nvPr/>
        </p:nvCxnSpPr>
        <p:spPr>
          <a:xfrm flipH="1" flipV="1">
            <a:off x="4588249" y="2972883"/>
            <a:ext cx="1253596" cy="2333496"/>
          </a:xfrm>
          <a:prstGeom prst="curvedConnector3">
            <a:avLst>
              <a:gd name="adj1" fmla="val -18236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7">
            <a:extLst>
              <a:ext uri="{FF2B5EF4-FFF2-40B4-BE49-F238E27FC236}">
                <a16:creationId xmlns:a16="http://schemas.microsoft.com/office/drawing/2014/main" id="{A6399672-4907-062C-617B-66D1CAF28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370124"/>
              </p:ext>
            </p:extLst>
          </p:nvPr>
        </p:nvGraphicFramePr>
        <p:xfrm>
          <a:off x="2813290" y="2373443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-9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38433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6" y="203687"/>
            <a:ext cx="71327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Previously, we saw how dequeue would work when there are </a:t>
            </a:r>
            <a:r>
              <a:rPr lang="en-US" sz="2000" b="1" i="1" dirty="0">
                <a:solidFill>
                  <a:schemeClr val="accent1"/>
                </a:solidFill>
                <a:ea typeface="Roboto Mono" panose="00000009000000000000" pitchFamily="49" charset="0"/>
              </a:rPr>
              <a:t>more than one Node objects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in your Queue.</a:t>
            </a:r>
          </a:p>
          <a:p>
            <a:endParaRPr lang="en-US" sz="2000" i="1" dirty="0">
              <a:solidFill>
                <a:schemeClr val="accent1"/>
              </a:solidFill>
              <a:ea typeface="Roboto Mono" panose="00000009000000000000" pitchFamily="49" charset="0"/>
            </a:endParaRP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Now, we will see how to dequeue when there is </a:t>
            </a:r>
            <a:r>
              <a:rPr lang="en-US" sz="2000" b="1" i="1" dirty="0">
                <a:solidFill>
                  <a:schemeClr val="accent1"/>
                </a:solidFill>
                <a:ea typeface="Roboto Mono" panose="00000009000000000000" pitchFamily="49" charset="0"/>
              </a:rPr>
              <a:t>only one Node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in your Queue.</a:t>
            </a: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44C0794B-7461-EF57-F34D-413B31F6F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856984"/>
              </p:ext>
            </p:extLst>
          </p:nvPr>
        </p:nvGraphicFramePr>
        <p:xfrm>
          <a:off x="1508319" y="4750119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FCC71D7-7623-F728-EF70-E74C49E41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688544"/>
              </p:ext>
            </p:extLst>
          </p:nvPr>
        </p:nvGraphicFramePr>
        <p:xfrm>
          <a:off x="4778953" y="4750119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BA79D3-6375-4F37-D47D-575D595DB6A6}"/>
              </a:ext>
            </a:extLst>
          </p:cNvPr>
          <p:cNvSpPr txBox="1"/>
          <p:nvPr/>
        </p:nvSpPr>
        <p:spPr>
          <a:xfrm>
            <a:off x="7778187" y="203687"/>
            <a:ext cx="428927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(-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9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endParaRPr lang="en-US" sz="1600" dirty="0">
              <a:solidFill>
                <a:srgbClr val="777777"/>
              </a:solidFill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&lt;&lt;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&lt;&lt;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&lt;&lt;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6A5425C6-147D-8AC5-BD67-0FEFEA20F9E3}"/>
              </a:ext>
            </a:extLst>
          </p:cNvPr>
          <p:cNvCxnSpPr>
            <a:cxnSpLocks/>
            <a:stCxn id="4" idx="1"/>
            <a:endCxn id="3" idx="1"/>
          </p:cNvCxnSpPr>
          <p:nvPr/>
        </p:nvCxnSpPr>
        <p:spPr>
          <a:xfrm rot="10800000" flipH="1">
            <a:off x="1508318" y="2972883"/>
            <a:ext cx="1304971" cy="2333496"/>
          </a:xfrm>
          <a:prstGeom prst="curvedConnector3">
            <a:avLst>
              <a:gd name="adj1" fmla="val -17518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91A83C7-60BB-CA19-2E41-907C8DF97CF6}"/>
              </a:ext>
            </a:extLst>
          </p:cNvPr>
          <p:cNvCxnSpPr>
            <a:cxnSpLocks/>
            <a:stCxn id="7" idx="3"/>
            <a:endCxn id="3" idx="3"/>
          </p:cNvCxnSpPr>
          <p:nvPr/>
        </p:nvCxnSpPr>
        <p:spPr>
          <a:xfrm flipH="1" flipV="1">
            <a:off x="4588249" y="2972883"/>
            <a:ext cx="1253596" cy="2333496"/>
          </a:xfrm>
          <a:prstGeom prst="curvedConnector3">
            <a:avLst>
              <a:gd name="adj1" fmla="val -18236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99FAB671-84B1-4736-A526-0FABF9343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482844"/>
              </p:ext>
            </p:extLst>
          </p:nvPr>
        </p:nvGraphicFramePr>
        <p:xfrm>
          <a:off x="2813290" y="2373443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-9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8079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6" y="203687"/>
            <a:ext cx="71327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I could directly deallocate the Node object using the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front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pointer.</a:t>
            </a:r>
          </a:p>
          <a:p>
            <a:endParaRPr lang="en-US" sz="2000" i="1" dirty="0">
              <a:solidFill>
                <a:schemeClr val="accent1"/>
              </a:solidFill>
              <a:ea typeface="Roboto Mono" panose="00000009000000000000" pitchFamily="49" charset="0"/>
            </a:endParaRPr>
          </a:p>
          <a:p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delete front;</a:t>
            </a: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44C0794B-7461-EF57-F34D-413B31F6F62A}"/>
              </a:ext>
            </a:extLst>
          </p:cNvPr>
          <p:cNvGraphicFramePr>
            <a:graphicFrameLocks noGrp="1"/>
          </p:cNvGraphicFramePr>
          <p:nvPr/>
        </p:nvGraphicFramePr>
        <p:xfrm>
          <a:off x="1508319" y="4750119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FCC71D7-7623-F728-EF70-E74C49E41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669282"/>
              </p:ext>
            </p:extLst>
          </p:nvPr>
        </p:nvGraphicFramePr>
        <p:xfrm>
          <a:off x="4778953" y="4750119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BA79D3-6375-4F37-D47D-575D595DB6A6}"/>
              </a:ext>
            </a:extLst>
          </p:cNvPr>
          <p:cNvSpPr txBox="1"/>
          <p:nvPr/>
        </p:nvSpPr>
        <p:spPr>
          <a:xfrm>
            <a:off x="7778187" y="203687"/>
            <a:ext cx="428927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(-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9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endParaRPr lang="en-US" sz="1600" dirty="0">
              <a:solidFill>
                <a:srgbClr val="777777"/>
              </a:solidFill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&lt;&lt;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&lt;&lt;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&lt;&lt;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6A5425C6-147D-8AC5-BD67-0FEFEA20F9E3}"/>
              </a:ext>
            </a:extLst>
          </p:cNvPr>
          <p:cNvCxnSpPr>
            <a:cxnSpLocks/>
            <a:stCxn id="4" idx="1"/>
            <a:endCxn id="3" idx="1"/>
          </p:cNvCxnSpPr>
          <p:nvPr/>
        </p:nvCxnSpPr>
        <p:spPr>
          <a:xfrm rot="10800000" flipH="1">
            <a:off x="1508318" y="2972883"/>
            <a:ext cx="1304971" cy="2333496"/>
          </a:xfrm>
          <a:prstGeom prst="curvedConnector3">
            <a:avLst>
              <a:gd name="adj1" fmla="val -17518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91A83C7-60BB-CA19-2E41-907C8DF97CF6}"/>
              </a:ext>
            </a:extLst>
          </p:cNvPr>
          <p:cNvCxnSpPr>
            <a:cxnSpLocks/>
            <a:stCxn id="7" idx="3"/>
            <a:endCxn id="3" idx="3"/>
          </p:cNvCxnSpPr>
          <p:nvPr/>
        </p:nvCxnSpPr>
        <p:spPr>
          <a:xfrm flipH="1" flipV="1">
            <a:off x="4588249" y="2972883"/>
            <a:ext cx="1253596" cy="2333496"/>
          </a:xfrm>
          <a:prstGeom prst="curvedConnector3">
            <a:avLst>
              <a:gd name="adj1" fmla="val -18236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99FAB671-84B1-4736-A526-0FABF9343856}"/>
              </a:ext>
            </a:extLst>
          </p:cNvPr>
          <p:cNvGraphicFramePr>
            <a:graphicFrameLocks noGrp="1"/>
          </p:cNvGraphicFramePr>
          <p:nvPr/>
        </p:nvGraphicFramePr>
        <p:xfrm>
          <a:off x="2813290" y="2373443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-9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BCC5EF24-879B-BC2C-A235-44DB0F316CB9}"/>
              </a:ext>
            </a:extLst>
          </p:cNvPr>
          <p:cNvSpPr/>
          <p:nvPr/>
        </p:nvSpPr>
        <p:spPr>
          <a:xfrm>
            <a:off x="2981106" y="2214705"/>
            <a:ext cx="1439325" cy="1516355"/>
          </a:xfrm>
          <a:prstGeom prst="mathMultiply">
            <a:avLst/>
          </a:prstGeom>
          <a:solidFill>
            <a:srgbClr val="FF000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60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6" y="203687"/>
            <a:ext cx="7132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Set both front and rear pointer to </a:t>
            </a:r>
            <a:r>
              <a:rPr lang="en-US" sz="2000" b="1" dirty="0" err="1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nullptr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.</a:t>
            </a:r>
            <a:endParaRPr lang="en-US" sz="2000" b="1" dirty="0">
              <a:solidFill>
                <a:schemeClr val="accent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44C0794B-7461-EF57-F34D-413B31F6F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054228"/>
              </p:ext>
            </p:extLst>
          </p:nvPr>
        </p:nvGraphicFramePr>
        <p:xfrm>
          <a:off x="1508319" y="2872740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FCC71D7-7623-F728-EF70-E74C49E41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404470"/>
              </p:ext>
            </p:extLst>
          </p:nvPr>
        </p:nvGraphicFramePr>
        <p:xfrm>
          <a:off x="4778953" y="2872740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BA79D3-6375-4F37-D47D-575D595DB6A6}"/>
              </a:ext>
            </a:extLst>
          </p:cNvPr>
          <p:cNvSpPr txBox="1"/>
          <p:nvPr/>
        </p:nvSpPr>
        <p:spPr>
          <a:xfrm>
            <a:off x="7778187" y="203687"/>
            <a:ext cx="428927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(-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9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endParaRPr lang="en-US" sz="1600" dirty="0">
              <a:solidFill>
                <a:srgbClr val="777777"/>
              </a:solidFill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&lt;&lt;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&lt;&lt;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&lt;&lt;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7BCA60-E296-FED7-79B4-8492862699F1}"/>
              </a:ext>
            </a:extLst>
          </p:cNvPr>
          <p:cNvSpPr/>
          <p:nvPr/>
        </p:nvSpPr>
        <p:spPr>
          <a:xfrm>
            <a:off x="1241612" y="2814351"/>
            <a:ext cx="4912261" cy="1229298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2AB31A-A370-A2CD-81B7-5F1D0EF7485F}"/>
              </a:ext>
            </a:extLst>
          </p:cNvPr>
          <p:cNvSpPr txBox="1"/>
          <p:nvPr/>
        </p:nvSpPr>
        <p:spPr>
          <a:xfrm>
            <a:off x="7083706" y="5042118"/>
            <a:ext cx="510829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u="sng" dirty="0"/>
              <a:t>Note</a:t>
            </a:r>
            <a:r>
              <a:rPr lang="en-US" sz="1600" b="1" i="1" dirty="0"/>
              <a:t> (self-read)</a:t>
            </a:r>
          </a:p>
          <a:p>
            <a:r>
              <a:rPr lang="en-US" sz="1600" i="1" dirty="0"/>
              <a:t>This could be one reason why you treat dequeue with a single Node as a separate case.</a:t>
            </a:r>
          </a:p>
          <a:p>
            <a:r>
              <a:rPr lang="en-US" sz="1600" i="1" dirty="0"/>
              <a:t>This is because you’re modifying the rear pointer as well.</a:t>
            </a:r>
          </a:p>
          <a:p>
            <a:r>
              <a:rPr lang="en-US" sz="1600" i="1" dirty="0"/>
              <a:t>In the previous case with multiple Node objects, you did not touch the rear pointer.</a:t>
            </a:r>
          </a:p>
        </p:txBody>
      </p:sp>
    </p:spTree>
    <p:extLst>
      <p:ext uri="{BB962C8B-B14F-4D97-AF65-F5344CB8AC3E}">
        <p14:creationId xmlns:p14="http://schemas.microsoft.com/office/powerpoint/2010/main" val="43118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6" y="203687"/>
            <a:ext cx="71327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This is another case that you will account for while dequeuing – that is </a:t>
            </a:r>
            <a:r>
              <a:rPr lang="en-US" sz="2000" b="1" i="1" dirty="0">
                <a:solidFill>
                  <a:schemeClr val="accent1"/>
                </a:solidFill>
                <a:ea typeface="Roboto Mono" panose="00000009000000000000" pitchFamily="49" charset="0"/>
              </a:rPr>
              <a:t>dequeuing when your Queue is empty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.</a:t>
            </a:r>
          </a:p>
          <a:p>
            <a:endParaRPr lang="en-US" sz="2000" i="1" dirty="0">
              <a:solidFill>
                <a:schemeClr val="accent1"/>
              </a:solidFill>
              <a:ea typeface="Roboto Mono" panose="00000009000000000000" pitchFamily="49" charset="0"/>
            </a:endParaRP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You should give an error –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“queue underflow”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.</a:t>
            </a: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Therefore, you can just print a notification and return -1 from the function for example.</a:t>
            </a: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44C0794B-7461-EF57-F34D-413B31F6F62A}"/>
              </a:ext>
            </a:extLst>
          </p:cNvPr>
          <p:cNvGraphicFramePr>
            <a:graphicFrameLocks noGrp="1"/>
          </p:cNvGraphicFramePr>
          <p:nvPr/>
        </p:nvGraphicFramePr>
        <p:xfrm>
          <a:off x="1508319" y="2872740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FCC71D7-7623-F728-EF70-E74C49E41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76081"/>
              </p:ext>
            </p:extLst>
          </p:nvPr>
        </p:nvGraphicFramePr>
        <p:xfrm>
          <a:off x="4778953" y="2872740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BA79D3-6375-4F37-D47D-575D595DB6A6}"/>
              </a:ext>
            </a:extLst>
          </p:cNvPr>
          <p:cNvSpPr txBox="1"/>
          <p:nvPr/>
        </p:nvSpPr>
        <p:spPr>
          <a:xfrm>
            <a:off x="7778187" y="203687"/>
            <a:ext cx="4289277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(-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9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endParaRPr lang="en-US" sz="1600" dirty="0">
              <a:solidFill>
                <a:srgbClr val="777777"/>
              </a:solidFill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&lt;&lt;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&lt;&lt;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&lt;&lt;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</a:p>
          <a:p>
            <a:endParaRPr lang="en-US" sz="1600" dirty="0">
              <a:solidFill>
                <a:srgbClr val="777777"/>
              </a:solidFill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   // Incorrect dequeue</a:t>
            </a:r>
            <a:endParaRPr lang="en-US" sz="1600" dirty="0">
              <a:solidFill>
                <a:srgbClr val="777777"/>
              </a:solidFill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&lt;&lt;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7BCA60-E296-FED7-79B4-8492862699F1}"/>
              </a:ext>
            </a:extLst>
          </p:cNvPr>
          <p:cNvSpPr/>
          <p:nvPr/>
        </p:nvSpPr>
        <p:spPr>
          <a:xfrm>
            <a:off x="1241612" y="2814351"/>
            <a:ext cx="4912261" cy="1229298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524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38CD-A19E-D2CB-D81A-9720CA1B8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notes (edited in for self-reading)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A2165-8C1A-35DE-D068-EF16B89A6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Please note that in all the visualizations shown earlier, the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front </a:t>
            </a:r>
            <a:r>
              <a:rPr lang="en-US" dirty="0"/>
              <a:t>and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rear </a:t>
            </a:r>
            <a:r>
              <a:rPr lang="en-US" dirty="0"/>
              <a:t>pointers are part of the </a:t>
            </a:r>
            <a:r>
              <a:rPr lang="en-US" b="1" dirty="0"/>
              <a:t>same object (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queue1</a:t>
            </a:r>
            <a:r>
              <a:rPr lang="en-US" b="1" dirty="0"/>
              <a:t>) </a:t>
            </a:r>
            <a:r>
              <a:rPr lang="en-US" dirty="0"/>
              <a:t>that belongs to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LLQueue</a:t>
            </a:r>
            <a:r>
              <a:rPr lang="en-US" dirty="0"/>
              <a:t>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90C78EB-CD7C-5F3A-8A62-0DA07A789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826835"/>
              </p:ext>
            </p:extLst>
          </p:nvPr>
        </p:nvGraphicFramePr>
        <p:xfrm>
          <a:off x="3716116" y="4276459"/>
          <a:ext cx="4759768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9884">
                  <a:extLst>
                    <a:ext uri="{9D8B030D-6E8A-4147-A177-3AD203B41FA5}">
                      <a16:colId xmlns:a16="http://schemas.microsoft.com/office/drawing/2014/main" val="4023936194"/>
                    </a:ext>
                  </a:extLst>
                </a:gridCol>
                <a:gridCol w="2379884">
                  <a:extLst>
                    <a:ext uri="{9D8B030D-6E8A-4147-A177-3AD203B41FA5}">
                      <a16:colId xmlns:a16="http://schemas.microsoft.com/office/drawing/2014/main" val="4254682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Node*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m_front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Node*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m_rear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31939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// Methods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63507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8552394-7B8C-EEDD-5EB5-08F5C5D8498F}"/>
              </a:ext>
            </a:extLst>
          </p:cNvPr>
          <p:cNvSpPr txBox="1"/>
          <p:nvPr/>
        </p:nvSpPr>
        <p:spPr>
          <a:xfrm>
            <a:off x="5356667" y="3741412"/>
            <a:ext cx="14786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queue1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056657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9F25D3E5-B877-8291-DA4E-EE7B72412B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041332"/>
              </p:ext>
            </p:extLst>
          </p:nvPr>
        </p:nvGraphicFramePr>
        <p:xfrm>
          <a:off x="1003098" y="4450079"/>
          <a:ext cx="4759768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9884">
                  <a:extLst>
                    <a:ext uri="{9D8B030D-6E8A-4147-A177-3AD203B41FA5}">
                      <a16:colId xmlns:a16="http://schemas.microsoft.com/office/drawing/2014/main" val="4023936194"/>
                    </a:ext>
                  </a:extLst>
                </a:gridCol>
                <a:gridCol w="2379884">
                  <a:extLst>
                    <a:ext uri="{9D8B030D-6E8A-4147-A177-3AD203B41FA5}">
                      <a16:colId xmlns:a16="http://schemas.microsoft.com/office/drawing/2014/main" val="4254682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Node*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m_front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Node*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m_rear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31939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// Methods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635077"/>
                  </a:ext>
                </a:extLst>
              </a:tr>
            </a:tbl>
          </a:graphicData>
        </a:graphic>
      </p:graphicFrame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18692E97-4A3B-9170-4244-CD1851F1D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318198"/>
              </p:ext>
            </p:extLst>
          </p:nvPr>
        </p:nvGraphicFramePr>
        <p:xfrm>
          <a:off x="4875387" y="2068073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0x52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2BA730FB-C65E-0718-479A-22EC0A201B58}"/>
              </a:ext>
            </a:extLst>
          </p:cNvPr>
          <p:cNvCxnSpPr>
            <a:cxnSpLocks/>
            <a:endCxn id="6" idx="1"/>
          </p:cNvCxnSpPr>
          <p:nvPr/>
        </p:nvCxnSpPr>
        <p:spPr>
          <a:xfrm rot="5400000" flipH="1" flipV="1">
            <a:off x="3074620" y="2797277"/>
            <a:ext cx="1930530" cy="1671003"/>
          </a:xfrm>
          <a:prstGeom prst="curved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FA7C3596-0525-B7D2-C7E1-F2CB70850A75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5509550" y="3266953"/>
            <a:ext cx="4866126" cy="1331090"/>
          </a:xfrm>
          <a:prstGeom prst="curved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27566E8A-AA27-4DE5-D5EF-7C6B91241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650016"/>
              </p:ext>
            </p:extLst>
          </p:nvPr>
        </p:nvGraphicFramePr>
        <p:xfrm>
          <a:off x="7181792" y="2068073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10</a:t>
                      </a:r>
                      <a:endParaRPr lang="en-US" b="1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0x64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0x52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710BBE10-0573-F65D-473D-58AB07A30313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6650346" y="2667513"/>
            <a:ext cx="531446" cy="12700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DCC42E18-D79F-595C-42C0-3FA7FC382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96113"/>
              </p:ext>
            </p:extLst>
          </p:nvPr>
        </p:nvGraphicFramePr>
        <p:xfrm>
          <a:off x="9488197" y="2068073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-9</a:t>
                      </a:r>
                      <a:endParaRPr lang="en-US" b="1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nullptr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0x64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4399E21D-75A3-EF7A-59A9-C077FDDCCE61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8956751" y="2667513"/>
            <a:ext cx="531446" cy="12700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7275740-A7E9-4194-863D-AD2E23E837C4}"/>
              </a:ext>
            </a:extLst>
          </p:cNvPr>
          <p:cNvSpPr txBox="1"/>
          <p:nvPr/>
        </p:nvSpPr>
        <p:spPr>
          <a:xfrm>
            <a:off x="690091" y="3932498"/>
            <a:ext cx="14786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LLQueue</a:t>
            </a:r>
            <a:endParaRPr lang="en-US" sz="2000" i="1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C48C06FD-726A-3FFD-BC94-7FF756B1B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Some notes (edited in for self-reading)</a:t>
            </a:r>
          </a:p>
        </p:txBody>
      </p:sp>
    </p:spTree>
    <p:extLst>
      <p:ext uri="{BB962C8B-B14F-4D97-AF65-F5344CB8AC3E}">
        <p14:creationId xmlns:p14="http://schemas.microsoft.com/office/powerpoint/2010/main" val="18670961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38CD-A19E-D2CB-D81A-9720CA1B8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notes (edited in for self-reading)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A2165-8C1A-35DE-D068-EF16B89A6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Also note, that in this example the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queue1 </a:t>
            </a:r>
            <a:r>
              <a:rPr lang="en-US" dirty="0"/>
              <a:t>object is created on the </a:t>
            </a:r>
            <a:r>
              <a:rPr lang="en-US" b="1" dirty="0"/>
              <a:t>stack memory</a:t>
            </a:r>
            <a:r>
              <a:rPr lang="en-US" dirty="0"/>
              <a:t>, so as it goes out of scope, the compiler will automatically deallocate it.</a:t>
            </a:r>
          </a:p>
          <a:p>
            <a:pPr lvl="1"/>
            <a:r>
              <a:rPr lang="en-US" dirty="0"/>
              <a:t>In order to deallocate it, the compiler will automatically call the </a:t>
            </a:r>
            <a:r>
              <a:rPr lang="en-US" dirty="0" err="1"/>
              <a:t>dtor</a:t>
            </a:r>
            <a:r>
              <a:rPr lang="en-US" dirty="0"/>
              <a:t>,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~</a:t>
            </a:r>
            <a:r>
              <a:rPr lang="en-US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LLQueue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When the </a:t>
            </a:r>
            <a:r>
              <a:rPr lang="en-US" dirty="0" err="1"/>
              <a:t>dtor</a:t>
            </a:r>
            <a:r>
              <a:rPr lang="en-US" dirty="0"/>
              <a:t> finishes execution, the object will be destroyed.</a:t>
            </a:r>
          </a:p>
          <a:p>
            <a:endParaRPr lang="en-US" dirty="0"/>
          </a:p>
          <a:p>
            <a:r>
              <a:rPr lang="en-US" dirty="0"/>
              <a:t>In your lab, the queue object was created </a:t>
            </a:r>
            <a:r>
              <a:rPr lang="en-US" b="1" dirty="0"/>
              <a:t>on the heap memory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So you must deallocate it using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delete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And when the compiler sees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delete</a:t>
            </a:r>
            <a:r>
              <a:rPr lang="en-US" dirty="0"/>
              <a:t>, it will then call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~</a:t>
            </a:r>
            <a:r>
              <a:rPr lang="en-US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LLQueue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When the </a:t>
            </a:r>
            <a:r>
              <a:rPr lang="en-US" dirty="0" err="1"/>
              <a:t>dtor</a:t>
            </a:r>
            <a:r>
              <a:rPr lang="en-US" dirty="0"/>
              <a:t> finishes execution, the object will be destroyed.</a:t>
            </a:r>
          </a:p>
        </p:txBody>
      </p:sp>
    </p:spTree>
    <p:extLst>
      <p:ext uri="{BB962C8B-B14F-4D97-AF65-F5344CB8AC3E}">
        <p14:creationId xmlns:p14="http://schemas.microsoft.com/office/powerpoint/2010/main" val="41741860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26DAC3-6EE9-7B58-E7E9-E37B0834B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Situations to account for while enqueuing and dequeuing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27D71AD-F62D-8D04-4B21-E7CC4E326A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Enqueuing has two situations.</a:t>
            </a:r>
          </a:p>
          <a:p>
            <a:endParaRPr lang="en-US" dirty="0"/>
          </a:p>
          <a:p>
            <a:r>
              <a:rPr lang="en-US" i="1" dirty="0">
                <a:solidFill>
                  <a:schemeClr val="accent1"/>
                </a:solidFill>
              </a:rPr>
              <a:t>When the queue is empty.</a:t>
            </a:r>
          </a:p>
          <a:p>
            <a:endParaRPr lang="en-US" i="1" dirty="0">
              <a:solidFill>
                <a:schemeClr val="accent1"/>
              </a:solidFill>
            </a:endParaRPr>
          </a:p>
          <a:p>
            <a:r>
              <a:rPr lang="en-US" i="1" dirty="0">
                <a:solidFill>
                  <a:schemeClr val="accent1"/>
                </a:solidFill>
              </a:rPr>
              <a:t>When the queue is not empty</a:t>
            </a:r>
            <a:r>
              <a:rPr lang="en-US" i="1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4AB226-22D0-1EA6-BCC5-AB1D306541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Dequeuing has three situations.</a:t>
            </a:r>
          </a:p>
          <a:p>
            <a:endParaRPr lang="en-US" dirty="0"/>
          </a:p>
          <a:p>
            <a:r>
              <a:rPr lang="en-US" i="1" dirty="0">
                <a:solidFill>
                  <a:schemeClr val="accent1"/>
                </a:solidFill>
              </a:rPr>
              <a:t>When the queue is empty.</a:t>
            </a:r>
          </a:p>
          <a:p>
            <a:endParaRPr lang="en-US" i="1" dirty="0">
              <a:solidFill>
                <a:schemeClr val="accent1"/>
              </a:solidFill>
            </a:endParaRPr>
          </a:p>
          <a:p>
            <a:r>
              <a:rPr lang="en-US" i="1" dirty="0">
                <a:solidFill>
                  <a:schemeClr val="accent1"/>
                </a:solidFill>
              </a:rPr>
              <a:t>When the queue has a single node.</a:t>
            </a:r>
          </a:p>
          <a:p>
            <a:endParaRPr lang="en-US" i="1" dirty="0">
              <a:solidFill>
                <a:schemeClr val="accent1"/>
              </a:solidFill>
            </a:endParaRPr>
          </a:p>
          <a:p>
            <a:r>
              <a:rPr lang="en-US" i="1" dirty="0">
                <a:solidFill>
                  <a:schemeClr val="accent1"/>
                </a:solidFill>
              </a:rPr>
              <a:t>When the queue has more than one node.</a:t>
            </a:r>
          </a:p>
        </p:txBody>
      </p:sp>
    </p:spTree>
    <p:extLst>
      <p:ext uri="{BB962C8B-B14F-4D97-AF65-F5344CB8AC3E}">
        <p14:creationId xmlns:p14="http://schemas.microsoft.com/office/powerpoint/2010/main" val="31679701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186B59-677E-3C3B-9CFA-A9D3DC023C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Freeing the memory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BA1E8C0-64C9-7C32-6A7E-1DA2F08267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You should write a destructor to ensure this.</a:t>
            </a:r>
          </a:p>
        </p:txBody>
      </p:sp>
    </p:spTree>
    <p:extLst>
      <p:ext uri="{BB962C8B-B14F-4D97-AF65-F5344CB8AC3E}">
        <p14:creationId xmlns:p14="http://schemas.microsoft.com/office/powerpoint/2010/main" val="25878811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9AFC71-F0FF-64E8-2503-089DE804D171}"/>
              </a:ext>
            </a:extLst>
          </p:cNvPr>
          <p:cNvSpPr txBox="1"/>
          <p:nvPr/>
        </p:nvSpPr>
        <p:spPr>
          <a:xfrm>
            <a:off x="124536" y="203687"/>
            <a:ext cx="71327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At the end of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main()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, the implicit destructor (provided by the compiler) gets called to destroy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queue1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.</a:t>
            </a:r>
          </a:p>
          <a:p>
            <a:endParaRPr lang="en-US" sz="2000" i="1" dirty="0">
              <a:solidFill>
                <a:schemeClr val="accent1"/>
              </a:solidFill>
              <a:ea typeface="Roboto Mono" panose="00000009000000000000" pitchFamily="49" charset="0"/>
            </a:endParaRPr>
          </a:p>
          <a:p>
            <a:r>
              <a:rPr lang="en-US" sz="2000" b="1" i="1" dirty="0">
                <a:solidFill>
                  <a:srgbClr val="FF0000"/>
                </a:solidFill>
                <a:ea typeface="Roboto Mono" panose="00000009000000000000" pitchFamily="49" charset="0"/>
              </a:rPr>
              <a:t>Are there any memory problems that could happen?</a:t>
            </a:r>
          </a:p>
          <a:p>
            <a:endParaRPr lang="en-US" sz="2000" i="1" dirty="0">
              <a:solidFill>
                <a:schemeClr val="accent1"/>
              </a:solidFill>
              <a:ea typeface="Roboto Mono" panose="00000009000000000000" pitchFamily="49" charset="0"/>
            </a:endParaRP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No, because in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dequeue()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we freed all the heap memory.</a:t>
            </a: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44C0794B-7461-EF57-F34D-413B31F6F62A}"/>
              </a:ext>
            </a:extLst>
          </p:cNvPr>
          <p:cNvGraphicFramePr>
            <a:graphicFrameLocks noGrp="1"/>
          </p:cNvGraphicFramePr>
          <p:nvPr/>
        </p:nvGraphicFramePr>
        <p:xfrm>
          <a:off x="1508319" y="2872740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FCC71D7-7623-F728-EF70-E74C49E41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86991"/>
              </p:ext>
            </p:extLst>
          </p:nvPr>
        </p:nvGraphicFramePr>
        <p:xfrm>
          <a:off x="4778953" y="2872740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BA79D3-6375-4F37-D47D-575D595DB6A6}"/>
              </a:ext>
            </a:extLst>
          </p:cNvPr>
          <p:cNvSpPr txBox="1"/>
          <p:nvPr/>
        </p:nvSpPr>
        <p:spPr>
          <a:xfrm>
            <a:off x="7778187" y="203687"/>
            <a:ext cx="4289277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r>
              <a:rPr lang="en-US" sz="1600" b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en-US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</a:t>
            </a:r>
            <a:r>
              <a:rPr lang="en-US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b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queue1</a:t>
            </a:r>
            <a:r>
              <a:rPr lang="en-US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(-</a:t>
            </a:r>
            <a:r>
              <a:rPr lang="en-US" sz="1600" b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9</a:t>
            </a:r>
            <a:r>
              <a:rPr lang="en-US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endParaRPr lang="en-US" sz="1600">
              <a:solidFill>
                <a:srgbClr val="777777"/>
              </a:solidFill>
              <a:latin typeface="Cascadia Mono" panose="020B0609020000020004" pitchFamily="49" charset="0"/>
            </a:endParaRPr>
          </a:p>
          <a:p>
            <a:r>
              <a:rPr lang="en-US" sz="1600" b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std::cout &lt;&lt; queue1</a:t>
            </a:r>
            <a:r>
              <a:rPr lang="en-US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</a:p>
          <a:p>
            <a:r>
              <a:rPr lang="en-US" sz="1600" b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std::cout &lt;&lt; queue1</a:t>
            </a:r>
            <a:r>
              <a:rPr lang="en-US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</a:p>
          <a:p>
            <a:r>
              <a:rPr lang="en-US" sz="1600" b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std::cout &lt;&lt; queue1</a:t>
            </a:r>
            <a:r>
              <a:rPr lang="en-US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</a:p>
          <a:p>
            <a:endParaRPr lang="en-US" sz="1600">
              <a:solidFill>
                <a:srgbClr val="777777"/>
              </a:solidFill>
              <a:latin typeface="Cascadia Mono" panose="020B0609020000020004" pitchFamily="49" charset="0"/>
            </a:endParaRPr>
          </a:p>
          <a:p>
            <a:r>
              <a:rPr lang="en-US" sz="1600" b="0" i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   // Incorrect dequeue</a:t>
            </a:r>
            <a:endParaRPr lang="en-US" sz="1600">
              <a:solidFill>
                <a:srgbClr val="777777"/>
              </a:solidFill>
              <a:latin typeface="Cascadia Mono" panose="020B0609020000020004" pitchFamily="49" charset="0"/>
            </a:endParaRPr>
          </a:p>
          <a:p>
            <a:r>
              <a:rPr lang="en-US" sz="1600" b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std::cout &lt;&lt; queue1</a:t>
            </a:r>
            <a:r>
              <a:rPr lang="en-US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dequeue</a:t>
            </a:r>
            <a:r>
              <a:rPr lang="en-US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  <a:endParaRPr lang="en-US" sz="160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fr-FR" sz="1600" b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7BCA60-E296-FED7-79B4-8492862699F1}"/>
              </a:ext>
            </a:extLst>
          </p:cNvPr>
          <p:cNvSpPr/>
          <p:nvPr/>
        </p:nvSpPr>
        <p:spPr>
          <a:xfrm>
            <a:off x="1241612" y="2814351"/>
            <a:ext cx="4912261" cy="1229298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5613F6-EF41-15B6-6E38-462F203B3FE2}"/>
              </a:ext>
            </a:extLst>
          </p:cNvPr>
          <p:cNvSpPr txBox="1"/>
          <p:nvPr/>
        </p:nvSpPr>
        <p:spPr>
          <a:xfrm>
            <a:off x="3166296" y="2445019"/>
            <a:ext cx="1062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784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6BA7A6AD-0DEC-0E74-9EF6-F81CF7980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372094"/>
              </p:ext>
            </p:extLst>
          </p:nvPr>
        </p:nvGraphicFramePr>
        <p:xfrm>
          <a:off x="327526" y="4907737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front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17DD9FA-F0FB-050A-D552-B7ABD0C1F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371282"/>
              </p:ext>
            </p:extLst>
          </p:nvPr>
        </p:nvGraphicFramePr>
        <p:xfrm>
          <a:off x="6715295" y="4907737"/>
          <a:ext cx="10628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92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CE2588B6-9DBF-FC44-A040-FA840C89F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011213"/>
              </p:ext>
            </p:extLst>
          </p:nvPr>
        </p:nvGraphicFramePr>
        <p:xfrm>
          <a:off x="858972" y="2531061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0BE8A631-C1BB-3173-4E48-08003A0ADD02}"/>
              </a:ext>
            </a:extLst>
          </p:cNvPr>
          <p:cNvCxnSpPr>
            <a:cxnSpLocks/>
            <a:stCxn id="2" idx="1"/>
            <a:endCxn id="10" idx="1"/>
          </p:cNvCxnSpPr>
          <p:nvPr/>
        </p:nvCxnSpPr>
        <p:spPr>
          <a:xfrm rot="10800000" flipH="1">
            <a:off x="327526" y="3130501"/>
            <a:ext cx="531446" cy="2333496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08BE1BCA-F60D-E9A1-D88D-199F23097AB5}"/>
              </a:ext>
            </a:extLst>
          </p:cNvPr>
          <p:cNvCxnSpPr>
            <a:cxnSpLocks/>
            <a:stCxn id="8" idx="3"/>
            <a:endCxn id="15" idx="3"/>
          </p:cNvCxnSpPr>
          <p:nvPr/>
        </p:nvCxnSpPr>
        <p:spPr>
          <a:xfrm flipH="1" flipV="1">
            <a:off x="7246741" y="3130501"/>
            <a:ext cx="531446" cy="2333496"/>
          </a:xfrm>
          <a:prstGeom prst="curvedConnector3">
            <a:avLst>
              <a:gd name="adj1" fmla="val -4301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7">
            <a:extLst>
              <a:ext uri="{FF2B5EF4-FFF2-40B4-BE49-F238E27FC236}">
                <a16:creationId xmlns:a16="http://schemas.microsoft.com/office/drawing/2014/main" id="{CA54320C-2869-C374-E360-EBA604F35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755169"/>
              </p:ext>
            </p:extLst>
          </p:nvPr>
        </p:nvGraphicFramePr>
        <p:xfrm>
          <a:off x="3165377" y="2531061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10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0x52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67DEC684-7C0B-0710-E004-92572EA21C69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2633931" y="3130501"/>
            <a:ext cx="531446" cy="12700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7">
            <a:extLst>
              <a:ext uri="{FF2B5EF4-FFF2-40B4-BE49-F238E27FC236}">
                <a16:creationId xmlns:a16="http://schemas.microsoft.com/office/drawing/2014/main" id="{5270BBDD-9908-E7A0-494B-5DECCB74F1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595481"/>
              </p:ext>
            </p:extLst>
          </p:nvPr>
        </p:nvGraphicFramePr>
        <p:xfrm>
          <a:off x="5471782" y="2531061"/>
          <a:ext cx="1774959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10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  <a:gridCol w="1151049">
                  <a:extLst>
                    <a:ext uri="{9D8B030D-6E8A-4147-A177-3AD203B41FA5}">
                      <a16:colId xmlns:a16="http://schemas.microsoft.com/office/drawing/2014/main" val="36476948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Node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-9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nullptr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0x64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703"/>
                  </a:ext>
                </a:extLst>
              </a:tr>
            </a:tbl>
          </a:graphicData>
        </a:graphic>
      </p:graphicFrame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86ACF8A4-9C52-6F1F-3AC0-5F0F72526D7F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4940336" y="3130501"/>
            <a:ext cx="531446" cy="12700"/>
          </a:xfrm>
          <a:prstGeom prst="curved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CD2EF27-BFE2-1B01-E3E0-0C48D432EEF0}"/>
              </a:ext>
            </a:extLst>
          </p:cNvPr>
          <p:cNvSpPr txBox="1"/>
          <p:nvPr/>
        </p:nvSpPr>
        <p:spPr>
          <a:xfrm>
            <a:off x="124536" y="203687"/>
            <a:ext cx="71327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What if this was the current state of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queue1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, and it is about to go out of scope without all the dequeuing?</a:t>
            </a:r>
          </a:p>
          <a:p>
            <a:endParaRPr lang="en-US" sz="2000" i="1" dirty="0">
              <a:solidFill>
                <a:schemeClr val="accent1"/>
              </a:solidFill>
              <a:ea typeface="Roboto Mono" panose="00000009000000000000" pitchFamily="49" charset="0"/>
            </a:endParaRPr>
          </a:p>
          <a:p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You would need to </a:t>
            </a:r>
            <a:r>
              <a:rPr lang="en-US" sz="2000" b="1" i="1" dirty="0">
                <a:solidFill>
                  <a:schemeClr val="accent1"/>
                </a:solidFill>
                <a:ea typeface="Roboto Mono" panose="00000009000000000000" pitchFamily="49" charset="0"/>
              </a:rPr>
              <a:t>write your own destructor </a:t>
            </a:r>
            <a:r>
              <a:rPr lang="en-US" sz="2000" i="1" dirty="0">
                <a:solidFill>
                  <a:schemeClr val="accent1"/>
                </a:solidFill>
                <a:ea typeface="Roboto Mono" panose="00000009000000000000" pitchFamily="49" charset="0"/>
              </a:rPr>
              <a:t>to ensure that all of these Node objects on the heap get deallocated.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FAAB40-78AA-1D82-2EFD-8415A196C1B3}"/>
              </a:ext>
            </a:extLst>
          </p:cNvPr>
          <p:cNvSpPr txBox="1"/>
          <p:nvPr/>
        </p:nvSpPr>
        <p:spPr>
          <a:xfrm>
            <a:off x="7778187" y="203687"/>
            <a:ext cx="428927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LLQueue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fr-FR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queue1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enqueue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(-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9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b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fr-FR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fr-FR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fr-FR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fr-FR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fr-FR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643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4622</TotalTime>
  <Words>4252</Words>
  <Application>Microsoft Office PowerPoint</Application>
  <PresentationFormat>Widescreen</PresentationFormat>
  <Paragraphs>1078</Paragraphs>
  <Slides>52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Arial</vt:lpstr>
      <vt:lpstr>Calibri</vt:lpstr>
      <vt:lpstr>Cascadia Code</vt:lpstr>
      <vt:lpstr>Cascadia Mono</vt:lpstr>
      <vt:lpstr>Roboto Mono</vt:lpstr>
      <vt:lpstr>Office Theme</vt:lpstr>
      <vt:lpstr>Object-Oriented Programming</vt:lpstr>
      <vt:lpstr>What is a struct?</vt:lpstr>
      <vt:lpstr>What is a struct?</vt:lpstr>
      <vt:lpstr>What is a struct?</vt:lpstr>
      <vt:lpstr>When to use structs?</vt:lpstr>
      <vt:lpstr>Linked Lists</vt:lpstr>
      <vt:lpstr>PowerPoint Presentation</vt:lpstr>
      <vt:lpstr>PowerPoint Presentation</vt:lpstr>
      <vt:lpstr>PowerPoint Presentation</vt:lpstr>
      <vt:lpstr>Developing LL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Understanding Behaviors of a LL</vt:lpstr>
      <vt:lpstr>PowerPoint Presentation</vt:lpstr>
      <vt:lpstr>PowerPoint Presentation</vt:lpstr>
      <vt:lpstr>PowerPoint Presentation</vt:lpstr>
      <vt:lpstr>Behaviors of the Queue ADT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notes (edited in for self-reading)</vt:lpstr>
      <vt:lpstr>Some notes (edited in for self-reading)</vt:lpstr>
      <vt:lpstr>Some notes (edited in for self-reading)</vt:lpstr>
      <vt:lpstr>Situations to account for while enqueuing and dequeuing</vt:lpstr>
      <vt:lpstr>Freeing the memory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Mohammad Salman</dc:creator>
  <cp:lastModifiedBy>Mohammad Salman</cp:lastModifiedBy>
  <cp:revision>1</cp:revision>
  <dcterms:created xsi:type="dcterms:W3CDTF">2023-09-29T10:19:20Z</dcterms:created>
  <dcterms:modified xsi:type="dcterms:W3CDTF">2023-10-04T14:50:18Z</dcterms:modified>
</cp:coreProperties>
</file>