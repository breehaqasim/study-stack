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0" r:id="rId3"/>
    <p:sldId id="271" r:id="rId4"/>
    <p:sldId id="272" r:id="rId5"/>
    <p:sldId id="273" r:id="rId6"/>
    <p:sldId id="274" r:id="rId7"/>
    <p:sldId id="257" r:id="rId8"/>
    <p:sldId id="259" r:id="rId9"/>
    <p:sldId id="258" r:id="rId10"/>
    <p:sldId id="260" r:id="rId11"/>
    <p:sldId id="261" r:id="rId12"/>
    <p:sldId id="267" r:id="rId13"/>
    <p:sldId id="265" r:id="rId14"/>
    <p:sldId id="262" r:id="rId15"/>
    <p:sldId id="268" r:id="rId16"/>
    <p:sldId id="269" r:id="rId17"/>
    <p:sldId id="276" r:id="rId18"/>
    <p:sldId id="278" r:id="rId19"/>
    <p:sldId id="279" r:id="rId20"/>
    <p:sldId id="280" r:id="rId21"/>
    <p:sldId id="282" r:id="rId22"/>
    <p:sldId id="283" r:id="rId23"/>
    <p:sldId id="275" r:id="rId24"/>
    <p:sldId id="263" r:id="rId25"/>
    <p:sldId id="264" r:id="rId26"/>
    <p:sldId id="284" r:id="rId27"/>
    <p:sldId id="285" r:id="rId28"/>
    <p:sldId id="286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33" autoAdjust="0"/>
  </p:normalViewPr>
  <p:slideViewPr>
    <p:cSldViewPr snapToGrid="0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64FBFC06-46A4-44AA-B1BA-D70FA97BEF3D}"/>
    <pc:docChg chg="undo redo custSel addSld delSld modSld sldOrd">
      <pc:chgData name="Mohammad Salman" userId="cfd6754c-e613-4f6f-bb98-36aef69d8c31" providerId="ADAL" clId="{64FBFC06-46A4-44AA-B1BA-D70FA97BEF3D}" dt="2023-10-02T12:06:43.437" v="10984" actId="20577"/>
      <pc:docMkLst>
        <pc:docMk/>
      </pc:docMkLst>
      <pc:sldChg chg="modSp new mod setBg">
        <pc:chgData name="Mohammad Salman" userId="cfd6754c-e613-4f6f-bb98-36aef69d8c31" providerId="ADAL" clId="{64FBFC06-46A4-44AA-B1BA-D70FA97BEF3D}" dt="2023-09-25T08:08:22.348" v="140" actId="20577"/>
        <pc:sldMkLst>
          <pc:docMk/>
          <pc:sldMk cId="983251686" sldId="256"/>
        </pc:sldMkLst>
        <pc:spChg chg="mod">
          <ac:chgData name="Mohammad Salman" userId="cfd6754c-e613-4f6f-bb98-36aef69d8c31" providerId="ADAL" clId="{64FBFC06-46A4-44AA-B1BA-D70FA97BEF3D}" dt="2023-09-25T08:08:13.769" v="108" actId="20577"/>
          <ac:spMkLst>
            <pc:docMk/>
            <pc:sldMk cId="983251686" sldId="256"/>
            <ac:spMk id="2" creationId="{38FD8DD7-763D-8599-7241-D78D0CA2C84B}"/>
          </ac:spMkLst>
        </pc:spChg>
        <pc:spChg chg="mod">
          <ac:chgData name="Mohammad Salman" userId="cfd6754c-e613-4f6f-bb98-36aef69d8c31" providerId="ADAL" clId="{64FBFC06-46A4-44AA-B1BA-D70FA97BEF3D}" dt="2023-09-25T08:08:22.348" v="140" actId="20577"/>
          <ac:spMkLst>
            <pc:docMk/>
            <pc:sldMk cId="983251686" sldId="256"/>
            <ac:spMk id="3" creationId="{97DAEACA-ED3F-79A4-04F9-F551539E0F96}"/>
          </ac:spMkLst>
        </pc:spChg>
      </pc:sldChg>
      <pc:sldChg chg="addSp delSp modSp add mod">
        <pc:chgData name="Mohammad Salman" userId="cfd6754c-e613-4f6f-bb98-36aef69d8c31" providerId="ADAL" clId="{64FBFC06-46A4-44AA-B1BA-D70FA97BEF3D}" dt="2023-09-28T13:39:05.456" v="9121" actId="20577"/>
        <pc:sldMkLst>
          <pc:docMk/>
          <pc:sldMk cId="1148167740" sldId="257"/>
        </pc:sldMkLst>
        <pc:spChg chg="add mod">
          <ac:chgData name="Mohammad Salman" userId="cfd6754c-e613-4f6f-bb98-36aef69d8c31" providerId="ADAL" clId="{64FBFC06-46A4-44AA-B1BA-D70FA97BEF3D}" dt="2023-09-28T13:39:05.456" v="9121" actId="20577"/>
          <ac:spMkLst>
            <pc:docMk/>
            <pc:sldMk cId="1148167740" sldId="257"/>
            <ac:spMk id="4" creationId="{54F38AA1-A680-E128-6123-A9B54CFE608D}"/>
          </ac:spMkLst>
        </pc:spChg>
        <pc:spChg chg="add del">
          <ac:chgData name="Mohammad Salman" userId="cfd6754c-e613-4f6f-bb98-36aef69d8c31" providerId="ADAL" clId="{64FBFC06-46A4-44AA-B1BA-D70FA97BEF3D}" dt="2023-09-25T09:20:23.072" v="192" actId="22"/>
          <ac:spMkLst>
            <pc:docMk/>
            <pc:sldMk cId="1148167740" sldId="257"/>
            <ac:spMk id="5" creationId="{400AF878-203B-8E9C-B03B-0101437A4427}"/>
          </ac:spMkLst>
        </pc:spChg>
        <pc:spChg chg="add mod">
          <ac:chgData name="Mohammad Salman" userId="cfd6754c-e613-4f6f-bb98-36aef69d8c31" providerId="ADAL" clId="{64FBFC06-46A4-44AA-B1BA-D70FA97BEF3D}" dt="2023-09-25T09:20:44.761" v="201" actId="1076"/>
          <ac:spMkLst>
            <pc:docMk/>
            <pc:sldMk cId="1148167740" sldId="257"/>
            <ac:spMk id="7" creationId="{45FAB63B-8A65-62D5-B0F9-9BA2FF596891}"/>
          </ac:spMkLst>
        </pc:spChg>
      </pc:sldChg>
      <pc:sldChg chg="addSp delSp modSp new mod ord modAnim">
        <pc:chgData name="Mohammad Salman" userId="cfd6754c-e613-4f6f-bb98-36aef69d8c31" providerId="ADAL" clId="{64FBFC06-46A4-44AA-B1BA-D70FA97BEF3D}" dt="2023-09-28T13:40:02.306" v="9145" actId="20577"/>
        <pc:sldMkLst>
          <pc:docMk/>
          <pc:sldMk cId="2776820374" sldId="258"/>
        </pc:sldMkLst>
        <pc:spChg chg="mod">
          <ac:chgData name="Mohammad Salman" userId="cfd6754c-e613-4f6f-bb98-36aef69d8c31" providerId="ADAL" clId="{64FBFC06-46A4-44AA-B1BA-D70FA97BEF3D}" dt="2023-09-25T09:20:09.383" v="188" actId="20577"/>
          <ac:spMkLst>
            <pc:docMk/>
            <pc:sldMk cId="2776820374" sldId="258"/>
            <ac:spMk id="2" creationId="{5417236D-28A0-7F18-EFFA-C5A871262ABC}"/>
          </ac:spMkLst>
        </pc:spChg>
        <pc:spChg chg="mod">
          <ac:chgData name="Mohammad Salman" userId="cfd6754c-e613-4f6f-bb98-36aef69d8c31" providerId="ADAL" clId="{64FBFC06-46A4-44AA-B1BA-D70FA97BEF3D}" dt="2023-09-28T13:40:02.306" v="9145" actId="20577"/>
          <ac:spMkLst>
            <pc:docMk/>
            <pc:sldMk cId="2776820374" sldId="258"/>
            <ac:spMk id="3" creationId="{3CA08883-8C1A-1E73-D48F-73498AD0C487}"/>
          </ac:spMkLst>
        </pc:spChg>
        <pc:spChg chg="add del">
          <ac:chgData name="Mohammad Salman" userId="cfd6754c-e613-4f6f-bb98-36aef69d8c31" providerId="ADAL" clId="{64FBFC06-46A4-44AA-B1BA-D70FA97BEF3D}" dt="2023-09-25T09:32:20.328" v="652"/>
          <ac:spMkLst>
            <pc:docMk/>
            <pc:sldMk cId="2776820374" sldId="258"/>
            <ac:spMk id="4" creationId="{EFE550F5-DE0C-E34D-B375-0D0DE8121BE1}"/>
          </ac:spMkLst>
        </pc:spChg>
        <pc:spChg chg="add del">
          <ac:chgData name="Mohammad Salman" userId="cfd6754c-e613-4f6f-bb98-36aef69d8c31" providerId="ADAL" clId="{64FBFC06-46A4-44AA-B1BA-D70FA97BEF3D}" dt="2023-09-25T09:32:23.735" v="654"/>
          <ac:spMkLst>
            <pc:docMk/>
            <pc:sldMk cId="2776820374" sldId="258"/>
            <ac:spMk id="5" creationId="{226205FC-5C81-234E-8A89-79476A2D602E}"/>
          </ac:spMkLst>
        </pc:spChg>
      </pc:sldChg>
      <pc:sldChg chg="addSp delSp modSp new mod modAnim modNotesTx">
        <pc:chgData name="Mohammad Salman" userId="cfd6754c-e613-4f6f-bb98-36aef69d8c31" providerId="ADAL" clId="{64FBFC06-46A4-44AA-B1BA-D70FA97BEF3D}" dt="2023-09-26T10:59:59.457" v="2759" actId="113"/>
        <pc:sldMkLst>
          <pc:docMk/>
          <pc:sldMk cId="2581371092" sldId="259"/>
        </pc:sldMkLst>
        <pc:spChg chg="del">
          <ac:chgData name="Mohammad Salman" userId="cfd6754c-e613-4f6f-bb98-36aef69d8c31" providerId="ADAL" clId="{64FBFC06-46A4-44AA-B1BA-D70FA97BEF3D}" dt="2023-09-25T09:21:39.098" v="210" actId="478"/>
          <ac:spMkLst>
            <pc:docMk/>
            <pc:sldMk cId="2581371092" sldId="259"/>
            <ac:spMk id="2" creationId="{B3BCA08B-0756-7AFF-365E-88C319727F0F}"/>
          </ac:spMkLst>
        </pc:spChg>
        <pc:spChg chg="del">
          <ac:chgData name="Mohammad Salman" userId="cfd6754c-e613-4f6f-bb98-36aef69d8c31" providerId="ADAL" clId="{64FBFC06-46A4-44AA-B1BA-D70FA97BEF3D}" dt="2023-09-25T09:21:39.098" v="210" actId="478"/>
          <ac:spMkLst>
            <pc:docMk/>
            <pc:sldMk cId="2581371092" sldId="259"/>
            <ac:spMk id="3" creationId="{645E850C-9B0D-CAFC-AA03-0C2A023A5BF7}"/>
          </ac:spMkLst>
        </pc:spChg>
        <pc:spChg chg="add del mod">
          <ac:chgData name="Mohammad Salman" userId="cfd6754c-e613-4f6f-bb98-36aef69d8c31" providerId="ADAL" clId="{64FBFC06-46A4-44AA-B1BA-D70FA97BEF3D}" dt="2023-09-25T09:24:10.189" v="219" actId="478"/>
          <ac:spMkLst>
            <pc:docMk/>
            <pc:sldMk cId="2581371092" sldId="259"/>
            <ac:spMk id="5" creationId="{05DDAF7A-6DDF-DB74-0E3D-822CE91CCCB3}"/>
          </ac:spMkLst>
        </pc:spChg>
        <pc:spChg chg="add mod">
          <ac:chgData name="Mohammad Salman" userId="cfd6754c-e613-4f6f-bb98-36aef69d8c31" providerId="ADAL" clId="{64FBFC06-46A4-44AA-B1BA-D70FA97BEF3D}" dt="2023-09-25T12:32:26.881" v="742" actId="6549"/>
          <ac:spMkLst>
            <pc:docMk/>
            <pc:sldMk cId="2581371092" sldId="259"/>
            <ac:spMk id="7" creationId="{2CF9FEFB-263F-77F2-6C51-59194E178FD5}"/>
          </ac:spMkLst>
        </pc:spChg>
        <pc:spChg chg="add mod">
          <ac:chgData name="Mohammad Salman" userId="cfd6754c-e613-4f6f-bb98-36aef69d8c31" providerId="ADAL" clId="{64FBFC06-46A4-44AA-B1BA-D70FA97BEF3D}" dt="2023-09-25T09:27:10.094" v="272" actId="1076"/>
          <ac:spMkLst>
            <pc:docMk/>
            <pc:sldMk cId="2581371092" sldId="259"/>
            <ac:spMk id="9" creationId="{DE18FD1A-5C3B-02B1-FA7E-037A9285F12B}"/>
          </ac:spMkLst>
        </pc:spChg>
        <pc:spChg chg="add mod">
          <ac:chgData name="Mohammad Salman" userId="cfd6754c-e613-4f6f-bb98-36aef69d8c31" providerId="ADAL" clId="{64FBFC06-46A4-44AA-B1BA-D70FA97BEF3D}" dt="2023-09-26T10:59:59.457" v="2759" actId="113"/>
          <ac:spMkLst>
            <pc:docMk/>
            <pc:sldMk cId="2581371092" sldId="259"/>
            <ac:spMk id="10" creationId="{E9F4A518-543B-5FF5-592D-B5BF9EC9BB0B}"/>
          </ac:spMkLst>
        </pc:spChg>
        <pc:spChg chg="add mod">
          <ac:chgData name="Mohammad Salman" userId="cfd6754c-e613-4f6f-bb98-36aef69d8c31" providerId="ADAL" clId="{64FBFC06-46A4-44AA-B1BA-D70FA97BEF3D}" dt="2023-09-25T09:30:53.176" v="646" actId="692"/>
          <ac:spMkLst>
            <pc:docMk/>
            <pc:sldMk cId="2581371092" sldId="259"/>
            <ac:spMk id="11" creationId="{27FDBA5F-1B4F-4BA1-9BEE-89469FA3C289}"/>
          </ac:spMkLst>
        </pc:spChg>
      </pc:sldChg>
      <pc:sldChg chg="addSp delSp modSp new mod modAnim">
        <pc:chgData name="Mohammad Salman" userId="cfd6754c-e613-4f6f-bb98-36aef69d8c31" providerId="ADAL" clId="{64FBFC06-46A4-44AA-B1BA-D70FA97BEF3D}" dt="2023-10-02T07:14:39.158" v="9449" actId="1036"/>
        <pc:sldMkLst>
          <pc:docMk/>
          <pc:sldMk cId="3738073260" sldId="260"/>
        </pc:sldMkLst>
        <pc:spChg chg="del">
          <ac:chgData name="Mohammad Salman" userId="cfd6754c-e613-4f6f-bb98-36aef69d8c31" providerId="ADAL" clId="{64FBFC06-46A4-44AA-B1BA-D70FA97BEF3D}" dt="2023-09-25T12:38:06.274" v="767" actId="478"/>
          <ac:spMkLst>
            <pc:docMk/>
            <pc:sldMk cId="3738073260" sldId="260"/>
            <ac:spMk id="2" creationId="{883B5415-8B2A-51C9-3E25-26CFCE1159AB}"/>
          </ac:spMkLst>
        </pc:spChg>
        <pc:spChg chg="del">
          <ac:chgData name="Mohammad Salman" userId="cfd6754c-e613-4f6f-bb98-36aef69d8c31" providerId="ADAL" clId="{64FBFC06-46A4-44AA-B1BA-D70FA97BEF3D}" dt="2023-09-25T12:38:06.274" v="767" actId="478"/>
          <ac:spMkLst>
            <pc:docMk/>
            <pc:sldMk cId="3738073260" sldId="260"/>
            <ac:spMk id="3" creationId="{38C124F2-21FE-651D-F449-622BBAE41D45}"/>
          </ac:spMkLst>
        </pc:spChg>
        <pc:spChg chg="add mod">
          <ac:chgData name="Mohammad Salman" userId="cfd6754c-e613-4f6f-bb98-36aef69d8c31" providerId="ADAL" clId="{64FBFC06-46A4-44AA-B1BA-D70FA97BEF3D}" dt="2023-10-02T07:14:39.158" v="9449" actId="1036"/>
          <ac:spMkLst>
            <pc:docMk/>
            <pc:sldMk cId="3738073260" sldId="260"/>
            <ac:spMk id="6" creationId="{D5557ED6-B643-2409-FFB1-3176446707B8}"/>
          </ac:spMkLst>
        </pc:spChg>
        <pc:spChg chg="add mod">
          <ac:chgData name="Mohammad Salman" userId="cfd6754c-e613-4f6f-bb98-36aef69d8c31" providerId="ADAL" clId="{64FBFC06-46A4-44AA-B1BA-D70FA97BEF3D}" dt="2023-10-02T07:14:39.158" v="9449" actId="1036"/>
          <ac:spMkLst>
            <pc:docMk/>
            <pc:sldMk cId="3738073260" sldId="260"/>
            <ac:spMk id="7" creationId="{B3555EF1-733E-CE30-5CBE-E950B13C7287}"/>
          </ac:spMkLst>
        </pc:spChg>
        <pc:spChg chg="add mod">
          <ac:chgData name="Mohammad Salman" userId="cfd6754c-e613-4f6f-bb98-36aef69d8c31" providerId="ADAL" clId="{64FBFC06-46A4-44AA-B1BA-D70FA97BEF3D}" dt="2023-10-02T07:14:29.152" v="9438" actId="20577"/>
          <ac:spMkLst>
            <pc:docMk/>
            <pc:sldMk cId="3738073260" sldId="260"/>
            <ac:spMk id="8" creationId="{FFB511F3-F887-8224-98CD-976DE2897B5B}"/>
          </ac:spMkLst>
        </pc:spChg>
        <pc:graphicFrameChg chg="add mod modGraphic">
          <ac:chgData name="Mohammad Salman" userId="cfd6754c-e613-4f6f-bb98-36aef69d8c31" providerId="ADAL" clId="{64FBFC06-46A4-44AA-B1BA-D70FA97BEF3D}" dt="2023-10-02T07:14:39.158" v="9449" actId="1036"/>
          <ac:graphicFrameMkLst>
            <pc:docMk/>
            <pc:sldMk cId="3738073260" sldId="260"/>
            <ac:graphicFrameMk id="4" creationId="{D32ED94F-30BE-E3FE-2E4C-2831E00E18B5}"/>
          </ac:graphicFrameMkLst>
        </pc:graphicFrameChg>
        <pc:graphicFrameChg chg="add mod modGraphic">
          <ac:chgData name="Mohammad Salman" userId="cfd6754c-e613-4f6f-bb98-36aef69d8c31" providerId="ADAL" clId="{64FBFC06-46A4-44AA-B1BA-D70FA97BEF3D}" dt="2023-10-02T07:14:39.158" v="9449" actId="1036"/>
          <ac:graphicFrameMkLst>
            <pc:docMk/>
            <pc:sldMk cId="3738073260" sldId="260"/>
            <ac:graphicFrameMk id="5" creationId="{3539CB57-FED9-EB03-8EA4-CAA656468C5A}"/>
          </ac:graphicFrameMkLst>
        </pc:graphicFrameChg>
      </pc:sldChg>
      <pc:sldChg chg="addSp delSp modSp new mod modAnim modNotesTx">
        <pc:chgData name="Mohammad Salman" userId="cfd6754c-e613-4f6f-bb98-36aef69d8c31" providerId="ADAL" clId="{64FBFC06-46A4-44AA-B1BA-D70FA97BEF3D}" dt="2023-09-26T11:17:24.631" v="3023" actId="20577"/>
        <pc:sldMkLst>
          <pc:docMk/>
          <pc:sldMk cId="2767975926" sldId="261"/>
        </pc:sldMkLst>
        <pc:spChg chg="del">
          <ac:chgData name="Mohammad Salman" userId="cfd6754c-e613-4f6f-bb98-36aef69d8c31" providerId="ADAL" clId="{64FBFC06-46A4-44AA-B1BA-D70FA97BEF3D}" dt="2023-09-25T12:46:12.118" v="1077" actId="478"/>
          <ac:spMkLst>
            <pc:docMk/>
            <pc:sldMk cId="2767975926" sldId="261"/>
            <ac:spMk id="2" creationId="{9DE0291F-07F6-D3FE-C0C9-B5772D03BDB2}"/>
          </ac:spMkLst>
        </pc:spChg>
        <pc:spChg chg="del">
          <ac:chgData name="Mohammad Salman" userId="cfd6754c-e613-4f6f-bb98-36aef69d8c31" providerId="ADAL" clId="{64FBFC06-46A4-44AA-B1BA-D70FA97BEF3D}" dt="2023-09-25T12:46:12.118" v="1077" actId="478"/>
          <ac:spMkLst>
            <pc:docMk/>
            <pc:sldMk cId="2767975926" sldId="261"/>
            <ac:spMk id="3" creationId="{36BEB15E-2F24-2BC3-9FEC-31FF9BAF9A10}"/>
          </ac:spMkLst>
        </pc:spChg>
        <pc:spChg chg="add mod">
          <ac:chgData name="Mohammad Salman" userId="cfd6754c-e613-4f6f-bb98-36aef69d8c31" providerId="ADAL" clId="{64FBFC06-46A4-44AA-B1BA-D70FA97BEF3D}" dt="2023-09-26T11:10:47.083" v="2820" actId="1035"/>
          <ac:spMkLst>
            <pc:docMk/>
            <pc:sldMk cId="2767975926" sldId="261"/>
            <ac:spMk id="3" creationId="{EEF0887D-D866-5267-F007-3EDEBEE0CF63}"/>
          </ac:spMkLst>
        </pc:spChg>
        <pc:spChg chg="add del mod">
          <ac:chgData name="Mohammad Salman" userId="cfd6754c-e613-4f6f-bb98-36aef69d8c31" providerId="ADAL" clId="{64FBFC06-46A4-44AA-B1BA-D70FA97BEF3D}" dt="2023-09-26T11:10:06.921" v="2810" actId="478"/>
          <ac:spMkLst>
            <pc:docMk/>
            <pc:sldMk cId="2767975926" sldId="261"/>
            <ac:spMk id="4" creationId="{87F217C7-8ACF-DAD0-AF30-B681972BA87C}"/>
          </ac:spMkLst>
        </pc:spChg>
        <pc:spChg chg="add mod">
          <ac:chgData name="Mohammad Salman" userId="cfd6754c-e613-4f6f-bb98-36aef69d8c31" providerId="ADAL" clId="{64FBFC06-46A4-44AA-B1BA-D70FA97BEF3D}" dt="2023-09-26T11:11:30.496" v="2822" actId="20577"/>
          <ac:spMkLst>
            <pc:docMk/>
            <pc:sldMk cId="2767975926" sldId="261"/>
            <ac:spMk id="5" creationId="{D5ACB069-350D-EE59-0BEE-441AA5AAF4BC}"/>
          </ac:spMkLst>
        </pc:spChg>
        <pc:spChg chg="add mod">
          <ac:chgData name="Mohammad Salman" userId="cfd6754c-e613-4f6f-bb98-36aef69d8c31" providerId="ADAL" clId="{64FBFC06-46A4-44AA-B1BA-D70FA97BEF3D}" dt="2023-09-26T11:17:22.847" v="3021" actId="20577"/>
          <ac:spMkLst>
            <pc:docMk/>
            <pc:sldMk cId="2767975926" sldId="261"/>
            <ac:spMk id="7" creationId="{9412AFBD-B0FC-D268-DA3B-D018D8431F23}"/>
          </ac:spMkLst>
        </pc:spChg>
        <pc:spChg chg="add mod">
          <ac:chgData name="Mohammad Salman" userId="cfd6754c-e613-4f6f-bb98-36aef69d8c31" providerId="ADAL" clId="{64FBFC06-46A4-44AA-B1BA-D70FA97BEF3D}" dt="2023-09-25T14:10:43.844" v="1717" actId="1035"/>
          <ac:spMkLst>
            <pc:docMk/>
            <pc:sldMk cId="2767975926" sldId="261"/>
            <ac:spMk id="8" creationId="{355EC3FF-6D2F-B5A9-E93E-C9F61ECA0EA8}"/>
          </ac:spMkLst>
        </pc:spChg>
        <pc:spChg chg="add del">
          <ac:chgData name="Mohammad Salman" userId="cfd6754c-e613-4f6f-bb98-36aef69d8c31" providerId="ADAL" clId="{64FBFC06-46A4-44AA-B1BA-D70FA97BEF3D}" dt="2023-09-25T12:55:48.206" v="1328" actId="478"/>
          <ac:spMkLst>
            <pc:docMk/>
            <pc:sldMk cId="2767975926" sldId="261"/>
            <ac:spMk id="9" creationId="{5E947F5E-6A97-1DA6-326F-6D74BD813B44}"/>
          </ac:spMkLst>
        </pc:spChg>
        <pc:spChg chg="add mod">
          <ac:chgData name="Mohammad Salman" userId="cfd6754c-e613-4f6f-bb98-36aef69d8c31" providerId="ADAL" clId="{64FBFC06-46A4-44AA-B1BA-D70FA97BEF3D}" dt="2023-09-26T11:10:36.822" v="2817" actId="14100"/>
          <ac:spMkLst>
            <pc:docMk/>
            <pc:sldMk cId="2767975926" sldId="261"/>
            <ac:spMk id="10" creationId="{1DE3C820-B88D-1B97-83C4-BE9AEC55DADA}"/>
          </ac:spMkLst>
        </pc:spChg>
        <pc:spChg chg="add mod">
          <ac:chgData name="Mohammad Salman" userId="cfd6754c-e613-4f6f-bb98-36aef69d8c31" providerId="ADAL" clId="{64FBFC06-46A4-44AA-B1BA-D70FA97BEF3D}" dt="2023-09-25T12:57:37.448" v="1446" actId="20577"/>
          <ac:spMkLst>
            <pc:docMk/>
            <pc:sldMk cId="2767975926" sldId="261"/>
            <ac:spMk id="11" creationId="{5CFD121E-FF0E-74FB-1A7E-04BCD5D1B16B}"/>
          </ac:spMkLst>
        </pc:spChg>
        <pc:spChg chg="add mod">
          <ac:chgData name="Mohammad Salman" userId="cfd6754c-e613-4f6f-bb98-36aef69d8c31" providerId="ADAL" clId="{64FBFC06-46A4-44AA-B1BA-D70FA97BEF3D}" dt="2023-09-25T12:59:33.518" v="1552" actId="692"/>
          <ac:spMkLst>
            <pc:docMk/>
            <pc:sldMk cId="2767975926" sldId="261"/>
            <ac:spMk id="12" creationId="{3E3757D2-FDE3-CEB5-AD12-C597D936FCEB}"/>
          </ac:spMkLst>
        </pc:spChg>
        <pc:spChg chg="add del">
          <ac:chgData name="Mohammad Salman" userId="cfd6754c-e613-4f6f-bb98-36aef69d8c31" providerId="ADAL" clId="{64FBFC06-46A4-44AA-B1BA-D70FA97BEF3D}" dt="2023-09-25T14:07:45.778" v="1683"/>
          <ac:spMkLst>
            <pc:docMk/>
            <pc:sldMk cId="2767975926" sldId="261"/>
            <ac:spMk id="18" creationId="{B6B67A9D-A775-3862-DB02-88FD14B684D7}"/>
          </ac:spMkLst>
        </pc:spChg>
        <pc:spChg chg="add del">
          <ac:chgData name="Mohammad Salman" userId="cfd6754c-e613-4f6f-bb98-36aef69d8c31" providerId="ADAL" clId="{64FBFC06-46A4-44AA-B1BA-D70FA97BEF3D}" dt="2023-09-25T14:07:55.424" v="1685"/>
          <ac:spMkLst>
            <pc:docMk/>
            <pc:sldMk cId="2767975926" sldId="261"/>
            <ac:spMk id="19" creationId="{AB802DC8-AFC8-2EE0-8576-9373FB1E3B61}"/>
          </ac:spMkLst>
        </pc:spChg>
        <pc:cxnChg chg="add del mod">
          <ac:chgData name="Mohammad Salman" userId="cfd6754c-e613-4f6f-bb98-36aef69d8c31" providerId="ADAL" clId="{64FBFC06-46A4-44AA-B1BA-D70FA97BEF3D}" dt="2023-09-26T11:10:08.273" v="2811" actId="478"/>
          <ac:cxnSpMkLst>
            <pc:docMk/>
            <pc:sldMk cId="2767975926" sldId="261"/>
            <ac:cxnSpMk id="6" creationId="{45427D98-DA11-48A8-E03B-9E2AB3BE50E7}"/>
          </ac:cxnSpMkLst>
        </pc:cxnChg>
        <pc:cxnChg chg="add mod">
          <ac:chgData name="Mohammad Salman" userId="cfd6754c-e613-4f6f-bb98-36aef69d8c31" providerId="ADAL" clId="{64FBFC06-46A4-44AA-B1BA-D70FA97BEF3D}" dt="2023-09-26T11:10:36.822" v="2817" actId="14100"/>
          <ac:cxnSpMkLst>
            <pc:docMk/>
            <pc:sldMk cId="2767975926" sldId="261"/>
            <ac:cxnSpMk id="14" creationId="{F08648F8-D018-C6C6-B854-1025E30C4E5E}"/>
          </ac:cxnSpMkLst>
        </pc:cxnChg>
      </pc:sldChg>
      <pc:sldChg chg="addSp delSp modSp add mod setBg delAnim modAnim">
        <pc:chgData name="Mohammad Salman" userId="cfd6754c-e613-4f6f-bb98-36aef69d8c31" providerId="ADAL" clId="{64FBFC06-46A4-44AA-B1BA-D70FA97BEF3D}" dt="2023-09-27T14:35:36.260" v="3854" actId="207"/>
        <pc:sldMkLst>
          <pc:docMk/>
          <pc:sldMk cId="2886094279" sldId="262"/>
        </pc:sldMkLst>
        <pc:spChg chg="add del mod">
          <ac:chgData name="Mohammad Salman" userId="cfd6754c-e613-4f6f-bb98-36aef69d8c31" providerId="ADAL" clId="{64FBFC06-46A4-44AA-B1BA-D70FA97BEF3D}" dt="2023-09-25T14:16:30.341" v="1725" actId="478"/>
          <ac:spMkLst>
            <pc:docMk/>
            <pc:sldMk cId="2886094279" sldId="262"/>
            <ac:spMk id="2" creationId="{A5781E44-170F-B219-CAF8-076999C1E7B5}"/>
          </ac:spMkLst>
        </pc:spChg>
        <pc:spChg chg="add mod">
          <ac:chgData name="Mohammad Salman" userId="cfd6754c-e613-4f6f-bb98-36aef69d8c31" providerId="ADAL" clId="{64FBFC06-46A4-44AA-B1BA-D70FA97BEF3D}" dt="2023-09-27T14:35:36.260" v="3854" actId="207"/>
          <ac:spMkLst>
            <pc:docMk/>
            <pc:sldMk cId="2886094279" sldId="262"/>
            <ac:spMk id="3" creationId="{3019E3EF-41F1-3CC3-F9BD-350A201FC795}"/>
          </ac:spMkLst>
        </pc:spChg>
        <pc:spChg chg="add mod">
          <ac:chgData name="Mohammad Salman" userId="cfd6754c-e613-4f6f-bb98-36aef69d8c31" providerId="ADAL" clId="{64FBFC06-46A4-44AA-B1BA-D70FA97BEF3D}" dt="2023-09-25T14:28:25.703" v="2108" actId="1038"/>
          <ac:spMkLst>
            <pc:docMk/>
            <pc:sldMk cId="2886094279" sldId="262"/>
            <ac:spMk id="4" creationId="{DE10D96D-CA48-37AA-E642-563C2D046854}"/>
          </ac:spMkLst>
        </pc:spChg>
        <pc:spChg chg="del mod">
          <ac:chgData name="Mohammad Salman" userId="cfd6754c-e613-4f6f-bb98-36aef69d8c31" providerId="ADAL" clId="{64FBFC06-46A4-44AA-B1BA-D70FA97BEF3D}" dt="2023-09-25T14:16:26.618" v="1722" actId="478"/>
          <ac:spMkLst>
            <pc:docMk/>
            <pc:sldMk cId="2886094279" sldId="262"/>
            <ac:spMk id="5" creationId="{D5ACB069-350D-EE59-0BEE-441AA5AAF4BC}"/>
          </ac:spMkLst>
        </pc:spChg>
        <pc:spChg chg="add mod">
          <ac:chgData name="Mohammad Salman" userId="cfd6754c-e613-4f6f-bb98-36aef69d8c31" providerId="ADAL" clId="{64FBFC06-46A4-44AA-B1BA-D70FA97BEF3D}" dt="2023-09-25T14:28:25.703" v="2108" actId="1038"/>
          <ac:spMkLst>
            <pc:docMk/>
            <pc:sldMk cId="2886094279" sldId="262"/>
            <ac:spMk id="6" creationId="{28681772-4494-9A23-7BD7-4A89C1554456}"/>
          </ac:spMkLst>
        </pc:spChg>
        <pc:spChg chg="del">
          <ac:chgData name="Mohammad Salman" userId="cfd6754c-e613-4f6f-bb98-36aef69d8c31" providerId="ADAL" clId="{64FBFC06-46A4-44AA-B1BA-D70FA97BEF3D}" dt="2023-09-25T14:16:27.889" v="1723" actId="478"/>
          <ac:spMkLst>
            <pc:docMk/>
            <pc:sldMk cId="2886094279" sldId="262"/>
            <ac:spMk id="7" creationId="{9412AFBD-B0FC-D268-DA3B-D018D8431F23}"/>
          </ac:spMkLst>
        </pc:spChg>
        <pc:spChg chg="del">
          <ac:chgData name="Mohammad Salman" userId="cfd6754c-e613-4f6f-bb98-36aef69d8c31" providerId="ADAL" clId="{64FBFC06-46A4-44AA-B1BA-D70FA97BEF3D}" dt="2023-09-25T13:04:20.973" v="1680" actId="478"/>
          <ac:spMkLst>
            <pc:docMk/>
            <pc:sldMk cId="2886094279" sldId="262"/>
            <ac:spMk id="8" creationId="{355EC3FF-6D2F-B5A9-E93E-C9F61ECA0EA8}"/>
          </ac:spMkLst>
        </pc:spChg>
        <pc:spChg chg="add mod">
          <ac:chgData name="Mohammad Salman" userId="cfd6754c-e613-4f6f-bb98-36aef69d8c31" providerId="ADAL" clId="{64FBFC06-46A4-44AA-B1BA-D70FA97BEF3D}" dt="2023-09-25T14:28:25.703" v="2108" actId="1038"/>
          <ac:spMkLst>
            <pc:docMk/>
            <pc:sldMk cId="2886094279" sldId="262"/>
            <ac:spMk id="9" creationId="{649AAAE2-3664-E755-553E-991C58F8F674}"/>
          </ac:spMkLst>
        </pc:spChg>
        <pc:spChg chg="del">
          <ac:chgData name="Mohammad Salman" userId="cfd6754c-e613-4f6f-bb98-36aef69d8c31" providerId="ADAL" clId="{64FBFC06-46A4-44AA-B1BA-D70FA97BEF3D}" dt="2023-09-25T13:04:19.620" v="1679" actId="478"/>
          <ac:spMkLst>
            <pc:docMk/>
            <pc:sldMk cId="2886094279" sldId="262"/>
            <ac:spMk id="10" creationId="{1DE3C820-B88D-1B97-83C4-BE9AEC55DADA}"/>
          </ac:spMkLst>
        </pc:spChg>
        <pc:spChg chg="mod">
          <ac:chgData name="Mohammad Salman" userId="cfd6754c-e613-4f6f-bb98-36aef69d8c31" providerId="ADAL" clId="{64FBFC06-46A4-44AA-B1BA-D70FA97BEF3D}" dt="2023-09-25T13:03:39.995" v="1676" actId="113"/>
          <ac:spMkLst>
            <pc:docMk/>
            <pc:sldMk cId="2886094279" sldId="262"/>
            <ac:spMk id="11" creationId="{5CFD121E-FF0E-74FB-1A7E-04BCD5D1B16B}"/>
          </ac:spMkLst>
        </pc:spChg>
        <pc:spChg chg="del">
          <ac:chgData name="Mohammad Salman" userId="cfd6754c-e613-4f6f-bb98-36aef69d8c31" providerId="ADAL" clId="{64FBFC06-46A4-44AA-B1BA-D70FA97BEF3D}" dt="2023-09-25T13:04:16.099" v="1678" actId="478"/>
          <ac:spMkLst>
            <pc:docMk/>
            <pc:sldMk cId="2886094279" sldId="262"/>
            <ac:spMk id="12" creationId="{3E3757D2-FDE3-CEB5-AD12-C597D936FCEB}"/>
          </ac:spMkLst>
        </pc:spChg>
        <pc:spChg chg="add mod">
          <ac:chgData name="Mohammad Salman" userId="cfd6754c-e613-4f6f-bb98-36aef69d8c31" providerId="ADAL" clId="{64FBFC06-46A4-44AA-B1BA-D70FA97BEF3D}" dt="2023-09-25T14:21:19.563" v="1961" actId="1035"/>
          <ac:spMkLst>
            <pc:docMk/>
            <pc:sldMk cId="2886094279" sldId="262"/>
            <ac:spMk id="13" creationId="{EA6F1610-9997-FAD7-EC68-39E99D095356}"/>
          </ac:spMkLst>
        </pc:spChg>
        <pc:spChg chg="add mod">
          <ac:chgData name="Mohammad Salman" userId="cfd6754c-e613-4f6f-bb98-36aef69d8c31" providerId="ADAL" clId="{64FBFC06-46A4-44AA-B1BA-D70FA97BEF3D}" dt="2023-09-25T14:25:51.829" v="2096" actId="20577"/>
          <ac:spMkLst>
            <pc:docMk/>
            <pc:sldMk cId="2886094279" sldId="262"/>
            <ac:spMk id="15" creationId="{9F99B749-56C4-6A51-41AB-6293D95DAA17}"/>
          </ac:spMkLst>
        </pc:spChg>
        <pc:spChg chg="add del mod">
          <ac:chgData name="Mohammad Salman" userId="cfd6754c-e613-4f6f-bb98-36aef69d8c31" providerId="ADAL" clId="{64FBFC06-46A4-44AA-B1BA-D70FA97BEF3D}" dt="2023-09-25T14:20:19.872" v="1909" actId="478"/>
          <ac:spMkLst>
            <pc:docMk/>
            <pc:sldMk cId="2886094279" sldId="262"/>
            <ac:spMk id="16" creationId="{39EBDCBF-0886-050B-CE0B-E005036CEA51}"/>
          </ac:spMkLst>
        </pc:spChg>
        <pc:spChg chg="add mod">
          <ac:chgData name="Mohammad Salman" userId="cfd6754c-e613-4f6f-bb98-36aef69d8c31" providerId="ADAL" clId="{64FBFC06-46A4-44AA-B1BA-D70FA97BEF3D}" dt="2023-09-25T14:25:44.084" v="2078" actId="14100"/>
          <ac:spMkLst>
            <pc:docMk/>
            <pc:sldMk cId="2886094279" sldId="262"/>
            <ac:spMk id="17" creationId="{710EE487-2054-CA3D-8D08-71336A937018}"/>
          </ac:spMkLst>
        </pc:spChg>
        <pc:cxnChg chg="del mod">
          <ac:chgData name="Mohammad Salman" userId="cfd6754c-e613-4f6f-bb98-36aef69d8c31" providerId="ADAL" clId="{64FBFC06-46A4-44AA-B1BA-D70FA97BEF3D}" dt="2023-09-25T13:04:16.099" v="1678" actId="478"/>
          <ac:cxnSpMkLst>
            <pc:docMk/>
            <pc:sldMk cId="2886094279" sldId="262"/>
            <ac:cxnSpMk id="14" creationId="{F08648F8-D018-C6C6-B854-1025E30C4E5E}"/>
          </ac:cxnSpMkLst>
        </pc:cxnChg>
      </pc:sldChg>
      <pc:sldChg chg="addSp delSp modSp add mod addAnim delAnim modAnim">
        <pc:chgData name="Mohammad Salman" userId="cfd6754c-e613-4f6f-bb98-36aef69d8c31" providerId="ADAL" clId="{64FBFC06-46A4-44AA-B1BA-D70FA97BEF3D}" dt="2023-09-25T14:38:07.859" v="2370"/>
        <pc:sldMkLst>
          <pc:docMk/>
          <pc:sldMk cId="3800184695" sldId="263"/>
        </pc:sldMkLst>
        <pc:spChg chg="mod">
          <ac:chgData name="Mohammad Salman" userId="cfd6754c-e613-4f6f-bb98-36aef69d8c31" providerId="ADAL" clId="{64FBFC06-46A4-44AA-B1BA-D70FA97BEF3D}" dt="2023-09-25T14:30:32.691" v="2125" actId="20577"/>
          <ac:spMkLst>
            <pc:docMk/>
            <pc:sldMk cId="3800184695" sldId="263"/>
            <ac:spMk id="5" creationId="{D5ACB069-350D-EE59-0BEE-441AA5AAF4BC}"/>
          </ac:spMkLst>
        </pc:spChg>
        <pc:spChg chg="mod">
          <ac:chgData name="Mohammad Salman" userId="cfd6754c-e613-4f6f-bb98-36aef69d8c31" providerId="ADAL" clId="{64FBFC06-46A4-44AA-B1BA-D70FA97BEF3D}" dt="2023-09-25T14:36:26.595" v="2361" actId="20577"/>
          <ac:spMkLst>
            <pc:docMk/>
            <pc:sldMk cId="3800184695" sldId="263"/>
            <ac:spMk id="7" creationId="{9412AFBD-B0FC-D268-DA3B-D018D8431F23}"/>
          </ac:spMkLst>
        </pc:spChg>
        <pc:spChg chg="add del mod">
          <ac:chgData name="Mohammad Salman" userId="cfd6754c-e613-4f6f-bb98-36aef69d8c31" providerId="ADAL" clId="{64FBFC06-46A4-44AA-B1BA-D70FA97BEF3D}" dt="2023-09-25T14:30:45.349" v="2128" actId="478"/>
          <ac:spMkLst>
            <pc:docMk/>
            <pc:sldMk cId="3800184695" sldId="263"/>
            <ac:spMk id="10" creationId="{1DE3C820-B88D-1B97-83C4-BE9AEC55DADA}"/>
          </ac:spMkLst>
        </pc:spChg>
        <pc:spChg chg="mod">
          <ac:chgData name="Mohammad Salman" userId="cfd6754c-e613-4f6f-bb98-36aef69d8c31" providerId="ADAL" clId="{64FBFC06-46A4-44AA-B1BA-D70FA97BEF3D}" dt="2023-09-25T14:32:08.531" v="2356" actId="113"/>
          <ac:spMkLst>
            <pc:docMk/>
            <pc:sldMk cId="3800184695" sldId="263"/>
            <ac:spMk id="11" creationId="{5CFD121E-FF0E-74FB-1A7E-04BCD5D1B16B}"/>
          </ac:spMkLst>
        </pc:spChg>
        <pc:spChg chg="del">
          <ac:chgData name="Mohammad Salman" userId="cfd6754c-e613-4f6f-bb98-36aef69d8c31" providerId="ADAL" clId="{64FBFC06-46A4-44AA-B1BA-D70FA97BEF3D}" dt="2023-09-25T14:29:27.734" v="2110" actId="478"/>
          <ac:spMkLst>
            <pc:docMk/>
            <pc:sldMk cId="3800184695" sldId="263"/>
            <ac:spMk id="12" creationId="{3E3757D2-FDE3-CEB5-AD12-C597D936FCEB}"/>
          </ac:spMkLst>
        </pc:spChg>
        <pc:picChg chg="add mod">
          <ac:chgData name="Mohammad Salman" userId="cfd6754c-e613-4f6f-bb98-36aef69d8c31" providerId="ADAL" clId="{64FBFC06-46A4-44AA-B1BA-D70FA97BEF3D}" dt="2023-09-25T14:38:05.569" v="2369" actId="1076"/>
          <ac:picMkLst>
            <pc:docMk/>
            <pc:sldMk cId="3800184695" sldId="263"/>
            <ac:picMk id="3" creationId="{2875D55E-1427-0485-7F46-D4C3F71E1449}"/>
          </ac:picMkLst>
        </pc:picChg>
        <pc:cxnChg chg="del mod">
          <ac:chgData name="Mohammad Salman" userId="cfd6754c-e613-4f6f-bb98-36aef69d8c31" providerId="ADAL" clId="{64FBFC06-46A4-44AA-B1BA-D70FA97BEF3D}" dt="2023-09-25T14:29:27.734" v="2110" actId="478"/>
          <ac:cxnSpMkLst>
            <pc:docMk/>
            <pc:sldMk cId="3800184695" sldId="263"/>
            <ac:cxnSpMk id="14" creationId="{F08648F8-D018-C6C6-B854-1025E30C4E5E}"/>
          </ac:cxnSpMkLst>
        </pc:cxnChg>
      </pc:sldChg>
      <pc:sldChg chg="addSp delSp modSp add mod delAnim modAnim">
        <pc:chgData name="Mohammad Salman" userId="cfd6754c-e613-4f6f-bb98-36aef69d8c31" providerId="ADAL" clId="{64FBFC06-46A4-44AA-B1BA-D70FA97BEF3D}" dt="2023-09-25T14:40:21.458" v="2398" actId="20577"/>
        <pc:sldMkLst>
          <pc:docMk/>
          <pc:sldMk cId="2897006302" sldId="264"/>
        </pc:sldMkLst>
        <pc:spChg chg="mod">
          <ac:chgData name="Mohammad Salman" userId="cfd6754c-e613-4f6f-bb98-36aef69d8c31" providerId="ADAL" clId="{64FBFC06-46A4-44AA-B1BA-D70FA97BEF3D}" dt="2023-09-25T14:39:02.561" v="2382" actId="20577"/>
          <ac:spMkLst>
            <pc:docMk/>
            <pc:sldMk cId="2897006302" sldId="264"/>
            <ac:spMk id="5" creationId="{D5ACB069-350D-EE59-0BEE-441AA5AAF4BC}"/>
          </ac:spMkLst>
        </pc:spChg>
        <pc:spChg chg="del">
          <ac:chgData name="Mohammad Salman" userId="cfd6754c-e613-4f6f-bb98-36aef69d8c31" providerId="ADAL" clId="{64FBFC06-46A4-44AA-B1BA-D70FA97BEF3D}" dt="2023-09-25T14:39:12.228" v="2384" actId="478"/>
          <ac:spMkLst>
            <pc:docMk/>
            <pc:sldMk cId="2897006302" sldId="264"/>
            <ac:spMk id="8" creationId="{355EC3FF-6D2F-B5A9-E93E-C9F61ECA0EA8}"/>
          </ac:spMkLst>
        </pc:spChg>
        <pc:spChg chg="mod">
          <ac:chgData name="Mohammad Salman" userId="cfd6754c-e613-4f6f-bb98-36aef69d8c31" providerId="ADAL" clId="{64FBFC06-46A4-44AA-B1BA-D70FA97BEF3D}" dt="2023-09-25T14:40:21.458" v="2398" actId="20577"/>
          <ac:spMkLst>
            <pc:docMk/>
            <pc:sldMk cId="2897006302" sldId="264"/>
            <ac:spMk id="11" creationId="{5CFD121E-FF0E-74FB-1A7E-04BCD5D1B16B}"/>
          </ac:spMkLst>
        </pc:spChg>
        <pc:picChg chg="del">
          <ac:chgData name="Mohammad Salman" userId="cfd6754c-e613-4f6f-bb98-36aef69d8c31" providerId="ADAL" clId="{64FBFC06-46A4-44AA-B1BA-D70FA97BEF3D}" dt="2023-09-25T14:39:06.141" v="2383" actId="478"/>
          <ac:picMkLst>
            <pc:docMk/>
            <pc:sldMk cId="2897006302" sldId="264"/>
            <ac:picMk id="3" creationId="{2875D55E-1427-0485-7F46-D4C3F71E1449}"/>
          </ac:picMkLst>
        </pc:picChg>
        <pc:picChg chg="add mod">
          <ac:chgData name="Mohammad Salman" userId="cfd6754c-e613-4f6f-bb98-36aef69d8c31" providerId="ADAL" clId="{64FBFC06-46A4-44AA-B1BA-D70FA97BEF3D}" dt="2023-09-25T14:39:55.257" v="2386" actId="1076"/>
          <ac:picMkLst>
            <pc:docMk/>
            <pc:sldMk cId="2897006302" sldId="264"/>
            <ac:picMk id="4" creationId="{B537509E-6458-1309-FA88-D972400F8C9F}"/>
          </ac:picMkLst>
        </pc:picChg>
      </pc:sldChg>
      <pc:sldChg chg="addSp delSp modSp new mod ord setBg">
        <pc:chgData name="Mohammad Salman" userId="cfd6754c-e613-4f6f-bb98-36aef69d8c31" providerId="ADAL" clId="{64FBFC06-46A4-44AA-B1BA-D70FA97BEF3D}" dt="2023-09-28T07:52:13.400" v="7481"/>
        <pc:sldMkLst>
          <pc:docMk/>
          <pc:sldMk cId="3501080043" sldId="265"/>
        </pc:sldMkLst>
        <pc:spChg chg="del">
          <ac:chgData name="Mohammad Salman" userId="cfd6754c-e613-4f6f-bb98-36aef69d8c31" providerId="ADAL" clId="{64FBFC06-46A4-44AA-B1BA-D70FA97BEF3D}" dt="2023-09-25T14:42:16.621" v="2400" actId="478"/>
          <ac:spMkLst>
            <pc:docMk/>
            <pc:sldMk cId="3501080043" sldId="265"/>
            <ac:spMk id="2" creationId="{78E6102A-A2A0-746E-A325-4889EAAA0EB8}"/>
          </ac:spMkLst>
        </pc:spChg>
        <pc:spChg chg="del">
          <ac:chgData name="Mohammad Salman" userId="cfd6754c-e613-4f6f-bb98-36aef69d8c31" providerId="ADAL" clId="{64FBFC06-46A4-44AA-B1BA-D70FA97BEF3D}" dt="2023-09-25T14:42:16.621" v="2400" actId="478"/>
          <ac:spMkLst>
            <pc:docMk/>
            <pc:sldMk cId="3501080043" sldId="265"/>
            <ac:spMk id="3" creationId="{40588549-10DF-E243-1B8A-2C0C302A5B5E}"/>
          </ac:spMkLst>
        </pc:spChg>
        <pc:spChg chg="add del">
          <ac:chgData name="Mohammad Salman" userId="cfd6754c-e613-4f6f-bb98-36aef69d8c31" providerId="ADAL" clId="{64FBFC06-46A4-44AA-B1BA-D70FA97BEF3D}" dt="2023-09-25T14:42:26.899" v="2406" actId="22"/>
          <ac:spMkLst>
            <pc:docMk/>
            <pc:sldMk cId="3501080043" sldId="265"/>
            <ac:spMk id="7" creationId="{3ECE797A-0C25-43AB-136E-98BD1E985771}"/>
          </ac:spMkLst>
        </pc:spChg>
        <pc:spChg chg="add mod">
          <ac:chgData name="Mohammad Salman" userId="cfd6754c-e613-4f6f-bb98-36aef69d8c31" providerId="ADAL" clId="{64FBFC06-46A4-44AA-B1BA-D70FA97BEF3D}" dt="2023-09-25T14:42:40.898" v="2413" actId="1076"/>
          <ac:spMkLst>
            <pc:docMk/>
            <pc:sldMk cId="3501080043" sldId="265"/>
            <ac:spMk id="9" creationId="{10CB8F06-1BC7-F52B-693C-AF851223D7EE}"/>
          </ac:spMkLst>
        </pc:spChg>
        <pc:picChg chg="add">
          <ac:chgData name="Mohammad Salman" userId="cfd6754c-e613-4f6f-bb98-36aef69d8c31" providerId="ADAL" clId="{64FBFC06-46A4-44AA-B1BA-D70FA97BEF3D}" dt="2023-09-25T14:42:17.135" v="2401" actId="22"/>
          <ac:picMkLst>
            <pc:docMk/>
            <pc:sldMk cId="3501080043" sldId="265"/>
            <ac:picMk id="5" creationId="{190670B8-A495-2CCB-FD13-6358ECC0F28F}"/>
          </ac:picMkLst>
        </pc:picChg>
      </pc:sldChg>
      <pc:sldChg chg="modSp new del mod setBg">
        <pc:chgData name="Mohammad Salman" userId="cfd6754c-e613-4f6f-bb98-36aef69d8c31" providerId="ADAL" clId="{64FBFC06-46A4-44AA-B1BA-D70FA97BEF3D}" dt="2023-10-02T08:03:43.353" v="9576" actId="2696"/>
        <pc:sldMkLst>
          <pc:docMk/>
          <pc:sldMk cId="975659623" sldId="266"/>
        </pc:sldMkLst>
        <pc:spChg chg="mod">
          <ac:chgData name="Mohammad Salman" userId="cfd6754c-e613-4f6f-bb98-36aef69d8c31" providerId="ADAL" clId="{64FBFC06-46A4-44AA-B1BA-D70FA97BEF3D}" dt="2023-09-25T15:02:29.527" v="2615" actId="20577"/>
          <ac:spMkLst>
            <pc:docMk/>
            <pc:sldMk cId="975659623" sldId="266"/>
            <ac:spMk id="2" creationId="{D68E78E4-40DE-E0C6-4F9A-C1DB88193F32}"/>
          </ac:spMkLst>
        </pc:spChg>
        <pc:spChg chg="mod">
          <ac:chgData name="Mohammad Salman" userId="cfd6754c-e613-4f6f-bb98-36aef69d8c31" providerId="ADAL" clId="{64FBFC06-46A4-44AA-B1BA-D70FA97BEF3D}" dt="2023-10-02T08:03:26.743" v="9575" actId="400"/>
          <ac:spMkLst>
            <pc:docMk/>
            <pc:sldMk cId="975659623" sldId="266"/>
            <ac:spMk id="3" creationId="{691813BE-891F-A378-082E-6B257136C482}"/>
          </ac:spMkLst>
        </pc:spChg>
      </pc:sldChg>
      <pc:sldChg chg="modSp add mod modAnim">
        <pc:chgData name="Mohammad Salman" userId="cfd6754c-e613-4f6f-bb98-36aef69d8c31" providerId="ADAL" clId="{64FBFC06-46A4-44AA-B1BA-D70FA97BEF3D}" dt="2023-10-02T07:15:27.280" v="9450"/>
        <pc:sldMkLst>
          <pc:docMk/>
          <pc:sldMk cId="2307355212" sldId="267"/>
        </pc:sldMkLst>
        <pc:spChg chg="mod">
          <ac:chgData name="Mohammad Salman" userId="cfd6754c-e613-4f6f-bb98-36aef69d8c31" providerId="ADAL" clId="{64FBFC06-46A4-44AA-B1BA-D70FA97BEF3D}" dt="2023-09-26T11:28:53.403" v="3561" actId="20577"/>
          <ac:spMkLst>
            <pc:docMk/>
            <pc:sldMk cId="2307355212" sldId="267"/>
            <ac:spMk id="2" creationId="{5417236D-28A0-7F18-EFFA-C5A871262ABC}"/>
          </ac:spMkLst>
        </pc:spChg>
        <pc:spChg chg="mod">
          <ac:chgData name="Mohammad Salman" userId="cfd6754c-e613-4f6f-bb98-36aef69d8c31" providerId="ADAL" clId="{64FBFC06-46A4-44AA-B1BA-D70FA97BEF3D}" dt="2023-09-28T13:44:54.401" v="9149" actId="6549"/>
          <ac:spMkLst>
            <pc:docMk/>
            <pc:sldMk cId="2307355212" sldId="267"/>
            <ac:spMk id="3" creationId="{3CA08883-8C1A-1E73-D48F-73498AD0C487}"/>
          </ac:spMkLst>
        </pc:spChg>
      </pc:sldChg>
      <pc:sldChg chg="addSp delSp modSp new mod ord setBg modClrScheme chgLayout">
        <pc:chgData name="Mohammad Salman" userId="cfd6754c-e613-4f6f-bb98-36aef69d8c31" providerId="ADAL" clId="{64FBFC06-46A4-44AA-B1BA-D70FA97BEF3D}" dt="2023-10-02T12:06:43.437" v="10984" actId="20577"/>
        <pc:sldMkLst>
          <pc:docMk/>
          <pc:sldMk cId="2665280385" sldId="268"/>
        </pc:sldMkLst>
        <pc:spChg chg="del mod ord">
          <ac:chgData name="Mohammad Salman" userId="cfd6754c-e613-4f6f-bb98-36aef69d8c31" providerId="ADAL" clId="{64FBFC06-46A4-44AA-B1BA-D70FA97BEF3D}" dt="2023-09-27T14:36:40.498" v="3857" actId="700"/>
          <ac:spMkLst>
            <pc:docMk/>
            <pc:sldMk cId="2665280385" sldId="268"/>
            <ac:spMk id="2" creationId="{6F7BA92C-9DB7-333B-AB22-AC15011F72D2}"/>
          </ac:spMkLst>
        </pc:spChg>
        <pc:spChg chg="add mod">
          <ac:chgData name="Mohammad Salman" userId="cfd6754c-e613-4f6f-bb98-36aef69d8c31" providerId="ADAL" clId="{64FBFC06-46A4-44AA-B1BA-D70FA97BEF3D}" dt="2023-10-02T08:13:49.724" v="9753" actId="14100"/>
          <ac:spMkLst>
            <pc:docMk/>
            <pc:sldMk cId="2665280385" sldId="268"/>
            <ac:spMk id="2" creationId="{9A59E21C-884D-1BD8-D4E1-F543765B07D4}"/>
          </ac:spMkLst>
        </pc:spChg>
        <pc:spChg chg="del mod ord">
          <ac:chgData name="Mohammad Salman" userId="cfd6754c-e613-4f6f-bb98-36aef69d8c31" providerId="ADAL" clId="{64FBFC06-46A4-44AA-B1BA-D70FA97BEF3D}" dt="2023-09-27T14:36:40.498" v="3857" actId="700"/>
          <ac:spMkLst>
            <pc:docMk/>
            <pc:sldMk cId="2665280385" sldId="268"/>
            <ac:spMk id="3" creationId="{9B3CAC54-95B9-5418-0DF7-4CEEDD9F654A}"/>
          </ac:spMkLst>
        </pc:spChg>
        <pc:spChg chg="add mod ord">
          <ac:chgData name="Mohammad Salman" userId="cfd6754c-e613-4f6f-bb98-36aef69d8c31" providerId="ADAL" clId="{64FBFC06-46A4-44AA-B1BA-D70FA97BEF3D}" dt="2023-09-27T14:36:57.447" v="3939" actId="20577"/>
          <ac:spMkLst>
            <pc:docMk/>
            <pc:sldMk cId="2665280385" sldId="268"/>
            <ac:spMk id="4" creationId="{84213534-2E85-408A-A81E-77C97C714C2E}"/>
          </ac:spMkLst>
        </pc:spChg>
        <pc:spChg chg="add mod ord">
          <ac:chgData name="Mohammad Salman" userId="cfd6754c-e613-4f6f-bb98-36aef69d8c31" providerId="ADAL" clId="{64FBFC06-46A4-44AA-B1BA-D70FA97BEF3D}" dt="2023-10-02T12:06:43.437" v="10984" actId="20577"/>
          <ac:spMkLst>
            <pc:docMk/>
            <pc:sldMk cId="2665280385" sldId="268"/>
            <ac:spMk id="5" creationId="{268B77CA-551B-38F5-2120-3274A103BF68}"/>
          </ac:spMkLst>
        </pc:spChg>
      </pc:sldChg>
      <pc:sldChg chg="addSp delSp modSp new mod modAnim">
        <pc:chgData name="Mohammad Salman" userId="cfd6754c-e613-4f6f-bb98-36aef69d8c31" providerId="ADAL" clId="{64FBFC06-46A4-44AA-B1BA-D70FA97BEF3D}" dt="2023-09-27T15:22:40.960" v="5949"/>
        <pc:sldMkLst>
          <pc:docMk/>
          <pc:sldMk cId="2338066797" sldId="269"/>
        </pc:sldMkLst>
        <pc:spChg chg="del">
          <ac:chgData name="Mohammad Salman" userId="cfd6754c-e613-4f6f-bb98-36aef69d8c31" providerId="ADAL" clId="{64FBFC06-46A4-44AA-B1BA-D70FA97BEF3D}" dt="2023-09-27T14:37:08.718" v="3941" actId="478"/>
          <ac:spMkLst>
            <pc:docMk/>
            <pc:sldMk cId="2338066797" sldId="269"/>
            <ac:spMk id="2" creationId="{8E5A0134-86B1-01AD-56BA-BF12F111EDD0}"/>
          </ac:spMkLst>
        </pc:spChg>
        <pc:spChg chg="del">
          <ac:chgData name="Mohammad Salman" userId="cfd6754c-e613-4f6f-bb98-36aef69d8c31" providerId="ADAL" clId="{64FBFC06-46A4-44AA-B1BA-D70FA97BEF3D}" dt="2023-09-27T14:37:08.718" v="3941" actId="478"/>
          <ac:spMkLst>
            <pc:docMk/>
            <pc:sldMk cId="2338066797" sldId="269"/>
            <ac:spMk id="3" creationId="{4B9F2158-D49F-7388-8E4D-B2F5987D7F10}"/>
          </ac:spMkLst>
        </pc:spChg>
        <pc:spChg chg="add mod">
          <ac:chgData name="Mohammad Salman" userId="cfd6754c-e613-4f6f-bb98-36aef69d8c31" providerId="ADAL" clId="{64FBFC06-46A4-44AA-B1BA-D70FA97BEF3D}" dt="2023-09-27T15:22:04.815" v="5944" actId="20577"/>
          <ac:spMkLst>
            <pc:docMk/>
            <pc:sldMk cId="2338066797" sldId="269"/>
            <ac:spMk id="4" creationId="{3C00DD85-9001-4570-B697-15E815E3FFFD}"/>
          </ac:spMkLst>
        </pc:spChg>
        <pc:spChg chg="add del mod">
          <ac:chgData name="Mohammad Salman" userId="cfd6754c-e613-4f6f-bb98-36aef69d8c31" providerId="ADAL" clId="{64FBFC06-46A4-44AA-B1BA-D70FA97BEF3D}" dt="2023-09-27T15:20:22.126" v="5902" actId="20577"/>
          <ac:spMkLst>
            <pc:docMk/>
            <pc:sldMk cId="2338066797" sldId="269"/>
            <ac:spMk id="5" creationId="{2229A773-0646-661A-48C9-B1B39651878E}"/>
          </ac:spMkLst>
        </pc:spChg>
        <pc:spChg chg="add mod">
          <ac:chgData name="Mohammad Salman" userId="cfd6754c-e613-4f6f-bb98-36aef69d8c31" providerId="ADAL" clId="{64FBFC06-46A4-44AA-B1BA-D70FA97BEF3D}" dt="2023-09-27T15:16:42.233" v="5784" actId="20577"/>
          <ac:spMkLst>
            <pc:docMk/>
            <pc:sldMk cId="2338066797" sldId="269"/>
            <ac:spMk id="6" creationId="{B4822AFF-48E2-9C1E-6944-C9651ABCC74E}"/>
          </ac:spMkLst>
        </pc:spChg>
      </pc:sldChg>
      <pc:sldChg chg="modSp new mod setBg">
        <pc:chgData name="Mohammad Salman" userId="cfd6754c-e613-4f6f-bb98-36aef69d8c31" providerId="ADAL" clId="{64FBFC06-46A4-44AA-B1BA-D70FA97BEF3D}" dt="2023-09-27T15:06:26.682" v="5544"/>
        <pc:sldMkLst>
          <pc:docMk/>
          <pc:sldMk cId="3948383761" sldId="270"/>
        </pc:sldMkLst>
        <pc:spChg chg="mod">
          <ac:chgData name="Mohammad Salman" userId="cfd6754c-e613-4f6f-bb98-36aef69d8c31" providerId="ADAL" clId="{64FBFC06-46A4-44AA-B1BA-D70FA97BEF3D}" dt="2023-09-27T14:38:41.282" v="3970" actId="20577"/>
          <ac:spMkLst>
            <pc:docMk/>
            <pc:sldMk cId="3948383761" sldId="270"/>
            <ac:spMk id="2" creationId="{44DA52CE-D1C9-C183-6466-B4EBCF66F789}"/>
          </ac:spMkLst>
        </pc:spChg>
        <pc:spChg chg="mod">
          <ac:chgData name="Mohammad Salman" userId="cfd6754c-e613-4f6f-bb98-36aef69d8c31" providerId="ADAL" clId="{64FBFC06-46A4-44AA-B1BA-D70FA97BEF3D}" dt="2023-09-27T14:42:30.045" v="4334" actId="21"/>
          <ac:spMkLst>
            <pc:docMk/>
            <pc:sldMk cId="3948383761" sldId="270"/>
            <ac:spMk id="3" creationId="{31F0DA2E-7B0E-8111-6820-E4156DB9E166}"/>
          </ac:spMkLst>
        </pc:spChg>
      </pc:sldChg>
      <pc:sldChg chg="addSp delSp modSp add mod setBg">
        <pc:chgData name="Mohammad Salman" userId="cfd6754c-e613-4f6f-bb98-36aef69d8c31" providerId="ADAL" clId="{64FBFC06-46A4-44AA-B1BA-D70FA97BEF3D}" dt="2023-09-28T13:37:25.163" v="9107" actId="114"/>
        <pc:sldMkLst>
          <pc:docMk/>
          <pc:sldMk cId="896068745" sldId="271"/>
        </pc:sldMkLst>
        <pc:spChg chg="mod">
          <ac:chgData name="Mohammad Salman" userId="cfd6754c-e613-4f6f-bb98-36aef69d8c31" providerId="ADAL" clId="{64FBFC06-46A4-44AA-B1BA-D70FA97BEF3D}" dt="2023-09-27T15:06:50.365" v="5550" actId="113"/>
          <ac:spMkLst>
            <pc:docMk/>
            <pc:sldMk cId="896068745" sldId="271"/>
            <ac:spMk id="3" creationId="{31F0DA2E-7B0E-8111-6820-E4156DB9E166}"/>
          </ac:spMkLst>
        </pc:spChg>
        <pc:spChg chg="add del mod">
          <ac:chgData name="Mohammad Salman" userId="cfd6754c-e613-4f6f-bb98-36aef69d8c31" providerId="ADAL" clId="{64FBFC06-46A4-44AA-B1BA-D70FA97BEF3D}" dt="2023-09-27T14:43:55.848" v="4454" actId="767"/>
          <ac:spMkLst>
            <pc:docMk/>
            <pc:sldMk cId="896068745" sldId="271"/>
            <ac:spMk id="4" creationId="{F54195F1-2F25-986B-2BEF-3DF7758B6939}"/>
          </ac:spMkLst>
        </pc:spChg>
        <pc:spChg chg="add mod">
          <ac:chgData name="Mohammad Salman" userId="cfd6754c-e613-4f6f-bb98-36aef69d8c31" providerId="ADAL" clId="{64FBFC06-46A4-44AA-B1BA-D70FA97BEF3D}" dt="2023-09-27T14:44:13.728" v="4463" actId="1037"/>
          <ac:spMkLst>
            <pc:docMk/>
            <pc:sldMk cId="896068745" sldId="271"/>
            <ac:spMk id="5" creationId="{E19B7E80-88F5-CAFF-11CC-2B569AA59B87}"/>
          </ac:spMkLst>
        </pc:spChg>
        <pc:spChg chg="add mod">
          <ac:chgData name="Mohammad Salman" userId="cfd6754c-e613-4f6f-bb98-36aef69d8c31" providerId="ADAL" clId="{64FBFC06-46A4-44AA-B1BA-D70FA97BEF3D}" dt="2023-09-27T14:44:26.205" v="4468" actId="14100"/>
          <ac:spMkLst>
            <pc:docMk/>
            <pc:sldMk cId="896068745" sldId="271"/>
            <ac:spMk id="6" creationId="{3F821295-4F71-CF53-9AB9-C62E3DB06A20}"/>
          </ac:spMkLst>
        </pc:spChg>
        <pc:spChg chg="add mod">
          <ac:chgData name="Mohammad Salman" userId="cfd6754c-e613-4f6f-bb98-36aef69d8c31" providerId="ADAL" clId="{64FBFC06-46A4-44AA-B1BA-D70FA97BEF3D}" dt="2023-09-28T13:37:25.163" v="9107" actId="114"/>
          <ac:spMkLst>
            <pc:docMk/>
            <pc:sldMk cId="896068745" sldId="271"/>
            <ac:spMk id="7" creationId="{7BD50614-08F1-285D-8262-A516026CAB5C}"/>
          </ac:spMkLst>
        </pc:spChg>
        <pc:cxnChg chg="add mod">
          <ac:chgData name="Mohammad Salman" userId="cfd6754c-e613-4f6f-bb98-36aef69d8c31" providerId="ADAL" clId="{64FBFC06-46A4-44AA-B1BA-D70FA97BEF3D}" dt="2023-09-27T14:45:37.373" v="4566" actId="1076"/>
          <ac:cxnSpMkLst>
            <pc:docMk/>
            <pc:sldMk cId="896068745" sldId="271"/>
            <ac:cxnSpMk id="9" creationId="{D16DDE6F-F2C5-8887-EF9A-EE3AC31CC8C3}"/>
          </ac:cxnSpMkLst>
        </pc:cxnChg>
        <pc:cxnChg chg="add mod">
          <ac:chgData name="Mohammad Salman" userId="cfd6754c-e613-4f6f-bb98-36aef69d8c31" providerId="ADAL" clId="{64FBFC06-46A4-44AA-B1BA-D70FA97BEF3D}" dt="2023-09-27T14:45:37.373" v="4566" actId="1076"/>
          <ac:cxnSpMkLst>
            <pc:docMk/>
            <pc:sldMk cId="896068745" sldId="271"/>
            <ac:cxnSpMk id="10" creationId="{88D2DD55-F40E-DDAB-8815-5BD485539176}"/>
          </ac:cxnSpMkLst>
        </pc:cxnChg>
      </pc:sldChg>
      <pc:sldChg chg="modSp add mod setBg">
        <pc:chgData name="Mohammad Salman" userId="cfd6754c-e613-4f6f-bb98-36aef69d8c31" providerId="ADAL" clId="{64FBFC06-46A4-44AA-B1BA-D70FA97BEF3D}" dt="2023-09-27T15:06:26.682" v="5544"/>
        <pc:sldMkLst>
          <pc:docMk/>
          <pc:sldMk cId="256454564" sldId="272"/>
        </pc:sldMkLst>
        <pc:spChg chg="mod">
          <ac:chgData name="Mohammad Salman" userId="cfd6754c-e613-4f6f-bb98-36aef69d8c31" providerId="ADAL" clId="{64FBFC06-46A4-44AA-B1BA-D70FA97BEF3D}" dt="2023-09-27T14:48:12.690" v="4731" actId="20577"/>
          <ac:spMkLst>
            <pc:docMk/>
            <pc:sldMk cId="256454564" sldId="272"/>
            <ac:spMk id="3" creationId="{31F0DA2E-7B0E-8111-6820-E4156DB9E166}"/>
          </ac:spMkLst>
        </pc:spChg>
      </pc:sldChg>
      <pc:sldChg chg="addSp delSp modSp add mod setBg">
        <pc:chgData name="Mohammad Salman" userId="cfd6754c-e613-4f6f-bb98-36aef69d8c31" providerId="ADAL" clId="{64FBFC06-46A4-44AA-B1BA-D70FA97BEF3D}" dt="2023-09-27T15:07:34.830" v="5558" actId="1076"/>
        <pc:sldMkLst>
          <pc:docMk/>
          <pc:sldMk cId="3660527701" sldId="273"/>
        </pc:sldMkLst>
        <pc:spChg chg="mod">
          <ac:chgData name="Mohammad Salman" userId="cfd6754c-e613-4f6f-bb98-36aef69d8c31" providerId="ADAL" clId="{64FBFC06-46A4-44AA-B1BA-D70FA97BEF3D}" dt="2023-09-27T15:07:17.206" v="5556" actId="20577"/>
          <ac:spMkLst>
            <pc:docMk/>
            <pc:sldMk cId="3660527701" sldId="273"/>
            <ac:spMk id="3" creationId="{31F0DA2E-7B0E-8111-6820-E4156DB9E166}"/>
          </ac:spMkLst>
        </pc:spChg>
        <pc:spChg chg="add del mod">
          <ac:chgData name="Mohammad Salman" userId="cfd6754c-e613-4f6f-bb98-36aef69d8c31" providerId="ADAL" clId="{64FBFC06-46A4-44AA-B1BA-D70FA97BEF3D}" dt="2023-09-27T14:56:34.311" v="5092" actId="478"/>
          <ac:spMkLst>
            <pc:docMk/>
            <pc:sldMk cId="3660527701" sldId="273"/>
            <ac:spMk id="4" creationId="{A37361DF-77B0-7395-7E3A-4806B31DEBAA}"/>
          </ac:spMkLst>
        </pc:spChg>
        <pc:spChg chg="add mod">
          <ac:chgData name="Mohammad Salman" userId="cfd6754c-e613-4f6f-bb98-36aef69d8c31" providerId="ADAL" clId="{64FBFC06-46A4-44AA-B1BA-D70FA97BEF3D}" dt="2023-09-27T15:07:34.830" v="5558" actId="1076"/>
          <ac:spMkLst>
            <pc:docMk/>
            <pc:sldMk cId="3660527701" sldId="273"/>
            <ac:spMk id="5" creationId="{5477ED64-BB6F-FEE0-3EBF-6E6DD6CB9CFB}"/>
          </ac:spMkLst>
        </pc:spChg>
      </pc:sldChg>
      <pc:sldChg chg="addSp delSp modSp new mod setBg modAnim">
        <pc:chgData name="Mohammad Salman" userId="cfd6754c-e613-4f6f-bb98-36aef69d8c31" providerId="ADAL" clId="{64FBFC06-46A4-44AA-B1BA-D70FA97BEF3D}" dt="2023-09-28T07:29:31.252" v="7478" actId="1035"/>
        <pc:sldMkLst>
          <pc:docMk/>
          <pc:sldMk cId="1596000139" sldId="274"/>
        </pc:sldMkLst>
        <pc:spChg chg="mod">
          <ac:chgData name="Mohammad Salman" userId="cfd6754c-e613-4f6f-bb98-36aef69d8c31" providerId="ADAL" clId="{64FBFC06-46A4-44AA-B1BA-D70FA97BEF3D}" dt="2023-09-27T14:56:44.770" v="5094"/>
          <ac:spMkLst>
            <pc:docMk/>
            <pc:sldMk cId="1596000139" sldId="274"/>
            <ac:spMk id="2" creationId="{D9DD2ED3-9082-3CD4-C392-1864D7406CBD}"/>
          </ac:spMkLst>
        </pc:spChg>
        <pc:spChg chg="mod">
          <ac:chgData name="Mohammad Salman" userId="cfd6754c-e613-4f6f-bb98-36aef69d8c31" providerId="ADAL" clId="{64FBFC06-46A4-44AA-B1BA-D70FA97BEF3D}" dt="2023-09-27T15:02:56.371" v="5298" actId="1076"/>
          <ac:spMkLst>
            <pc:docMk/>
            <pc:sldMk cId="1596000139" sldId="274"/>
            <ac:spMk id="3" creationId="{0EB2E7F0-D66C-25BB-A06C-B933F5A79B4E}"/>
          </ac:spMkLst>
        </pc:spChg>
        <pc:spChg chg="add del mod">
          <ac:chgData name="Mohammad Salman" userId="cfd6754c-e613-4f6f-bb98-36aef69d8c31" providerId="ADAL" clId="{64FBFC06-46A4-44AA-B1BA-D70FA97BEF3D}" dt="2023-09-27T14:56:58.306" v="5142" actId="767"/>
          <ac:spMkLst>
            <pc:docMk/>
            <pc:sldMk cId="1596000139" sldId="274"/>
            <ac:spMk id="4" creationId="{C4F50410-CF48-3689-9015-856B71AA6904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7" creationId="{B1D96FE5-3E3B-5714-F413-88952CAF28A4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8" creationId="{DEDF92CD-255A-B336-C7B2-4320E04898DA}"/>
          </ac:spMkLst>
        </pc:spChg>
        <pc:spChg chg="add del mod">
          <ac:chgData name="Mohammad Salman" userId="cfd6754c-e613-4f6f-bb98-36aef69d8c31" providerId="ADAL" clId="{64FBFC06-46A4-44AA-B1BA-D70FA97BEF3D}" dt="2023-09-27T15:01:09.266" v="5277" actId="113"/>
          <ac:spMkLst>
            <pc:docMk/>
            <pc:sldMk cId="1596000139" sldId="274"/>
            <ac:spMk id="10" creationId="{482F6231-D915-941E-81D1-8347670D6978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11" creationId="{C13C3997-3751-1232-7BED-2E8D75439A39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12" creationId="{91EA3783-59B9-FF92-8A0A-C976EADBB94A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13" creationId="{03C7311B-C707-56FE-5DD2-B5B7BD9C0E44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22" creationId="{524B7BED-C303-A9E9-824D-A39E7F394DAE}"/>
          </ac:spMkLst>
        </pc:spChg>
        <pc:spChg chg="add mod">
          <ac:chgData name="Mohammad Salman" userId="cfd6754c-e613-4f6f-bb98-36aef69d8c31" providerId="ADAL" clId="{64FBFC06-46A4-44AA-B1BA-D70FA97BEF3D}" dt="2023-09-28T07:29:31.252" v="7478" actId="1035"/>
          <ac:spMkLst>
            <pc:docMk/>
            <pc:sldMk cId="1596000139" sldId="274"/>
            <ac:spMk id="23" creationId="{E6531A5D-411B-4DA6-5CAC-4BEFE940FDFB}"/>
          </ac:spMkLst>
        </pc:spChg>
        <pc:graphicFrameChg chg="add mod modGraphic">
          <ac:chgData name="Mohammad Salman" userId="cfd6754c-e613-4f6f-bb98-36aef69d8c31" providerId="ADAL" clId="{64FBFC06-46A4-44AA-B1BA-D70FA97BEF3D}" dt="2023-09-28T07:29:31.252" v="7478" actId="1035"/>
          <ac:graphicFrameMkLst>
            <pc:docMk/>
            <pc:sldMk cId="1596000139" sldId="274"/>
            <ac:graphicFrameMk id="5" creationId="{42B80E23-84D8-39B5-20F0-5223878AABD2}"/>
          </ac:graphicFrameMkLst>
        </pc:graphicFrameChg>
        <pc:graphicFrameChg chg="add mod modGraphic">
          <ac:chgData name="Mohammad Salman" userId="cfd6754c-e613-4f6f-bb98-36aef69d8c31" providerId="ADAL" clId="{64FBFC06-46A4-44AA-B1BA-D70FA97BEF3D}" dt="2023-09-28T07:29:31.252" v="7478" actId="1035"/>
          <ac:graphicFrameMkLst>
            <pc:docMk/>
            <pc:sldMk cId="1596000139" sldId="274"/>
            <ac:graphicFrameMk id="6" creationId="{68D2C9DC-E041-A90C-ED21-BF16E6637CB3}"/>
          </ac:graphicFrameMkLst>
        </pc:graphicFrameChg>
        <pc:cxnChg chg="add del mod">
          <ac:chgData name="Mohammad Salman" userId="cfd6754c-e613-4f6f-bb98-36aef69d8c31" providerId="ADAL" clId="{64FBFC06-46A4-44AA-B1BA-D70FA97BEF3D}" dt="2023-09-27T15:02:31.002" v="5291" actId="478"/>
          <ac:cxnSpMkLst>
            <pc:docMk/>
            <pc:sldMk cId="1596000139" sldId="274"/>
            <ac:cxnSpMk id="14" creationId="{B67062C3-7514-6404-5A10-F80B6632843D}"/>
          </ac:cxnSpMkLst>
        </pc:cxnChg>
        <pc:cxnChg chg="add mod">
          <ac:chgData name="Mohammad Salman" userId="cfd6754c-e613-4f6f-bb98-36aef69d8c31" providerId="ADAL" clId="{64FBFC06-46A4-44AA-B1BA-D70FA97BEF3D}" dt="2023-09-28T07:29:31.252" v="7478" actId="1035"/>
          <ac:cxnSpMkLst>
            <pc:docMk/>
            <pc:sldMk cId="1596000139" sldId="274"/>
            <ac:cxnSpMk id="17" creationId="{0D5B91BF-9A2D-97DD-3DE1-C0416D62365A}"/>
          </ac:cxnSpMkLst>
        </pc:cxnChg>
        <pc:cxnChg chg="add mod">
          <ac:chgData name="Mohammad Salman" userId="cfd6754c-e613-4f6f-bb98-36aef69d8c31" providerId="ADAL" clId="{64FBFC06-46A4-44AA-B1BA-D70FA97BEF3D}" dt="2023-09-28T07:29:31.252" v="7478" actId="1035"/>
          <ac:cxnSpMkLst>
            <pc:docMk/>
            <pc:sldMk cId="1596000139" sldId="274"/>
            <ac:cxnSpMk id="18" creationId="{CD4B7BB9-8DE7-138B-EAAB-B28927111124}"/>
          </ac:cxnSpMkLst>
        </pc:cxnChg>
      </pc:sldChg>
      <pc:sldChg chg="addSp delSp modSp new mod setBg modClrScheme chgLayout">
        <pc:chgData name="Mohammad Salman" userId="cfd6754c-e613-4f6f-bb98-36aef69d8c31" providerId="ADAL" clId="{64FBFC06-46A4-44AA-B1BA-D70FA97BEF3D}" dt="2023-10-02T08:13:23.703" v="9675" actId="14100"/>
        <pc:sldMkLst>
          <pc:docMk/>
          <pc:sldMk cId="2214762100" sldId="275"/>
        </pc:sldMkLst>
        <pc:spChg chg="del mod ord">
          <ac:chgData name="Mohammad Salman" userId="cfd6754c-e613-4f6f-bb98-36aef69d8c31" providerId="ADAL" clId="{64FBFC06-46A4-44AA-B1BA-D70FA97BEF3D}" dt="2023-09-27T15:44:59.465" v="6885" actId="700"/>
          <ac:spMkLst>
            <pc:docMk/>
            <pc:sldMk cId="2214762100" sldId="275"/>
            <ac:spMk id="2" creationId="{136BEFB8-045C-DF7B-1AA0-55BFAC153FA4}"/>
          </ac:spMkLst>
        </pc:spChg>
        <pc:spChg chg="add mod">
          <ac:chgData name="Mohammad Salman" userId="cfd6754c-e613-4f6f-bb98-36aef69d8c31" providerId="ADAL" clId="{64FBFC06-46A4-44AA-B1BA-D70FA97BEF3D}" dt="2023-10-02T08:13:23.703" v="9675" actId="14100"/>
          <ac:spMkLst>
            <pc:docMk/>
            <pc:sldMk cId="2214762100" sldId="275"/>
            <ac:spMk id="2" creationId="{9B28051F-336E-9EA5-6DCD-F34D7FB14BBB}"/>
          </ac:spMkLst>
        </pc:spChg>
        <pc:spChg chg="del mod ord">
          <ac:chgData name="Mohammad Salman" userId="cfd6754c-e613-4f6f-bb98-36aef69d8c31" providerId="ADAL" clId="{64FBFC06-46A4-44AA-B1BA-D70FA97BEF3D}" dt="2023-09-27T15:44:59.465" v="6885" actId="700"/>
          <ac:spMkLst>
            <pc:docMk/>
            <pc:sldMk cId="2214762100" sldId="275"/>
            <ac:spMk id="3" creationId="{0543D60E-A362-428C-1AF2-C027D761F133}"/>
          </ac:spMkLst>
        </pc:spChg>
        <pc:spChg chg="add mod ord">
          <ac:chgData name="Mohammad Salman" userId="cfd6754c-e613-4f6f-bb98-36aef69d8c31" providerId="ADAL" clId="{64FBFC06-46A4-44AA-B1BA-D70FA97BEF3D}" dt="2023-09-27T15:45:04.048" v="6907" actId="5793"/>
          <ac:spMkLst>
            <pc:docMk/>
            <pc:sldMk cId="2214762100" sldId="275"/>
            <ac:spMk id="4" creationId="{02C07132-A492-384C-C84C-FAFB3004F631}"/>
          </ac:spMkLst>
        </pc:spChg>
        <pc:spChg chg="add mod ord">
          <ac:chgData name="Mohammad Salman" userId="cfd6754c-e613-4f6f-bb98-36aef69d8c31" providerId="ADAL" clId="{64FBFC06-46A4-44AA-B1BA-D70FA97BEF3D}" dt="2023-09-27T15:46:30.992" v="6998" actId="113"/>
          <ac:spMkLst>
            <pc:docMk/>
            <pc:sldMk cId="2214762100" sldId="275"/>
            <ac:spMk id="5" creationId="{C3F92225-4D13-EDF3-780A-0FF166D9AB78}"/>
          </ac:spMkLst>
        </pc:spChg>
      </pc:sldChg>
      <pc:sldChg chg="addSp delSp modSp add mod addAnim delAnim modAnim">
        <pc:chgData name="Mohammad Salman" userId="cfd6754c-e613-4f6f-bb98-36aef69d8c31" providerId="ADAL" clId="{64FBFC06-46A4-44AA-B1BA-D70FA97BEF3D}" dt="2023-10-02T07:39:23.577" v="9528" actId="1076"/>
        <pc:sldMkLst>
          <pc:docMk/>
          <pc:sldMk cId="743688133" sldId="276"/>
        </pc:sldMkLst>
        <pc:spChg chg="add mod">
          <ac:chgData name="Mohammad Salman" userId="cfd6754c-e613-4f6f-bb98-36aef69d8c31" providerId="ADAL" clId="{64FBFC06-46A4-44AA-B1BA-D70FA97BEF3D}" dt="2023-09-27T15:17:06.032" v="5788" actId="1076"/>
          <ac:spMkLst>
            <pc:docMk/>
            <pc:sldMk cId="743688133" sldId="276"/>
            <ac:spMk id="3" creationId="{822D1D5A-06C5-111A-B2CF-5FFC7EA1B7B8}"/>
          </ac:spMkLst>
        </pc:spChg>
        <pc:spChg chg="add mod">
          <ac:chgData name="Mohammad Salman" userId="cfd6754c-e613-4f6f-bb98-36aef69d8c31" providerId="ADAL" clId="{64FBFC06-46A4-44AA-B1BA-D70FA97BEF3D}" dt="2023-10-02T07:39:23.577" v="9528" actId="1076"/>
          <ac:spMkLst>
            <pc:docMk/>
            <pc:sldMk cId="743688133" sldId="276"/>
            <ac:spMk id="4" creationId="{1A738CE4-A84F-C620-DDD6-1C1559C081A2}"/>
          </ac:spMkLst>
        </pc:spChg>
        <pc:spChg chg="del">
          <ac:chgData name="Mohammad Salman" userId="cfd6754c-e613-4f6f-bb98-36aef69d8c31" providerId="ADAL" clId="{64FBFC06-46A4-44AA-B1BA-D70FA97BEF3D}" dt="2023-09-27T15:16:51.022" v="5786" actId="478"/>
          <ac:spMkLst>
            <pc:docMk/>
            <pc:sldMk cId="743688133" sldId="276"/>
            <ac:spMk id="4" creationId="{3C00DD85-9001-4570-B697-15E815E3FFFD}"/>
          </ac:spMkLst>
        </pc:spChg>
        <pc:spChg chg="del">
          <ac:chgData name="Mohammad Salman" userId="cfd6754c-e613-4f6f-bb98-36aef69d8c31" providerId="ADAL" clId="{64FBFC06-46A4-44AA-B1BA-D70FA97BEF3D}" dt="2023-09-27T15:16:51.022" v="5786" actId="478"/>
          <ac:spMkLst>
            <pc:docMk/>
            <pc:sldMk cId="743688133" sldId="276"/>
            <ac:spMk id="5" creationId="{2229A773-0646-661A-48C9-B1B39651878E}"/>
          </ac:spMkLst>
        </pc:spChg>
        <pc:spChg chg="mod">
          <ac:chgData name="Mohammad Salman" userId="cfd6754c-e613-4f6f-bb98-36aef69d8c31" providerId="ADAL" clId="{64FBFC06-46A4-44AA-B1BA-D70FA97BEF3D}" dt="2023-09-28T13:46:45.633" v="9157" actId="20577"/>
          <ac:spMkLst>
            <pc:docMk/>
            <pc:sldMk cId="743688133" sldId="276"/>
            <ac:spMk id="6" creationId="{B4822AFF-48E2-9C1E-6944-C9651ABCC74E}"/>
          </ac:spMkLst>
        </pc:spChg>
        <pc:spChg chg="add mod">
          <ac:chgData name="Mohammad Salman" userId="cfd6754c-e613-4f6f-bb98-36aef69d8c31" providerId="ADAL" clId="{64FBFC06-46A4-44AA-B1BA-D70FA97BEF3D}" dt="2023-09-27T15:28:03.235" v="6002" actId="207"/>
          <ac:spMkLst>
            <pc:docMk/>
            <pc:sldMk cId="743688133" sldId="276"/>
            <ac:spMk id="7" creationId="{3B25CA4C-F284-3A84-6222-8011855D5E9B}"/>
          </ac:spMkLst>
        </pc:spChg>
        <pc:spChg chg="add del mod">
          <ac:chgData name="Mohammad Salman" userId="cfd6754c-e613-4f6f-bb98-36aef69d8c31" providerId="ADAL" clId="{64FBFC06-46A4-44AA-B1BA-D70FA97BEF3D}" dt="2023-09-27T15:17:14.037" v="5789" actId="478"/>
          <ac:spMkLst>
            <pc:docMk/>
            <pc:sldMk cId="743688133" sldId="276"/>
            <ac:spMk id="8" creationId="{FC86EE3D-DBA8-7778-26F5-346B0D330145}"/>
          </ac:spMkLst>
        </pc:spChg>
        <pc:spChg chg="add mod">
          <ac:chgData name="Mohammad Salman" userId="cfd6754c-e613-4f6f-bb98-36aef69d8c31" providerId="ADAL" clId="{64FBFC06-46A4-44AA-B1BA-D70FA97BEF3D}" dt="2023-09-27T15:17:06.032" v="5788" actId="1076"/>
          <ac:spMkLst>
            <pc:docMk/>
            <pc:sldMk cId="743688133" sldId="276"/>
            <ac:spMk id="10" creationId="{9CEDC54F-3EC5-E776-7BF4-3B051697130F}"/>
          </ac:spMkLst>
        </pc:spChg>
        <pc:spChg chg="add del mod">
          <ac:chgData name="Mohammad Salman" userId="cfd6754c-e613-4f6f-bb98-36aef69d8c31" providerId="ADAL" clId="{64FBFC06-46A4-44AA-B1BA-D70FA97BEF3D}" dt="2023-09-27T15:17:53.427" v="5803" actId="478"/>
          <ac:spMkLst>
            <pc:docMk/>
            <pc:sldMk cId="743688133" sldId="276"/>
            <ac:spMk id="11" creationId="{463302FB-DCF6-4B1B-C671-3BAA2989D647}"/>
          </ac:spMkLst>
        </pc:spChg>
        <pc:spChg chg="add del mod">
          <ac:chgData name="Mohammad Salman" userId="cfd6754c-e613-4f6f-bb98-36aef69d8c31" providerId="ADAL" clId="{64FBFC06-46A4-44AA-B1BA-D70FA97BEF3D}" dt="2023-09-27T15:17:15.460" v="5790" actId="478"/>
          <ac:spMkLst>
            <pc:docMk/>
            <pc:sldMk cId="743688133" sldId="276"/>
            <ac:spMk id="12" creationId="{88031376-D111-DE42-3BEE-95929715BE5B}"/>
          </ac:spMkLst>
        </pc:spChg>
        <pc:spChg chg="add mod">
          <ac:chgData name="Mohammad Salman" userId="cfd6754c-e613-4f6f-bb98-36aef69d8c31" providerId="ADAL" clId="{64FBFC06-46A4-44AA-B1BA-D70FA97BEF3D}" dt="2023-09-27T15:27:59.022" v="6001" actId="207"/>
          <ac:spMkLst>
            <pc:docMk/>
            <pc:sldMk cId="743688133" sldId="276"/>
            <ac:spMk id="14" creationId="{5777FB49-2D9C-4431-AE91-73E27CDDA0D4}"/>
          </ac:spMkLst>
        </pc:spChg>
        <pc:spChg chg="add del mod">
          <ac:chgData name="Mohammad Salman" userId="cfd6754c-e613-4f6f-bb98-36aef69d8c31" providerId="ADAL" clId="{64FBFC06-46A4-44AA-B1BA-D70FA97BEF3D}" dt="2023-09-27T15:17:51.210" v="5802" actId="478"/>
          <ac:spMkLst>
            <pc:docMk/>
            <pc:sldMk cId="743688133" sldId="276"/>
            <ac:spMk id="15" creationId="{400D8517-5D36-BF4E-1387-79B49E8C3BBE}"/>
          </ac:spMkLst>
        </pc:spChg>
        <pc:spChg chg="add mod">
          <ac:chgData name="Mohammad Salman" userId="cfd6754c-e613-4f6f-bb98-36aef69d8c31" providerId="ADAL" clId="{64FBFC06-46A4-44AA-B1BA-D70FA97BEF3D}" dt="2023-09-27T15:18:54.140" v="5813" actId="1076"/>
          <ac:spMkLst>
            <pc:docMk/>
            <pc:sldMk cId="743688133" sldId="276"/>
            <ac:spMk id="20" creationId="{EEA92A24-3353-A5A7-9AE8-EE8CF80EB1FF}"/>
          </ac:spMkLst>
        </pc:spChg>
        <pc:spChg chg="add mod">
          <ac:chgData name="Mohammad Salman" userId="cfd6754c-e613-4f6f-bb98-36aef69d8c31" providerId="ADAL" clId="{64FBFC06-46A4-44AA-B1BA-D70FA97BEF3D}" dt="2023-09-27T15:28:03.235" v="6002" actId="207"/>
          <ac:spMkLst>
            <pc:docMk/>
            <pc:sldMk cId="743688133" sldId="276"/>
            <ac:spMk id="21" creationId="{3222C886-E171-1429-63BE-266B9D7FAF90}"/>
          </ac:spMkLst>
        </pc:spChg>
        <pc:spChg chg="add mod">
          <ac:chgData name="Mohammad Salman" userId="cfd6754c-e613-4f6f-bb98-36aef69d8c31" providerId="ADAL" clId="{64FBFC06-46A4-44AA-B1BA-D70FA97BEF3D}" dt="2023-09-27T15:27:59.022" v="6001" actId="207"/>
          <ac:spMkLst>
            <pc:docMk/>
            <pc:sldMk cId="743688133" sldId="276"/>
            <ac:spMk id="22" creationId="{A73288FF-46D5-5103-8241-40B5AB41A141}"/>
          </ac:spMkLst>
        </pc:spChg>
        <pc:grpChg chg="add mod">
          <ac:chgData name="Mohammad Salman" userId="cfd6754c-e613-4f6f-bb98-36aef69d8c31" providerId="ADAL" clId="{64FBFC06-46A4-44AA-B1BA-D70FA97BEF3D}" dt="2023-09-27T15:24:40.537" v="5953" actId="164"/>
          <ac:grpSpMkLst>
            <pc:docMk/>
            <pc:sldMk cId="743688133" sldId="276"/>
            <ac:grpSpMk id="23" creationId="{801A9149-1F44-BAE7-6F81-CAE201B57C89}"/>
          </ac:grpSpMkLst>
        </pc:grpChg>
        <pc:graphicFrameChg chg="add mod modGraphic">
          <ac:chgData name="Mohammad Salman" userId="cfd6754c-e613-4f6f-bb98-36aef69d8c31" providerId="ADAL" clId="{64FBFC06-46A4-44AA-B1BA-D70FA97BEF3D}" dt="2023-09-27T15:28:54.900" v="6030" actId="20577"/>
          <ac:graphicFrameMkLst>
            <pc:docMk/>
            <pc:sldMk cId="743688133" sldId="276"/>
            <ac:graphicFrameMk id="2" creationId="{30267DE4-3DEA-FDF3-71CD-F0021703AD8B}"/>
          </ac:graphicFrameMkLst>
        </pc:graphicFrameChg>
        <pc:graphicFrameChg chg="add mod">
          <ac:chgData name="Mohammad Salman" userId="cfd6754c-e613-4f6f-bb98-36aef69d8c31" providerId="ADAL" clId="{64FBFC06-46A4-44AA-B1BA-D70FA97BEF3D}" dt="2023-09-27T15:17:06.032" v="5788" actId="1076"/>
          <ac:graphicFrameMkLst>
            <pc:docMk/>
            <pc:sldMk cId="743688133" sldId="276"/>
            <ac:graphicFrameMk id="9" creationId="{4137D1E5-1832-28D0-8C9F-920431E054A5}"/>
          </ac:graphicFrameMkLst>
        </pc:graphicFrameChg>
        <pc:graphicFrameChg chg="add del mod modGraphic">
          <ac:chgData name="Mohammad Salman" userId="cfd6754c-e613-4f6f-bb98-36aef69d8c31" providerId="ADAL" clId="{64FBFC06-46A4-44AA-B1BA-D70FA97BEF3D}" dt="2023-09-27T15:26:33.157" v="5987" actId="478"/>
          <ac:graphicFrameMkLst>
            <pc:docMk/>
            <pc:sldMk cId="743688133" sldId="276"/>
            <ac:graphicFrameMk id="13" creationId="{32ED5EA1-160F-641B-41CE-7822910D498F}"/>
          </ac:graphicFrameMkLst>
        </pc:graphicFrameChg>
        <pc:graphicFrameChg chg="add mod ord modGraphic">
          <ac:chgData name="Mohammad Salman" userId="cfd6754c-e613-4f6f-bb98-36aef69d8c31" providerId="ADAL" clId="{64FBFC06-46A4-44AA-B1BA-D70FA97BEF3D}" dt="2023-09-27T15:28:52.924" v="6024" actId="20577"/>
          <ac:graphicFrameMkLst>
            <pc:docMk/>
            <pc:sldMk cId="743688133" sldId="276"/>
            <ac:graphicFrameMk id="24" creationId="{DA03F665-6218-DA5F-5324-CF06947EB3D3}"/>
          </ac:graphicFrameMkLst>
        </pc:graphicFrameChg>
        <pc:inkChg chg="add del">
          <ac:chgData name="Mohammad Salman" userId="cfd6754c-e613-4f6f-bb98-36aef69d8c31" providerId="ADAL" clId="{64FBFC06-46A4-44AA-B1BA-D70FA97BEF3D}" dt="2023-09-27T15:18:05.677" v="5805" actId="9405"/>
          <ac:inkMkLst>
            <pc:docMk/>
            <pc:sldMk cId="743688133" sldId="276"/>
            <ac:inkMk id="16" creationId="{1DE47017-EA30-EE6D-DA74-BA6DD51A7636}"/>
          </ac:inkMkLst>
        </pc:inkChg>
        <pc:inkChg chg="add mod">
          <ac:chgData name="Mohammad Salman" userId="cfd6754c-e613-4f6f-bb98-36aef69d8c31" providerId="ADAL" clId="{64FBFC06-46A4-44AA-B1BA-D70FA97BEF3D}" dt="2023-09-27T15:24:40.537" v="5953" actId="164"/>
          <ac:inkMkLst>
            <pc:docMk/>
            <pc:sldMk cId="743688133" sldId="276"/>
            <ac:inkMk id="17" creationId="{42A35953-DE14-B001-7744-30FADB3CCB8C}"/>
          </ac:inkMkLst>
        </pc:inkChg>
        <pc:inkChg chg="add mod">
          <ac:chgData name="Mohammad Salman" userId="cfd6754c-e613-4f6f-bb98-36aef69d8c31" providerId="ADAL" clId="{64FBFC06-46A4-44AA-B1BA-D70FA97BEF3D}" dt="2023-09-27T15:24:40.537" v="5953" actId="164"/>
          <ac:inkMkLst>
            <pc:docMk/>
            <pc:sldMk cId="743688133" sldId="276"/>
            <ac:inkMk id="18" creationId="{7421F87B-7AF3-8CD0-DDC8-3EAC3C92F69C}"/>
          </ac:inkMkLst>
        </pc:inkChg>
        <pc:inkChg chg="add">
          <ac:chgData name="Mohammad Salman" userId="cfd6754c-e613-4f6f-bb98-36aef69d8c31" providerId="ADAL" clId="{64FBFC06-46A4-44AA-B1BA-D70FA97BEF3D}" dt="2023-09-27T15:18:20.474" v="5808" actId="9405"/>
          <ac:inkMkLst>
            <pc:docMk/>
            <pc:sldMk cId="743688133" sldId="276"/>
            <ac:inkMk id="19" creationId="{37DF4480-0DF5-5D6C-0A63-8AE23DDE1FDD}"/>
          </ac:inkMkLst>
        </pc:inkChg>
      </pc:sldChg>
      <pc:sldChg chg="new del">
        <pc:chgData name="Mohammad Salman" userId="cfd6754c-e613-4f6f-bb98-36aef69d8c31" providerId="ADAL" clId="{64FBFC06-46A4-44AA-B1BA-D70FA97BEF3D}" dt="2023-09-27T15:44:50.199" v="6884" actId="47"/>
        <pc:sldMkLst>
          <pc:docMk/>
          <pc:sldMk cId="86587175" sldId="277"/>
        </pc:sldMkLst>
      </pc:sldChg>
      <pc:sldChg chg="modSp add mod ord modAnim">
        <pc:chgData name="Mohammad Salman" userId="cfd6754c-e613-4f6f-bb98-36aef69d8c31" providerId="ADAL" clId="{64FBFC06-46A4-44AA-B1BA-D70FA97BEF3D}" dt="2023-09-28T13:48:50.708" v="9164" actId="20577"/>
        <pc:sldMkLst>
          <pc:docMk/>
          <pc:sldMk cId="3064142573" sldId="278"/>
        </pc:sldMkLst>
        <pc:spChg chg="mod">
          <ac:chgData name="Mohammad Salman" userId="cfd6754c-e613-4f6f-bb98-36aef69d8c31" providerId="ADAL" clId="{64FBFC06-46A4-44AA-B1BA-D70FA97BEF3D}" dt="2023-09-27T15:35:57.267" v="6574" actId="20577"/>
          <ac:spMkLst>
            <pc:docMk/>
            <pc:sldMk cId="3064142573" sldId="278"/>
            <ac:spMk id="4" creationId="{3C00DD85-9001-4570-B697-15E815E3FFFD}"/>
          </ac:spMkLst>
        </pc:spChg>
        <pc:spChg chg="mod">
          <ac:chgData name="Mohammad Salman" userId="cfd6754c-e613-4f6f-bb98-36aef69d8c31" providerId="ADAL" clId="{64FBFC06-46A4-44AA-B1BA-D70FA97BEF3D}" dt="2023-09-28T13:48:50.708" v="9164" actId="20577"/>
          <ac:spMkLst>
            <pc:docMk/>
            <pc:sldMk cId="3064142573" sldId="278"/>
            <ac:spMk id="6" creationId="{B4822AFF-48E2-9C1E-6944-C9651ABCC74E}"/>
          </ac:spMkLst>
        </pc:spChg>
      </pc:sldChg>
      <pc:sldChg chg="addSp modSp add mod ord modAnim">
        <pc:chgData name="Mohammad Salman" userId="cfd6754c-e613-4f6f-bb98-36aef69d8c31" providerId="ADAL" clId="{64FBFC06-46A4-44AA-B1BA-D70FA97BEF3D}" dt="2023-10-02T07:31:36.055" v="9452"/>
        <pc:sldMkLst>
          <pc:docMk/>
          <pc:sldMk cId="292061072" sldId="279"/>
        </pc:sldMkLst>
        <pc:spChg chg="add mod">
          <ac:chgData name="Mohammad Salman" userId="cfd6754c-e613-4f6f-bb98-36aef69d8c31" providerId="ADAL" clId="{64FBFC06-46A4-44AA-B1BA-D70FA97BEF3D}" dt="2023-09-28T09:57:56.124" v="7771" actId="14100"/>
          <ac:spMkLst>
            <pc:docMk/>
            <pc:sldMk cId="292061072" sldId="279"/>
            <ac:spMk id="4" creationId="{E9D74214-C542-C3C6-039C-D1A7C77B3EA0}"/>
          </ac:spMkLst>
        </pc:spChg>
        <pc:spChg chg="mod">
          <ac:chgData name="Mohammad Salman" userId="cfd6754c-e613-4f6f-bb98-36aef69d8c31" providerId="ADAL" clId="{64FBFC06-46A4-44AA-B1BA-D70FA97BEF3D}" dt="2023-10-02T07:31:35.109" v="9451" actId="1076"/>
          <ac:spMkLst>
            <pc:docMk/>
            <pc:sldMk cId="292061072" sldId="279"/>
            <ac:spMk id="6" creationId="{B4822AFF-48E2-9C1E-6944-C9651ABCC74E}"/>
          </ac:spMkLst>
        </pc:spChg>
      </pc:sldChg>
      <pc:sldChg chg="add del ord">
        <pc:chgData name="Mohammad Salman" userId="cfd6754c-e613-4f6f-bb98-36aef69d8c31" providerId="ADAL" clId="{64FBFC06-46A4-44AA-B1BA-D70FA97BEF3D}" dt="2023-09-27T15:35:35.876" v="6565" actId="47"/>
        <pc:sldMkLst>
          <pc:docMk/>
          <pc:sldMk cId="1405010031" sldId="280"/>
        </pc:sldMkLst>
      </pc:sldChg>
      <pc:sldChg chg="addSp modSp add mod ord modAnim">
        <pc:chgData name="Mohammad Salman" userId="cfd6754c-e613-4f6f-bb98-36aef69d8c31" providerId="ADAL" clId="{64FBFC06-46A4-44AA-B1BA-D70FA97BEF3D}" dt="2023-10-02T07:39:56.945" v="9538"/>
        <pc:sldMkLst>
          <pc:docMk/>
          <pc:sldMk cId="1418126174" sldId="280"/>
        </pc:sldMkLst>
        <pc:spChg chg="add mod">
          <ac:chgData name="Mohammad Salman" userId="cfd6754c-e613-4f6f-bb98-36aef69d8c31" providerId="ADAL" clId="{64FBFC06-46A4-44AA-B1BA-D70FA97BEF3D}" dt="2023-10-02T07:39:05.307" v="9492" actId="1035"/>
          <ac:spMkLst>
            <pc:docMk/>
            <pc:sldMk cId="1418126174" sldId="280"/>
            <ac:spMk id="2" creationId="{CE3B5C91-9B14-27FC-B846-8318AFD42089}"/>
          </ac:spMkLst>
        </pc:spChg>
        <pc:spChg chg="add mod">
          <ac:chgData name="Mohammad Salman" userId="cfd6754c-e613-4f6f-bb98-36aef69d8c31" providerId="ADAL" clId="{64FBFC06-46A4-44AA-B1BA-D70FA97BEF3D}" dt="2023-10-02T07:38:21.433" v="9490" actId="113"/>
          <ac:spMkLst>
            <pc:docMk/>
            <pc:sldMk cId="1418126174" sldId="280"/>
            <ac:spMk id="3" creationId="{D06F9103-8D3E-C418-0CDE-14CAC00C1F42}"/>
          </ac:spMkLst>
        </pc:spChg>
        <pc:spChg chg="mod">
          <ac:chgData name="Mohammad Salman" userId="cfd6754c-e613-4f6f-bb98-36aef69d8c31" providerId="ADAL" clId="{64FBFC06-46A4-44AA-B1BA-D70FA97BEF3D}" dt="2023-09-27T15:41:33.826" v="6624" actId="1076"/>
          <ac:spMkLst>
            <pc:docMk/>
            <pc:sldMk cId="1418126174" sldId="280"/>
            <ac:spMk id="4" creationId="{3C00DD85-9001-4570-B697-15E815E3FFFD}"/>
          </ac:spMkLst>
        </pc:spChg>
        <pc:spChg chg="mod">
          <ac:chgData name="Mohammad Salman" userId="cfd6754c-e613-4f6f-bb98-36aef69d8c31" providerId="ADAL" clId="{64FBFC06-46A4-44AA-B1BA-D70FA97BEF3D}" dt="2023-09-28T10:04:32.164" v="7818" actId="20577"/>
          <ac:spMkLst>
            <pc:docMk/>
            <pc:sldMk cId="1418126174" sldId="280"/>
            <ac:spMk id="5" creationId="{2229A773-0646-661A-48C9-B1B39651878E}"/>
          </ac:spMkLst>
        </pc:spChg>
        <pc:spChg chg="mod">
          <ac:chgData name="Mohammad Salman" userId="cfd6754c-e613-4f6f-bb98-36aef69d8c31" providerId="ADAL" clId="{64FBFC06-46A4-44AA-B1BA-D70FA97BEF3D}" dt="2023-09-28T13:51:35.008" v="9303" actId="14100"/>
          <ac:spMkLst>
            <pc:docMk/>
            <pc:sldMk cId="1418126174" sldId="280"/>
            <ac:spMk id="6" creationId="{B4822AFF-48E2-9C1E-6944-C9651ABCC74E}"/>
          </ac:spMkLst>
        </pc:spChg>
        <pc:spChg chg="add mod">
          <ac:chgData name="Mohammad Salman" userId="cfd6754c-e613-4f6f-bb98-36aef69d8c31" providerId="ADAL" clId="{64FBFC06-46A4-44AA-B1BA-D70FA97BEF3D}" dt="2023-10-02T07:39:44.717" v="9537" actId="1076"/>
          <ac:spMkLst>
            <pc:docMk/>
            <pc:sldMk cId="1418126174" sldId="280"/>
            <ac:spMk id="7" creationId="{21E592AB-150E-0591-769D-1EA31ABC10E2}"/>
          </ac:spMkLst>
        </pc:spChg>
      </pc:sldChg>
      <pc:sldChg chg="addSp delSp modSp new mod setBg modAnim">
        <pc:chgData name="Mohammad Salman" userId="cfd6754c-e613-4f6f-bb98-36aef69d8c31" providerId="ADAL" clId="{64FBFC06-46A4-44AA-B1BA-D70FA97BEF3D}" dt="2023-10-02T12:04:49.122" v="10869" actId="20577"/>
        <pc:sldMkLst>
          <pc:docMk/>
          <pc:sldMk cId="2523585426" sldId="281"/>
        </pc:sldMkLst>
        <pc:spChg chg="del">
          <ac:chgData name="Mohammad Salman" userId="cfd6754c-e613-4f6f-bb98-36aef69d8c31" providerId="ADAL" clId="{64FBFC06-46A4-44AA-B1BA-D70FA97BEF3D}" dt="2023-10-02T08:22:19.840" v="10251" actId="478"/>
          <ac:spMkLst>
            <pc:docMk/>
            <pc:sldMk cId="2523585426" sldId="281"/>
            <ac:spMk id="2" creationId="{C8BEE09E-A0FC-1745-6E9C-D9785881538A}"/>
          </ac:spMkLst>
        </pc:spChg>
        <pc:spChg chg="del">
          <ac:chgData name="Mohammad Salman" userId="cfd6754c-e613-4f6f-bb98-36aef69d8c31" providerId="ADAL" clId="{64FBFC06-46A4-44AA-B1BA-D70FA97BEF3D}" dt="2023-10-02T08:22:19.840" v="10251" actId="478"/>
          <ac:spMkLst>
            <pc:docMk/>
            <pc:sldMk cId="2523585426" sldId="281"/>
            <ac:spMk id="3" creationId="{EE0AF617-C8FC-7285-A27F-2D6F3E019C75}"/>
          </ac:spMkLst>
        </pc:spChg>
        <pc:spChg chg="add del">
          <ac:chgData name="Mohammad Salman" userId="cfd6754c-e613-4f6f-bb98-36aef69d8c31" providerId="ADAL" clId="{64FBFC06-46A4-44AA-B1BA-D70FA97BEF3D}" dt="2023-10-02T08:29:35.862" v="10557" actId="22"/>
          <ac:spMkLst>
            <pc:docMk/>
            <pc:sldMk cId="2523585426" sldId="281"/>
            <ac:spMk id="5" creationId="{7A4197B6-AC96-9A9E-5FE0-2CF24F0F0928}"/>
          </ac:spMkLst>
        </pc:spChg>
        <pc:spChg chg="add mod">
          <ac:chgData name="Mohammad Salman" userId="cfd6754c-e613-4f6f-bb98-36aef69d8c31" providerId="ADAL" clId="{64FBFC06-46A4-44AA-B1BA-D70FA97BEF3D}" dt="2023-10-02T08:37:22.299" v="10824" actId="20577"/>
          <ac:spMkLst>
            <pc:docMk/>
            <pc:sldMk cId="2523585426" sldId="281"/>
            <ac:spMk id="7" creationId="{12A20CD4-C74C-ABC3-4936-576785102B56}"/>
          </ac:spMkLst>
        </pc:spChg>
        <pc:spChg chg="add mod">
          <ac:chgData name="Mohammad Salman" userId="cfd6754c-e613-4f6f-bb98-36aef69d8c31" providerId="ADAL" clId="{64FBFC06-46A4-44AA-B1BA-D70FA97BEF3D}" dt="2023-10-02T12:04:49.122" v="10869" actId="20577"/>
          <ac:spMkLst>
            <pc:docMk/>
            <pc:sldMk cId="2523585426" sldId="281"/>
            <ac:spMk id="8" creationId="{2F52C225-DD32-3E41-3805-100F8B15CACE}"/>
          </ac:spMkLst>
        </pc:spChg>
        <pc:spChg chg="add mod">
          <ac:chgData name="Mohammad Salman" userId="cfd6754c-e613-4f6f-bb98-36aef69d8c31" providerId="ADAL" clId="{64FBFC06-46A4-44AA-B1BA-D70FA97BEF3D}" dt="2023-10-02T08:37:07.292" v="10816" actId="20577"/>
          <ac:spMkLst>
            <pc:docMk/>
            <pc:sldMk cId="2523585426" sldId="281"/>
            <ac:spMk id="10" creationId="{F4CBB779-8F1D-B4A4-85C4-48933BD5481C}"/>
          </ac:spMkLst>
        </pc:spChg>
      </pc:sldChg>
      <pc:sldChg chg="modSp new mod ord setBg">
        <pc:chgData name="Mohammad Salman" userId="cfd6754c-e613-4f6f-bb98-36aef69d8c31" providerId="ADAL" clId="{64FBFC06-46A4-44AA-B1BA-D70FA97BEF3D}" dt="2023-09-28T13:53:49.110" v="9437" actId="20577"/>
        <pc:sldMkLst>
          <pc:docMk/>
          <pc:sldMk cId="3096859120" sldId="282"/>
        </pc:sldMkLst>
        <pc:spChg chg="mod">
          <ac:chgData name="Mohammad Salman" userId="cfd6754c-e613-4f6f-bb98-36aef69d8c31" providerId="ADAL" clId="{64FBFC06-46A4-44AA-B1BA-D70FA97BEF3D}" dt="2023-09-28T10:07:55.610" v="8457" actId="20577"/>
          <ac:spMkLst>
            <pc:docMk/>
            <pc:sldMk cId="3096859120" sldId="282"/>
            <ac:spMk id="2" creationId="{CC0A785F-431E-CA09-541A-E6380E05B5C6}"/>
          </ac:spMkLst>
        </pc:spChg>
        <pc:spChg chg="mod">
          <ac:chgData name="Mohammad Salman" userId="cfd6754c-e613-4f6f-bb98-36aef69d8c31" providerId="ADAL" clId="{64FBFC06-46A4-44AA-B1BA-D70FA97BEF3D}" dt="2023-09-28T13:53:49.110" v="9437" actId="20577"/>
          <ac:spMkLst>
            <pc:docMk/>
            <pc:sldMk cId="3096859120" sldId="282"/>
            <ac:spMk id="3" creationId="{F21AB916-DA6B-1DD7-74E1-0CD45163B5C6}"/>
          </ac:spMkLst>
        </pc:spChg>
      </pc:sldChg>
      <pc:sldChg chg="addSp delSp modSp add mod modAnim">
        <pc:chgData name="Mohammad Salman" userId="cfd6754c-e613-4f6f-bb98-36aef69d8c31" providerId="ADAL" clId="{64FBFC06-46A4-44AA-B1BA-D70FA97BEF3D}" dt="2023-10-02T07:41:18.986" v="9547"/>
        <pc:sldMkLst>
          <pc:docMk/>
          <pc:sldMk cId="3681405226" sldId="283"/>
        </pc:sldMkLst>
        <pc:spChg chg="del mod">
          <ac:chgData name="Mohammad Salman" userId="cfd6754c-e613-4f6f-bb98-36aef69d8c31" providerId="ADAL" clId="{64FBFC06-46A4-44AA-B1BA-D70FA97BEF3D}" dt="2023-09-28T10:12:14.190" v="8665" actId="478"/>
          <ac:spMkLst>
            <pc:docMk/>
            <pc:sldMk cId="3681405226" sldId="283"/>
            <ac:spMk id="3" creationId="{F21AB916-DA6B-1DD7-74E1-0CD45163B5C6}"/>
          </ac:spMkLst>
        </pc:spChg>
        <pc:spChg chg="add mod">
          <ac:chgData name="Mohammad Salman" userId="cfd6754c-e613-4f6f-bb98-36aef69d8c31" providerId="ADAL" clId="{64FBFC06-46A4-44AA-B1BA-D70FA97BEF3D}" dt="2023-10-02T07:41:12.211" v="9546" actId="20577"/>
          <ac:spMkLst>
            <pc:docMk/>
            <pc:sldMk cId="3681405226" sldId="283"/>
            <ac:spMk id="5" creationId="{935ECAE7-7580-AB3F-648C-B4C184EA49C8}"/>
          </ac:spMkLst>
        </pc:spChg>
        <pc:graphicFrameChg chg="add mod modGraphic">
          <ac:chgData name="Mohammad Salman" userId="cfd6754c-e613-4f6f-bb98-36aef69d8c31" providerId="ADAL" clId="{64FBFC06-46A4-44AA-B1BA-D70FA97BEF3D}" dt="2023-09-28T10:16:01.664" v="8954" actId="1076"/>
          <ac:graphicFrameMkLst>
            <pc:docMk/>
            <pc:sldMk cId="3681405226" sldId="283"/>
            <ac:graphicFrameMk id="4" creationId="{3C22F8C0-69A8-81E8-991D-ECE639F3F058}"/>
          </ac:graphicFrameMkLst>
        </pc:graphicFrameChg>
      </pc:sldChg>
      <pc:sldChg chg="addSp delSp modSp new mod modAnim">
        <pc:chgData name="Mohammad Salman" userId="cfd6754c-e613-4f6f-bb98-36aef69d8c31" providerId="ADAL" clId="{64FBFC06-46A4-44AA-B1BA-D70FA97BEF3D}" dt="2023-10-02T08:19:35.991" v="10127" actId="21"/>
        <pc:sldMkLst>
          <pc:docMk/>
          <pc:sldMk cId="2490356736" sldId="284"/>
        </pc:sldMkLst>
        <pc:spChg chg="del">
          <ac:chgData name="Mohammad Salman" userId="cfd6754c-e613-4f6f-bb98-36aef69d8c31" providerId="ADAL" clId="{64FBFC06-46A4-44AA-B1BA-D70FA97BEF3D}" dt="2023-10-02T08:03:18.005" v="9574" actId="478"/>
          <ac:spMkLst>
            <pc:docMk/>
            <pc:sldMk cId="2490356736" sldId="284"/>
            <ac:spMk id="2" creationId="{43459756-A5F9-9D7E-1C73-D96E5B5C364F}"/>
          </ac:spMkLst>
        </pc:spChg>
        <pc:spChg chg="del">
          <ac:chgData name="Mohammad Salman" userId="cfd6754c-e613-4f6f-bb98-36aef69d8c31" providerId="ADAL" clId="{64FBFC06-46A4-44AA-B1BA-D70FA97BEF3D}" dt="2023-10-02T08:03:18.005" v="9574" actId="478"/>
          <ac:spMkLst>
            <pc:docMk/>
            <pc:sldMk cId="2490356736" sldId="284"/>
            <ac:spMk id="3" creationId="{5D2FC21F-C214-2B06-3553-A9390DC454B2}"/>
          </ac:spMkLst>
        </pc:spChg>
        <pc:spChg chg="add del">
          <ac:chgData name="Mohammad Salman" userId="cfd6754c-e613-4f6f-bb98-36aef69d8c31" providerId="ADAL" clId="{64FBFC06-46A4-44AA-B1BA-D70FA97BEF3D}" dt="2023-10-02T08:09:28.799" v="9578" actId="22"/>
          <ac:spMkLst>
            <pc:docMk/>
            <pc:sldMk cId="2490356736" sldId="284"/>
            <ac:spMk id="5" creationId="{46ED9F5F-6524-048F-2863-78F6D93C5533}"/>
          </ac:spMkLst>
        </pc:spChg>
        <pc:spChg chg="add mod">
          <ac:chgData name="Mohammad Salman" userId="cfd6754c-e613-4f6f-bb98-36aef69d8c31" providerId="ADAL" clId="{64FBFC06-46A4-44AA-B1BA-D70FA97BEF3D}" dt="2023-10-02T08:11:04.352" v="9591" actId="1076"/>
          <ac:spMkLst>
            <pc:docMk/>
            <pc:sldMk cId="2490356736" sldId="284"/>
            <ac:spMk id="7" creationId="{71FE46FD-B934-2D9A-7B51-B4F3463E816C}"/>
          </ac:spMkLst>
        </pc:spChg>
        <pc:spChg chg="add mod">
          <ac:chgData name="Mohammad Salman" userId="cfd6754c-e613-4f6f-bb98-36aef69d8c31" providerId="ADAL" clId="{64FBFC06-46A4-44AA-B1BA-D70FA97BEF3D}" dt="2023-10-02T08:12:39.285" v="9613" actId="20577"/>
          <ac:spMkLst>
            <pc:docMk/>
            <pc:sldMk cId="2490356736" sldId="284"/>
            <ac:spMk id="9" creationId="{290D318C-A449-FEB0-0B92-48D1D5690DA7}"/>
          </ac:spMkLst>
        </pc:spChg>
        <pc:spChg chg="add mod">
          <ac:chgData name="Mohammad Salman" userId="cfd6754c-e613-4f6f-bb98-36aef69d8c31" providerId="ADAL" clId="{64FBFC06-46A4-44AA-B1BA-D70FA97BEF3D}" dt="2023-10-02T08:17:36.163" v="10124" actId="1036"/>
          <ac:spMkLst>
            <pc:docMk/>
            <pc:sldMk cId="2490356736" sldId="284"/>
            <ac:spMk id="10" creationId="{42620B79-3EF2-F7C4-5050-7E95103CBBDA}"/>
          </ac:spMkLst>
        </pc:spChg>
        <pc:spChg chg="add mod">
          <ac:chgData name="Mohammad Salman" userId="cfd6754c-e613-4f6f-bb98-36aef69d8c31" providerId="ADAL" clId="{64FBFC06-46A4-44AA-B1BA-D70FA97BEF3D}" dt="2023-10-02T08:16:12.648" v="10115" actId="5793"/>
          <ac:spMkLst>
            <pc:docMk/>
            <pc:sldMk cId="2490356736" sldId="284"/>
            <ac:spMk id="11" creationId="{29FEF61B-D61D-3ED1-9CFE-41C2FE31AC1D}"/>
          </ac:spMkLst>
        </pc:spChg>
        <pc:picChg chg="add del mod">
          <ac:chgData name="Mohammad Salman" userId="cfd6754c-e613-4f6f-bb98-36aef69d8c31" providerId="ADAL" clId="{64FBFC06-46A4-44AA-B1BA-D70FA97BEF3D}" dt="2023-10-02T08:19:35.991" v="10127" actId="21"/>
          <ac:picMkLst>
            <pc:docMk/>
            <pc:sldMk cId="2490356736" sldId="284"/>
            <ac:picMk id="13" creationId="{F030D748-6DCC-ECC5-BEA7-9F187BF1248D}"/>
          </ac:picMkLst>
        </pc:picChg>
      </pc:sldChg>
      <pc:sldChg chg="addSp delSp modSp add mod delAnim modAnim modNotesTx">
        <pc:chgData name="Mohammad Salman" userId="cfd6754c-e613-4f6f-bb98-36aef69d8c31" providerId="ADAL" clId="{64FBFC06-46A4-44AA-B1BA-D70FA97BEF3D}" dt="2023-10-02T08:22:13.166" v="10250" actId="20577"/>
        <pc:sldMkLst>
          <pc:docMk/>
          <pc:sldMk cId="4098095455" sldId="285"/>
        </pc:sldMkLst>
        <pc:spChg chg="del">
          <ac:chgData name="Mohammad Salman" userId="cfd6754c-e613-4f6f-bb98-36aef69d8c31" providerId="ADAL" clId="{64FBFC06-46A4-44AA-B1BA-D70FA97BEF3D}" dt="2023-10-02T08:19:47.846" v="10130" actId="478"/>
          <ac:spMkLst>
            <pc:docMk/>
            <pc:sldMk cId="4098095455" sldId="285"/>
            <ac:spMk id="7" creationId="{71FE46FD-B934-2D9A-7B51-B4F3463E816C}"/>
          </ac:spMkLst>
        </pc:spChg>
        <pc:spChg chg="del">
          <ac:chgData name="Mohammad Salman" userId="cfd6754c-e613-4f6f-bb98-36aef69d8c31" providerId="ADAL" clId="{64FBFC06-46A4-44AA-B1BA-D70FA97BEF3D}" dt="2023-10-02T08:19:51.109" v="10131" actId="478"/>
          <ac:spMkLst>
            <pc:docMk/>
            <pc:sldMk cId="4098095455" sldId="285"/>
            <ac:spMk id="9" creationId="{290D318C-A449-FEB0-0B92-48D1D5690DA7}"/>
          </ac:spMkLst>
        </pc:spChg>
        <pc:spChg chg="del">
          <ac:chgData name="Mohammad Salman" userId="cfd6754c-e613-4f6f-bb98-36aef69d8c31" providerId="ADAL" clId="{64FBFC06-46A4-44AA-B1BA-D70FA97BEF3D}" dt="2023-10-02T08:19:52.751" v="10132" actId="478"/>
          <ac:spMkLst>
            <pc:docMk/>
            <pc:sldMk cId="4098095455" sldId="285"/>
            <ac:spMk id="10" creationId="{42620B79-3EF2-F7C4-5050-7E95103CBBDA}"/>
          </ac:spMkLst>
        </pc:spChg>
        <pc:picChg chg="add mod">
          <ac:chgData name="Mohammad Salman" userId="cfd6754c-e613-4f6f-bb98-36aef69d8c31" providerId="ADAL" clId="{64FBFC06-46A4-44AA-B1BA-D70FA97BEF3D}" dt="2023-10-02T08:19:57.988" v="10135" actId="1076"/>
          <ac:picMkLst>
            <pc:docMk/>
            <pc:sldMk cId="4098095455" sldId="285"/>
            <ac:picMk id="2" creationId="{09535005-449A-C3FD-8EF4-9D3357240C51}"/>
          </ac:picMkLst>
        </pc:picChg>
      </pc:sldChg>
      <pc:sldChg chg="addSp delSp modSp add mod delAnim modAnim">
        <pc:chgData name="Mohammad Salman" userId="cfd6754c-e613-4f6f-bb98-36aef69d8c31" providerId="ADAL" clId="{64FBFC06-46A4-44AA-B1BA-D70FA97BEF3D}" dt="2023-10-02T08:32:41.481" v="10748"/>
        <pc:sldMkLst>
          <pc:docMk/>
          <pc:sldMk cId="2127469510" sldId="286"/>
        </pc:sldMkLst>
        <pc:spChg chg="add mod">
          <ac:chgData name="Mohammad Salman" userId="cfd6754c-e613-4f6f-bb98-36aef69d8c31" providerId="ADAL" clId="{64FBFC06-46A4-44AA-B1BA-D70FA97BEF3D}" dt="2023-10-02T08:26:50.555" v="10548" actId="1035"/>
          <ac:spMkLst>
            <pc:docMk/>
            <pc:sldMk cId="2127469510" sldId="286"/>
            <ac:spMk id="4" creationId="{C54F7C56-D78B-620F-1216-782B8B36D852}"/>
          </ac:spMkLst>
        </pc:spChg>
        <pc:spChg chg="add mod">
          <ac:chgData name="Mohammad Salman" userId="cfd6754c-e613-4f6f-bb98-36aef69d8c31" providerId="ADAL" clId="{64FBFC06-46A4-44AA-B1BA-D70FA97BEF3D}" dt="2023-10-02T08:27:04.569" v="10551" actId="1076"/>
          <ac:spMkLst>
            <pc:docMk/>
            <pc:sldMk cId="2127469510" sldId="286"/>
            <ac:spMk id="5" creationId="{39BF19A8-0652-09E6-626A-4EC095EDF58A}"/>
          </ac:spMkLst>
        </pc:spChg>
        <pc:spChg chg="mod">
          <ac:chgData name="Mohammad Salman" userId="cfd6754c-e613-4f6f-bb98-36aef69d8c31" providerId="ADAL" clId="{64FBFC06-46A4-44AA-B1BA-D70FA97BEF3D}" dt="2023-10-02T08:25:31.349" v="10538" actId="2711"/>
          <ac:spMkLst>
            <pc:docMk/>
            <pc:sldMk cId="2127469510" sldId="286"/>
            <ac:spMk id="7" creationId="{71FE46FD-B934-2D9A-7B51-B4F3463E816C}"/>
          </ac:spMkLst>
        </pc:spChg>
        <pc:spChg chg="mod">
          <ac:chgData name="Mohammad Salman" userId="cfd6754c-e613-4f6f-bb98-36aef69d8c31" providerId="ADAL" clId="{64FBFC06-46A4-44AA-B1BA-D70FA97BEF3D}" dt="2023-10-02T08:27:26.873" v="10555" actId="113"/>
          <ac:spMkLst>
            <pc:docMk/>
            <pc:sldMk cId="2127469510" sldId="286"/>
            <ac:spMk id="9" creationId="{290D318C-A449-FEB0-0B92-48D1D5690DA7}"/>
          </ac:spMkLst>
        </pc:spChg>
        <pc:spChg chg="del">
          <ac:chgData name="Mohammad Salman" userId="cfd6754c-e613-4f6f-bb98-36aef69d8c31" providerId="ADAL" clId="{64FBFC06-46A4-44AA-B1BA-D70FA97BEF3D}" dt="2023-10-02T08:23:09.565" v="10253" actId="478"/>
          <ac:spMkLst>
            <pc:docMk/>
            <pc:sldMk cId="2127469510" sldId="286"/>
            <ac:spMk id="10" creationId="{42620B79-3EF2-F7C4-5050-7E95103CBBDA}"/>
          </ac:spMkLst>
        </pc:spChg>
        <pc:spChg chg="mod">
          <ac:chgData name="Mohammad Salman" userId="cfd6754c-e613-4f6f-bb98-36aef69d8c31" providerId="ADAL" clId="{64FBFC06-46A4-44AA-B1BA-D70FA97BEF3D}" dt="2023-10-02T08:32:28.853" v="10747" actId="113"/>
          <ac:spMkLst>
            <pc:docMk/>
            <pc:sldMk cId="2127469510" sldId="286"/>
            <ac:spMk id="11" creationId="{29FEF61B-D61D-3ED1-9CFE-41C2FE31AC1D}"/>
          </ac:spMkLst>
        </pc:spChg>
        <pc:picChg chg="add mod">
          <ac:chgData name="Mohammad Salman" userId="cfd6754c-e613-4f6f-bb98-36aef69d8c31" providerId="ADAL" clId="{64FBFC06-46A4-44AA-B1BA-D70FA97BEF3D}" dt="2023-10-02T08:26:31.531" v="10542" actId="1076"/>
          <ac:picMkLst>
            <pc:docMk/>
            <pc:sldMk cId="2127469510" sldId="286"/>
            <ac:picMk id="3" creationId="{F1D6C345-126B-6B10-8A2D-4C9EE8B8A2F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5:18:09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2634 24575,'6'-2'0,"-1"0"0,1 1 0,-1-2 0,1 1 0,-1-1 0,0 0 0,0 0 0,0 0 0,0-1 0,-1 1 0,1-1 0,-1 0 0,4-6 0,5-2 0,299-295-179,-133 126-623,32-22 312,9 9 1,446-301 0,-515 405 142,4 6-1,282-107 1,351-60-1198,-339 133 1379,527-68 0,-455 101 732,344-35 516,-755 113-79,602-36 1465,-1 25-2219,-488 17-249,327 9 0,185 96 0,-605-81 0,-109-19 0,364 70 0,-9 29 0,-233-56 0,206 81 0,-235-77 0,431 203 0,-491-228 0,0 0 0,80 52 0,10 23 0,-8-4 0,231 125 0,-282-183 0,-47-23 0,-1 2 0,0 1 0,52 38 0,46 31 0,-65-47 0,-51-32 0,0 2 0,27 19 0,150 145 0,-155-137 0,-20-18 0,21 18 0,-2 2 0,-1 1 0,38 54 0,-52-60 0,-18-27 0,-1 0 0,0 1 0,0 0 0,-1 0 0,0 0 0,0 1 0,-1-1 0,0 1 0,-1 0 0,3 14 0,-2 35-1365,-4-33-5461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5:18:12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694 0 24575,'1'41'0,"2"0"0,11 56 0,-5-27 0,-3 0 0,-7 126 0,-1-75 0,3-77 0,1-25 0,-2 0 0,0 0 0,-4 19 0,4-37 0,0-1 0,0 1 0,-1-1 0,1 0 0,0 1 0,-1-1 0,1 1 0,0-1 0,-1 0 0,1 1 0,0-1 0,-1 1 0,1-1 0,-1 0 0,1 0 0,-1 1 0,1-1 0,0 0 0,-1 0 0,1 1 0,-1-1 0,1 0 0,-1 0 0,1 0 0,-1 0 0,0 0 0,1 0 0,-1 0 0,1 0 0,-1 0 0,1 0 0,-1 0 0,1 0 0,-1 0 0,1-1 0,-1 1 0,1 0 0,-1 0 0,1 0 0,-1-1 0,1 1 0,0 0 0,-1-1 0,1 1 0,-1 0 0,1-1 0,0 1 0,-1 0 0,1-2 0,-24-17 0,23 19 0,-4-6 0,-1 0 0,0 0 0,-1 1 0,1 0 0,-1 0 0,0 1 0,0 0 0,0 0 0,-1 1 0,0-1 0,1 2 0,-17-5 0,0 2 0,0-1 0,-36-15 0,4 2 0,-130-29 0,132 35 0,-91-22-1365,122 31-5461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5:18:20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3295 24575,'43'-24'0,"73"-54"0,-4 2 0,481-249 0,-409 240 0,4 8 0,227-60 0,-162 83 0,-68 17 0,51-11 0,2 9 0,1 12 0,313 2 0,3231 28 0,-3221-33 0,-3-38 0,-134 15 0,1271-208-2702,-1186 138 2552,-387 85 100,-2-5 0,127-64 0,-207 86 59,50-34 0,-78 46 282,0 0 1,-1-2-1,0 1 0,-1-1 1,0-1-1,-1 0 1,11-17-1,-9 12-127,0 0 0,1 2 0,29-27 0,3-4-167,-26 28 3,0 1 0,1 0 0,32-19 0,30-26 0,-64 46 0,134-109 0,-92 83 0,80-61 0,-119 85 0,30-36 0,-10 8 0,27-20 0,-11 11 0,82-101 0,-45 48 0,-19 24 0,-33 39 0,-27 31 0,-1-2 0,17-22 0,-28 34 0,0-1 0,0 1 0,-1-1 0,1 0 0,-1 0 0,0 0 0,-1 0 0,1 0 0,-1-1 0,0 1 0,0 0 0,-1-1 0,0-9 0,0 14 0,0 1 0,0-1 0,-1 1 0,1-1 0,0 0 0,-1 1 0,1-1 0,0 1 0,-1-1 0,1 1 0,-1-1 0,1 1 0,-1 0 0,1-1 0,-1 1 0,1-1 0,-1 1 0,1 0 0,-1-1 0,1 1 0,-1 0 0,0 0 0,1 0 0,-1-1 0,1 1 0,-1 0 0,0 0 0,1 0 0,-1 0 0,0 0 0,1 0 0,-1 0 0,0 0 0,1 0 0,-1 1 0,1-1 0,-1 0 0,0 0 0,1 1 0,-2-1 0,-32 13 0,26-10 0,-18 9 0,1 1 0,0 2 0,0 0 0,2 2 0,0 0 0,1 2 0,0 0 0,-24 30 0,40-43 0,-1 0 0,0 0 0,0-1 0,0 0 0,-1 0 0,0-1 0,0 0 0,-13 5 0,-8 0 0,-36 8 0,5-3 0,24-7 0,30-7 0,1 0 0,-1 1 0,1 0 0,-1 0 0,1 0 0,-1 1 0,1-1 0,0 1 0,0 1 0,0-1 0,-9 7 0,14-9 0,-1 0 0,1 0 0,0 0 0,0 1 0,0-1 0,0 0 0,0 0 0,0 1 0,0-1 0,0 0 0,0 0 0,0 1 0,0-1 0,0 0 0,0 1 0,0-1 0,0 0 0,0 0 0,0 1 0,0-1 0,0 0 0,0 0 0,0 1 0,0-1 0,0 0 0,0 0 0,0 1 0,1-1 0,-1 0 0,0 0 0,0 0 0,0 1 0,1-1 0,-1 0 0,0 0 0,0 0 0,0 1 0,1-1 0,-1 0 0,0 0 0,0 0 0,1 0 0,-1 0 0,0 0 0,0 0 0,1 0 0,-1 0 0,0 0 0,0 0 0,1 0 0,-1 0 0,0 0 0,1 0 0,-1 0 0,0 0 0,0 0 0,1 0 0,19-1 0,6-8 0,0-2 0,-1-1 0,34-21 0,9-4 0,-27 16 0,0-2 0,66-50 0,-92 61 0,1 2 0,0-1 0,1 2 0,21-10 0,-32 17 0,0-1 0,1 1 0,-1 0 0,1 0 0,-1 0 0,1 1 0,0 0 0,0 1 0,0-1 0,0 1 0,-1 1 0,1-1 0,0 1 0,0 0 0,6 3 0,-10-3 0,0 1 0,0 0 0,-1 0 0,1 0 0,-1 0 0,1 0 0,-1 0 0,0 1 0,0-1 0,0 1 0,0-1 0,0 1 0,0 0 0,-1 0 0,0 0 0,1 0 0,-1 0 0,0 0 0,0 0 0,-1 0 0,1 1 0,0 4 0,0 10 0,0 1 0,-3 33 0,1-30 0,0-8 0,1 101 0,1-100 0,1 0 0,0-1 0,1 1 0,1-1 0,9 25 0,-6-20 0,-1 0 0,-1 0 0,0 1 0,-2-1 0,0 1 0,0 33 0,0-8 0,-3-39-124,1 0 0,-1 0 0,2 0 0,-1 0 0,1-1 0,-1 1-1,2 0 1,-1-1 0,1 0 0,3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5:18:09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2634 24575,'6'-2'0,"-1"0"0,1 1 0,-1-2 0,1 1 0,-1-1 0,0 0 0,0 0 0,0 0 0,0-1 0,-1 1 0,1-1 0,-1 0 0,4-6 0,5-2 0,299-295-179,-133 126-623,32-22 312,9 9 1,446-301 0,-515 405 142,4 6-1,282-107 1,351-60-1198,-339 133 1379,527-68 0,-455 101 732,344-35 516,-755 113-79,602-36 1465,-1 25-2219,-488 17-249,327 9 0,185 96 0,-605-81 0,-109-19 0,364 70 0,-9 29 0,-233-56 0,206 81 0,-235-77 0,431 203 0,-491-228 0,0 0 0,80 52 0,10 23 0,-8-4 0,231 125 0,-282-183 0,-47-23 0,-1 2 0,0 1 0,52 38 0,46 31 0,-65-47 0,-51-32 0,0 2 0,27 19 0,150 145 0,-155-137 0,-20-18 0,21 18 0,-2 2 0,-1 1 0,38 54 0,-52-60 0,-18-27 0,-1 0 0,0 1 0,0 0 0,-1 0 0,0 0 0,0 1 0,-1-1 0,0 1 0,-1 0 0,3 14 0,-2 35-1365,-4-33-5461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5:18:12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694 0 24575,'1'41'0,"2"0"0,11 56 0,-5-27 0,-3 0 0,-7 126 0,-1-75 0,3-77 0,1-25 0,-2 0 0,0 0 0,-4 19 0,4-37 0,0-1 0,0 1 0,-1-1 0,1 0 0,0 1 0,-1-1 0,1 1 0,0-1 0,-1 0 0,1 1 0,0-1 0,-1 1 0,1-1 0,-1 0 0,1 0 0,-1 1 0,1-1 0,0 0 0,-1 0 0,1 1 0,-1-1 0,1 0 0,-1 0 0,1 0 0,-1 0 0,0 0 0,1 0 0,-1 0 0,1 0 0,-1 0 0,1 0 0,-1 0 0,1 0 0,-1 0 0,1-1 0,-1 1 0,1 0 0,-1 0 0,1 0 0,-1-1 0,1 1 0,0 0 0,-1-1 0,1 1 0,-1 0 0,1-1 0,0 1 0,-1 0 0,1-2 0,-24-17 0,23 19 0,-4-6 0,-1 0 0,0 0 0,-1 1 0,1 0 0,-1 0 0,0 1 0,0 0 0,0 0 0,-1 1 0,0-1 0,1 2 0,-17-5 0,0 2 0,0-1 0,-36-15 0,4 2 0,-130-29 0,132 35 0,-91-22-1365,122 31-5461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5:18:20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3295 24575,'43'-24'0,"73"-54"0,-4 2 0,481-249 0,-409 240 0,4 8 0,227-60 0,-162 83 0,-68 17 0,51-11 0,2 9 0,1 12 0,313 2 0,3231 28 0,-3221-33 0,-3-38 0,-134 15 0,1271-208-2702,-1186 138 2552,-387 85 100,-2-5 0,127-64 0,-207 86 59,50-34 0,-78 46 282,0 0 1,-1-2-1,0 1 0,-1-1 1,0-1-1,-1 0 1,11-17-1,-9 12-127,0 0 0,1 2 0,29-27 0,3-4-167,-26 28 3,0 1 0,1 0 0,32-19 0,30-26 0,-64 46 0,134-109 0,-92 83 0,80-61 0,-119 85 0,30-36 0,-10 8 0,27-20 0,-11 11 0,82-101 0,-45 48 0,-19 24 0,-33 39 0,-27 31 0,-1-2 0,17-22 0,-28 34 0,0-1 0,0 1 0,-1-1 0,1 0 0,-1 0 0,0 0 0,-1 0 0,1 0 0,-1-1 0,0 1 0,0 0 0,-1-1 0,0-9 0,0 14 0,0 1 0,0-1 0,-1 1 0,1-1 0,0 0 0,-1 1 0,1-1 0,0 1 0,-1-1 0,1 1 0,-1-1 0,1 1 0,-1 0 0,1-1 0,-1 1 0,1-1 0,-1 1 0,1 0 0,-1-1 0,1 1 0,-1 0 0,0 0 0,1 0 0,-1-1 0,1 1 0,-1 0 0,0 0 0,1 0 0,-1 0 0,0 0 0,1 0 0,-1 0 0,0 0 0,1 0 0,-1 1 0,1-1 0,-1 0 0,0 0 0,1 1 0,-2-1 0,-32 13 0,26-10 0,-18 9 0,1 1 0,0 2 0,0 0 0,2 2 0,0 0 0,1 2 0,0 0 0,-24 30 0,40-43 0,-1 0 0,0 0 0,0-1 0,0 0 0,-1 0 0,0-1 0,0 0 0,-13 5 0,-8 0 0,-36 8 0,5-3 0,24-7 0,30-7 0,1 0 0,-1 1 0,1 0 0,-1 0 0,1 0 0,-1 1 0,1-1 0,0 1 0,0 1 0,0-1 0,-9 7 0,14-9 0,-1 0 0,1 0 0,0 0 0,0 1 0,0-1 0,0 0 0,0 0 0,0 1 0,0-1 0,0 0 0,0 0 0,0 1 0,0-1 0,0 0 0,0 1 0,0-1 0,0 0 0,0 0 0,0 1 0,0-1 0,0 0 0,0 0 0,0 1 0,0-1 0,0 0 0,0 0 0,0 1 0,1-1 0,-1 0 0,0 0 0,0 0 0,0 1 0,1-1 0,-1 0 0,0 0 0,0 0 0,0 1 0,1-1 0,-1 0 0,0 0 0,0 0 0,1 0 0,-1 0 0,0 0 0,0 0 0,1 0 0,-1 0 0,0 0 0,0 0 0,1 0 0,-1 0 0,0 0 0,1 0 0,-1 0 0,0 0 0,0 0 0,1 0 0,19-1 0,6-8 0,0-2 0,-1-1 0,34-21 0,9-4 0,-27 16 0,0-2 0,66-50 0,-92 61 0,1 2 0,0-1 0,1 2 0,21-10 0,-32 17 0,0-1 0,1 1 0,-1 0 0,1 0 0,-1 0 0,1 1 0,0 0 0,0 1 0,0-1 0,0 1 0,-1 1 0,1-1 0,0 1 0,0 0 0,6 3 0,-10-3 0,0 1 0,0 0 0,-1 0 0,1 0 0,-1 0 0,1 0 0,-1 0 0,0 1 0,0-1 0,0 1 0,0-1 0,0 1 0,0 0 0,-1 0 0,0 0 0,1 0 0,-1 0 0,0 0 0,0 0 0,-1 0 0,1 1 0,0 4 0,0 10 0,0 1 0,-3 33 0,1-30 0,0-8 0,1 101 0,1-100 0,1 0 0,0-1 0,1 1 0,1-1 0,9 25 0,-6-20 0,-1 0 0,-1 0 0,0 1 0,-2-1 0,0 1 0,0 33 0,0-8 0,-3-39-124,1 0 0,-1 0 0,2 0 0,-1 0 0,1-1 0,-1 1-1,2 0 1,-1-1 0,1 0 0,3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01CEE-01A7-419D-9822-FC167E18845F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7BCD5-E67E-40B9-873B-28EF5DE00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5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I initialize an object of this class with </a:t>
            </a:r>
            <a:r>
              <a:rPr lang="en-US" b="1" dirty="0"/>
              <a:t>zero parameters</a:t>
            </a:r>
            <a:r>
              <a:rPr lang="en-US" dirty="0"/>
              <a:t>?</a:t>
            </a:r>
          </a:p>
          <a:p>
            <a:r>
              <a:rPr lang="en-US" dirty="0"/>
              <a:t>Can I initialize an object of this class </a:t>
            </a:r>
            <a:r>
              <a:rPr lang="en-US" b="1" dirty="0"/>
              <a:t>one parameter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2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89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I access </a:t>
            </a:r>
            <a:r>
              <a:rPr lang="en-US" dirty="0" err="1"/>
              <a:t>m_num</a:t>
            </a:r>
            <a:r>
              <a:rPr lang="en-US" dirty="0"/>
              <a:t> and </a:t>
            </a:r>
            <a:r>
              <a:rPr lang="en-US" dirty="0" err="1"/>
              <a:t>m_den</a:t>
            </a:r>
            <a:r>
              <a:rPr lang="en-US" dirty="0"/>
              <a:t> of the implicit object; they’re private right now?</a:t>
            </a:r>
          </a:p>
          <a:p>
            <a:r>
              <a:rPr lang="en-US" dirty="0"/>
              <a:t>Can I access frac’s attributes like I am; they’re private btw? Why will it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64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1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44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89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like you’re creating three stand along Fraction objects w/o specifying any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7BCD5-E67E-40B9-873B-28EF5DE003C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68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FD3C-C3C3-5E2D-4AAF-14E9B1700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055E5-8ABB-2036-96A3-4474B7AB2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A75EB-3FED-5D51-A688-E7C3FEB0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52509-6DA2-3C03-834D-B7773A9D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97219-8F8E-F591-B2D0-EBEC2E4E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4073-5169-1EFF-3B0A-7020091C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A408-2844-E016-0A9D-30522E738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179B-05F0-4295-47AF-DAA247D2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993AE-AF85-E83E-5344-351E9085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EEE6B-7B60-9EB2-1E65-235D1BB7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4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E54D-4479-92B0-6C68-F584BE24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88645-28BF-879F-201E-41861309A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A4327-FEDE-166E-F1DF-297DDDE4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C295F-965D-B1E8-78C9-7CDE605B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59E39-6486-BE25-73F9-905EC38F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1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888D-9215-36EA-7E09-8041AE26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FC2A6-328E-2BB8-1F55-C5B19BC27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96AB9-7742-AE76-D2D8-6D1B52264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3020B-922D-2C6A-832C-9C1F9CBE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F7BE-9964-0910-6722-751B6C3F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C58FD-A3F0-B35B-0FF6-2B86F0C1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2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0ED2-C891-2B25-9BC2-C56304484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836BE-149A-23EB-AD54-7F90E47B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5A6B-4E65-374E-F991-5CF258718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0D357-32DC-2C05-4537-E4E9F76A2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2C609-0EC2-26D7-135D-A3B199B21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56A95-378F-A3B8-63DB-03FD2E32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5A876-319E-4307-3309-0BB3E007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B148F-FA65-E92C-8E57-29864083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6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34F3-FA5E-94B8-134D-06F423FE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E221A-D9D0-EB6D-BB97-362BC860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29A4-0A39-9E72-24ED-13C0E131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808C7-4EFD-DF96-D753-AD91D86B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7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744C4-B6FD-DF7F-101C-AF8D9F30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0BF61-6877-C619-E69E-91846252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FCA90-FA8D-FCE4-BDCF-91BF2F29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2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5F43-F03A-0D84-33C5-EE93452B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40E0D-9681-44FA-4318-9A3531498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75C52-3E04-F703-29CB-BA021F71D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6420-F63E-F22E-AC82-D7CD7516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D96FE-1B69-B446-7DF5-082DAD5B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2E489-76F0-954C-224B-B0B477B5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1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1F86-10FA-2A9A-D92D-9708B08F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493048-763E-0A6B-CA21-81D80B600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B46B9-67E8-B26D-8C4D-9D7ADA495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CAA6E-F633-D504-BB8A-2A106379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C0E10-378F-0C19-EA4E-669C338B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3D208-C0F3-06E2-C050-D576E543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DAE9-F038-FF33-622F-4B9257EC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F7027-7A9B-5BE5-6ACE-FB00B5F22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ADBE-8C7E-11C5-C255-5ECBA7C8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C643D-6E6E-F5E3-D43C-33F7978B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3C407-3237-1D4E-7AAD-71AE5926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7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82441-061C-377B-778A-6FBF6D215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9F092-0BB3-EE34-6CCD-EA980BFE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89C96-1424-4BA7-AD75-740D32FA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264DD-997B-FE40-47A6-D7419B0B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A838F-49FF-0F9E-8346-90952082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3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94025-0D6B-7C83-169D-37E95A79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B1E67-4E24-8D95-591A-26DD87E6B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3089E-02BE-E097-937F-AAE15F753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F37D2-8AC1-4FFD-9F39-36F73030A16E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4EFA9-8D2D-0993-660A-028527BD5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7D606-87D1-B967-4D13-CA6EBC0F3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041F1-26EA-46B0-8DA9-4366B392C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introduction-to-the-copy-constructor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introduction-to-the-copy-constructo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3.png"/><Relationship Id="rId4" Type="http://schemas.openxmlformats.org/officeDocument/2006/relationships/customXml" Target="../ink/ink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D8DD7-763D-8599-7241-D78D0CA2C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AEACA-ED3F-79A4-04F9-F551539E0F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Mohammad Salman</a:t>
            </a:r>
          </a:p>
          <a:p>
            <a:r>
              <a:rPr lang="en-US" i="1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98325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52CE-D1C9-C183-6466-B4EBCF66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insights from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DA2E-7B0E-8111-6820-E4156DB9E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 gets implicitly passed to the function that is called through that object.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TollBooth</a:t>
            </a: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 t1;</a:t>
            </a: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t1.show();</a:t>
            </a:r>
            <a:r>
              <a:rPr lang="en-US" sz="2400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compiler sees this as,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TollBooth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::show(&amp;t1)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endParaRPr lang="en-US" sz="2400" dirty="0"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38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52CE-D1C9-C183-6466-B4EBCF66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insights from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DA2E-7B0E-8111-6820-E4156DB9E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Roboto Mono" panose="00000009000000000000" pitchFamily="49" charset="0"/>
              </a:rPr>
              <a:t>Within </a:t>
            </a:r>
            <a:r>
              <a:rPr lang="en-US" sz="28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TollBooth</a:t>
            </a:r>
            <a:r>
              <a:rPr lang="en-US" sz="2800" b="1" dirty="0">
                <a:latin typeface="Roboto Mono" panose="00000009000000000000" pitchFamily="49" charset="0"/>
                <a:ea typeface="Roboto Mono" panose="00000009000000000000" pitchFamily="49" charset="0"/>
              </a:rPr>
              <a:t>::show()</a:t>
            </a:r>
            <a:r>
              <a:rPr lang="en-US" sz="2800" dirty="0">
                <a:ea typeface="Roboto Mono" panose="00000009000000000000" pitchFamily="49" charset="0"/>
              </a:rPr>
              <a:t>, you can access t1’s attributes just by writing out the names of the attributes.</a:t>
            </a:r>
          </a:p>
          <a:p>
            <a:endParaRPr lang="en-US" b="1" dirty="0"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void </a:t>
            </a:r>
            <a:r>
              <a:rPr lang="en-US" sz="2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TollBooth</a:t>
            </a: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::show() const</a:t>
            </a: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    std::</a:t>
            </a:r>
            <a:r>
              <a:rPr lang="en-US" sz="2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 &lt;&lt; cars &lt;&lt; ‘ ‘ &lt;&lt; money &lt;&lt; ‘\n’;</a:t>
            </a: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9B7E80-88F5-CAFF-11CC-2B569AA59B87}"/>
              </a:ext>
            </a:extLst>
          </p:cNvPr>
          <p:cNvSpPr/>
          <p:nvPr/>
        </p:nvSpPr>
        <p:spPr>
          <a:xfrm>
            <a:off x="3973285" y="4093029"/>
            <a:ext cx="827315" cy="4789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21295-4F71-CF53-9AB9-C62E3DB06A20}"/>
              </a:ext>
            </a:extLst>
          </p:cNvPr>
          <p:cNvSpPr/>
          <p:nvPr/>
        </p:nvSpPr>
        <p:spPr>
          <a:xfrm>
            <a:off x="6694714" y="4093029"/>
            <a:ext cx="1023257" cy="4789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50614-08F1-285D-8262-A516026CAB5C}"/>
              </a:ext>
            </a:extLst>
          </p:cNvPr>
          <p:cNvSpPr txBox="1"/>
          <p:nvPr/>
        </p:nvSpPr>
        <p:spPr>
          <a:xfrm>
            <a:off x="7576457" y="4866650"/>
            <a:ext cx="399505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These are referring to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t1</a:t>
            </a:r>
            <a:r>
              <a:rPr lang="en-US" sz="2000" i="1" dirty="0">
                <a:solidFill>
                  <a:schemeClr val="accent1"/>
                </a:solidFill>
              </a:rPr>
              <a:t>’s attributes (or whatever the calling object will be).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6DDE6F-F2C5-8887-EF9A-EE3AC31CC8C3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>
          <a:xfrm flipH="1" flipV="1">
            <a:off x="4386943" y="4572000"/>
            <a:ext cx="3189514" cy="802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D2DD55-F40E-DDAB-8815-5BD485539176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flipH="1" flipV="1">
            <a:off x="7206343" y="4572000"/>
            <a:ext cx="370114" cy="802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06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52CE-D1C9-C183-6466-B4EBCF66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insights from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DA2E-7B0E-8111-6820-E4156DB9E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Similarly, observe the following.</a:t>
            </a:r>
          </a:p>
          <a:p>
            <a:endParaRPr lang="en-US" sz="2400" dirty="0"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Complex c1{1, 9};</a:t>
            </a: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Complex c2{-4, 10.2};</a:t>
            </a:r>
          </a:p>
          <a:p>
            <a:pPr marL="0" indent="0">
              <a:buNone/>
            </a:pPr>
            <a:endParaRPr lang="en-US" sz="24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c1.add(c2);	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compiler reads, Complex::add(&amp;c1, c2)</a:t>
            </a:r>
          </a:p>
          <a:p>
            <a:pPr marL="0" indent="0">
              <a:buNone/>
            </a:pPr>
            <a:endParaRPr lang="en-US" sz="2400" dirty="0">
              <a:ea typeface="Roboto Mono" panose="00000009000000000000" pitchFamily="49" charset="0"/>
            </a:endParaRPr>
          </a:p>
          <a:p>
            <a:pPr marL="0" indent="0">
              <a:buNone/>
            </a:pPr>
            <a:endParaRPr lang="en-US" sz="2400" dirty="0">
              <a:ea typeface="Roboto Mono" panose="00000009000000000000" pitchFamily="49" charset="0"/>
            </a:endParaRPr>
          </a:p>
          <a:p>
            <a:pPr marL="0" indent="0">
              <a:buNone/>
            </a:pPr>
            <a:endParaRPr lang="en-US" sz="2400" dirty="0"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5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52CE-D1C9-C183-6466-B4EBCF66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insights from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DA2E-7B0E-8111-6820-E4156DB9E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Roboto Mono" panose="00000009000000000000" pitchFamily="49" charset="0"/>
              </a:rPr>
              <a:t>Within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Complex::add()</a:t>
            </a:r>
            <a:r>
              <a:rPr lang="en-US" dirty="0">
                <a:ea typeface="Roboto Mono" panose="00000009000000000000" pitchFamily="49" charset="0"/>
              </a:rPr>
              <a:t>, this is how you can access attributes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c1 </a:t>
            </a:r>
            <a:r>
              <a:rPr lang="en-US" dirty="0">
                <a:ea typeface="Roboto Mono" panose="00000009000000000000" pitchFamily="49" charset="0"/>
              </a:rPr>
              <a:t>and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c2</a:t>
            </a:r>
            <a:r>
              <a:rPr lang="en-US" dirty="0">
                <a:ea typeface="Roboto Mono" panose="00000009000000000000" pitchFamily="49" charset="0"/>
              </a:rPr>
              <a:t>.</a:t>
            </a:r>
          </a:p>
          <a:p>
            <a:endParaRPr lang="en-US" dirty="0"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Complex Complex::add(const Complex&amp; c2)</a:t>
            </a: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    c2.real;    c2.imag;    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c2’s attributes</a:t>
            </a: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    real;       </a:t>
            </a:r>
            <a:r>
              <a:rPr lang="en-US" dirty="0" err="1">
                <a:latin typeface="Roboto Mono" panose="00000009000000000000" pitchFamily="49" charset="0"/>
                <a:ea typeface="Roboto Mono" panose="00000009000000000000" pitchFamily="49" charset="0"/>
              </a:rPr>
              <a:t>imag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;       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c1’s attributes</a:t>
            </a:r>
          </a:p>
          <a:p>
            <a:pPr marL="0" indent="0">
              <a:buNone/>
            </a:pP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}</a:t>
            </a:r>
          </a:p>
          <a:p>
            <a:endParaRPr lang="en-US" dirty="0">
              <a:ea typeface="Roboto Mono" panose="00000009000000000000" pitchFamily="49" charset="0"/>
            </a:endParaRPr>
          </a:p>
          <a:p>
            <a:endParaRPr lang="en-US" dirty="0">
              <a:ea typeface="Roboto Mono" panose="00000009000000000000" pitchFamily="49" charset="0"/>
            </a:endParaRPr>
          </a:p>
          <a:p>
            <a:endParaRPr lang="en-US" dirty="0">
              <a:ea typeface="Roboto Mono" panose="00000009000000000000" pitchFamily="49" charset="0"/>
            </a:endParaRPr>
          </a:p>
          <a:p>
            <a:endParaRPr lang="en-US" dirty="0">
              <a:ea typeface="Roboto Mono" panose="00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7ED64-BB6F-FEE0-3EBF-6E6DD6CB9CFB}"/>
              </a:ext>
            </a:extLst>
          </p:cNvPr>
          <p:cNvSpPr txBox="1"/>
          <p:nvPr/>
        </p:nvSpPr>
        <p:spPr>
          <a:xfrm>
            <a:off x="9405256" y="681037"/>
            <a:ext cx="2536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c1.add(c2);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6052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2ED3-9082-3CD4-C392-1864D740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insights from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2E7F0-D66C-25BB-A06C-B933F5A79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this example, also note the following.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B80E23-84D8-39B5-20F0-5223878AA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08772"/>
              </p:ext>
            </p:extLst>
          </p:nvPr>
        </p:nvGraphicFramePr>
        <p:xfrm>
          <a:off x="1785812" y="2899791"/>
          <a:ext cx="27392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48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369648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imag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add()</a:t>
                      </a:r>
                    </a:p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subtract()</a:t>
                      </a:r>
                    </a:p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multiply()</a:t>
                      </a:r>
                    </a:p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8D2C9DC-E041-A90C-ED21-BF16E6637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61262"/>
              </p:ext>
            </p:extLst>
          </p:nvPr>
        </p:nvGraphicFramePr>
        <p:xfrm>
          <a:off x="7666892" y="2899791"/>
          <a:ext cx="27392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48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369648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imag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add()</a:t>
                      </a:r>
                    </a:p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subtract()</a:t>
                      </a:r>
                    </a:p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multiply()</a:t>
                      </a:r>
                    </a:p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1D96FE5-3E3B-5714-F413-88952CAF28A4}"/>
              </a:ext>
            </a:extLst>
          </p:cNvPr>
          <p:cNvSpPr txBox="1"/>
          <p:nvPr/>
        </p:nvSpPr>
        <p:spPr>
          <a:xfrm>
            <a:off x="2872431" y="2342972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F92CD-255A-B336-C7B2-4320E04898DA}"/>
              </a:ext>
            </a:extLst>
          </p:cNvPr>
          <p:cNvSpPr txBox="1"/>
          <p:nvPr/>
        </p:nvSpPr>
        <p:spPr>
          <a:xfrm>
            <a:off x="8753511" y="2342972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F6231-D915-941E-81D1-8347670D6978}"/>
              </a:ext>
            </a:extLst>
          </p:cNvPr>
          <p:cNvSpPr txBox="1"/>
          <p:nvPr/>
        </p:nvSpPr>
        <p:spPr>
          <a:xfrm>
            <a:off x="8632371" y="1802091"/>
            <a:ext cx="2536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c1.add(c2);</a:t>
            </a:r>
            <a:endParaRPr lang="en-US" sz="2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C3997-3751-1232-7BED-2E8D75439A39}"/>
              </a:ext>
            </a:extLst>
          </p:cNvPr>
          <p:cNvSpPr/>
          <p:nvPr/>
        </p:nvSpPr>
        <p:spPr>
          <a:xfrm>
            <a:off x="2699658" y="3352799"/>
            <a:ext cx="903514" cy="3501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A3783-59B9-FF92-8A0A-C976EADBB94A}"/>
              </a:ext>
            </a:extLst>
          </p:cNvPr>
          <p:cNvSpPr/>
          <p:nvPr/>
        </p:nvSpPr>
        <p:spPr>
          <a:xfrm>
            <a:off x="7849997" y="2905627"/>
            <a:ext cx="903514" cy="3501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C7311B-C707-56FE-5DD2-B5B7BD9C0E44}"/>
              </a:ext>
            </a:extLst>
          </p:cNvPr>
          <p:cNvSpPr/>
          <p:nvPr/>
        </p:nvSpPr>
        <p:spPr>
          <a:xfrm>
            <a:off x="9243368" y="2916101"/>
            <a:ext cx="903514" cy="3501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D5B91BF-9A2D-97DD-3DE1-C0416D62365A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3603172" y="3255815"/>
            <a:ext cx="4698582" cy="272078"/>
          </a:xfrm>
          <a:prstGeom prst="curvedConnector2">
            <a:avLst/>
          </a:prstGeom>
          <a:ln w="19050">
            <a:solidFill>
              <a:srgbClr val="FF0000">
                <a:alpha val="95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D4B7BB9-8DE7-138B-EAAB-B28927111124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V="1">
            <a:off x="3603172" y="2916101"/>
            <a:ext cx="6091953" cy="611792"/>
          </a:xfrm>
          <a:prstGeom prst="curvedConnector4">
            <a:avLst>
              <a:gd name="adj1" fmla="val 46292"/>
              <a:gd name="adj2" fmla="val 137366"/>
            </a:avLst>
          </a:prstGeom>
          <a:ln w="19050">
            <a:solidFill>
              <a:srgbClr val="FF0000">
                <a:alpha val="95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4B7BED-C303-A9E9-824D-A39E7F394DAE}"/>
              </a:ext>
            </a:extLst>
          </p:cNvPr>
          <p:cNvSpPr txBox="1"/>
          <p:nvPr/>
        </p:nvSpPr>
        <p:spPr>
          <a:xfrm>
            <a:off x="2399324" y="4799796"/>
            <a:ext cx="606529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/>
              <a:t>Accessing </a:t>
            </a:r>
            <a:r>
              <a:rPr lang="en-US" sz="2400" b="1" i="1" dirty="0">
                <a:latin typeface="Roboto Mono" panose="00000009000000000000" pitchFamily="49" charset="0"/>
                <a:ea typeface="Roboto Mono" panose="00000009000000000000" pitchFamily="49" charset="0"/>
              </a:rPr>
              <a:t>c2’</a:t>
            </a:r>
            <a:r>
              <a:rPr lang="en-US" sz="2400" i="1" dirty="0"/>
              <a:t>s attributes in </a:t>
            </a:r>
            <a:r>
              <a:rPr lang="en-US" sz="2400" b="1" i="1" dirty="0">
                <a:latin typeface="Roboto Mono" panose="00000009000000000000" pitchFamily="49" charset="0"/>
                <a:ea typeface="Roboto Mono" panose="00000009000000000000" pitchFamily="49" charset="0"/>
              </a:rPr>
              <a:t>c1’</a:t>
            </a:r>
            <a:r>
              <a:rPr lang="en-US" sz="2400" i="1" dirty="0"/>
              <a:t>s function call works because </a:t>
            </a:r>
            <a:r>
              <a:rPr lang="en-US" sz="2400" b="1" i="1" dirty="0">
                <a:solidFill>
                  <a:srgbClr val="FF0000"/>
                </a:solidFill>
              </a:rPr>
              <a:t>access specifiers work on a per-class basis </a:t>
            </a:r>
            <a:r>
              <a:rPr lang="en-US" sz="2400" i="1" dirty="0"/>
              <a:t>(</a:t>
            </a:r>
            <a:r>
              <a:rPr lang="en-US" sz="2400" b="1" i="1" dirty="0">
                <a:latin typeface="Roboto Mono" panose="00000009000000000000" pitchFamily="49" charset="0"/>
                <a:ea typeface="Roboto Mono" panose="00000009000000000000" pitchFamily="49" charset="0"/>
              </a:rPr>
              <a:t>c1 </a:t>
            </a:r>
            <a:r>
              <a:rPr lang="en-US" sz="2400" i="1" dirty="0"/>
              <a:t>and </a:t>
            </a:r>
            <a:r>
              <a:rPr lang="en-US" sz="2400" b="1" i="1" dirty="0">
                <a:latin typeface="Roboto Mono" panose="00000009000000000000" pitchFamily="49" charset="0"/>
                <a:ea typeface="Roboto Mono" panose="00000009000000000000" pitchFamily="49" charset="0"/>
              </a:rPr>
              <a:t>c2 </a:t>
            </a:r>
            <a:r>
              <a:rPr lang="en-US" sz="2400" i="1" dirty="0"/>
              <a:t>belong to the same class, so this works).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531A5D-411B-4DA6-5CAC-4BEFE940FDFB}"/>
              </a:ext>
            </a:extLst>
          </p:cNvPr>
          <p:cNvSpPr txBox="1"/>
          <p:nvPr/>
        </p:nvSpPr>
        <p:spPr>
          <a:xfrm>
            <a:off x="8632371" y="5122961"/>
            <a:ext cx="3135085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Keep in mind that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real</a:t>
            </a:r>
            <a:r>
              <a:rPr lang="en-US" i="1" dirty="0"/>
              <a:t> and 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imag</a:t>
            </a:r>
            <a:r>
              <a:rPr lang="en-US" i="1" dirty="0"/>
              <a:t> are private members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class Complex</a:t>
            </a:r>
            <a:r>
              <a:rPr lang="en-US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600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D8DD7-763D-8599-7241-D78D0CA2C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Copy Constructors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AEACA-ED3F-79A4-04F9-F551539E0F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Creating new objects using existing ones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AB63B-8A65-62D5-B0F9-9BA2FF596891}"/>
              </a:ext>
            </a:extLst>
          </p:cNvPr>
          <p:cNvSpPr txBox="1"/>
          <p:nvPr/>
        </p:nvSpPr>
        <p:spPr>
          <a:xfrm>
            <a:off x="2068285" y="5550971"/>
            <a:ext cx="805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https://www.learncpp.com/cpp-tutorial/introduction-to-the-copy-constructor/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38AA1-A680-E128-6123-A9B54CFE608D}"/>
              </a:ext>
            </a:extLst>
          </p:cNvPr>
          <p:cNvSpPr txBox="1"/>
          <p:nvPr/>
        </p:nvSpPr>
        <p:spPr>
          <a:xfrm>
            <a:off x="337457" y="130629"/>
            <a:ext cx="931817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Patch Notes for this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Updated the implementation for the user-defined copy </a:t>
            </a:r>
            <a:r>
              <a:rPr lang="en-US" i="1" dirty="0" err="1"/>
              <a:t>ctor</a:t>
            </a:r>
            <a:r>
              <a:rPr lang="en-US" i="1" dirty="0"/>
              <a:t> (slide 20).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The array elements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list1 </a:t>
            </a:r>
            <a:r>
              <a:rPr lang="en-US" i="1" dirty="0"/>
              <a:t>are copied into the array elements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 </a:t>
            </a:r>
            <a:r>
              <a:rPr lang="en-US" i="1" dirty="0"/>
              <a:t>(which was initialized using the copy </a:t>
            </a:r>
            <a:r>
              <a:rPr lang="en-US" i="1" dirty="0" err="1"/>
              <a:t>ctor</a:t>
            </a:r>
            <a:r>
              <a:rPr lang="en-US" i="1" dirty="0"/>
              <a:t>) within the body of the copy </a:t>
            </a:r>
            <a:r>
              <a:rPr lang="en-US" i="1" dirty="0" err="1"/>
              <a:t>ctor</a:t>
            </a:r>
            <a:r>
              <a:rPr lang="en-US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Added new slides.</a:t>
            </a:r>
          </a:p>
        </p:txBody>
      </p:sp>
    </p:spTree>
    <p:extLst>
      <p:ext uri="{BB962C8B-B14F-4D97-AF65-F5344CB8AC3E}">
        <p14:creationId xmlns:p14="http://schemas.microsoft.com/office/powerpoint/2010/main" val="114816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F9FEFB-263F-77F2-6C51-59194E178FD5}"/>
              </a:ext>
            </a:extLst>
          </p:cNvPr>
          <p:cNvSpPr txBox="1"/>
          <p:nvPr/>
        </p:nvSpPr>
        <p:spPr>
          <a:xfrm>
            <a:off x="97971" y="1864702"/>
            <a:ext cx="64552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den)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num },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den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print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"Fraction("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", 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                     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")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8FD1A-5C3B-02B1-FA7E-037A9285F12B}"/>
              </a:ext>
            </a:extLst>
          </p:cNvPr>
          <p:cNvSpPr txBox="1"/>
          <p:nvPr/>
        </p:nvSpPr>
        <p:spPr>
          <a:xfrm>
            <a:off x="6629401" y="1864702"/>
            <a:ext cx="546462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Calls Fraction(int, int)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</a:t>
            </a: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What constructor is used here?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fCopy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print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fCopy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print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4A518-543B-5FF5-592D-B5BF9EC9BB0B}"/>
              </a:ext>
            </a:extLst>
          </p:cNvPr>
          <p:cNvSpPr txBox="1"/>
          <p:nvPr/>
        </p:nvSpPr>
        <p:spPr>
          <a:xfrm>
            <a:off x="97971" y="163285"/>
            <a:ext cx="11996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first line,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f </a:t>
            </a:r>
            <a:r>
              <a:rPr lang="en-US" dirty="0"/>
              <a:t>has been initialized using the provided parameters.</a:t>
            </a:r>
          </a:p>
          <a:p>
            <a:r>
              <a:rPr lang="en-US" dirty="0"/>
              <a:t>In the second line, a new object is created (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fCopy</a:t>
            </a:r>
            <a:r>
              <a:rPr lang="en-US" dirty="0"/>
              <a:t>) using an </a:t>
            </a:r>
            <a:r>
              <a:rPr lang="en-US" b="1" dirty="0"/>
              <a:t>existing object </a:t>
            </a:r>
            <a:r>
              <a:rPr lang="en-US" dirty="0"/>
              <a:t>of the </a:t>
            </a:r>
            <a:r>
              <a:rPr lang="en-US" b="1" dirty="0"/>
              <a:t>same class </a:t>
            </a:r>
            <a:r>
              <a:rPr lang="en-US" dirty="0"/>
              <a:t>(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dirty="0"/>
              <a:t>).</a:t>
            </a:r>
          </a:p>
          <a:p>
            <a:r>
              <a:rPr lang="en-US" dirty="0"/>
              <a:t>Our </a:t>
            </a:r>
            <a:r>
              <a:rPr lang="en-US" dirty="0" err="1"/>
              <a:t>ctor’s</a:t>
            </a:r>
            <a:r>
              <a:rPr lang="en-US" dirty="0"/>
              <a:t> parameters are not suited for this. </a:t>
            </a:r>
          </a:p>
          <a:p>
            <a:r>
              <a:rPr lang="en-US" dirty="0">
                <a:solidFill>
                  <a:schemeClr val="accent1"/>
                </a:solidFill>
              </a:rPr>
              <a:t>Yet, this program will work just fine!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FDBA5F-1B4F-4BA1-9BEE-89469FA3C289}"/>
              </a:ext>
            </a:extLst>
          </p:cNvPr>
          <p:cNvSpPr/>
          <p:nvPr/>
        </p:nvSpPr>
        <p:spPr>
          <a:xfrm>
            <a:off x="6934200" y="3048000"/>
            <a:ext cx="4615543" cy="67491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7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236D-28A0-7F18-EFFA-C5A87126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Copy Constructor?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8883-8C1A-1E73-D48F-73498AD0C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Copy constructor </a:t>
            </a:r>
            <a:r>
              <a:rPr lang="en-US" dirty="0"/>
              <a:t>is a constructor that is used to initialize an object with an </a:t>
            </a:r>
            <a:r>
              <a:rPr lang="en-US" b="1" dirty="0">
                <a:solidFill>
                  <a:schemeClr val="accent1"/>
                </a:solidFill>
              </a:rPr>
              <a:t>existing object </a:t>
            </a:r>
            <a:r>
              <a:rPr lang="en-US" dirty="0"/>
              <a:t>of the </a:t>
            </a:r>
            <a:r>
              <a:rPr lang="en-US" b="1" dirty="0">
                <a:solidFill>
                  <a:schemeClr val="accent1"/>
                </a:solidFill>
              </a:rPr>
              <a:t>same type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newly created object will be </a:t>
            </a:r>
            <a:r>
              <a:rPr lang="en-US" b="1" dirty="0"/>
              <a:t>a copy of the object </a:t>
            </a:r>
            <a:r>
              <a:rPr lang="en-US" dirty="0"/>
              <a:t>passed in as the initializer.</a:t>
            </a:r>
          </a:p>
          <a:p>
            <a:endParaRPr lang="en-US" dirty="0"/>
          </a:p>
          <a:p>
            <a:r>
              <a:rPr lang="en-US" dirty="0"/>
              <a:t>If you do not provide a copy constructor for your classes, the compiler will provide a </a:t>
            </a:r>
            <a:r>
              <a:rPr lang="en-US" b="1" dirty="0"/>
              <a:t>public implicit copy constructor </a:t>
            </a:r>
            <a:r>
              <a:rPr lang="en-US" dirty="0"/>
              <a:t>for you.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82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32ED94F-30BE-E3FE-2E4C-2831E00E1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406027"/>
              </p:ext>
            </p:extLst>
          </p:nvPr>
        </p:nvGraphicFramePr>
        <p:xfrm>
          <a:off x="1273626" y="3321350"/>
          <a:ext cx="3432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315">
                  <a:extLst>
                    <a:ext uri="{9D8B030D-6E8A-4147-A177-3AD203B41FA5}">
                      <a16:colId xmlns:a16="http://schemas.microsoft.com/office/drawing/2014/main" val="1051557314"/>
                    </a:ext>
                  </a:extLst>
                </a:gridCol>
                <a:gridCol w="1716315">
                  <a:extLst>
                    <a:ext uri="{9D8B030D-6E8A-4147-A177-3AD203B41FA5}">
                      <a16:colId xmlns:a16="http://schemas.microsoft.com/office/drawing/2014/main" val="1968707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m_num</a:t>
                      </a:r>
                      <a:r>
                        <a:rPr lang="en-US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m_den</a:t>
                      </a:r>
                      <a:r>
                        <a:rPr lang="en-US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71504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void print() const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472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39CB57-FED9-EB03-8EA4-CAA656468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541835"/>
              </p:ext>
            </p:extLst>
          </p:nvPr>
        </p:nvGraphicFramePr>
        <p:xfrm>
          <a:off x="7195455" y="3321350"/>
          <a:ext cx="34326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315">
                  <a:extLst>
                    <a:ext uri="{9D8B030D-6E8A-4147-A177-3AD203B41FA5}">
                      <a16:colId xmlns:a16="http://schemas.microsoft.com/office/drawing/2014/main" val="1051557314"/>
                    </a:ext>
                  </a:extLst>
                </a:gridCol>
                <a:gridCol w="1716315">
                  <a:extLst>
                    <a:ext uri="{9D8B030D-6E8A-4147-A177-3AD203B41FA5}">
                      <a16:colId xmlns:a16="http://schemas.microsoft.com/office/drawing/2014/main" val="1968707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m_num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m_den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71504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void print() const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472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557ED6-B643-2409-FFB1-3176446707B8}"/>
              </a:ext>
            </a:extLst>
          </p:cNvPr>
          <p:cNvSpPr txBox="1"/>
          <p:nvPr/>
        </p:nvSpPr>
        <p:spPr>
          <a:xfrm>
            <a:off x="2195284" y="2766103"/>
            <a:ext cx="158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Fraction 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55EF1-733E-CE30-5CBE-E950B13C7287}"/>
              </a:ext>
            </a:extLst>
          </p:cNvPr>
          <p:cNvSpPr txBox="1"/>
          <p:nvPr/>
        </p:nvSpPr>
        <p:spPr>
          <a:xfrm>
            <a:off x="7861298" y="2766103"/>
            <a:ext cx="2100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Fraction </a:t>
            </a:r>
            <a:r>
              <a:rPr lang="en-US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fCopy</a:t>
            </a:r>
            <a:endParaRPr lang="en-US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511F3-F887-8224-98CD-976DE2897B5B}"/>
              </a:ext>
            </a:extLst>
          </p:cNvPr>
          <p:cNvSpPr txBox="1"/>
          <p:nvPr/>
        </p:nvSpPr>
        <p:spPr>
          <a:xfrm>
            <a:off x="1409700" y="905931"/>
            <a:ext cx="937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fCopy</a:t>
            </a:r>
            <a:r>
              <a:rPr lang="en-US" sz="2000" dirty="0" err="1"/>
              <a:t>’s</a:t>
            </a:r>
            <a:r>
              <a:rPr lang="en-US" sz="2000" dirty="0"/>
              <a:t> attributes will be initialized using the values of the attributes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Note that the data of both objects is </a:t>
            </a:r>
            <a:r>
              <a:rPr lang="en-US" sz="2000" b="1" dirty="0"/>
              <a:t>still independent </a:t>
            </a:r>
            <a:r>
              <a:rPr lang="en-US" sz="2000" dirty="0"/>
              <a:t>from one another.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Changing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sz="2000" dirty="0"/>
              <a:t>’s attributes </a:t>
            </a:r>
            <a:r>
              <a:rPr lang="en-US" sz="2000" b="1" dirty="0"/>
              <a:t>will not </a:t>
            </a:r>
            <a:r>
              <a:rPr lang="en-US" sz="2000" dirty="0"/>
              <a:t>impact </a:t>
            </a:r>
            <a:r>
              <a:rPr lang="en-US" sz="20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fCopy</a:t>
            </a:r>
            <a:r>
              <a:rPr lang="en-US" sz="2000" dirty="0" err="1"/>
              <a:t>’s</a:t>
            </a:r>
            <a:r>
              <a:rPr lang="en-US" sz="2000" dirty="0"/>
              <a:t> attributes and vice versa. 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07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ACB069-350D-EE59-0BEE-441AA5AAF4BC}"/>
              </a:ext>
            </a:extLst>
          </p:cNvPr>
          <p:cNvSpPr txBox="1"/>
          <p:nvPr/>
        </p:nvSpPr>
        <p:spPr>
          <a:xfrm>
            <a:off x="208189" y="1151126"/>
            <a:ext cx="64756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den)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{num},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{den}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Copy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&amp;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frac)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    // just to prove it works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</a:t>
            </a:r>
            <a:r>
              <a:rPr lang="en-US" sz="1600" dirty="0">
                <a:solidFill>
                  <a:srgbClr val="CB4B16"/>
                </a:solidFill>
                <a:latin typeface="Roboto Mono" panose="00000009000000000000" pitchFamily="49" charset="0"/>
              </a:rPr>
              <a:t>std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::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cout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68BD2"/>
                </a:solidFill>
                <a:latin typeface="Roboto Mono" panose="00000009000000000000" pitchFamily="49" charset="0"/>
              </a:rPr>
              <a:t>&lt;&lt;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AA198"/>
                </a:solidFill>
                <a:latin typeface="Roboto Mono" panose="00000009000000000000" pitchFamily="49" charset="0"/>
              </a:rPr>
              <a:t>"Copy constructor called</a:t>
            </a:r>
            <a:r>
              <a:rPr lang="en-US" sz="1600" dirty="0">
                <a:solidFill>
                  <a:srgbClr val="CB4B16"/>
                </a:solidFill>
                <a:latin typeface="Roboto Mono" panose="00000009000000000000" pitchFamily="49" charset="0"/>
              </a:rPr>
              <a:t>\n</a:t>
            </a:r>
            <a:r>
              <a:rPr lang="en-US" sz="1600" dirty="0">
                <a:solidFill>
                  <a:srgbClr val="2AA198"/>
                </a:solidFill>
                <a:latin typeface="Roboto Mono" panose="00000009000000000000" pitchFamily="49" charset="0"/>
              </a:rPr>
              <a:t>"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2AFBD-B0FC-D268-DA3B-D018D8431F23}"/>
              </a:ext>
            </a:extLst>
          </p:cNvPr>
          <p:cNvSpPr txBox="1"/>
          <p:nvPr/>
        </p:nvSpPr>
        <p:spPr>
          <a:xfrm>
            <a:off x="7285945" y="1146001"/>
            <a:ext cx="46978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Calls the regular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Calls</a:t>
            </a:r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copy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fCopy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 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5EC3FF-6D2F-B5A9-E93E-C9F61ECA0EA8}"/>
              </a:ext>
            </a:extLst>
          </p:cNvPr>
          <p:cNvSpPr/>
          <p:nvPr/>
        </p:nvSpPr>
        <p:spPr>
          <a:xfrm>
            <a:off x="7696200" y="2329542"/>
            <a:ext cx="3461657" cy="67491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3C820-B88D-1B97-83C4-BE9AEC55DADA}"/>
              </a:ext>
            </a:extLst>
          </p:cNvPr>
          <p:cNvSpPr/>
          <p:nvPr/>
        </p:nvSpPr>
        <p:spPr>
          <a:xfrm>
            <a:off x="664029" y="3866036"/>
            <a:ext cx="5932714" cy="198912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D121E-FF0E-74FB-1A7E-04BCD5D1B16B}"/>
              </a:ext>
            </a:extLst>
          </p:cNvPr>
          <p:cNvSpPr txBox="1"/>
          <p:nvPr/>
        </p:nvSpPr>
        <p:spPr>
          <a:xfrm>
            <a:off x="97971" y="163285"/>
            <a:ext cx="1199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a copy </a:t>
            </a:r>
            <a:r>
              <a:rPr lang="en-US" dirty="0" err="1"/>
              <a:t>ctor</a:t>
            </a:r>
            <a:r>
              <a:rPr lang="en-US" dirty="0"/>
              <a:t> looks like.</a:t>
            </a:r>
          </a:p>
          <a:p>
            <a:r>
              <a:rPr lang="en-US" dirty="0"/>
              <a:t>Take note of the parameter that the copy </a:t>
            </a:r>
            <a:r>
              <a:rPr lang="en-US" dirty="0" err="1"/>
              <a:t>ctor</a:t>
            </a:r>
            <a:r>
              <a:rPr lang="en-US" dirty="0"/>
              <a:t> is accepting.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3757D2-FDE3-CEB5-AD12-C597D936FCEB}"/>
              </a:ext>
            </a:extLst>
          </p:cNvPr>
          <p:cNvSpPr txBox="1"/>
          <p:nvPr/>
        </p:nvSpPr>
        <p:spPr>
          <a:xfrm>
            <a:off x="7609113" y="4998333"/>
            <a:ext cx="28738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This is an application of </a:t>
            </a:r>
            <a:r>
              <a:rPr lang="en-US" b="1" i="1" dirty="0">
                <a:solidFill>
                  <a:schemeClr val="accent1"/>
                </a:solidFill>
              </a:rPr>
              <a:t>“Access controls work on a per-class basis”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8648F8-D018-C6C6-B854-1025E30C4E5E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>
          <a:xfrm flipH="1" flipV="1">
            <a:off x="6596743" y="4860598"/>
            <a:ext cx="1012370" cy="59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EF0887D-D866-5267-F007-3EDEBEE0CF63}"/>
              </a:ext>
            </a:extLst>
          </p:cNvPr>
          <p:cNvSpPr/>
          <p:nvPr/>
        </p:nvSpPr>
        <p:spPr>
          <a:xfrm>
            <a:off x="1342284" y="4341551"/>
            <a:ext cx="5134715" cy="350192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7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236D-28A0-7F18-EFFA-C5A87126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else would a copy constructor be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8883-8C1A-1E73-D48F-73498AD0C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situation where copy </a:t>
            </a:r>
            <a:r>
              <a:rPr lang="en-US" dirty="0" err="1"/>
              <a:t>ctors</a:t>
            </a:r>
            <a:r>
              <a:rPr lang="en-US" dirty="0"/>
              <a:t> would be called will be when you </a:t>
            </a:r>
            <a:r>
              <a:rPr lang="en-US" b="1" dirty="0"/>
              <a:t>pass objects by value </a:t>
            </a:r>
            <a:r>
              <a:rPr lang="en-US" dirty="0"/>
              <a:t>to some function.</a:t>
            </a:r>
          </a:p>
          <a:p>
            <a:endParaRPr lang="en-US" dirty="0"/>
          </a:p>
          <a:p>
            <a:r>
              <a:rPr lang="en-US" dirty="0"/>
              <a:t>Pass by value means that copies of the passed parameters are created.</a:t>
            </a:r>
          </a:p>
          <a:p>
            <a:endParaRPr lang="en-US" dirty="0"/>
          </a:p>
          <a:p>
            <a:r>
              <a:rPr lang="en-US" dirty="0"/>
              <a:t>If your parameter is an object, then its copy will be created.</a:t>
            </a:r>
          </a:p>
          <a:p>
            <a:pPr lvl="1"/>
            <a:r>
              <a:rPr lang="en-US" dirty="0"/>
              <a:t>And for its copy to be created, the copy </a:t>
            </a:r>
            <a:r>
              <a:rPr lang="en-US" dirty="0" err="1"/>
              <a:t>ctor</a:t>
            </a:r>
            <a:r>
              <a:rPr lang="en-US" dirty="0"/>
              <a:t> will be called.</a:t>
            </a:r>
          </a:p>
        </p:txBody>
      </p:sp>
    </p:spTree>
    <p:extLst>
      <p:ext uri="{BB962C8B-B14F-4D97-AF65-F5344CB8AC3E}">
        <p14:creationId xmlns:p14="http://schemas.microsoft.com/office/powerpoint/2010/main" val="230735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0670B8-A495-2CCB-FD13-6358ECC0F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73" y="1790558"/>
            <a:ext cx="9609653" cy="3276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CB8F06-1BC7-F52B-693C-AF851223D7EE}"/>
              </a:ext>
            </a:extLst>
          </p:cNvPr>
          <p:cNvSpPr txBox="1"/>
          <p:nvPr/>
        </p:nvSpPr>
        <p:spPr>
          <a:xfrm>
            <a:off x="2177141" y="1102864"/>
            <a:ext cx="7837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https://www.learncpp.com/cpp-tutorial/introduction-to-the-copy-constructor/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80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CFD121E-FF0E-74FB-1A7E-04BCD5D1B16B}"/>
              </a:ext>
            </a:extLst>
          </p:cNvPr>
          <p:cNvSpPr txBox="1"/>
          <p:nvPr/>
        </p:nvSpPr>
        <p:spPr>
          <a:xfrm>
            <a:off x="97971" y="163285"/>
            <a:ext cx="1199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Question</a:t>
            </a:r>
          </a:p>
          <a:p>
            <a:r>
              <a:rPr lang="en-US" dirty="0">
                <a:solidFill>
                  <a:srgbClr val="FF0000"/>
                </a:solidFill>
              </a:rPr>
              <a:t>Do you think that you could pass the object by value in the copy </a:t>
            </a:r>
            <a:r>
              <a:rPr lang="en-US" dirty="0" err="1">
                <a:solidFill>
                  <a:srgbClr val="FF0000"/>
                </a:solidFill>
              </a:rPr>
              <a:t>ctor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0D96D-CA48-37AA-E642-563C2D046854}"/>
              </a:ext>
            </a:extLst>
          </p:cNvPr>
          <p:cNvSpPr txBox="1"/>
          <p:nvPr/>
        </p:nvSpPr>
        <p:spPr>
          <a:xfrm>
            <a:off x="522514" y="1104037"/>
            <a:ext cx="6520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Pass by value</a:t>
            </a:r>
            <a:endParaRPr lang="en-US" sz="18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8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frac)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: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8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8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81772-4494-9A23-7BD7-4A89C1554456}"/>
              </a:ext>
            </a:extLst>
          </p:cNvPr>
          <p:cNvSpPr txBox="1"/>
          <p:nvPr/>
        </p:nvSpPr>
        <p:spPr>
          <a:xfrm>
            <a:off x="522514" y="2834865"/>
            <a:ext cx="6520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Pass by value; the copy </a:t>
            </a:r>
            <a:r>
              <a:rPr lang="en-US" i="1" dirty="0">
                <a:solidFill>
                  <a:srgbClr val="93A1A1"/>
                </a:solidFill>
                <a:latin typeface="Roboto Mono" panose="00000009000000000000" pitchFamily="49" charset="0"/>
              </a:rPr>
              <a:t>cannot is const</a:t>
            </a:r>
            <a:endParaRPr lang="en-US" sz="18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frac)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: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8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8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AAAE2-3664-E755-553E-991C58F8F674}"/>
              </a:ext>
            </a:extLst>
          </p:cNvPr>
          <p:cNvSpPr txBox="1"/>
          <p:nvPr/>
        </p:nvSpPr>
        <p:spPr>
          <a:xfrm>
            <a:off x="522514" y="4565693"/>
            <a:ext cx="6520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Pass by reference</a:t>
            </a:r>
            <a:endParaRPr lang="en-US" sz="18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&amp;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frac)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   :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8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</a:t>
            </a:r>
            <a:r>
              <a:rPr lang="en-US" sz="18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8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F1610-9997-FAD7-EC68-39E99D095356}"/>
              </a:ext>
            </a:extLst>
          </p:cNvPr>
          <p:cNvSpPr txBox="1"/>
          <p:nvPr/>
        </p:nvSpPr>
        <p:spPr>
          <a:xfrm>
            <a:off x="7935684" y="5104302"/>
            <a:ext cx="31677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OK (but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</a:t>
            </a:r>
            <a:r>
              <a:rPr lang="en-US" sz="2000" dirty="0">
                <a:solidFill>
                  <a:schemeClr val="accent1"/>
                </a:solidFill>
              </a:rPr>
              <a:t>is better)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99B749-56C4-6A51-41AB-6293D95DAA17}"/>
              </a:ext>
            </a:extLst>
          </p:cNvPr>
          <p:cNvSpPr txBox="1"/>
          <p:nvPr/>
        </p:nvSpPr>
        <p:spPr>
          <a:xfrm>
            <a:off x="7935684" y="3373474"/>
            <a:ext cx="1872344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Not OK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Compiler error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EE487-2054-CA3D-8D08-71336A937018}"/>
              </a:ext>
            </a:extLst>
          </p:cNvPr>
          <p:cNvSpPr txBox="1"/>
          <p:nvPr/>
        </p:nvSpPr>
        <p:spPr>
          <a:xfrm>
            <a:off x="7935683" y="1642646"/>
            <a:ext cx="1872345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Not OK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Compiler error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9E3EF-41F1-3CC3-F9BD-350A201FC795}"/>
              </a:ext>
            </a:extLst>
          </p:cNvPr>
          <p:cNvSpPr txBox="1"/>
          <p:nvPr/>
        </p:nvSpPr>
        <p:spPr>
          <a:xfrm>
            <a:off x="8066315" y="163285"/>
            <a:ext cx="3603171" cy="11695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Calls the regular constructor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Calls</a:t>
            </a:r>
            <a:r>
              <a:rPr lang="en-US" sz="1400" i="1" dirty="0">
                <a:solidFill>
                  <a:srgbClr val="93A1A1"/>
                </a:solidFill>
                <a:latin typeface="Roboto Mono" panose="00000009000000000000" pitchFamily="49" charset="0"/>
              </a:rPr>
              <a:t> </a:t>
            </a:r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copy constructor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fCopy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 </a:t>
            </a:r>
          </a:p>
        </p:txBody>
      </p:sp>
    </p:spTree>
    <p:extLst>
      <p:ext uri="{BB962C8B-B14F-4D97-AF65-F5344CB8AC3E}">
        <p14:creationId xmlns:p14="http://schemas.microsoft.com/office/powerpoint/2010/main" val="288609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 animBg="1"/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213534-2E85-408A-A81E-77C97C714C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would you ever need to write your own copy constructor though?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68B77CA-551B-38F5-2120-3274A103B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Similar reason as when you would need to write your own destructor…</a:t>
            </a:r>
          </a:p>
          <a:p>
            <a:r>
              <a:rPr lang="en-US" i="1" dirty="0"/>
              <a:t>Precursor to the </a:t>
            </a:r>
            <a:r>
              <a:rPr lang="en-US" b="1" i="1" dirty="0"/>
              <a:t>RULE OF THREE</a:t>
            </a:r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9E21C-884D-1BD8-D4E1-F543765B07D4}"/>
              </a:ext>
            </a:extLst>
          </p:cNvPr>
          <p:cNvSpPr txBox="1"/>
          <p:nvPr/>
        </p:nvSpPr>
        <p:spPr>
          <a:xfrm>
            <a:off x="337457" y="130629"/>
            <a:ext cx="328748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Patch Notes for this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Updated some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65280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0DD85-9001-4570-B697-15E815E3FFFD}"/>
              </a:ext>
            </a:extLst>
          </p:cNvPr>
          <p:cNvSpPr txBox="1"/>
          <p:nvPr/>
        </p:nvSpPr>
        <p:spPr>
          <a:xfrm>
            <a:off x="468923" y="1380797"/>
            <a:ext cx="68111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delete[]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9A773-0646-661A-48C9-B1B39651878E}"/>
              </a:ext>
            </a:extLst>
          </p:cNvPr>
          <p:cNvSpPr txBox="1"/>
          <p:nvPr/>
        </p:nvSpPr>
        <p:spPr>
          <a:xfrm>
            <a:off x="7397262" y="1380797"/>
            <a:ext cx="43258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endParaRPr lang="en-US" sz="18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list2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b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22AFF-48E2-9C1E-6944-C9651ABCC74E}"/>
              </a:ext>
            </a:extLst>
          </p:cNvPr>
          <p:cNvSpPr txBox="1"/>
          <p:nvPr/>
        </p:nvSpPr>
        <p:spPr>
          <a:xfrm>
            <a:off x="181073" y="242557"/>
            <a:ext cx="734095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At the moment, the default copy </a:t>
            </a:r>
            <a:r>
              <a:rPr lang="en-US" sz="2000" dirty="0" err="1"/>
              <a:t>ctor</a:t>
            </a:r>
            <a:r>
              <a:rPr lang="en-US" sz="2000" dirty="0"/>
              <a:t> will be used.</a:t>
            </a:r>
          </a:p>
          <a:p>
            <a:r>
              <a:rPr lang="en-US" sz="2000" dirty="0"/>
              <a:t>Attributes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list1 </a:t>
            </a:r>
            <a:r>
              <a:rPr lang="en-US" sz="2000" dirty="0"/>
              <a:t>will be copied over to attributes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  <a:r>
              <a:rPr lang="en-US" sz="2000" dirty="0"/>
              <a:t>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What will this result in? 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06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DA03F665-6218-DA5F-5324-CF06947EB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957126"/>
              </p:ext>
            </p:extLst>
          </p:nvPr>
        </p:nvGraphicFramePr>
        <p:xfrm>
          <a:off x="1785811" y="5397525"/>
          <a:ext cx="43338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989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623887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double* = 0x90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822AFF-48E2-9C1E-6944-C9651ABCC74E}"/>
              </a:ext>
            </a:extLst>
          </p:cNvPr>
          <p:cNvSpPr txBox="1"/>
          <p:nvPr/>
        </p:nvSpPr>
        <p:spPr>
          <a:xfrm>
            <a:off x="181073" y="242557"/>
            <a:ext cx="734095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At the moment, the implicit copy </a:t>
            </a:r>
            <a:r>
              <a:rPr lang="en-US" sz="2000" dirty="0" err="1"/>
              <a:t>ctor</a:t>
            </a:r>
            <a:r>
              <a:rPr lang="en-US" sz="2000" dirty="0"/>
              <a:t> will be used.</a:t>
            </a:r>
          </a:p>
          <a:p>
            <a:r>
              <a:rPr lang="en-US" sz="2000" dirty="0"/>
              <a:t>Attributes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list1 </a:t>
            </a:r>
            <a:r>
              <a:rPr lang="en-US" sz="2000" dirty="0"/>
              <a:t>will be copied over to attributes of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  <a:r>
              <a:rPr lang="en-US" sz="2000" dirty="0"/>
              <a:t>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What will this result in? </a:t>
            </a:r>
            <a:endParaRPr lang="en-US" sz="2000" i="1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0267DE4-3DEA-FDF3-71CD-F0021703A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073718"/>
              </p:ext>
            </p:extLst>
          </p:nvPr>
        </p:nvGraphicFramePr>
        <p:xfrm>
          <a:off x="1785811" y="3814192"/>
          <a:ext cx="43338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989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623887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double* = 0x90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2D1D5A-06C5-111A-B2CF-5FFC7EA1B7B8}"/>
              </a:ext>
            </a:extLst>
          </p:cNvPr>
          <p:cNvSpPr txBox="1"/>
          <p:nvPr/>
        </p:nvSpPr>
        <p:spPr>
          <a:xfrm>
            <a:off x="1076896" y="1823499"/>
            <a:ext cx="415712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Stack Memory</a:t>
            </a:r>
          </a:p>
          <a:p>
            <a:pPr algn="ctr"/>
            <a:r>
              <a:rPr lang="en-US" sz="2400" dirty="0"/>
              <a:t>Automatic Memory Allocation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5CA4C-F284-3A84-6222-8011855D5E9B}"/>
              </a:ext>
            </a:extLst>
          </p:cNvPr>
          <p:cNvSpPr txBox="1"/>
          <p:nvPr/>
        </p:nvSpPr>
        <p:spPr>
          <a:xfrm>
            <a:off x="324664" y="3979599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37D1E5-1832-28D0-8C9F-920431E05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59535"/>
              </p:ext>
            </p:extLst>
          </p:nvPr>
        </p:nvGraphicFramePr>
        <p:xfrm>
          <a:off x="6674337" y="3814192"/>
          <a:ext cx="48963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268">
                  <a:extLst>
                    <a:ext uri="{9D8B030D-6E8A-4147-A177-3AD203B41FA5}">
                      <a16:colId xmlns:a16="http://schemas.microsoft.com/office/drawing/2014/main" val="3838867719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4177936248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3932504867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3321035955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2312221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3558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EDC54F-3EC5-E776-7BF4-3B051697130F}"/>
              </a:ext>
            </a:extLst>
          </p:cNvPr>
          <p:cNvSpPr txBox="1"/>
          <p:nvPr/>
        </p:nvSpPr>
        <p:spPr>
          <a:xfrm>
            <a:off x="7043945" y="1823499"/>
            <a:ext cx="415712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Heap Memory</a:t>
            </a:r>
          </a:p>
          <a:p>
            <a:pPr algn="ctr"/>
            <a:r>
              <a:rPr lang="en-US" sz="2400" dirty="0"/>
              <a:t>Dynamic Memory Allocation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7FB49-2D9C-4431-AE91-73E27CDDA0D4}"/>
              </a:ext>
            </a:extLst>
          </p:cNvPr>
          <p:cNvSpPr txBox="1"/>
          <p:nvPr/>
        </p:nvSpPr>
        <p:spPr>
          <a:xfrm>
            <a:off x="324664" y="5570265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1A9149-1F44-BAE7-6F81-CAE201B57C89}"/>
              </a:ext>
            </a:extLst>
          </p:cNvPr>
          <p:cNvGrpSpPr/>
          <p:nvPr/>
        </p:nvGrpSpPr>
        <p:grpSpPr>
          <a:xfrm>
            <a:off x="2340463" y="2916326"/>
            <a:ext cx="4736160" cy="948240"/>
            <a:chOff x="2340463" y="2916326"/>
            <a:chExt cx="4736160" cy="9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A35953-DE14-B001-7744-30FADB3CCB8C}"/>
                    </a:ext>
                  </a:extLst>
                </p14:cNvPr>
                <p14:cNvContentPartPr/>
                <p14:nvPr/>
              </p14:nvContentPartPr>
              <p14:xfrm>
                <a:off x="2340463" y="2916326"/>
                <a:ext cx="4726080" cy="94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A35953-DE14-B001-7744-30FADB3CCB8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2463" y="2898686"/>
                  <a:ext cx="476172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21F87B-7AF3-8CD0-DDC8-3EAC3C92F69C}"/>
                    </a:ext>
                  </a:extLst>
                </p14:cNvPr>
                <p14:cNvContentPartPr/>
                <p14:nvPr/>
              </p14:nvContentPartPr>
              <p14:xfrm>
                <a:off x="6814903" y="3450926"/>
                <a:ext cx="261720" cy="28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21F87B-7AF3-8CD0-DDC8-3EAC3C92F6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96903" y="3432926"/>
                  <a:ext cx="29736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7DF4480-0DF5-5D6C-0A63-8AE23DDE1FDD}"/>
                  </a:ext>
                </a:extLst>
              </p14:cNvPr>
              <p14:cNvContentPartPr/>
              <p14:nvPr/>
            </p14:nvContentPartPr>
            <p14:xfrm>
              <a:off x="2481943" y="4224206"/>
              <a:ext cx="4711680" cy="1186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7DF4480-0DF5-5D6C-0A63-8AE23DDE1F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3943" y="4206206"/>
                <a:ext cx="4747320" cy="12222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EA92A24-3353-A5A7-9AE8-EE8CF80EB1FF}"/>
              </a:ext>
            </a:extLst>
          </p:cNvPr>
          <p:cNvSpPr txBox="1"/>
          <p:nvPr/>
        </p:nvSpPr>
        <p:spPr>
          <a:xfrm>
            <a:off x="6674337" y="4476330"/>
            <a:ext cx="10937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0x90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22C886-E171-1429-63BE-266B9D7FAF90}"/>
              </a:ext>
            </a:extLst>
          </p:cNvPr>
          <p:cNvSpPr txBox="1"/>
          <p:nvPr/>
        </p:nvSpPr>
        <p:spPr>
          <a:xfrm>
            <a:off x="530039" y="4351697"/>
            <a:ext cx="10937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288FF-46D5-5103-8241-40B5AB41A141}"/>
              </a:ext>
            </a:extLst>
          </p:cNvPr>
          <p:cNvSpPr txBox="1"/>
          <p:nvPr/>
        </p:nvSpPr>
        <p:spPr>
          <a:xfrm>
            <a:off x="523470" y="5977941"/>
            <a:ext cx="10937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0x50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38CE4-A84F-C620-DDD6-1C1559C081A2}"/>
              </a:ext>
            </a:extLst>
          </p:cNvPr>
          <p:cNvSpPr txBox="1"/>
          <p:nvPr/>
        </p:nvSpPr>
        <p:spPr>
          <a:xfrm>
            <a:off x="7886592" y="5608609"/>
            <a:ext cx="368408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This is known as a </a:t>
            </a:r>
            <a:r>
              <a:rPr lang="en-US" b="1" i="1" dirty="0">
                <a:solidFill>
                  <a:schemeClr val="accent1"/>
                </a:solidFill>
              </a:rPr>
              <a:t>shallow copy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368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0DD85-9001-4570-B697-15E815E3FFFD}"/>
              </a:ext>
            </a:extLst>
          </p:cNvPr>
          <p:cNvSpPr txBox="1"/>
          <p:nvPr/>
        </p:nvSpPr>
        <p:spPr>
          <a:xfrm>
            <a:off x="468923" y="1380797"/>
            <a:ext cx="68111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endParaRPr lang="en-US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268BD2"/>
                </a:solidFill>
                <a:latin typeface="Roboto Mono" panose="00000009000000000000" pitchFamily="49" charset="0"/>
              </a:rPr>
              <a:t>    ~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MyList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()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{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</a:t>
            </a:r>
            <a:r>
              <a:rPr lang="en-US" dirty="0">
                <a:solidFill>
                  <a:srgbClr val="859900"/>
                </a:solidFill>
                <a:latin typeface="Roboto Mono" panose="00000009000000000000" pitchFamily="49" charset="0"/>
              </a:rPr>
              <a:t>delete[]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    }</a:t>
            </a:r>
            <a:endParaRPr lang="en-US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9A773-0646-661A-48C9-B1B39651878E}"/>
              </a:ext>
            </a:extLst>
          </p:cNvPr>
          <p:cNvSpPr txBox="1"/>
          <p:nvPr/>
        </p:nvSpPr>
        <p:spPr>
          <a:xfrm>
            <a:off x="7397262" y="1380797"/>
            <a:ext cx="43258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endParaRPr lang="en-US" sz="18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dirty="0">
                <a:solidFill>
                  <a:srgbClr val="657B83"/>
                </a:solidFill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 err="1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list2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list1</a:t>
            </a:r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b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8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8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8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22AFF-48E2-9C1E-6944-C9651ABCC74E}"/>
              </a:ext>
            </a:extLst>
          </p:cNvPr>
          <p:cNvSpPr txBox="1"/>
          <p:nvPr/>
        </p:nvSpPr>
        <p:spPr>
          <a:xfrm>
            <a:off x="181072" y="242557"/>
            <a:ext cx="881052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will happen to the dynamic array when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 </a:t>
            </a:r>
            <a:r>
              <a:rPr lang="en-US" sz="2000" dirty="0"/>
              <a:t>goes out of scope?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That array will be deallocated because of the call to the </a:t>
            </a:r>
            <a:r>
              <a:rPr lang="en-US" sz="2000" dirty="0" err="1">
                <a:solidFill>
                  <a:schemeClr val="accent1"/>
                </a:solidFill>
              </a:rPr>
              <a:t>dtor</a:t>
            </a:r>
            <a:r>
              <a:rPr lang="en-US" sz="2000" dirty="0">
                <a:solidFill>
                  <a:schemeClr val="accent1"/>
                </a:solidFill>
              </a:rPr>
              <a:t> for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list1’</a:t>
            </a:r>
            <a:r>
              <a:rPr lang="en-US" sz="2000" dirty="0">
                <a:solidFill>
                  <a:schemeClr val="accent1"/>
                </a:solidFill>
              </a:rPr>
              <a:t>s pointer attribute will be left dangling.</a:t>
            </a:r>
          </a:p>
        </p:txBody>
      </p:sp>
    </p:spTree>
    <p:extLst>
      <p:ext uri="{BB962C8B-B14F-4D97-AF65-F5344CB8AC3E}">
        <p14:creationId xmlns:p14="http://schemas.microsoft.com/office/powerpoint/2010/main" val="306414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DA03F665-6218-DA5F-5324-CF06947EB3D3}"/>
              </a:ext>
            </a:extLst>
          </p:cNvPr>
          <p:cNvGraphicFramePr>
            <a:graphicFrameLocks noGrp="1"/>
          </p:cNvGraphicFramePr>
          <p:nvPr/>
        </p:nvGraphicFramePr>
        <p:xfrm>
          <a:off x="1785811" y="5397525"/>
          <a:ext cx="43338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989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623887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double* = 0x90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822AFF-48E2-9C1E-6944-C9651ABCC74E}"/>
              </a:ext>
            </a:extLst>
          </p:cNvPr>
          <p:cNvSpPr txBox="1"/>
          <p:nvPr/>
        </p:nvSpPr>
        <p:spPr>
          <a:xfrm>
            <a:off x="181073" y="188128"/>
            <a:ext cx="1007327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As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 </a:t>
            </a:r>
            <a:r>
              <a:rPr lang="en-US" sz="2000" dirty="0"/>
              <a:t>is about to go out of scope, the compiler triggers a call to the </a:t>
            </a:r>
            <a:r>
              <a:rPr lang="en-US" sz="2000" dirty="0" err="1"/>
              <a:t>dtor</a:t>
            </a:r>
            <a:r>
              <a:rPr lang="en-US" sz="2000" dirty="0"/>
              <a:t> for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  <a:r>
              <a:rPr lang="en-US" sz="2000" dirty="0"/>
              <a:t>.</a:t>
            </a:r>
          </a:p>
          <a:p>
            <a:r>
              <a:rPr lang="en-US" sz="2000" dirty="0"/>
              <a:t>The array on the heap gets deallocated in the </a:t>
            </a:r>
            <a:r>
              <a:rPr lang="en-US" sz="2000" dirty="0" err="1"/>
              <a:t>dtor</a:t>
            </a:r>
            <a:r>
              <a:rPr lang="en-US" sz="2000" dirty="0"/>
              <a:t> call for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  <a:r>
              <a:rPr lang="en-US" sz="2000" dirty="0"/>
              <a:t>.</a:t>
            </a:r>
          </a:p>
          <a:p>
            <a:r>
              <a:rPr lang="en-US" sz="2000" dirty="0"/>
              <a:t>But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list1</a:t>
            </a:r>
            <a:r>
              <a:rPr lang="en-US" sz="2000" dirty="0"/>
              <a:t>’s pointer attribute is left </a:t>
            </a:r>
            <a:r>
              <a:rPr lang="en-US" sz="2000" b="1" dirty="0">
                <a:solidFill>
                  <a:srgbClr val="FF0000"/>
                </a:solidFill>
              </a:rPr>
              <a:t>dangling</a:t>
            </a:r>
            <a:r>
              <a:rPr lang="en-US" sz="2000" dirty="0"/>
              <a:t>.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0267DE4-3DEA-FDF3-71CD-F0021703AD8B}"/>
              </a:ext>
            </a:extLst>
          </p:cNvPr>
          <p:cNvGraphicFramePr>
            <a:graphicFrameLocks noGrp="1"/>
          </p:cNvGraphicFramePr>
          <p:nvPr/>
        </p:nvGraphicFramePr>
        <p:xfrm>
          <a:off x="1785811" y="3814192"/>
          <a:ext cx="43338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989">
                  <a:extLst>
                    <a:ext uri="{9D8B030D-6E8A-4147-A177-3AD203B41FA5}">
                      <a16:colId xmlns:a16="http://schemas.microsoft.com/office/drawing/2014/main" val="1134948001"/>
                    </a:ext>
                  </a:extLst>
                </a:gridCol>
                <a:gridCol w="1623887">
                  <a:extLst>
                    <a:ext uri="{9D8B030D-6E8A-4147-A177-3AD203B41FA5}">
                      <a16:colId xmlns:a16="http://schemas.microsoft.com/office/drawing/2014/main" val="166035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double* = 0x90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7148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</a:rPr>
                        <a:t>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6758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2D1D5A-06C5-111A-B2CF-5FFC7EA1B7B8}"/>
              </a:ext>
            </a:extLst>
          </p:cNvPr>
          <p:cNvSpPr txBox="1"/>
          <p:nvPr/>
        </p:nvSpPr>
        <p:spPr>
          <a:xfrm>
            <a:off x="1076896" y="1823499"/>
            <a:ext cx="415712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Stack Memory</a:t>
            </a:r>
          </a:p>
          <a:p>
            <a:pPr algn="ctr"/>
            <a:r>
              <a:rPr lang="en-US" sz="2400" dirty="0"/>
              <a:t>Automatic Memory Allocation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5CA4C-F284-3A84-6222-8011855D5E9B}"/>
              </a:ext>
            </a:extLst>
          </p:cNvPr>
          <p:cNvSpPr txBox="1"/>
          <p:nvPr/>
        </p:nvSpPr>
        <p:spPr>
          <a:xfrm>
            <a:off x="324664" y="3979599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37D1E5-1832-28D0-8C9F-920431E054A5}"/>
              </a:ext>
            </a:extLst>
          </p:cNvPr>
          <p:cNvGraphicFramePr>
            <a:graphicFrameLocks noGrp="1"/>
          </p:cNvGraphicFramePr>
          <p:nvPr/>
        </p:nvGraphicFramePr>
        <p:xfrm>
          <a:off x="6674337" y="3814192"/>
          <a:ext cx="48963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268">
                  <a:extLst>
                    <a:ext uri="{9D8B030D-6E8A-4147-A177-3AD203B41FA5}">
                      <a16:colId xmlns:a16="http://schemas.microsoft.com/office/drawing/2014/main" val="3838867719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4177936248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3932504867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3321035955"/>
                    </a:ext>
                  </a:extLst>
                </a:gridCol>
                <a:gridCol w="979268">
                  <a:extLst>
                    <a:ext uri="{9D8B030D-6E8A-4147-A177-3AD203B41FA5}">
                      <a16:colId xmlns:a16="http://schemas.microsoft.com/office/drawing/2014/main" val="2312221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3558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EDC54F-3EC5-E776-7BF4-3B051697130F}"/>
              </a:ext>
            </a:extLst>
          </p:cNvPr>
          <p:cNvSpPr txBox="1"/>
          <p:nvPr/>
        </p:nvSpPr>
        <p:spPr>
          <a:xfrm>
            <a:off x="7043945" y="1823499"/>
            <a:ext cx="415712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Heap Memory</a:t>
            </a:r>
          </a:p>
          <a:p>
            <a:pPr algn="ctr"/>
            <a:r>
              <a:rPr lang="en-US" sz="2400" dirty="0"/>
              <a:t>Dynamic Memory Allocation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7FB49-2D9C-4431-AE91-73E27CDDA0D4}"/>
              </a:ext>
            </a:extLst>
          </p:cNvPr>
          <p:cNvSpPr txBox="1"/>
          <p:nvPr/>
        </p:nvSpPr>
        <p:spPr>
          <a:xfrm>
            <a:off x="324664" y="5570265"/>
            <a:ext cx="14611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1A9149-1F44-BAE7-6F81-CAE201B57C89}"/>
              </a:ext>
            </a:extLst>
          </p:cNvPr>
          <p:cNvGrpSpPr/>
          <p:nvPr/>
        </p:nvGrpSpPr>
        <p:grpSpPr>
          <a:xfrm>
            <a:off x="2340463" y="2916326"/>
            <a:ext cx="4736160" cy="948240"/>
            <a:chOff x="2340463" y="2916326"/>
            <a:chExt cx="4736160" cy="9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A35953-DE14-B001-7744-30FADB3CCB8C}"/>
                    </a:ext>
                  </a:extLst>
                </p14:cNvPr>
                <p14:cNvContentPartPr/>
                <p14:nvPr/>
              </p14:nvContentPartPr>
              <p14:xfrm>
                <a:off x="2340463" y="2916326"/>
                <a:ext cx="4726080" cy="94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A35953-DE14-B001-7744-30FADB3CCB8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2463" y="2898686"/>
                  <a:ext cx="476172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21F87B-7AF3-8CD0-DDC8-3EAC3C92F69C}"/>
                    </a:ext>
                  </a:extLst>
                </p14:cNvPr>
                <p14:cNvContentPartPr/>
                <p14:nvPr/>
              </p14:nvContentPartPr>
              <p14:xfrm>
                <a:off x="6814903" y="3450926"/>
                <a:ext cx="261720" cy="28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21F87B-7AF3-8CD0-DDC8-3EAC3C92F6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96903" y="3432926"/>
                  <a:ext cx="29736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7DF4480-0DF5-5D6C-0A63-8AE23DDE1FDD}"/>
                  </a:ext>
                </a:extLst>
              </p14:cNvPr>
              <p14:cNvContentPartPr/>
              <p14:nvPr/>
            </p14:nvContentPartPr>
            <p14:xfrm>
              <a:off x="2481943" y="4224206"/>
              <a:ext cx="4711680" cy="1186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7DF4480-0DF5-5D6C-0A63-8AE23DDE1F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3943" y="4206206"/>
                <a:ext cx="4747320" cy="12222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EA92A24-3353-A5A7-9AE8-EE8CF80EB1FF}"/>
              </a:ext>
            </a:extLst>
          </p:cNvPr>
          <p:cNvSpPr txBox="1"/>
          <p:nvPr/>
        </p:nvSpPr>
        <p:spPr>
          <a:xfrm>
            <a:off x="6674337" y="4476330"/>
            <a:ext cx="10937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0x90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22C886-E171-1429-63BE-266B9D7FAF90}"/>
              </a:ext>
            </a:extLst>
          </p:cNvPr>
          <p:cNvSpPr txBox="1"/>
          <p:nvPr/>
        </p:nvSpPr>
        <p:spPr>
          <a:xfrm>
            <a:off x="530039" y="4351697"/>
            <a:ext cx="10937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288FF-46D5-5103-8241-40B5AB41A141}"/>
              </a:ext>
            </a:extLst>
          </p:cNvPr>
          <p:cNvSpPr txBox="1"/>
          <p:nvPr/>
        </p:nvSpPr>
        <p:spPr>
          <a:xfrm>
            <a:off x="523470" y="5977941"/>
            <a:ext cx="10937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0x50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74214-C542-C3C6-039C-D1A7C77B3EA0}"/>
              </a:ext>
            </a:extLst>
          </p:cNvPr>
          <p:cNvSpPr txBox="1"/>
          <p:nvPr/>
        </p:nvSpPr>
        <p:spPr>
          <a:xfrm>
            <a:off x="10646228" y="242557"/>
            <a:ext cx="14331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Exit animations are enabled on this slide</a:t>
            </a:r>
          </a:p>
        </p:txBody>
      </p:sp>
    </p:spTree>
    <p:extLst>
      <p:ext uri="{BB962C8B-B14F-4D97-AF65-F5344CB8AC3E}">
        <p14:creationId xmlns:p14="http://schemas.microsoft.com/office/powerpoint/2010/main" val="29206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20" grpId="0"/>
      <p:bldP spid="22" grpId="0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0DD85-9001-4570-B697-15E815E3FFFD}"/>
              </a:ext>
            </a:extLst>
          </p:cNvPr>
          <p:cNvSpPr txBox="1"/>
          <p:nvPr/>
        </p:nvSpPr>
        <p:spPr>
          <a:xfrm>
            <a:off x="181072" y="2273426"/>
            <a:ext cx="52134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endParaRPr lang="en-US" sz="14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private:</a:t>
            </a:r>
            <a:endParaRPr lang="en-US" sz="14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public:</a:t>
            </a:r>
            <a:endParaRPr lang="en-US" sz="14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 err="1">
                <a:solidFill>
                  <a:srgbClr val="268BD2"/>
                </a:solidFill>
                <a:latin typeface="Roboto Mono" panose="00000009000000000000" pitchFamily="49" charset="0"/>
              </a:rPr>
              <a:t>getLength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{ 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return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; }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MyList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length)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m_array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[length]{} },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m_length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length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{}</a:t>
            </a:r>
          </a:p>
          <a:p>
            <a:endParaRPr lang="en-US" sz="14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400" dirty="0">
                <a:solidFill>
                  <a:srgbClr val="268BD2"/>
                </a:solidFill>
                <a:latin typeface="Roboto Mono" panose="00000009000000000000" pitchFamily="49" charset="0"/>
              </a:rPr>
              <a:t>    ~</a:t>
            </a:r>
            <a:r>
              <a:rPr lang="en-US" sz="14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MyList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()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{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</a:t>
            </a:r>
            <a:r>
              <a:rPr lang="en-US" sz="1400" dirty="0">
                <a:solidFill>
                  <a:srgbClr val="859900"/>
                </a:solidFill>
                <a:latin typeface="Roboto Mono" panose="00000009000000000000" pitchFamily="49" charset="0"/>
              </a:rPr>
              <a:t>delete[]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4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    }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9A773-0646-661A-48C9-B1B39651878E}"/>
              </a:ext>
            </a:extLst>
          </p:cNvPr>
          <p:cNvSpPr txBox="1"/>
          <p:nvPr/>
        </p:nvSpPr>
        <p:spPr>
          <a:xfrm>
            <a:off x="5577471" y="1478769"/>
            <a:ext cx="6433457" cy="31700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rgbClr val="93A1A1"/>
                </a:solidFill>
                <a:latin typeface="Roboto Mono" panose="00000009000000000000" pitchFamily="49" charset="0"/>
              </a:rPr>
              <a:t>// Within the class</a:t>
            </a:r>
            <a:endParaRPr lang="en-US" sz="20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MyList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(</a:t>
            </a:r>
            <a:r>
              <a:rPr lang="en-US" sz="2000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CB4B16"/>
                </a:solidFill>
                <a:latin typeface="Roboto Mono" panose="00000009000000000000" pitchFamily="49" charset="0"/>
              </a:rPr>
              <a:t>MyList</a:t>
            </a:r>
            <a:r>
              <a:rPr lang="en-US" sz="2000" b="1" dirty="0">
                <a:solidFill>
                  <a:srgbClr val="586E75"/>
                </a:solidFill>
                <a:latin typeface="Roboto Mono" panose="00000009000000000000" pitchFamily="49" charset="0"/>
              </a:rPr>
              <a:t>&amp;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657B83"/>
                </a:solidFill>
                <a:latin typeface="Roboto Mono" panose="00000009000000000000" pitchFamily="49" charset="0"/>
              </a:rPr>
              <a:t>ob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) 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   :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{ </a:t>
            </a:r>
            <a:r>
              <a:rPr lang="en-US" sz="2000" dirty="0">
                <a:solidFill>
                  <a:srgbClr val="859900"/>
                </a:solidFill>
                <a:latin typeface="Roboto Mono" panose="00000009000000000000" pitchFamily="49" charset="0"/>
              </a:rPr>
              <a:t>new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b="1" dirty="0">
                <a:solidFill>
                  <a:srgbClr val="586E75"/>
                </a:solidFill>
                <a:latin typeface="Roboto Mono" panose="00000009000000000000" pitchFamily="49" charset="0"/>
              </a:rPr>
              <a:t>double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[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ob</a:t>
            </a:r>
            <a:r>
              <a:rPr lang="en-US" sz="20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] }, 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{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ob</a:t>
            </a:r>
            <a:r>
              <a:rPr lang="en-US" sz="20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}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sz="2000" dirty="0">
                <a:solidFill>
                  <a:srgbClr val="859900"/>
                </a:solidFill>
                <a:latin typeface="Roboto Mono" panose="00000009000000000000" pitchFamily="49" charset="0"/>
              </a:rPr>
              <a:t>    for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(</a:t>
            </a:r>
            <a:r>
              <a:rPr lang="en-US" sz="2000" b="1" dirty="0">
                <a:solidFill>
                  <a:srgbClr val="586E75"/>
                </a:solidFill>
                <a:latin typeface="Roboto Mono" panose="00000009000000000000" pitchFamily="49" charset="0"/>
              </a:rPr>
              <a:t>int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i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{};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i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>
                <a:solidFill>
                  <a:srgbClr val="859900"/>
                </a:solidFill>
                <a:latin typeface="Roboto Mono" panose="00000009000000000000" pitchFamily="49" charset="0"/>
              </a:rPr>
              <a:t>&lt;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ob</a:t>
            </a:r>
            <a:r>
              <a:rPr lang="en-US" sz="20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m_length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;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i</a:t>
            </a:r>
            <a:r>
              <a:rPr lang="en-US" sz="2000" dirty="0">
                <a:solidFill>
                  <a:srgbClr val="859900"/>
                </a:solidFill>
                <a:latin typeface="Roboto Mono" panose="00000009000000000000" pitchFamily="49" charset="0"/>
              </a:rPr>
              <a:t>++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)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    {</a:t>
            </a:r>
          </a:p>
          <a:p>
            <a:r>
              <a:rPr lang="en-US" sz="2000" dirty="0">
                <a:solidFill>
                  <a:srgbClr val="268BD2"/>
                </a:solidFill>
                <a:latin typeface="Roboto Mono" panose="00000009000000000000" pitchFamily="49" charset="0"/>
              </a:rPr>
              <a:t>       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[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i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] </a:t>
            </a:r>
            <a:r>
              <a:rPr lang="en-US" sz="2000" dirty="0">
                <a:solidFill>
                  <a:srgbClr val="859900"/>
                </a:solidFill>
                <a:latin typeface="Roboto Mono" panose="00000009000000000000" pitchFamily="49" charset="0"/>
              </a:rPr>
              <a:t>=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ob</a:t>
            </a:r>
            <a:r>
              <a:rPr lang="en-US" sz="20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m_array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[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i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];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    }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22AFF-48E2-9C1E-6944-C9651ABCC74E}"/>
              </a:ext>
            </a:extLst>
          </p:cNvPr>
          <p:cNvSpPr txBox="1"/>
          <p:nvPr/>
        </p:nvSpPr>
        <p:spPr>
          <a:xfrm>
            <a:off x="181071" y="188128"/>
            <a:ext cx="1111212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This is a good situation to write your own copy </a:t>
            </a:r>
            <a:r>
              <a:rPr lang="en-US" sz="2000" dirty="0" err="1"/>
              <a:t>ctor</a:t>
            </a:r>
            <a:r>
              <a:rPr lang="en-US" sz="2000" dirty="0"/>
              <a:t>.</a:t>
            </a:r>
          </a:p>
          <a:p>
            <a:r>
              <a:rPr lang="en-US" sz="2000" dirty="0"/>
              <a:t>Here, you allocate separate memory on the heap for the copy object.</a:t>
            </a:r>
          </a:p>
          <a:p>
            <a:r>
              <a:rPr lang="en-US" sz="2000" dirty="0"/>
              <a:t>Recall that in these type of situations, you should write </a:t>
            </a:r>
            <a:r>
              <a:rPr lang="en-US" sz="2000" b="1" dirty="0"/>
              <a:t>your own </a:t>
            </a:r>
            <a:r>
              <a:rPr lang="en-US" sz="2000" b="1" dirty="0" err="1"/>
              <a:t>dtor</a:t>
            </a:r>
            <a:r>
              <a:rPr lang="en-US" sz="2000" b="1" dirty="0"/>
              <a:t> </a:t>
            </a:r>
            <a:r>
              <a:rPr lang="en-US" sz="2000" dirty="0"/>
              <a:t>and </a:t>
            </a:r>
            <a:r>
              <a:rPr lang="en-US" sz="2000" b="1" dirty="0"/>
              <a:t>your own copy </a:t>
            </a:r>
            <a:r>
              <a:rPr lang="en-US" sz="2000" b="1" dirty="0" err="1"/>
              <a:t>ctor</a:t>
            </a:r>
            <a:r>
              <a:rPr lang="en-US" sz="20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3B5C91-9B14-27FC-B846-8318AFD42089}"/>
              </a:ext>
            </a:extLst>
          </p:cNvPr>
          <p:cNvSpPr txBox="1"/>
          <p:nvPr/>
        </p:nvSpPr>
        <p:spPr>
          <a:xfrm>
            <a:off x="6295198" y="4769958"/>
            <a:ext cx="499800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I am copying the elements in the array associated with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list1 </a:t>
            </a:r>
            <a:r>
              <a:rPr lang="en-US" i="1" dirty="0">
                <a:solidFill>
                  <a:schemeClr val="accent1"/>
                </a:solidFill>
              </a:rPr>
              <a:t>to the array associated with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list2 </a:t>
            </a:r>
            <a:r>
              <a:rPr lang="en-US" i="1" dirty="0">
                <a:solidFill>
                  <a:schemeClr val="accent1"/>
                </a:solidFill>
              </a:rPr>
              <a:t>within the copy </a:t>
            </a:r>
            <a:r>
              <a:rPr lang="en-US" i="1" dirty="0" err="1">
                <a:solidFill>
                  <a:schemeClr val="accent1"/>
                </a:solidFill>
              </a:rPr>
              <a:t>ctor’s</a:t>
            </a:r>
            <a:r>
              <a:rPr lang="en-US" i="1" dirty="0">
                <a:solidFill>
                  <a:schemeClr val="accent1"/>
                </a:solidFill>
              </a:rPr>
              <a:t> body.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F9103-8D3E-C418-0CDE-14CAC00C1F42}"/>
              </a:ext>
            </a:extLst>
          </p:cNvPr>
          <p:cNvSpPr txBox="1"/>
          <p:nvPr/>
        </p:nvSpPr>
        <p:spPr>
          <a:xfrm>
            <a:off x="181072" y="1257763"/>
            <a:ext cx="4445358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2"/>
                </a:solidFill>
              </a:rPr>
              <a:t>There is a third thing that you should also write, which we’ll see later in operator overloading.</a:t>
            </a:r>
          </a:p>
          <a:p>
            <a:pPr algn="ctr"/>
            <a:r>
              <a:rPr lang="en-US" sz="1600" b="1" i="1" dirty="0">
                <a:solidFill>
                  <a:schemeClr val="accent2"/>
                </a:solidFill>
              </a:rPr>
              <a:t>RULE OF THREE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592AB-150E-0591-769D-1EA31ABC10E2}"/>
              </a:ext>
            </a:extLst>
          </p:cNvPr>
          <p:cNvSpPr txBox="1"/>
          <p:nvPr/>
        </p:nvSpPr>
        <p:spPr>
          <a:xfrm>
            <a:off x="6952155" y="5814378"/>
            <a:ext cx="368408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This is known as a </a:t>
            </a:r>
            <a:r>
              <a:rPr lang="en-US" b="1" i="1" dirty="0">
                <a:solidFill>
                  <a:schemeClr val="accent1"/>
                </a:solidFill>
              </a:rPr>
              <a:t>deep copy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812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785F-431E-CA09-541A-E6380E05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keep in mind…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AB916-DA6B-1DD7-74E1-0CD45163B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mentioned that if we don’t write any </a:t>
            </a:r>
            <a:r>
              <a:rPr lang="en-US" dirty="0" err="1"/>
              <a:t>ctor</a:t>
            </a:r>
            <a:r>
              <a:rPr lang="en-US" dirty="0"/>
              <a:t> (regular and copy), the compiler provides us with a default regular </a:t>
            </a:r>
            <a:r>
              <a:rPr lang="en-US" dirty="0" err="1"/>
              <a:t>ctor</a:t>
            </a:r>
            <a:r>
              <a:rPr lang="en-US" dirty="0"/>
              <a:t> and an implicit copy </a:t>
            </a:r>
            <a:r>
              <a:rPr lang="en-US" dirty="0" err="1"/>
              <a:t>ctor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we write a regular </a:t>
            </a:r>
            <a:r>
              <a:rPr lang="en-US" dirty="0" err="1"/>
              <a:t>ctor</a:t>
            </a:r>
            <a:r>
              <a:rPr lang="en-US" dirty="0"/>
              <a:t>, but do not write a copy </a:t>
            </a:r>
            <a:r>
              <a:rPr lang="en-US" dirty="0" err="1"/>
              <a:t>ctor</a:t>
            </a:r>
            <a:r>
              <a:rPr lang="en-US" dirty="0"/>
              <a:t>, then the compiler doesn’t provide a regular default </a:t>
            </a:r>
            <a:r>
              <a:rPr lang="en-US" dirty="0" err="1"/>
              <a:t>ctor</a:t>
            </a:r>
            <a:r>
              <a:rPr lang="en-US" dirty="0"/>
              <a:t>, but it will provide an implicit copy </a:t>
            </a:r>
            <a:r>
              <a:rPr lang="en-US" dirty="0" err="1"/>
              <a:t>ctor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However, if you don’t write a regular </a:t>
            </a:r>
            <a:r>
              <a:rPr lang="en-US" dirty="0" err="1"/>
              <a:t>ctor</a:t>
            </a:r>
            <a:r>
              <a:rPr lang="en-US" dirty="0"/>
              <a:t>, but you do write a copy </a:t>
            </a:r>
            <a:r>
              <a:rPr lang="en-US" dirty="0" err="1"/>
              <a:t>ctor</a:t>
            </a:r>
            <a:r>
              <a:rPr lang="en-US" dirty="0"/>
              <a:t>, then the compiler will not provide you with an implicit copy </a:t>
            </a:r>
            <a:r>
              <a:rPr lang="en-US" dirty="0" err="1"/>
              <a:t>ctor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but it will also not provide you with a regular default </a:t>
            </a:r>
            <a:r>
              <a:rPr lang="en-US" b="1" dirty="0" err="1">
                <a:solidFill>
                  <a:schemeClr val="accent1"/>
                </a:solidFill>
              </a:rPr>
              <a:t>ctor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6859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785F-431E-CA09-541A-E6380E05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keep in mind…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C22F8C0-69A8-81E8-991D-ECE639F3F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419927"/>
              </p:ext>
            </p:extLst>
          </p:nvPr>
        </p:nvGraphicFramePr>
        <p:xfrm>
          <a:off x="1647371" y="2367280"/>
          <a:ext cx="889725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286">
                  <a:extLst>
                    <a:ext uri="{9D8B030D-6E8A-4147-A177-3AD203B41FA5}">
                      <a16:colId xmlns:a16="http://schemas.microsoft.com/office/drawing/2014/main" val="340803721"/>
                    </a:ext>
                  </a:extLst>
                </a:gridCol>
                <a:gridCol w="1807029">
                  <a:extLst>
                    <a:ext uri="{9D8B030D-6E8A-4147-A177-3AD203B41FA5}">
                      <a16:colId xmlns:a16="http://schemas.microsoft.com/office/drawing/2014/main" val="2992882586"/>
                    </a:ext>
                  </a:extLst>
                </a:gridCol>
                <a:gridCol w="3751942">
                  <a:extLst>
                    <a:ext uri="{9D8B030D-6E8A-4147-A177-3AD203B41FA5}">
                      <a16:colId xmlns:a16="http://schemas.microsoft.com/office/drawing/2014/main" val="1994859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Have I written a regular </a:t>
                      </a:r>
                      <a:r>
                        <a:rPr lang="en-US" dirty="0" err="1"/>
                        <a:t>ctor</a:t>
                      </a:r>
                      <a:r>
                        <a:rPr lang="en-US" dirty="0"/>
                        <a:t> (default or otherwise)?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Have I written a copy </a:t>
                      </a:r>
                      <a:r>
                        <a:rPr lang="en-US" dirty="0" err="1"/>
                        <a:t>ctor</a:t>
                      </a:r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will the compiler provide me with?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61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Regular default and copy </a:t>
                      </a:r>
                      <a:r>
                        <a:rPr lang="en-US" dirty="0" err="1"/>
                        <a:t>ctors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828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Implicit copy </a:t>
                      </a:r>
                      <a:r>
                        <a:rPr lang="en-US" dirty="0" err="1"/>
                        <a:t>ctor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15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470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8768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5ECAE7-7580-AB3F-648C-B4C184EA49C8}"/>
              </a:ext>
            </a:extLst>
          </p:cNvPr>
          <p:cNvSpPr txBox="1"/>
          <p:nvPr/>
        </p:nvSpPr>
        <p:spPr>
          <a:xfrm>
            <a:off x="6295198" y="4769958"/>
            <a:ext cx="499800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Note that this table is just focusing on these two types of constructors. 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We are not talking about other things that the compiler provides us with.</a:t>
            </a:r>
          </a:p>
        </p:txBody>
      </p:sp>
    </p:spTree>
    <p:extLst>
      <p:ext uri="{BB962C8B-B14F-4D97-AF65-F5344CB8AC3E}">
        <p14:creationId xmlns:p14="http://schemas.microsoft.com/office/powerpoint/2010/main" val="368140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C07132-A492-384C-C84C-FAFB3004F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 Questions…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3F92225-4D13-EDF3-780A-0FF166D9AB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Let’s go back to Fractions and </a:t>
            </a:r>
            <a:r>
              <a:rPr lang="en-US" b="1" i="1" dirty="0"/>
              <a:t>mess around with access levels of constructors</a:t>
            </a:r>
            <a:r>
              <a:rPr lang="en-US" i="1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8051F-336E-9EA5-6DCD-F34D7FB14BBB}"/>
              </a:ext>
            </a:extLst>
          </p:cNvPr>
          <p:cNvSpPr txBox="1"/>
          <p:nvPr/>
        </p:nvSpPr>
        <p:spPr>
          <a:xfrm>
            <a:off x="337457" y="130629"/>
            <a:ext cx="33310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Patch Notes for this section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Added new slides.</a:t>
            </a:r>
          </a:p>
        </p:txBody>
      </p:sp>
    </p:spTree>
    <p:extLst>
      <p:ext uri="{BB962C8B-B14F-4D97-AF65-F5344CB8AC3E}">
        <p14:creationId xmlns:p14="http://schemas.microsoft.com/office/powerpoint/2010/main" val="2214762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ACB069-350D-EE59-0BEE-441AA5AAF4BC}"/>
              </a:ext>
            </a:extLst>
          </p:cNvPr>
          <p:cNvSpPr txBox="1"/>
          <p:nvPr/>
        </p:nvSpPr>
        <p:spPr>
          <a:xfrm>
            <a:off x="208189" y="1151126"/>
            <a:ext cx="62470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Copy constructor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600" dirty="0">
                <a:solidFill>
                  <a:srgbClr val="268BD2"/>
                </a:solidFill>
                <a:latin typeface="Roboto Mono" panose="00000009000000000000" pitchFamily="49" charset="0"/>
              </a:rPr>
              <a:t>Fraction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CB4B16"/>
                </a:solidFill>
                <a:latin typeface="Roboto Mono" panose="00000009000000000000" pitchFamily="49" charset="0"/>
              </a:rPr>
              <a:t>Fraction</a:t>
            </a:r>
            <a:r>
              <a:rPr lang="en-US" sz="1600" b="1" dirty="0">
                <a:solidFill>
                  <a:srgbClr val="586E75"/>
                </a:solidFill>
                <a:latin typeface="Roboto Mono" panose="00000009000000000000" pitchFamily="49" charset="0"/>
              </a:rPr>
              <a:t>&amp;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frac)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: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m_num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{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frac</a:t>
            </a:r>
            <a:r>
              <a:rPr lang="en-US" sz="16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m_num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},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 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m_den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{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frac</a:t>
            </a:r>
            <a:r>
              <a:rPr lang="en-US" sz="16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m_den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}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}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den)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{num},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{den}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2AFBD-B0FC-D268-DA3B-D018D8431F23}"/>
              </a:ext>
            </a:extLst>
          </p:cNvPr>
          <p:cNvSpPr txBox="1"/>
          <p:nvPr/>
        </p:nvSpPr>
        <p:spPr>
          <a:xfrm>
            <a:off x="7285945" y="1146001"/>
            <a:ext cx="46978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Calls the regular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Calls</a:t>
            </a:r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copy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fCopy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 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5EC3FF-6D2F-B5A9-E93E-C9F61ECA0EA8}"/>
              </a:ext>
            </a:extLst>
          </p:cNvPr>
          <p:cNvSpPr/>
          <p:nvPr/>
        </p:nvSpPr>
        <p:spPr>
          <a:xfrm>
            <a:off x="7696200" y="2329542"/>
            <a:ext cx="3461657" cy="67491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D121E-FF0E-74FB-1A7E-04BCD5D1B16B}"/>
              </a:ext>
            </a:extLst>
          </p:cNvPr>
          <p:cNvSpPr txBox="1"/>
          <p:nvPr/>
        </p:nvSpPr>
        <p:spPr>
          <a:xfrm>
            <a:off x="97971" y="163285"/>
            <a:ext cx="11996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if I set my copy </a:t>
            </a:r>
            <a:r>
              <a:rPr lang="en-US" dirty="0" err="1">
                <a:solidFill>
                  <a:srgbClr val="FF0000"/>
                </a:solidFill>
              </a:rPr>
              <a:t>ctor</a:t>
            </a:r>
            <a:r>
              <a:rPr lang="en-US" dirty="0">
                <a:solidFill>
                  <a:srgbClr val="FF0000"/>
                </a:solidFill>
              </a:rPr>
              <a:t> to private?</a:t>
            </a:r>
          </a:p>
          <a:p>
            <a:r>
              <a:rPr lang="en-US" b="1" dirty="0"/>
              <a:t>Error!</a:t>
            </a:r>
            <a:r>
              <a:rPr lang="en-US" dirty="0"/>
              <a:t> Since you wrote your own copy </a:t>
            </a:r>
            <a:r>
              <a:rPr lang="en-US" dirty="0" err="1"/>
              <a:t>ctor</a:t>
            </a:r>
            <a:r>
              <a:rPr lang="en-US" dirty="0"/>
              <a:t>, the compiler doesn’t provide you with one.</a:t>
            </a:r>
          </a:p>
          <a:p>
            <a:r>
              <a:rPr lang="en-US" dirty="0"/>
              <a:t>Your own copy </a:t>
            </a:r>
            <a:r>
              <a:rPr lang="en-US" dirty="0" err="1"/>
              <a:t>ctor</a:t>
            </a:r>
            <a:r>
              <a:rPr lang="en-US" dirty="0"/>
              <a:t> is private. So how can it be called from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5D55E-1427-0485-7F46-D4C3F71E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71" y="4187831"/>
            <a:ext cx="7361558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8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ACB069-350D-EE59-0BEE-441AA5AAF4BC}"/>
              </a:ext>
            </a:extLst>
          </p:cNvPr>
          <p:cNvSpPr txBox="1"/>
          <p:nvPr/>
        </p:nvSpPr>
        <p:spPr>
          <a:xfrm>
            <a:off x="208189" y="1151126"/>
            <a:ext cx="62470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Copy constructor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1600" dirty="0">
                <a:solidFill>
                  <a:srgbClr val="268BD2"/>
                </a:solidFill>
                <a:latin typeface="Roboto Mono" panose="00000009000000000000" pitchFamily="49" charset="0"/>
              </a:rPr>
              <a:t>Fraction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latin typeface="Roboto Mono" panose="00000009000000000000" pitchFamily="49" charset="0"/>
              </a:rPr>
              <a:t>const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CB4B16"/>
                </a:solidFill>
                <a:latin typeface="Roboto Mono" panose="00000009000000000000" pitchFamily="49" charset="0"/>
              </a:rPr>
              <a:t>Fraction</a:t>
            </a:r>
            <a:r>
              <a:rPr lang="en-US" sz="1600" b="1" dirty="0">
                <a:solidFill>
                  <a:srgbClr val="586E75"/>
                </a:solidFill>
                <a:latin typeface="Roboto Mono" panose="00000009000000000000" pitchFamily="49" charset="0"/>
              </a:rPr>
              <a:t>&amp;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frac)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: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m_num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{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frac</a:t>
            </a:r>
            <a:r>
              <a:rPr lang="en-US" sz="16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m_num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},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     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m_den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{ 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frac</a:t>
            </a:r>
            <a:r>
              <a:rPr lang="en-US" sz="1600" dirty="0" err="1">
                <a:solidFill>
                  <a:srgbClr val="657B83"/>
                </a:solidFill>
                <a:latin typeface="Roboto Mono" panose="00000009000000000000" pitchFamily="49" charset="0"/>
              </a:rPr>
              <a:t>.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m_den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 }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</a:rPr>
              <a:t>    }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den)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{num},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{den}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2AFBD-B0FC-D268-DA3B-D018D8431F23}"/>
              </a:ext>
            </a:extLst>
          </p:cNvPr>
          <p:cNvSpPr txBox="1"/>
          <p:nvPr/>
        </p:nvSpPr>
        <p:spPr>
          <a:xfrm>
            <a:off x="7285945" y="1146001"/>
            <a:ext cx="46978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Calls the regular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Calls</a:t>
            </a:r>
            <a:r>
              <a:rPr lang="en-US" sz="1600" i="1" dirty="0">
                <a:solidFill>
                  <a:srgbClr val="93A1A1"/>
                </a:solidFill>
                <a:latin typeface="Roboto Mono" panose="00000009000000000000" pitchFamily="49" charset="0"/>
              </a:rPr>
              <a:t> </a:t>
            </a:r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copy constructor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fCopy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{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 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D121E-FF0E-74FB-1A7E-04BCD5D1B16B}"/>
              </a:ext>
            </a:extLst>
          </p:cNvPr>
          <p:cNvSpPr txBox="1"/>
          <p:nvPr/>
        </p:nvSpPr>
        <p:spPr>
          <a:xfrm>
            <a:off x="97971" y="163285"/>
            <a:ext cx="11996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if I set my regular </a:t>
            </a:r>
            <a:r>
              <a:rPr lang="en-US" dirty="0" err="1">
                <a:solidFill>
                  <a:srgbClr val="FF0000"/>
                </a:solidFill>
              </a:rPr>
              <a:t>ctor</a:t>
            </a:r>
            <a:r>
              <a:rPr lang="en-US" dirty="0">
                <a:solidFill>
                  <a:srgbClr val="FF0000"/>
                </a:solidFill>
              </a:rPr>
              <a:t> to private?</a:t>
            </a:r>
          </a:p>
          <a:p>
            <a:r>
              <a:rPr lang="en-US" b="1" dirty="0"/>
              <a:t>Error!</a:t>
            </a:r>
            <a:r>
              <a:rPr lang="en-US" dirty="0"/>
              <a:t> Since you wrote your own </a:t>
            </a:r>
            <a:r>
              <a:rPr lang="en-US" dirty="0" err="1"/>
              <a:t>ctor</a:t>
            </a:r>
            <a:r>
              <a:rPr lang="en-US" dirty="0"/>
              <a:t>, the compiler doesn’t provide you with one.</a:t>
            </a:r>
          </a:p>
          <a:p>
            <a:r>
              <a:rPr lang="en-US" dirty="0"/>
              <a:t>Your own </a:t>
            </a:r>
            <a:r>
              <a:rPr lang="en-US" dirty="0" err="1"/>
              <a:t>ctor</a:t>
            </a:r>
            <a:r>
              <a:rPr lang="en-US" dirty="0"/>
              <a:t> is private. So how can it be called from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7509E-6458-1309-FA88-D972400F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53" y="3918213"/>
            <a:ext cx="7361558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0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FE46FD-B934-2D9A-7B51-B4F3463E816C}"/>
              </a:ext>
            </a:extLst>
          </p:cNvPr>
          <p:cNvSpPr txBox="1"/>
          <p:nvPr/>
        </p:nvSpPr>
        <p:spPr>
          <a:xfrm>
            <a:off x="250370" y="2119930"/>
            <a:ext cx="653142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den)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{num},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{den}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{}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'/'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D318C-A449-FEB0-0B92-48D1D5690DA7}"/>
              </a:ext>
            </a:extLst>
          </p:cNvPr>
          <p:cNvSpPr txBox="1"/>
          <p:nvPr/>
        </p:nvSpPr>
        <p:spPr>
          <a:xfrm>
            <a:off x="5268687" y="1457742"/>
            <a:ext cx="667294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1000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333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};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fArr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[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];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for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{};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++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fArr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[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].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20B79-3EF2-F7C4-5050-7E95103CBBDA}"/>
              </a:ext>
            </a:extLst>
          </p:cNvPr>
          <p:cNvSpPr/>
          <p:nvPr/>
        </p:nvSpPr>
        <p:spPr>
          <a:xfrm>
            <a:off x="5704114" y="2699658"/>
            <a:ext cx="2906486" cy="12954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EF61B-D61D-3ED1-9CFE-41C2FE31AC1D}"/>
              </a:ext>
            </a:extLst>
          </p:cNvPr>
          <p:cNvSpPr txBox="1"/>
          <p:nvPr/>
        </p:nvSpPr>
        <p:spPr>
          <a:xfrm>
            <a:off x="97971" y="163285"/>
            <a:ext cx="11996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Will this array creation work?</a:t>
            </a:r>
          </a:p>
          <a:p>
            <a:r>
              <a:rPr lang="en-US" b="1" dirty="0"/>
              <a:t>Error!</a:t>
            </a:r>
            <a:r>
              <a:rPr lang="en-US" dirty="0"/>
              <a:t> This array is meant to initialize an array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Fractions</a:t>
            </a:r>
            <a:r>
              <a:rPr lang="en-US" dirty="0"/>
              <a:t>. That means each element will be a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dirty="0"/>
              <a:t>-type object.</a:t>
            </a:r>
          </a:p>
          <a:p>
            <a:r>
              <a:rPr lang="en-US" dirty="0"/>
              <a:t>Your </a:t>
            </a:r>
            <a:r>
              <a:rPr lang="en-US" dirty="0" err="1"/>
              <a:t>ctor</a:t>
            </a:r>
            <a:r>
              <a:rPr lang="en-US" dirty="0"/>
              <a:t>, works with two parameters. So each object in the array should be initialized with two parameters.</a:t>
            </a:r>
          </a:p>
          <a:p>
            <a:r>
              <a:rPr lang="en-US" dirty="0"/>
              <a:t>You are not doing that…</a:t>
            </a:r>
          </a:p>
        </p:txBody>
      </p:sp>
    </p:spTree>
    <p:extLst>
      <p:ext uri="{BB962C8B-B14F-4D97-AF65-F5344CB8AC3E}">
        <p14:creationId xmlns:p14="http://schemas.microsoft.com/office/powerpoint/2010/main" val="249035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9FEF61B-D61D-3ED1-9CFE-41C2FE31AC1D}"/>
              </a:ext>
            </a:extLst>
          </p:cNvPr>
          <p:cNvSpPr txBox="1"/>
          <p:nvPr/>
        </p:nvSpPr>
        <p:spPr>
          <a:xfrm>
            <a:off x="97971" y="163285"/>
            <a:ext cx="11996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Will this array creation work?</a:t>
            </a:r>
          </a:p>
          <a:p>
            <a:r>
              <a:rPr lang="en-US" b="1" dirty="0"/>
              <a:t>Error!</a:t>
            </a:r>
            <a:r>
              <a:rPr lang="en-US" dirty="0"/>
              <a:t> This array is meant to initialize an array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Fractions</a:t>
            </a:r>
            <a:r>
              <a:rPr lang="en-US" dirty="0"/>
              <a:t>. That means each element will be a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dirty="0"/>
              <a:t>-type object.</a:t>
            </a:r>
          </a:p>
          <a:p>
            <a:r>
              <a:rPr lang="en-US" dirty="0"/>
              <a:t>Your </a:t>
            </a:r>
            <a:r>
              <a:rPr lang="en-US" dirty="0" err="1"/>
              <a:t>ctor</a:t>
            </a:r>
            <a:r>
              <a:rPr lang="en-US" dirty="0"/>
              <a:t>, works with two parameters. So each object in the array should be initialized with two parameters.</a:t>
            </a:r>
          </a:p>
          <a:p>
            <a:r>
              <a:rPr lang="en-US" dirty="0"/>
              <a:t>You are not doing that…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535005-449A-C3FD-8EF4-9D3357240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45" y="2322699"/>
            <a:ext cx="10619310" cy="247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95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FE46FD-B934-2D9A-7B51-B4F3463E816C}"/>
              </a:ext>
            </a:extLst>
          </p:cNvPr>
          <p:cNvSpPr txBox="1"/>
          <p:nvPr/>
        </p:nvSpPr>
        <p:spPr>
          <a:xfrm>
            <a:off x="250370" y="2119930"/>
            <a:ext cx="653142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den)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{num},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{den}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{ </a:t>
            </a:r>
            <a:r>
              <a:rPr lang="en-US" sz="1600" dirty="0">
                <a:solidFill>
                  <a:srgbClr val="CB4B16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::</a:t>
            </a:r>
            <a:r>
              <a:rPr lang="en-US" sz="1600" dirty="0" err="1">
                <a:solidFill>
                  <a:srgbClr val="268BD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68BD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dirty="0">
                <a:solidFill>
                  <a:srgbClr val="2AA198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"My </a:t>
            </a:r>
            <a:r>
              <a:rPr lang="en-US" sz="1600" dirty="0" err="1">
                <a:solidFill>
                  <a:srgbClr val="2AA198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ctor</a:t>
            </a:r>
            <a:r>
              <a:rPr lang="en-US" sz="1600" dirty="0">
                <a:solidFill>
                  <a:srgbClr val="CB4B16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\n</a:t>
            </a:r>
            <a:r>
              <a:rPr lang="en-US" sz="1600" dirty="0">
                <a:solidFill>
                  <a:srgbClr val="2AA198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"</a:t>
            </a:r>
            <a:r>
              <a:rPr lang="en-US" sz="1600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; }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'/'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D318C-A449-FEB0-0B92-48D1D5690DA7}"/>
              </a:ext>
            </a:extLst>
          </p:cNvPr>
          <p:cNvSpPr txBox="1"/>
          <p:nvPr/>
        </p:nvSpPr>
        <p:spPr>
          <a:xfrm>
            <a:off x="5268687" y="1457742"/>
            <a:ext cx="667294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main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1000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,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333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};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.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CB4B16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Fraction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1" dirty="0" err="1">
                <a:solidFill>
                  <a:srgbClr val="268BD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fArr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[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3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]{ {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1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, 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1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}, {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1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, 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2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}, {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1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, </a:t>
            </a:r>
            <a:r>
              <a:rPr lang="en-US" sz="1600" b="1" dirty="0">
                <a:solidFill>
                  <a:srgbClr val="D3368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4</a:t>
            </a:r>
            <a:r>
              <a:rPr lang="en-US" sz="1600" b="1" dirty="0">
                <a:solidFill>
                  <a:srgbClr val="657B83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} };</a:t>
            </a:r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for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{};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&lt;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3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++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fArr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[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].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return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0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  <a:ea typeface="Roboto Mono" panose="00000009000000000000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EF61B-D61D-3ED1-9CFE-41C2FE31AC1D}"/>
              </a:ext>
            </a:extLst>
          </p:cNvPr>
          <p:cNvSpPr txBox="1"/>
          <p:nvPr/>
        </p:nvSpPr>
        <p:spPr>
          <a:xfrm>
            <a:off x="97971" y="163285"/>
            <a:ext cx="11996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now you’re initializing each Fraction object so that the </a:t>
            </a:r>
            <a:r>
              <a:rPr lang="en-US" dirty="0" err="1"/>
              <a:t>ctor</a:t>
            </a:r>
            <a:r>
              <a:rPr lang="en-US" dirty="0"/>
              <a:t> could be properly called for each of the Fraction being created.</a:t>
            </a:r>
          </a:p>
          <a:p>
            <a:r>
              <a:rPr lang="en-US" dirty="0"/>
              <a:t>You can actually add a print statement within the </a:t>
            </a:r>
            <a:r>
              <a:rPr lang="en-US" dirty="0" err="1"/>
              <a:t>ctor</a:t>
            </a:r>
            <a:r>
              <a:rPr lang="en-US" dirty="0"/>
              <a:t> to see.</a:t>
            </a:r>
          </a:p>
          <a:p>
            <a:r>
              <a:rPr lang="en-US" dirty="0"/>
              <a:t>Another option could be to </a:t>
            </a:r>
            <a:r>
              <a:rPr lang="en-US" b="1" dirty="0"/>
              <a:t>create a default </a:t>
            </a:r>
            <a:r>
              <a:rPr lang="en-US" b="1" dirty="0" err="1"/>
              <a:t>ctor</a:t>
            </a:r>
            <a:r>
              <a:rPr lang="en-US" b="1" dirty="0"/>
              <a:t> (zero parameters) </a:t>
            </a:r>
            <a:r>
              <a:rPr lang="en-US" dirty="0"/>
              <a:t>so that arrays could be created w/o </a:t>
            </a:r>
            <a:r>
              <a:rPr lang="en-US" dirty="0" err="1"/>
              <a:t>init</a:t>
            </a:r>
            <a:r>
              <a:rPr lang="en-US" dirty="0"/>
              <a:t> values.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D6C345-126B-6B10-8A2D-4C9EE8B8A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608" y="3715240"/>
            <a:ext cx="1432592" cy="24175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54F7C56-D78B-620F-1216-782B8B36D852}"/>
              </a:ext>
            </a:extLst>
          </p:cNvPr>
          <p:cNvSpPr/>
          <p:nvPr/>
        </p:nvSpPr>
        <p:spPr>
          <a:xfrm>
            <a:off x="5192486" y="2701573"/>
            <a:ext cx="511628" cy="359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9BF19A8-0652-09E6-626A-4EC095EDF58A}"/>
              </a:ext>
            </a:extLst>
          </p:cNvPr>
          <p:cNvSpPr/>
          <p:nvPr/>
        </p:nvSpPr>
        <p:spPr>
          <a:xfrm>
            <a:off x="250370" y="4562846"/>
            <a:ext cx="511628" cy="359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6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2A20CD4-C74C-ABC3-4936-576785102B56}"/>
              </a:ext>
            </a:extLst>
          </p:cNvPr>
          <p:cNvSpPr txBox="1"/>
          <p:nvPr/>
        </p:nvSpPr>
        <p:spPr>
          <a:xfrm>
            <a:off x="6792686" y="989342"/>
            <a:ext cx="53013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()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fArr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new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[</a:t>
            </a:r>
            <a:r>
              <a:rPr lang="en-US" b="0" dirty="0">
                <a:solidFill>
                  <a:srgbClr val="D33682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] };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for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{}; 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D33682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 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++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)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{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fArr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[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].</a:t>
            </a:r>
            <a:r>
              <a:rPr lang="en-US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}</a:t>
            </a:r>
          </a:p>
          <a:p>
            <a:endParaRPr lang="en-US" b="0" dirty="0">
              <a:solidFill>
                <a:srgbClr val="657B8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    delete[]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fArr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b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859900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D33682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r>
              <a:rPr lang="en-US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2C225-DD32-3E41-3805-100F8B15CACE}"/>
              </a:ext>
            </a:extLst>
          </p:cNvPr>
          <p:cNvSpPr txBox="1"/>
          <p:nvPr/>
        </p:nvSpPr>
        <p:spPr>
          <a:xfrm>
            <a:off x="97971" y="163285"/>
            <a:ext cx="11996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Self Study. </a:t>
            </a:r>
            <a:r>
              <a:rPr lang="en-US" sz="2000" dirty="0"/>
              <a:t>In case of errors, fix them. Also, determine the output of this program.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BB779-8F1D-B4A4-85C4-48933BD5481C}"/>
              </a:ext>
            </a:extLst>
          </p:cNvPr>
          <p:cNvSpPr txBox="1"/>
          <p:nvPr/>
        </p:nvSpPr>
        <p:spPr>
          <a:xfrm>
            <a:off x="97971" y="989342"/>
            <a:ext cx="634637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sz="1600" b="0" dirty="0">
              <a:solidFill>
                <a:srgbClr val="657B8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num, </a:t>
            </a: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den)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    :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{num},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     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{den}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{ 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"My </a:t>
            </a:r>
            <a:r>
              <a:rPr lang="en-US" sz="1600" b="0" dirty="0" err="1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ctor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 }</a:t>
            </a:r>
          </a:p>
          <a:p>
            <a:endParaRPr lang="en-US" sz="1600" dirty="0">
              <a:solidFill>
                <a:srgbClr val="657B83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    ~Fraction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() { 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"My </a:t>
            </a:r>
            <a:r>
              <a:rPr lang="en-US" sz="1600" b="0" dirty="0" err="1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dtor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 }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sz="1600" b="0" dirty="0">
              <a:solidFill>
                <a:srgbClr val="657B8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'/'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CB4B16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en-US" sz="1600" b="0" dirty="0">
                <a:solidFill>
                  <a:srgbClr val="2AA198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Cascadia Mono" panose="020B06090200000200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23585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3533</TotalTime>
  <Words>3119</Words>
  <Application>Microsoft Office PowerPoint</Application>
  <PresentationFormat>Widescreen</PresentationFormat>
  <Paragraphs>510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Cascadia Mono</vt:lpstr>
      <vt:lpstr>Roboto Mono</vt:lpstr>
      <vt:lpstr>Office Theme</vt:lpstr>
      <vt:lpstr>Object-Oriented Programming </vt:lpstr>
      <vt:lpstr>Some insights from the lab</vt:lpstr>
      <vt:lpstr>Some insights from the lab</vt:lpstr>
      <vt:lpstr>Some insights from the lab</vt:lpstr>
      <vt:lpstr>Some insights from the lab</vt:lpstr>
      <vt:lpstr>Some insights from the lab</vt:lpstr>
      <vt:lpstr>Copy Constructors</vt:lpstr>
      <vt:lpstr>PowerPoint Presentation</vt:lpstr>
      <vt:lpstr>What is a Copy Constructor?</vt:lpstr>
      <vt:lpstr>PowerPoint Presentation</vt:lpstr>
      <vt:lpstr>PowerPoint Presentation</vt:lpstr>
      <vt:lpstr>Where else would a copy constructor be used?</vt:lpstr>
      <vt:lpstr>PowerPoint Presentation</vt:lpstr>
      <vt:lpstr>PowerPoint Presentation</vt:lpstr>
      <vt:lpstr>Why would you ever need to write your own copy constructor though?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Something to keep in mind…</vt:lpstr>
      <vt:lpstr>Something to keep in mind…</vt:lpstr>
      <vt:lpstr>Some Questions…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</dc:title>
  <dc:creator>Mohammad Salman</dc:creator>
  <cp:lastModifiedBy>Mohammad Salman</cp:lastModifiedBy>
  <cp:revision>1</cp:revision>
  <dcterms:created xsi:type="dcterms:W3CDTF">2023-09-25T08:06:42Z</dcterms:created>
  <dcterms:modified xsi:type="dcterms:W3CDTF">2023-10-02T12:06:45Z</dcterms:modified>
</cp:coreProperties>
</file>