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4" r:id="rId9"/>
    <p:sldId id="288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2" r:id="rId23"/>
    <p:sldId id="283" r:id="rId24"/>
    <p:sldId id="284" r:id="rId25"/>
    <p:sldId id="278" r:id="rId26"/>
    <p:sldId id="280" r:id="rId27"/>
    <p:sldId id="281" r:id="rId28"/>
    <p:sldId id="285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174" autoAdjust="0"/>
  </p:normalViewPr>
  <p:slideViewPr>
    <p:cSldViewPr snapToGrid="0">
      <p:cViewPr varScale="1">
        <p:scale>
          <a:sx n="70" d="100"/>
          <a:sy n="70" d="100"/>
        </p:scale>
        <p:origin x="40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8645FDA2-3557-4132-8541-76B5026D2E99}"/>
    <pc:docChg chg="undo redo custSel modSld">
      <pc:chgData name="Mohammad Salman" userId="cfd6754c-e613-4f6f-bb98-36aef69d8c31" providerId="ADAL" clId="{8645FDA2-3557-4132-8541-76B5026D2E99}" dt="2023-10-10T09:33:49.039" v="1715" actId="113"/>
      <pc:docMkLst>
        <pc:docMk/>
      </pc:docMkLst>
      <pc:sldChg chg="addSp modSp mod">
        <pc:chgData name="Mohammad Salman" userId="cfd6754c-e613-4f6f-bb98-36aef69d8c31" providerId="ADAL" clId="{8645FDA2-3557-4132-8541-76B5026D2E99}" dt="2023-10-06T06:33:15.980" v="565" actId="6549"/>
        <pc:sldMkLst>
          <pc:docMk/>
          <pc:sldMk cId="728337544" sldId="266"/>
        </pc:sldMkLst>
        <pc:spChg chg="add mod">
          <ac:chgData name="Mohammad Salman" userId="cfd6754c-e613-4f6f-bb98-36aef69d8c31" providerId="ADAL" clId="{8645FDA2-3557-4132-8541-76B5026D2E99}" dt="2023-10-06T06:33:15.980" v="565" actId="6549"/>
          <ac:spMkLst>
            <pc:docMk/>
            <pc:sldMk cId="728337544" sldId="266"/>
            <ac:spMk id="5" creationId="{9ED24D5A-B150-BFF4-380D-D8D5FCCE419A}"/>
          </ac:spMkLst>
        </pc:spChg>
      </pc:sldChg>
      <pc:sldChg chg="addSp modSp mod setBg modAnim modNotesTx">
        <pc:chgData name="Mohammad Salman" userId="cfd6754c-e613-4f6f-bb98-36aef69d8c31" providerId="ADAL" clId="{8645FDA2-3557-4132-8541-76B5026D2E99}" dt="2023-10-10T09:16:59.334" v="945" actId="1076"/>
        <pc:sldMkLst>
          <pc:docMk/>
          <pc:sldMk cId="3491372207" sldId="267"/>
        </pc:sldMkLst>
        <pc:spChg chg="mod">
          <ac:chgData name="Mohammad Salman" userId="cfd6754c-e613-4f6f-bb98-36aef69d8c31" providerId="ADAL" clId="{8645FDA2-3557-4132-8541-76B5026D2E99}" dt="2023-10-06T06:53:15.732" v="595" actId="113"/>
          <ac:spMkLst>
            <pc:docMk/>
            <pc:sldMk cId="3491372207" sldId="267"/>
            <ac:spMk id="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54:03.342" v="346" actId="20577"/>
          <ac:spMkLst>
            <pc:docMk/>
            <pc:sldMk cId="3491372207" sldId="267"/>
            <ac:spMk id="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0:53.754" v="105" actId="164"/>
          <ac:spMkLst>
            <pc:docMk/>
            <pc:sldMk cId="3491372207" sldId="267"/>
            <ac:spMk id="35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0:53.754" v="105" actId="164"/>
          <ac:spMkLst>
            <pc:docMk/>
            <pc:sldMk cId="3491372207" sldId="267"/>
            <ac:spMk id="36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50:34.816" v="286" actId="20577"/>
          <ac:spMkLst>
            <pc:docMk/>
            <pc:sldMk cId="3491372207" sldId="267"/>
            <ac:spMk id="37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38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3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4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4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4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4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44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45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32.173" v="109" actId="164"/>
          <ac:spMkLst>
            <pc:docMk/>
            <pc:sldMk cId="3491372207" sldId="267"/>
            <ac:spMk id="4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32.173" v="109" actId="164"/>
          <ac:spMkLst>
            <pc:docMk/>
            <pc:sldMk cId="3491372207" sldId="267"/>
            <ac:spMk id="5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5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5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5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07.014" v="106" actId="164"/>
          <ac:spMkLst>
            <pc:docMk/>
            <pc:sldMk cId="3491372207" sldId="267"/>
            <ac:spMk id="54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59.143" v="116" actId="164"/>
          <ac:spMkLst>
            <pc:docMk/>
            <pc:sldMk cId="3491372207" sldId="267"/>
            <ac:spMk id="6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1:59.143" v="116" actId="164"/>
          <ac:spMkLst>
            <pc:docMk/>
            <pc:sldMk cId="3491372207" sldId="267"/>
            <ac:spMk id="6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50:43.029" v="287"/>
          <ac:spMkLst>
            <pc:docMk/>
            <pc:sldMk cId="3491372207" sldId="267"/>
            <ac:spMk id="63" creationId="{00000000-0000-0000-0000-000000000000}"/>
          </ac:spMkLst>
        </pc:spChg>
        <pc:spChg chg="add mod">
          <ac:chgData name="Mohammad Salman" userId="cfd6754c-e613-4f6f-bb98-36aef69d8c31" providerId="ADAL" clId="{8645FDA2-3557-4132-8541-76B5026D2E99}" dt="2023-10-10T09:16:59.334" v="945" actId="1076"/>
          <ac:spMkLst>
            <pc:docMk/>
            <pc:sldMk cId="3491372207" sldId="267"/>
            <ac:spMk id="65" creationId="{87A08256-B0A8-57BB-A008-D5AFB28C15FD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76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77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78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7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8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8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8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8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53:43.081" v="330" actId="14100"/>
          <ac:spMkLst>
            <pc:docMk/>
            <pc:sldMk cId="3491372207" sldId="267"/>
            <ac:spMk id="87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7.597" v="120" actId="164"/>
          <ac:spMkLst>
            <pc:docMk/>
            <pc:sldMk cId="3491372207" sldId="267"/>
            <ac:spMk id="88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8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9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9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9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9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43:21.512" v="119" actId="164"/>
          <ac:spMkLst>
            <pc:docMk/>
            <pc:sldMk cId="3491372207" sldId="267"/>
            <ac:spMk id="10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09-30T07:50:46.241" v="288"/>
          <ac:spMkLst>
            <pc:docMk/>
            <pc:sldMk cId="3491372207" sldId="267"/>
            <ac:spMk id="101" creationId="{00000000-0000-0000-0000-000000000000}"/>
          </ac:spMkLst>
        </pc:spChg>
        <pc:grpChg chg="add mod">
          <ac:chgData name="Mohammad Salman" userId="cfd6754c-e613-4f6f-bb98-36aef69d8c31" providerId="ADAL" clId="{8645FDA2-3557-4132-8541-76B5026D2E99}" dt="2023-09-30T07:40:53.754" v="105" actId="164"/>
          <ac:grpSpMkLst>
            <pc:docMk/>
            <pc:sldMk cId="3491372207" sldId="267"/>
            <ac:grpSpMk id="11" creationId="{02F64681-C86E-0769-F9D6-A571E0C2F2CD}"/>
          </ac:grpSpMkLst>
        </pc:grpChg>
        <pc:grpChg chg="add mod">
          <ac:chgData name="Mohammad Salman" userId="cfd6754c-e613-4f6f-bb98-36aef69d8c31" providerId="ADAL" clId="{8645FDA2-3557-4132-8541-76B5026D2E99}" dt="2023-09-30T07:41:07.014" v="106" actId="164"/>
          <ac:grpSpMkLst>
            <pc:docMk/>
            <pc:sldMk cId="3491372207" sldId="267"/>
            <ac:grpSpMk id="12" creationId="{63CDBF1D-8C47-D0F5-1BA8-34FB82ACA353}"/>
          </ac:grpSpMkLst>
        </pc:grpChg>
        <pc:grpChg chg="add mod">
          <ac:chgData name="Mohammad Salman" userId="cfd6754c-e613-4f6f-bb98-36aef69d8c31" providerId="ADAL" clId="{8645FDA2-3557-4132-8541-76B5026D2E99}" dt="2023-09-30T07:41:32.173" v="109" actId="164"/>
          <ac:grpSpMkLst>
            <pc:docMk/>
            <pc:sldMk cId="3491372207" sldId="267"/>
            <ac:grpSpMk id="13" creationId="{FA7960D1-C450-69D5-B48F-0A0C877FF4AB}"/>
          </ac:grpSpMkLst>
        </pc:grpChg>
        <pc:grpChg chg="add mod">
          <ac:chgData name="Mohammad Salman" userId="cfd6754c-e613-4f6f-bb98-36aef69d8c31" providerId="ADAL" clId="{8645FDA2-3557-4132-8541-76B5026D2E99}" dt="2023-09-30T07:41:59.143" v="116" actId="164"/>
          <ac:grpSpMkLst>
            <pc:docMk/>
            <pc:sldMk cId="3491372207" sldId="267"/>
            <ac:grpSpMk id="20" creationId="{A61F34BF-DFC6-AB7B-2560-2D7197C62938}"/>
          </ac:grpSpMkLst>
        </pc:grpChg>
        <pc:grpChg chg="add mod">
          <ac:chgData name="Mohammad Salman" userId="cfd6754c-e613-4f6f-bb98-36aef69d8c31" providerId="ADAL" clId="{8645FDA2-3557-4132-8541-76B5026D2E99}" dt="2023-09-30T07:43:21.512" v="119" actId="164"/>
          <ac:grpSpMkLst>
            <pc:docMk/>
            <pc:sldMk cId="3491372207" sldId="267"/>
            <ac:grpSpMk id="26" creationId="{42BD025C-BD36-3175-2654-DA8B1DFE130D}"/>
          </ac:grpSpMkLst>
        </pc:grpChg>
        <pc:grpChg chg="add mod">
          <ac:chgData name="Mohammad Salman" userId="cfd6754c-e613-4f6f-bb98-36aef69d8c31" providerId="ADAL" clId="{8645FDA2-3557-4132-8541-76B5026D2E99}" dt="2023-09-30T07:43:27.597" v="120" actId="164"/>
          <ac:grpSpMkLst>
            <pc:docMk/>
            <pc:sldMk cId="3491372207" sldId="267"/>
            <ac:grpSpMk id="27" creationId="{3F35A20C-A020-62E3-EBC8-EC8969DD4599}"/>
          </ac:grpSpMkLst>
        </pc:grpChg>
        <pc:cxnChg chg="mod">
          <ac:chgData name="Mohammad Salman" userId="cfd6754c-e613-4f6f-bb98-36aef69d8c31" providerId="ADAL" clId="{8645FDA2-3557-4132-8541-76B5026D2E99}" dt="2023-09-30T07:41:07.014" v="106" actId="164"/>
          <ac:cxnSpMkLst>
            <pc:docMk/>
            <pc:sldMk cId="3491372207" sldId="267"/>
            <ac:cxnSpMk id="4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07.014" v="106" actId="164"/>
          <ac:cxnSpMkLst>
            <pc:docMk/>
            <pc:sldMk cId="3491372207" sldId="267"/>
            <ac:cxnSpMk id="4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07.014" v="106" actId="164"/>
          <ac:cxnSpMkLst>
            <pc:docMk/>
            <pc:sldMk cId="3491372207" sldId="267"/>
            <ac:cxnSpMk id="4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07.014" v="106" actId="164"/>
          <ac:cxnSpMkLst>
            <pc:docMk/>
            <pc:sldMk cId="3491372207" sldId="267"/>
            <ac:cxnSpMk id="55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07.014" v="106" actId="164"/>
          <ac:cxnSpMkLst>
            <pc:docMk/>
            <pc:sldMk cId="3491372207" sldId="267"/>
            <ac:cxnSpMk id="5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07.014" v="106" actId="164"/>
          <ac:cxnSpMkLst>
            <pc:docMk/>
            <pc:sldMk cId="3491372207" sldId="267"/>
            <ac:cxnSpMk id="5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07.014" v="106" actId="164"/>
          <ac:cxnSpMkLst>
            <pc:docMk/>
            <pc:sldMk cId="3491372207" sldId="267"/>
            <ac:cxnSpMk id="5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07.014" v="106" actId="164"/>
          <ac:cxnSpMkLst>
            <pc:docMk/>
            <pc:sldMk cId="3491372207" sldId="267"/>
            <ac:cxnSpMk id="59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32.173" v="109" actId="164"/>
          <ac:cxnSpMkLst>
            <pc:docMk/>
            <pc:sldMk cId="3491372207" sldId="267"/>
            <ac:cxnSpMk id="60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59.143" v="116" actId="164"/>
          <ac:cxnSpMkLst>
            <pc:docMk/>
            <pc:sldMk cId="3491372207" sldId="267"/>
            <ac:cxnSpMk id="64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59.143" v="116" actId="164"/>
          <ac:cxnSpMkLst>
            <pc:docMk/>
            <pc:sldMk cId="3491372207" sldId="267"/>
            <ac:cxnSpMk id="6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1:59.143" v="116" actId="164"/>
          <ac:cxnSpMkLst>
            <pc:docMk/>
            <pc:sldMk cId="3491372207" sldId="267"/>
            <ac:cxnSpMk id="70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84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85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8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93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94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95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9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9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1.512" v="119" actId="164"/>
          <ac:cxnSpMkLst>
            <pc:docMk/>
            <pc:sldMk cId="3491372207" sldId="267"/>
            <ac:cxnSpMk id="9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0:53.754" v="105" actId="164"/>
          <ac:cxnSpMkLst>
            <pc:docMk/>
            <pc:sldMk cId="3491372207" sldId="267"/>
            <ac:cxnSpMk id="102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0:53.754" v="105" actId="164"/>
          <ac:cxnSpMkLst>
            <pc:docMk/>
            <pc:sldMk cId="3491372207" sldId="267"/>
            <ac:cxnSpMk id="103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0:53.754" v="105" actId="164"/>
          <ac:cxnSpMkLst>
            <pc:docMk/>
            <pc:sldMk cId="3491372207" sldId="267"/>
            <ac:cxnSpMk id="104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3:27.597" v="120" actId="164"/>
          <ac:cxnSpMkLst>
            <pc:docMk/>
            <pc:sldMk cId="3491372207" sldId="267"/>
            <ac:cxnSpMk id="105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0:53.754" v="105" actId="164"/>
          <ac:cxnSpMkLst>
            <pc:docMk/>
            <pc:sldMk cId="3491372207" sldId="267"/>
            <ac:cxnSpMk id="10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09-30T07:40:53.754" v="105" actId="164"/>
          <ac:cxnSpMkLst>
            <pc:docMk/>
            <pc:sldMk cId="3491372207" sldId="267"/>
            <ac:cxnSpMk id="107" creationId="{00000000-0000-0000-0000-000000000000}"/>
          </ac:cxnSpMkLst>
        </pc:cxnChg>
      </pc:sldChg>
      <pc:sldChg chg="modSp modAnim">
        <pc:chgData name="Mohammad Salman" userId="cfd6754c-e613-4f6f-bb98-36aef69d8c31" providerId="ADAL" clId="{8645FDA2-3557-4132-8541-76B5026D2E99}" dt="2023-10-06T06:53:20.400" v="596" actId="113"/>
        <pc:sldMkLst>
          <pc:docMk/>
          <pc:sldMk cId="2178461075" sldId="268"/>
        </pc:sldMkLst>
        <pc:spChg chg="mod">
          <ac:chgData name="Mohammad Salman" userId="cfd6754c-e613-4f6f-bb98-36aef69d8c31" providerId="ADAL" clId="{8645FDA2-3557-4132-8541-76B5026D2E99}" dt="2023-10-06T06:53:20.400" v="596" actId="113"/>
          <ac:spMkLst>
            <pc:docMk/>
            <pc:sldMk cId="2178461075" sldId="268"/>
            <ac:spMk id="2" creationId="{00000000-0000-0000-0000-000000000000}"/>
          </ac:spMkLst>
        </pc:spChg>
      </pc:sldChg>
      <pc:sldChg chg="modSp mod modAnim">
        <pc:chgData name="Mohammad Salman" userId="cfd6754c-e613-4f6f-bb98-36aef69d8c31" providerId="ADAL" clId="{8645FDA2-3557-4132-8541-76B5026D2E99}" dt="2023-10-06T06:53:25.003" v="597" actId="113"/>
        <pc:sldMkLst>
          <pc:docMk/>
          <pc:sldMk cId="4232114199" sldId="269"/>
        </pc:sldMkLst>
        <pc:spChg chg="mod">
          <ac:chgData name="Mohammad Salman" userId="cfd6754c-e613-4f6f-bb98-36aef69d8c31" providerId="ADAL" clId="{8645FDA2-3557-4132-8541-76B5026D2E99}" dt="2023-10-06T06:53:25.003" v="597" actId="113"/>
          <ac:spMkLst>
            <pc:docMk/>
            <pc:sldMk cId="4232114199" sldId="269"/>
            <ac:spMk id="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6:08.811" v="582" actId="1076"/>
          <ac:spMkLst>
            <pc:docMk/>
            <pc:sldMk cId="4232114199" sldId="269"/>
            <ac:spMk id="35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6:08.811" v="582" actId="1076"/>
          <ac:spMkLst>
            <pc:docMk/>
            <pc:sldMk cId="4232114199" sldId="269"/>
            <ac:spMk id="36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6:08.811" v="582" actId="1076"/>
          <ac:spMkLst>
            <pc:docMk/>
            <pc:sldMk cId="4232114199" sldId="269"/>
            <ac:spMk id="37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9:29.242" v="594" actId="207"/>
          <ac:spMkLst>
            <pc:docMk/>
            <pc:sldMk cId="4232114199" sldId="269"/>
            <ac:spMk id="64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65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66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67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68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6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7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7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7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74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75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7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8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8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8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8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84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9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48:54.214" v="592" actId="1076"/>
          <ac:spMkLst>
            <pc:docMk/>
            <pc:sldMk cId="4232114199" sldId="269"/>
            <ac:spMk id="93" creationId="{00000000-0000-0000-0000-000000000000}"/>
          </ac:spMkLst>
        </pc:spChg>
        <pc:cxnChg chg="mod">
          <ac:chgData name="Mohammad Salman" userId="cfd6754c-e613-4f6f-bb98-36aef69d8c31" providerId="ADAL" clId="{8645FDA2-3557-4132-8541-76B5026D2E99}" dt="2023-10-06T06:46:08.811" v="582" actId="1076"/>
          <ac:cxnSpMkLst>
            <pc:docMk/>
            <pc:sldMk cId="4232114199" sldId="269"/>
            <ac:cxnSpMk id="61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6:08.811" v="582" actId="1076"/>
          <ac:cxnSpMkLst>
            <pc:docMk/>
            <pc:sldMk cId="4232114199" sldId="269"/>
            <ac:cxnSpMk id="62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6:08.811" v="582" actId="1076"/>
          <ac:cxnSpMkLst>
            <pc:docMk/>
            <pc:sldMk cId="4232114199" sldId="269"/>
            <ac:cxnSpMk id="63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7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7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7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85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8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8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8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89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90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91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48:54.214" v="592" actId="1076"/>
          <ac:cxnSpMkLst>
            <pc:docMk/>
            <pc:sldMk cId="4232114199" sldId="269"/>
            <ac:cxnSpMk id="97" creationId="{00000000-0000-0000-0000-000000000000}"/>
          </ac:cxnSpMkLst>
        </pc:cxnChg>
      </pc:sldChg>
      <pc:sldChg chg="modSp mod modAnim">
        <pc:chgData name="Mohammad Salman" userId="cfd6754c-e613-4f6f-bb98-36aef69d8c31" providerId="ADAL" clId="{8645FDA2-3557-4132-8541-76B5026D2E99}" dt="2023-10-09T13:08:31.558" v="939" actId="27636"/>
        <pc:sldMkLst>
          <pc:docMk/>
          <pc:sldMk cId="3159740590" sldId="270"/>
        </pc:sldMkLst>
        <pc:spChg chg="mod">
          <ac:chgData name="Mohammad Salman" userId="cfd6754c-e613-4f6f-bb98-36aef69d8c31" providerId="ADAL" clId="{8645FDA2-3557-4132-8541-76B5026D2E99}" dt="2023-10-06T06:53:29.035" v="598" actId="113"/>
          <ac:spMkLst>
            <pc:docMk/>
            <pc:sldMk cId="3159740590" sldId="270"/>
            <ac:spMk id="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9T13:08:31.558" v="939" actId="27636"/>
          <ac:spMkLst>
            <pc:docMk/>
            <pc:sldMk cId="3159740590" sldId="270"/>
            <ac:spMk id="3" creationId="{00000000-0000-0000-0000-000000000000}"/>
          </ac:spMkLst>
        </pc:spChg>
      </pc:sldChg>
      <pc:sldChg chg="modSp mod modAnim">
        <pc:chgData name="Mohammad Salman" userId="cfd6754c-e613-4f6f-bb98-36aef69d8c31" providerId="ADAL" clId="{8645FDA2-3557-4132-8541-76B5026D2E99}" dt="2023-10-06T06:55:27.336" v="626"/>
        <pc:sldMkLst>
          <pc:docMk/>
          <pc:sldMk cId="608162504" sldId="271"/>
        </pc:sldMkLst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35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36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37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38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3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4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4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4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4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44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45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4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5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51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5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5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54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10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6:54:29.178" v="616" actId="1076"/>
          <ac:spMkLst>
            <pc:docMk/>
            <pc:sldMk cId="608162504" sldId="271"/>
            <ac:spMk id="103" creationId="{00000000-0000-0000-0000-000000000000}"/>
          </ac:spMkLst>
        </pc:sp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4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4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4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55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5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5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5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59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60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70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6:54:29.178" v="616" actId="1076"/>
          <ac:cxnSpMkLst>
            <pc:docMk/>
            <pc:sldMk cId="608162504" sldId="271"/>
            <ac:cxnSpMk id="94" creationId="{00000000-0000-0000-0000-000000000000}"/>
          </ac:cxnSpMkLst>
        </pc:cxnChg>
      </pc:sldChg>
      <pc:sldChg chg="modSp modAnim">
        <pc:chgData name="Mohammad Salman" userId="cfd6754c-e613-4f6f-bb98-36aef69d8c31" providerId="ADAL" clId="{8645FDA2-3557-4132-8541-76B5026D2E99}" dt="2023-10-06T06:59:09.010" v="647" actId="113"/>
        <pc:sldMkLst>
          <pc:docMk/>
          <pc:sldMk cId="4001309851" sldId="272"/>
        </pc:sldMkLst>
        <pc:spChg chg="mod">
          <ac:chgData name="Mohammad Salman" userId="cfd6754c-e613-4f6f-bb98-36aef69d8c31" providerId="ADAL" clId="{8645FDA2-3557-4132-8541-76B5026D2E99}" dt="2023-10-06T06:59:09.010" v="647" actId="113"/>
          <ac:spMkLst>
            <pc:docMk/>
            <pc:sldMk cId="4001309851" sldId="272"/>
            <ac:spMk id="3" creationId="{00000000-0000-0000-0000-000000000000}"/>
          </ac:spMkLst>
        </pc:spChg>
      </pc:sldChg>
      <pc:sldChg chg="modSp mod">
        <pc:chgData name="Mohammad Salman" userId="cfd6754c-e613-4f6f-bb98-36aef69d8c31" providerId="ADAL" clId="{8645FDA2-3557-4132-8541-76B5026D2E99}" dt="2023-10-06T07:03:54.173" v="672" actId="113"/>
        <pc:sldMkLst>
          <pc:docMk/>
          <pc:sldMk cId="2768583143" sldId="273"/>
        </pc:sldMkLst>
        <pc:spChg chg="mod">
          <ac:chgData name="Mohammad Salman" userId="cfd6754c-e613-4f6f-bb98-36aef69d8c31" providerId="ADAL" clId="{8645FDA2-3557-4132-8541-76B5026D2E99}" dt="2023-10-06T07:03:42.518" v="670" actId="113"/>
          <ac:spMkLst>
            <pc:docMk/>
            <pc:sldMk cId="2768583143" sldId="273"/>
            <ac:spMk id="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3:54.173" v="672" actId="113"/>
          <ac:spMkLst>
            <pc:docMk/>
            <pc:sldMk cId="2768583143" sldId="273"/>
            <ac:spMk id="3" creationId="{00000000-0000-0000-0000-000000000000}"/>
          </ac:spMkLst>
        </pc:spChg>
      </pc:sldChg>
      <pc:sldChg chg="addSp delSp modSp mod modAnim">
        <pc:chgData name="Mohammad Salman" userId="cfd6754c-e613-4f6f-bb98-36aef69d8c31" providerId="ADAL" clId="{8645FDA2-3557-4132-8541-76B5026D2E99}" dt="2023-10-06T07:03:58.764" v="673" actId="113"/>
        <pc:sldMkLst>
          <pc:docMk/>
          <pc:sldMk cId="1291098717" sldId="274"/>
        </pc:sldMkLst>
        <pc:spChg chg="mod">
          <ac:chgData name="Mohammad Salman" userId="cfd6754c-e613-4f6f-bb98-36aef69d8c31" providerId="ADAL" clId="{8645FDA2-3557-4132-8541-76B5026D2E99}" dt="2023-10-06T07:03:49.664" v="671" actId="113"/>
          <ac:spMkLst>
            <pc:docMk/>
            <pc:sldMk cId="1291098717" sldId="274"/>
            <ac:spMk id="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3:58.764" v="673" actId="113"/>
          <ac:spMkLst>
            <pc:docMk/>
            <pc:sldMk cId="1291098717" sldId="274"/>
            <ac:spMk id="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6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7" creationId="{00000000-0000-0000-0000-000000000000}"/>
          </ac:spMkLst>
        </pc:spChg>
        <pc:spChg chg="add del mod">
          <ac:chgData name="Mohammad Salman" userId="cfd6754c-e613-4f6f-bb98-36aef69d8c31" providerId="ADAL" clId="{8645FDA2-3557-4132-8541-76B5026D2E99}" dt="2023-10-06T07:01:21.456" v="657" actId="478"/>
          <ac:spMkLst>
            <pc:docMk/>
            <pc:sldMk cId="1291098717" sldId="274"/>
            <ac:spMk id="8" creationId="{F1A9D566-8662-D70E-D372-7E881AF1840B}"/>
          </ac:spMkLst>
        </pc:spChg>
        <pc:spChg chg="add mod">
          <ac:chgData name="Mohammad Salman" userId="cfd6754c-e613-4f6f-bb98-36aef69d8c31" providerId="ADAL" clId="{8645FDA2-3557-4132-8541-76B5026D2E99}" dt="2023-10-06T07:02:14.656" v="662" actId="1076"/>
          <ac:spMkLst>
            <pc:docMk/>
            <pc:sldMk cId="1291098717" sldId="274"/>
            <ac:spMk id="9" creationId="{24C1A63B-43D6-B829-E47F-929FC699878D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17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18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1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29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30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3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35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0:46.595" v="650" actId="1076"/>
          <ac:spMkLst>
            <pc:docMk/>
            <pc:sldMk cId="1291098717" sldId="274"/>
            <ac:spMk id="36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2:11.312" v="661" actId="1076"/>
          <ac:spMkLst>
            <pc:docMk/>
            <pc:sldMk cId="1291098717" sldId="274"/>
            <ac:spMk id="37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2:11.312" v="661" actId="1076"/>
          <ac:spMkLst>
            <pc:docMk/>
            <pc:sldMk cId="1291098717" sldId="274"/>
            <ac:spMk id="38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2:11.312" v="661" actId="1076"/>
          <ac:spMkLst>
            <pc:docMk/>
            <pc:sldMk cId="1291098717" sldId="274"/>
            <ac:spMk id="44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06T07:02:11.312" v="661" actId="1076"/>
          <ac:spMkLst>
            <pc:docMk/>
            <pc:sldMk cId="1291098717" sldId="274"/>
            <ac:spMk id="45" creationId="{00000000-0000-0000-0000-000000000000}"/>
          </ac:spMkLst>
        </pc:spChg>
        <pc:cxnChg chg="mod">
          <ac:chgData name="Mohammad Salman" userId="cfd6754c-e613-4f6f-bb98-36aef69d8c31" providerId="ADAL" clId="{8645FDA2-3557-4132-8541-76B5026D2E99}" dt="2023-10-06T07:00:46.595" v="650" actId="1076"/>
          <ac:cxnSpMkLst>
            <pc:docMk/>
            <pc:sldMk cId="1291098717" sldId="274"/>
            <ac:cxnSpMk id="14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0:46.595" v="650" actId="1076"/>
          <ac:cxnSpMkLst>
            <pc:docMk/>
            <pc:sldMk cId="1291098717" sldId="274"/>
            <ac:cxnSpMk id="23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0:46.595" v="650" actId="1076"/>
          <ac:cxnSpMkLst>
            <pc:docMk/>
            <pc:sldMk cId="1291098717" sldId="274"/>
            <ac:cxnSpMk id="24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0:46.595" v="650" actId="1076"/>
          <ac:cxnSpMkLst>
            <pc:docMk/>
            <pc:sldMk cId="1291098717" sldId="274"/>
            <ac:cxnSpMk id="25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0:46.595" v="650" actId="1076"/>
          <ac:cxnSpMkLst>
            <pc:docMk/>
            <pc:sldMk cId="1291098717" sldId="274"/>
            <ac:cxnSpMk id="2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0:46.595" v="650" actId="1076"/>
          <ac:cxnSpMkLst>
            <pc:docMk/>
            <pc:sldMk cId="1291098717" sldId="274"/>
            <ac:cxnSpMk id="2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0:46.595" v="650" actId="1076"/>
          <ac:cxnSpMkLst>
            <pc:docMk/>
            <pc:sldMk cId="1291098717" sldId="274"/>
            <ac:cxnSpMk id="2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39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40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41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42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43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46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47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48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49" creationId="{00000000-0000-0000-0000-000000000000}"/>
          </ac:cxnSpMkLst>
        </pc:cxnChg>
        <pc:cxnChg chg="mod">
          <ac:chgData name="Mohammad Salman" userId="cfd6754c-e613-4f6f-bb98-36aef69d8c31" providerId="ADAL" clId="{8645FDA2-3557-4132-8541-76B5026D2E99}" dt="2023-10-06T07:02:11.312" v="661" actId="1076"/>
          <ac:cxnSpMkLst>
            <pc:docMk/>
            <pc:sldMk cId="1291098717" sldId="274"/>
            <ac:cxnSpMk id="50" creationId="{00000000-0000-0000-0000-000000000000}"/>
          </ac:cxnSpMkLst>
        </pc:cxnChg>
      </pc:sldChg>
      <pc:sldChg chg="modSp mod">
        <pc:chgData name="Mohammad Salman" userId="cfd6754c-e613-4f6f-bb98-36aef69d8c31" providerId="ADAL" clId="{8645FDA2-3557-4132-8541-76B5026D2E99}" dt="2023-10-10T09:31:10.185" v="1634" actId="113"/>
        <pc:sldMkLst>
          <pc:docMk/>
          <pc:sldMk cId="148946144" sldId="275"/>
        </pc:sldMkLst>
        <pc:spChg chg="mod">
          <ac:chgData name="Mohammad Salman" userId="cfd6754c-e613-4f6f-bb98-36aef69d8c31" providerId="ADAL" clId="{8645FDA2-3557-4132-8541-76B5026D2E99}" dt="2023-10-10T09:31:10.185" v="1634" actId="113"/>
          <ac:spMkLst>
            <pc:docMk/>
            <pc:sldMk cId="148946144" sldId="275"/>
            <ac:spMk id="3" creationId="{00000000-0000-0000-0000-000000000000}"/>
          </ac:spMkLst>
        </pc:spChg>
      </pc:sldChg>
      <pc:sldChg chg="addSp modSp mod setBg modNotesTx">
        <pc:chgData name="Mohammad Salman" userId="cfd6754c-e613-4f6f-bb98-36aef69d8c31" providerId="ADAL" clId="{8645FDA2-3557-4132-8541-76B5026D2E99}" dt="2023-10-10T09:31:13.260" v="1635" actId="113"/>
        <pc:sldMkLst>
          <pc:docMk/>
          <pc:sldMk cId="2189717702" sldId="276"/>
        </pc:sldMkLst>
        <pc:spChg chg="mod">
          <ac:chgData name="Mohammad Salman" userId="cfd6754c-e613-4f6f-bb98-36aef69d8c31" providerId="ADAL" clId="{8645FDA2-3557-4132-8541-76B5026D2E99}" dt="2023-10-10T09:30:48.345" v="1632" actId="14100"/>
          <ac:spMkLst>
            <pc:docMk/>
            <pc:sldMk cId="2189717702" sldId="276"/>
            <ac:spMk id="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10T09:31:13.260" v="1635" actId="113"/>
          <ac:spMkLst>
            <pc:docMk/>
            <pc:sldMk cId="2189717702" sldId="276"/>
            <ac:spMk id="3" creationId="{00000000-0000-0000-0000-000000000000}"/>
          </ac:spMkLst>
        </pc:spChg>
        <pc:spChg chg="add mod">
          <ac:chgData name="Mohammad Salman" userId="cfd6754c-e613-4f6f-bb98-36aef69d8c31" providerId="ADAL" clId="{8645FDA2-3557-4132-8541-76B5026D2E99}" dt="2023-10-10T09:30:52.708" v="1633" actId="14100"/>
          <ac:spMkLst>
            <pc:docMk/>
            <pc:sldMk cId="2189717702" sldId="276"/>
            <ac:spMk id="72" creationId="{750D291D-F7C7-2DE1-5C6A-B0A66F49F12B}"/>
          </ac:spMkLst>
        </pc:spChg>
      </pc:sldChg>
      <pc:sldChg chg="addSp modSp mod setBg modNotesTx">
        <pc:chgData name="Mohammad Salman" userId="cfd6754c-e613-4f6f-bb98-36aef69d8c31" providerId="ADAL" clId="{8645FDA2-3557-4132-8541-76B5026D2E99}" dt="2023-10-10T09:33:49.039" v="1715" actId="113"/>
        <pc:sldMkLst>
          <pc:docMk/>
          <pc:sldMk cId="3620237218" sldId="277"/>
        </pc:sldMkLst>
        <pc:spChg chg="mod">
          <ac:chgData name="Mohammad Salman" userId="cfd6754c-e613-4f6f-bb98-36aef69d8c31" providerId="ADAL" clId="{8645FDA2-3557-4132-8541-76B5026D2E99}" dt="2023-10-10T09:22:19.700" v="1384" actId="14100"/>
          <ac:spMkLst>
            <pc:docMk/>
            <pc:sldMk cId="3620237218" sldId="277"/>
            <ac:spMk id="2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10T09:31:52.176" v="1639" actId="14100"/>
          <ac:spMkLst>
            <pc:docMk/>
            <pc:sldMk cId="3620237218" sldId="277"/>
            <ac:spMk id="3" creationId="{00000000-0000-0000-0000-000000000000}"/>
          </ac:spMkLst>
        </pc:spChg>
        <pc:spChg chg="mod">
          <ac:chgData name="Mohammad Salman" userId="cfd6754c-e613-4f6f-bb98-36aef69d8c31" providerId="ADAL" clId="{8645FDA2-3557-4132-8541-76B5026D2E99}" dt="2023-10-10T09:31:59.944" v="1640" actId="14100"/>
          <ac:spMkLst>
            <pc:docMk/>
            <pc:sldMk cId="3620237218" sldId="277"/>
            <ac:spMk id="4" creationId="{00000000-0000-0000-0000-000000000000}"/>
          </ac:spMkLst>
        </pc:spChg>
        <pc:spChg chg="add mod">
          <ac:chgData name="Mohammad Salman" userId="cfd6754c-e613-4f6f-bb98-36aef69d8c31" providerId="ADAL" clId="{8645FDA2-3557-4132-8541-76B5026D2E99}" dt="2023-10-10T09:33:49.039" v="1715" actId="113"/>
          <ac:spMkLst>
            <pc:docMk/>
            <pc:sldMk cId="3620237218" sldId="277"/>
            <ac:spMk id="72" creationId="{229D347C-446A-3D1E-03AA-C728A9A6752D}"/>
          </ac:spMkLst>
        </pc:spChg>
      </pc:sldChg>
      <pc:sldChg chg="addSp modSp mod setBg modNotesTx">
        <pc:chgData name="Mohammad Salman" userId="cfd6754c-e613-4f6f-bb98-36aef69d8c31" providerId="ADAL" clId="{8645FDA2-3557-4132-8541-76B5026D2E99}" dt="2023-10-10T09:29:19.328" v="1568" actId="113"/>
        <pc:sldMkLst>
          <pc:docMk/>
          <pc:sldMk cId="2734128731" sldId="283"/>
        </pc:sldMkLst>
        <pc:spChg chg="mod">
          <ac:chgData name="Mohammad Salman" userId="cfd6754c-e613-4f6f-bb98-36aef69d8c31" providerId="ADAL" clId="{8645FDA2-3557-4132-8541-76B5026D2E99}" dt="2023-10-10T09:29:19.328" v="1568" actId="113"/>
          <ac:spMkLst>
            <pc:docMk/>
            <pc:sldMk cId="2734128731" sldId="283"/>
            <ac:spMk id="3" creationId="{00000000-0000-0000-0000-000000000000}"/>
          </ac:spMkLst>
        </pc:spChg>
        <pc:spChg chg="add mod">
          <ac:chgData name="Mohammad Salman" userId="cfd6754c-e613-4f6f-bb98-36aef69d8c31" providerId="ADAL" clId="{8645FDA2-3557-4132-8541-76B5026D2E99}" dt="2023-10-10T09:27:06.700" v="1567" actId="12"/>
          <ac:spMkLst>
            <pc:docMk/>
            <pc:sldMk cId="2734128731" sldId="283"/>
            <ac:spMk id="5" creationId="{E505ADE7-1EE0-DABD-9E9A-B3DF4F1904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3FFB4-42DF-4B25-AFD3-1B256C371250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4A536-4254-4E4A-8E60-15C160715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6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the fact that in step 1, the node has to be created on the 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4A536-4254-4E4A-8E60-15C160715F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49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4A536-4254-4E4A-8E60-15C160715F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50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4A536-4254-4E4A-8E60-15C160715F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37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4A536-4254-4E4A-8E60-15C160715F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12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4A536-4254-4E4A-8E60-15C160715FF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7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6CD0-4592-4F4C-B75A-7FC57FE52F91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43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1C591-6766-43C3-8150-7FAD278F87A5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33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95B2-35CF-4413-AA9C-74325A5DD9F0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55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AF23-9468-409E-82A0-493B972E50BB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92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58CEA-6058-4469-8588-743DA05EF8F8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7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7ABF-A889-4AEF-B759-BA46E0BE1810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8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455A3-C175-40F0-B2E7-25601E49FF3D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93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344C-F59E-4340-A405-0880E9E23541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44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7813D-1E45-4DE1-87A6-1CE62ABFD5C8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550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9E84-8767-41D2-BF80-48E7128121C9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30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7D3F-6426-41CD-AF15-72A5D208CB1D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99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50B64-ADA8-4A4A-87D2-ED40AEBF0051}" type="datetime1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7B20F-04FE-4F3D-9080-DB5BB35CA0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57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List-An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33838"/>
            <a:ext cx="9144000" cy="1088495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by</a:t>
            </a:r>
          </a:p>
          <a:p>
            <a:endParaRPr lang="en-US" sz="1800" dirty="0"/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Dr. Muhammad Mobeen Movania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25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Assumptions about the audience</a:t>
            </a:r>
          </a:p>
          <a:p>
            <a:r>
              <a:rPr lang="en-US" dirty="0"/>
              <a:t>Issues with Arrays</a:t>
            </a:r>
          </a:p>
          <a:p>
            <a:r>
              <a:rPr lang="en-US" dirty="0"/>
              <a:t>Introduction to LinkedList</a:t>
            </a:r>
          </a:p>
          <a:p>
            <a:r>
              <a:rPr lang="en-US" dirty="0"/>
              <a:t>Basic Structure</a:t>
            </a:r>
          </a:p>
          <a:p>
            <a:r>
              <a:rPr lang="en-US" dirty="0"/>
              <a:t>Types of LinkedList</a:t>
            </a:r>
          </a:p>
          <a:p>
            <a:r>
              <a:rPr lang="en-US" dirty="0"/>
              <a:t>Basic Node structure</a:t>
            </a:r>
          </a:p>
          <a:p>
            <a:pPr lvl="1"/>
            <a:r>
              <a:rPr lang="en-US" dirty="0"/>
              <a:t>Singly LinkedList</a:t>
            </a:r>
          </a:p>
          <a:p>
            <a:pPr lvl="1"/>
            <a:r>
              <a:rPr lang="en-US" dirty="0"/>
              <a:t>Doubly LinkedList</a:t>
            </a:r>
          </a:p>
          <a:p>
            <a:r>
              <a:rPr lang="en-US" dirty="0"/>
              <a:t>Algorithms</a:t>
            </a:r>
          </a:p>
          <a:p>
            <a:pPr lvl="1"/>
            <a:r>
              <a:rPr lang="en-US" dirty="0"/>
              <a:t>Insertion</a:t>
            </a:r>
          </a:p>
          <a:p>
            <a:pPr lvl="1"/>
            <a:r>
              <a:rPr lang="en-US" dirty="0"/>
              <a:t>Deletion</a:t>
            </a:r>
          </a:p>
          <a:p>
            <a:pPr lvl="1"/>
            <a:r>
              <a:rPr lang="en-US" dirty="0"/>
              <a:t>Traversal</a:t>
            </a:r>
          </a:p>
          <a:p>
            <a:pPr lvl="1"/>
            <a:r>
              <a:rPr lang="en-US" dirty="0"/>
              <a:t>Searching</a:t>
            </a:r>
          </a:p>
          <a:p>
            <a:r>
              <a:rPr lang="en-US" dirty="0"/>
              <a:t>Singly </a:t>
            </a:r>
            <a:r>
              <a:rPr lang="en-US" dirty="0" err="1"/>
              <a:t>LinkedList</a:t>
            </a:r>
            <a:r>
              <a:rPr lang="en-US" dirty="0"/>
              <a:t> creation and memory deallocation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89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Arrays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</a:t>
            </a:r>
          </a:p>
          <a:p>
            <a:pPr lvl="1" algn="just"/>
            <a:r>
              <a:rPr lang="en-US" dirty="0"/>
              <a:t>Collection of a number of values of a similar data type</a:t>
            </a:r>
          </a:p>
          <a:p>
            <a:pPr lvl="1"/>
            <a:r>
              <a:rPr lang="en-US" dirty="0"/>
              <a:t>Requires contiguous memory locations</a:t>
            </a:r>
          </a:p>
          <a:p>
            <a:pPr lvl="1"/>
            <a:r>
              <a:rPr lang="en-US" dirty="0"/>
              <a:t>Access is O(1), any value can be accessed directly through an indexer (array[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lvl="1"/>
            <a:r>
              <a:rPr lang="en-US" dirty="0"/>
              <a:t>Searching is O(N) for an array of N elements</a:t>
            </a:r>
          </a:p>
          <a:p>
            <a:r>
              <a:rPr lang="en-US" dirty="0"/>
              <a:t>Insertion and Deletion of a value at a location i are cumbersome</a:t>
            </a:r>
          </a:p>
          <a:p>
            <a:pPr lvl="1"/>
            <a:r>
              <a:rPr lang="en-US" dirty="0"/>
              <a:t>Insertion: You have to create a new array of size (N+1), copy values by movement of all items at location &gt;i by one place to the right</a:t>
            </a:r>
          </a:p>
          <a:p>
            <a:pPr lvl="1"/>
            <a:r>
              <a:rPr lang="en-US" dirty="0"/>
              <a:t>Deletion requires movement of all items at location &gt;i by one place to the left</a:t>
            </a:r>
          </a:p>
          <a:p>
            <a:r>
              <a:rPr lang="en-US" dirty="0"/>
              <a:t>Large array allocations are impossible if memory is already scarce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1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Arrays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Insertion of value 10 at index 2</a:t>
            </a:r>
          </a:p>
          <a:p>
            <a:pPr lvl="1"/>
            <a:r>
              <a:rPr lang="en-US" dirty="0"/>
              <a:t>Move all values from index 2 to 5 one place to the right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Deletion of value 4 from index 1</a:t>
            </a:r>
          </a:p>
          <a:p>
            <a:pPr lvl="1"/>
            <a:r>
              <a:rPr lang="en-US" dirty="0"/>
              <a:t>Move all values from index 2 to 5 one place to the left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447800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1134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294468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7802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1136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4470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7800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1134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4468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7802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1136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4469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1122" y="3668127"/>
            <a:ext cx="423334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7464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0798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54132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77466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24134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7464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0798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4132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77466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4133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2" name="Curved Up Arrow 31"/>
          <p:cNvSpPr/>
          <p:nvPr/>
        </p:nvSpPr>
        <p:spPr>
          <a:xfrm>
            <a:off x="5674783" y="3543798"/>
            <a:ext cx="469900" cy="223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Curved Up Arrow 33"/>
          <p:cNvSpPr/>
          <p:nvPr/>
        </p:nvSpPr>
        <p:spPr>
          <a:xfrm>
            <a:off x="6160557" y="3543798"/>
            <a:ext cx="469900" cy="223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Curved Up Arrow 34"/>
          <p:cNvSpPr/>
          <p:nvPr/>
        </p:nvSpPr>
        <p:spPr>
          <a:xfrm>
            <a:off x="6612464" y="3543798"/>
            <a:ext cx="469900" cy="223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Curved Up Arrow 35"/>
          <p:cNvSpPr/>
          <p:nvPr/>
        </p:nvSpPr>
        <p:spPr>
          <a:xfrm>
            <a:off x="7064371" y="3543798"/>
            <a:ext cx="469900" cy="223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247467" y="2841617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247466" y="325487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90460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13794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7128" y="2841619"/>
            <a:ext cx="423334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60462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83791" y="2841617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07130" y="2841619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90460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13794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7128" y="3254873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60462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83796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07129" y="3254872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30463" y="2841617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930462" y="325487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47800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71134" y="5438196"/>
            <a:ext cx="423334" cy="41325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94468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17802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41136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4470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47800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71134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94468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17802" y="5851449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41136" y="5851449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64469" y="5851449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07464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30798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554132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77466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0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24134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7464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30798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54132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77466" y="5851449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5851449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24133" y="5851449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88" name="Curved Up Arrow 87"/>
          <p:cNvSpPr/>
          <p:nvPr/>
        </p:nvSpPr>
        <p:spPr>
          <a:xfrm rot="10800000">
            <a:off x="5295899" y="5213275"/>
            <a:ext cx="469900" cy="223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390460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13794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237128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60462" y="5438196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83791" y="5438194"/>
            <a:ext cx="42333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90460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13794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237128" y="5851450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60462" y="5851449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83796" y="5851449"/>
            <a:ext cx="42333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10" name="Curved Up Arrow 109"/>
          <p:cNvSpPr/>
          <p:nvPr/>
        </p:nvSpPr>
        <p:spPr>
          <a:xfrm rot="10800000">
            <a:off x="5753094" y="5213275"/>
            <a:ext cx="469900" cy="223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Curved Up Arrow 110"/>
          <p:cNvSpPr/>
          <p:nvPr/>
        </p:nvSpPr>
        <p:spPr>
          <a:xfrm rot="10800000">
            <a:off x="6208167" y="5207620"/>
            <a:ext cx="469900" cy="223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Curved Up Arrow 111"/>
          <p:cNvSpPr/>
          <p:nvPr/>
        </p:nvSpPr>
        <p:spPr>
          <a:xfrm rot="10800000">
            <a:off x="6669587" y="5197559"/>
            <a:ext cx="469900" cy="2232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702187" y="6264704"/>
            <a:ext cx="423334" cy="41325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20" name="Arc 119"/>
          <p:cNvSpPr/>
          <p:nvPr/>
        </p:nvSpPr>
        <p:spPr>
          <a:xfrm rot="10800000">
            <a:off x="2082801" y="5689701"/>
            <a:ext cx="762001" cy="781630"/>
          </a:xfrm>
          <a:prstGeom prst="arc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/>
          <p:cNvSpPr/>
          <p:nvPr/>
        </p:nvSpPr>
        <p:spPr>
          <a:xfrm>
            <a:off x="438150" y="2841616"/>
            <a:ext cx="823384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8150" y="3254870"/>
            <a:ext cx="823384" cy="224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index</a:t>
            </a:r>
          </a:p>
        </p:txBody>
      </p:sp>
      <p:sp>
        <p:nvSpPr>
          <p:cNvPr id="92" name="Arc 91"/>
          <p:cNvSpPr/>
          <p:nvPr/>
        </p:nvSpPr>
        <p:spPr>
          <a:xfrm rot="5400000">
            <a:off x="4827347" y="3127067"/>
            <a:ext cx="762001" cy="781630"/>
          </a:xfrm>
          <a:prstGeom prst="arc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17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LinkedList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Instead of creating a contiguous allocation, we create nodes dynamically on demand and link them through pointers</a:t>
            </a:r>
          </a:p>
          <a:p>
            <a:pPr algn="just"/>
            <a:r>
              <a:rPr lang="en-US" dirty="0"/>
              <a:t>No	 limit on the number of nodes creatable (memory is the only limit)</a:t>
            </a:r>
          </a:p>
          <a:p>
            <a:pPr algn="just"/>
            <a:r>
              <a:rPr lang="en-US" dirty="0"/>
              <a:t>Insertion and Deletion are easy, you just need to update a few pointers</a:t>
            </a:r>
          </a:p>
          <a:p>
            <a:pPr algn="just"/>
            <a:r>
              <a:rPr lang="en-US" dirty="0"/>
              <a:t>Traversal is O(N)</a:t>
            </a:r>
          </a:p>
          <a:p>
            <a:pPr algn="just"/>
            <a:r>
              <a:rPr lang="en-US" dirty="0"/>
              <a:t>Reverse Traversal is O(N</a:t>
            </a:r>
            <a:r>
              <a:rPr lang="en-US" baseline="30000" dirty="0"/>
              <a:t>2</a:t>
            </a:r>
            <a:r>
              <a:rPr lang="en-US" dirty="0"/>
              <a:t>) for Singly </a:t>
            </a:r>
            <a:r>
              <a:rPr lang="en-US" dirty="0" err="1"/>
              <a:t>LinkedList</a:t>
            </a:r>
            <a:r>
              <a:rPr lang="en-US" dirty="0"/>
              <a:t> and O(N) for Doubly </a:t>
            </a:r>
            <a:r>
              <a:rPr lang="en-US" dirty="0" err="1"/>
              <a:t>LinkedList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1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Structure of LinkedList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same data that was stored in the array may be stored in a linked list as follows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2400" y="379835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923" y="379835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85156" y="379835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38679" y="379835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77912" y="379835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435" y="379835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70668" y="379835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4191" y="379835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63424" y="379835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6947" y="379835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56180" y="379835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09703" y="379835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572854" y="400473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959289" y="400420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352045" y="400420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744801" y="400420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137557" y="400420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788032" y="3786682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39876" y="420901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2401" y="4219911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85155" y="421160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4233" y="421792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3721" y="421160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63423" y="4210052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9859" y="421792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0530313" y="4004202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0896005" y="3997850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10771497" y="4115330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10809177" y="4169703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0852590" y="4217929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190724" y="400420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5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LinkedList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4316" y="22731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7839" y="22731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27072" y="22731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0595" y="22731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19828" y="22731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73351" y="22731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12584" y="22731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6107" y="22731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05340" y="22731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58863" y="22731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298096" y="22731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51619" y="22731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214770" y="247956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601205" y="247903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993961" y="24790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8386717" y="24790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779473" y="24790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334317" y="2694739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7071" y="268643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149" y="269275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5637" y="268643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5339" y="2684880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91775" y="269275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11172229" y="2479030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1537921" y="2472678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11413413" y="2590158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1451093" y="2644531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1494506" y="2692757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537169" y="3744336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0692" y="3744336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189393" y="374532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42916" y="374532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841189" y="375339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94712" y="375339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490166" y="375236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43689" y="375236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35421" y="374470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88944" y="374470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0793961" y="374470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47484" y="374470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261803" y="4165894"/>
            <a:ext cx="1291361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20600" y="4158581"/>
            <a:ext cx="1284788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69173" y="4172973"/>
            <a:ext cx="1291543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4535" y="4165621"/>
            <a:ext cx="1281626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82582" y="4156408"/>
            <a:ext cx="1268833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38220" y="4164285"/>
            <a:ext cx="1265416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11668094" y="3950558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12033786" y="3944206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11909278" y="4061686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11946958" y="4116059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11990371" y="4164285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281427" y="3744336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2046893" y="3950185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2053354" y="3951311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1928846" y="4068791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1966526" y="4123164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009939" y="4171390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3923760" y="374377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578731" y="3752245"/>
            <a:ext cx="262472" cy="4133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229296" y="375133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872644" y="374367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0538219" y="3743154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217707" y="3867537"/>
            <a:ext cx="361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5214555" y="4068771"/>
            <a:ext cx="373344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6854342" y="3867537"/>
            <a:ext cx="361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6851190" y="4068771"/>
            <a:ext cx="373344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3553568" y="3867537"/>
            <a:ext cx="361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3550416" y="4068771"/>
            <a:ext cx="373344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8509313" y="3867537"/>
            <a:ext cx="361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8506161" y="4068771"/>
            <a:ext cx="373344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10168027" y="3875096"/>
            <a:ext cx="361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10164875" y="4076330"/>
            <a:ext cx="373344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121687" y="2376047"/>
            <a:ext cx="1705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Singly LinkedList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1687" y="3761488"/>
            <a:ext cx="1824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Doubly LinkedList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34315" y="526925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087838" y="526925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4727071" y="526925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0594" y="526925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119827" y="526925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73350" y="526925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512583" y="526925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66106" y="526925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8905339" y="526925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58862" y="526925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0298095" y="526925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051618" y="526925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4" name="Straight Arrow Connector 103"/>
          <p:cNvCxnSpPr/>
          <p:nvPr/>
        </p:nvCxnSpPr>
        <p:spPr>
          <a:xfrm>
            <a:off x="4214769" y="547563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5601204" y="547510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6993960" y="547510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8386716" y="547510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9779472" y="547510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3334316" y="5690809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727070" y="568250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148" y="568882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95636" y="568250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05338" y="5680950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291774" y="568882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cxnSp>
        <p:nvCxnSpPr>
          <p:cNvPr id="116" name="Straight Arrow Connector 115"/>
          <p:cNvCxnSpPr/>
          <p:nvPr/>
        </p:nvCxnSpPr>
        <p:spPr>
          <a:xfrm flipH="1">
            <a:off x="11708071" y="5468746"/>
            <a:ext cx="2" cy="544987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144668" y="5400758"/>
            <a:ext cx="1875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Circular LinkedList</a:t>
            </a:r>
          </a:p>
        </p:txBody>
      </p:sp>
      <p:cxnSp>
        <p:nvCxnSpPr>
          <p:cNvPr id="121" name="Straight Arrow Connector 120"/>
          <p:cNvCxnSpPr/>
          <p:nvPr/>
        </p:nvCxnSpPr>
        <p:spPr>
          <a:xfrm>
            <a:off x="2814117" y="5478307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flipH="1">
            <a:off x="2814115" y="5468747"/>
            <a:ext cx="2" cy="544987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>
            <a:off x="2814117" y="6013733"/>
            <a:ext cx="8896312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>
            <a:off x="11189806" y="5474513"/>
            <a:ext cx="512302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14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Node Structure (Singly LinkedList)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989833"/>
            <a:ext cx="88773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class Node: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__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__(self, value):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self.next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= None    #pointer to next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self.value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= value  #value</a:t>
            </a:r>
          </a:p>
          <a:p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__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str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__(self):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  return f'{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self.value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}'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80837" y="5415154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4360" y="5415154"/>
            <a:ext cx="345840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67923" y="6013074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value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680200" y="6004747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next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507280" y="561743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407917" y="5838042"/>
            <a:ext cx="366507" cy="267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6507280" y="5847676"/>
            <a:ext cx="401520" cy="248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0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Node Structure (Doubly LinkedList)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989833"/>
            <a:ext cx="88773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class Node: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__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__(self, value):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self.next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= None    #pointer to next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self.prev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= None    #pointer to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prev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self.value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= value  #value</a:t>
            </a:r>
          </a:p>
          <a:p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__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str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__(self):</a:t>
            </a:r>
          </a:p>
          <a:p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  return f'{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self.value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}'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610600" y="448887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4123" y="4488872"/>
            <a:ext cx="345840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10303" y="515993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value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9701842" y="5159364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next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9537043" y="469115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9019230" y="4911760"/>
            <a:ext cx="10267" cy="257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9537043" y="4921394"/>
            <a:ext cx="401520" cy="248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264463" y="4488872"/>
            <a:ext cx="345840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8032163" y="4925921"/>
            <a:ext cx="377380" cy="224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28635" y="5159364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prev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7905542" y="4691150"/>
            <a:ext cx="53184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325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Four basic algorithms</a:t>
            </a:r>
          </a:p>
          <a:p>
            <a:pPr lvl="1"/>
            <a:r>
              <a:rPr lang="en-US" dirty="0"/>
              <a:t>Insertion</a:t>
            </a:r>
          </a:p>
          <a:p>
            <a:pPr lvl="1"/>
            <a:r>
              <a:rPr lang="en-US" dirty="0"/>
              <a:t>Deletion</a:t>
            </a:r>
          </a:p>
          <a:p>
            <a:pPr lvl="1"/>
            <a:r>
              <a:rPr lang="en-US" dirty="0"/>
              <a:t>Traversal</a:t>
            </a:r>
          </a:p>
          <a:p>
            <a:pPr lvl="1"/>
            <a:r>
              <a:rPr lang="en-US" dirty="0"/>
              <a:t>Searching</a:t>
            </a:r>
          </a:p>
          <a:p>
            <a:pPr lvl="1"/>
            <a:endParaRPr lang="en-US" dirty="0"/>
          </a:p>
          <a:p>
            <a:r>
              <a:rPr lang="en-US" dirty="0"/>
              <a:t>Insertion</a:t>
            </a:r>
          </a:p>
          <a:p>
            <a:pPr lvl="1"/>
            <a:r>
              <a:rPr lang="en-US" dirty="0"/>
              <a:t>Three possible cases</a:t>
            </a:r>
          </a:p>
          <a:p>
            <a:pPr lvl="2"/>
            <a:r>
              <a:rPr lang="en-US" dirty="0"/>
              <a:t>Insert a node at the start</a:t>
            </a:r>
          </a:p>
          <a:p>
            <a:pPr lvl="2"/>
            <a:r>
              <a:rPr lang="en-US" dirty="0"/>
              <a:t>Insert a node in the middle</a:t>
            </a:r>
          </a:p>
          <a:p>
            <a:pPr lvl="2"/>
            <a:r>
              <a:rPr lang="en-US" dirty="0"/>
              <a:t>Insert a node at the end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24D5A-B150-BFF4-380D-D8D5FCCE419A}"/>
              </a:ext>
            </a:extLst>
          </p:cNvPr>
          <p:cNvSpPr txBox="1"/>
          <p:nvPr/>
        </p:nvSpPr>
        <p:spPr>
          <a:xfrm>
            <a:off x="6781800" y="1230085"/>
            <a:ext cx="4027714" cy="286232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With the Queue ADT, we have already seen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insertion at the end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(enqueuing at the rear),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deletion at the start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(dequeuing from the front).</a:t>
            </a: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We will see other variants as well.</a:t>
            </a:r>
          </a:p>
        </p:txBody>
      </p:sp>
    </p:spTree>
    <p:extLst>
      <p:ext uri="{BB962C8B-B14F-4D97-AF65-F5344CB8AC3E}">
        <p14:creationId xmlns:p14="http://schemas.microsoft.com/office/powerpoint/2010/main" val="728337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Algorithms-Insertion </a:t>
            </a:r>
            <a:r>
              <a:rPr lang="en-US" b="1" dirty="0"/>
              <a:t>at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91" y="18105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Original LinkedList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1) Create a new node (</a:t>
            </a:r>
            <a:r>
              <a:rPr lang="en-US" dirty="0" err="1"/>
              <a:t>tmp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2) Set </a:t>
            </a:r>
            <a:r>
              <a:rPr lang="en-US" dirty="0" err="1"/>
              <a:t>tmp.next</a:t>
            </a:r>
            <a:r>
              <a:rPr lang="en-US" dirty="0"/>
              <a:t> = head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3) Set head = </a:t>
            </a:r>
            <a:r>
              <a:rPr lang="en-US" dirty="0" err="1"/>
              <a:t>tmp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89304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2827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82060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35583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74816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28339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771099" y="187088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4622" y="187088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69758" y="208626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856193" y="208573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248949" y="20857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84936" y="1868210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6780" y="2290546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305" y="2301439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82059" y="229313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1137" y="229945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4778" y="229045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0645232" y="2076732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1010924" y="2070380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10886416" y="2187860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10924096" y="2242233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0967509" y="2290459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087628" y="20857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CDBF1D-8C47-D0F5-1BA8-34FB82ACA353}"/>
              </a:ext>
            </a:extLst>
          </p:cNvPr>
          <p:cNvGrpSpPr/>
          <p:nvPr/>
        </p:nvGrpSpPr>
        <p:grpSpPr>
          <a:xfrm>
            <a:off x="6200113" y="3810672"/>
            <a:ext cx="5546127" cy="655478"/>
            <a:chOff x="6200113" y="3810672"/>
            <a:chExt cx="5546127" cy="655478"/>
          </a:xfrm>
        </p:grpSpPr>
        <p:sp>
          <p:nvSpPr>
            <p:cNvPr id="38" name="Rectangle 37"/>
            <p:cNvSpPr/>
            <p:nvPr/>
          </p:nvSpPr>
          <p:spPr>
            <a:xfrm>
              <a:off x="6200113" y="3819670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953636" y="3819670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592869" y="3819670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346392" y="3819670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985625" y="3819670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739148" y="3819670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381908" y="3810672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1135431" y="3810672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>
              <a:off x="7080567" y="4026050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8467002" y="4025520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9859758" y="4025519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6200114" y="4241228"/>
              <a:ext cx="1015994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sz="1400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592868" y="4232924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sz="1400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991946" y="4239246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sz="1400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375587" y="4230248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sz="1400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>
              <a:off x="11256041" y="4016521"/>
              <a:ext cx="370454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11621733" y="4010169"/>
              <a:ext cx="0" cy="11748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11497225" y="4127649"/>
              <a:ext cx="249015" cy="4763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V="1">
              <a:off x="11534905" y="4182022"/>
              <a:ext cx="173654" cy="2381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>
              <a:off x="11578318" y="4230248"/>
              <a:ext cx="86827" cy="1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7960D1-C450-69D5-B48F-0A0C877FF4AB}"/>
              </a:ext>
            </a:extLst>
          </p:cNvPr>
          <p:cNvGrpSpPr/>
          <p:nvPr/>
        </p:nvGrpSpPr>
        <p:grpSpPr>
          <a:xfrm>
            <a:off x="5147589" y="3816873"/>
            <a:ext cx="1046203" cy="638384"/>
            <a:chOff x="5147589" y="3816873"/>
            <a:chExt cx="1046203" cy="638384"/>
          </a:xfrm>
        </p:grpSpPr>
        <p:sp>
          <p:nvSpPr>
            <p:cNvPr id="49" name="Rectangle 48"/>
            <p:cNvSpPr/>
            <p:nvPr/>
          </p:nvSpPr>
          <p:spPr>
            <a:xfrm>
              <a:off x="5291599" y="3816873"/>
              <a:ext cx="393710" cy="4223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147589" y="4230335"/>
              <a:ext cx="690022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head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5681490" y="4031457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1F34BF-DFC6-AB7B-2560-2D7197C62938}"/>
              </a:ext>
            </a:extLst>
          </p:cNvPr>
          <p:cNvGrpSpPr/>
          <p:nvPr/>
        </p:nvGrpSpPr>
        <p:grpSpPr>
          <a:xfrm>
            <a:off x="4660818" y="4167985"/>
            <a:ext cx="1532974" cy="1036816"/>
            <a:chOff x="4660818" y="4167985"/>
            <a:chExt cx="1532974" cy="1036816"/>
          </a:xfrm>
        </p:grpSpPr>
        <p:sp>
          <p:nvSpPr>
            <p:cNvPr id="61" name="Rectangle 60"/>
            <p:cNvSpPr/>
            <p:nvPr/>
          </p:nvSpPr>
          <p:spPr>
            <a:xfrm>
              <a:off x="4660818" y="4560303"/>
              <a:ext cx="753523" cy="4132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414341" y="4560303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667139" y="4979879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tmp</a:t>
              </a:r>
              <a:endPara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>
              <a:off x="5903234" y="4167985"/>
              <a:ext cx="29055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5676813" y="4766929"/>
              <a:ext cx="243368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cxnSpLocks/>
            </p:cNvCxnSpPr>
            <p:nvPr/>
          </p:nvCxnSpPr>
          <p:spPr>
            <a:xfrm flipH="1" flipV="1">
              <a:off x="5912956" y="4167985"/>
              <a:ext cx="4817" cy="598944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2BD025C-BD36-3175-2654-DA8B1DFE130D}"/>
              </a:ext>
            </a:extLst>
          </p:cNvPr>
          <p:cNvGrpSpPr/>
          <p:nvPr/>
        </p:nvGrpSpPr>
        <p:grpSpPr>
          <a:xfrm>
            <a:off x="4817981" y="5711273"/>
            <a:ext cx="6932563" cy="659623"/>
            <a:chOff x="4817981" y="5711273"/>
            <a:chExt cx="6932563" cy="659623"/>
          </a:xfrm>
        </p:grpSpPr>
        <p:sp>
          <p:nvSpPr>
            <p:cNvPr id="76" name="Rectangle 75"/>
            <p:cNvSpPr/>
            <p:nvPr/>
          </p:nvSpPr>
          <p:spPr>
            <a:xfrm>
              <a:off x="6204417" y="5720271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957940" y="5720271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597173" y="5720271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8350696" y="5720271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8989929" y="5720271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743452" y="5720271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0386212" y="5711273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1139735" y="5711273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>
              <a:off x="7084871" y="5926651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8471306" y="5926121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>
              <a:off x="9864062" y="5926120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6204418" y="6141829"/>
              <a:ext cx="1015994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sz="1400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7597172" y="6133525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sz="1400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8996250" y="6139847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sz="1400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10379891" y="6130849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r>
                <a:rPr lang="en-US" sz="1400" baseline="-25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</a:p>
          </p:txBody>
        </p:sp>
        <p:cxnSp>
          <p:nvCxnSpPr>
            <p:cNvPr id="93" name="Straight Arrow Connector 92"/>
            <p:cNvCxnSpPr/>
            <p:nvPr/>
          </p:nvCxnSpPr>
          <p:spPr>
            <a:xfrm>
              <a:off x="11260345" y="5917122"/>
              <a:ext cx="370454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11626037" y="5910770"/>
              <a:ext cx="0" cy="11748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V="1">
              <a:off x="11501529" y="6028250"/>
              <a:ext cx="249015" cy="4763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 flipV="1">
              <a:off x="11539209" y="6082623"/>
              <a:ext cx="173654" cy="2381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11582622" y="6130849"/>
              <a:ext cx="86827" cy="1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Rectangle 98"/>
            <p:cNvSpPr/>
            <p:nvPr/>
          </p:nvSpPr>
          <p:spPr>
            <a:xfrm>
              <a:off x="4817981" y="5726398"/>
              <a:ext cx="753523" cy="4132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571504" y="5726398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824302" y="6145974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tmp</a:t>
              </a:r>
              <a:endPara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98" name="Straight Arrow Connector 97"/>
            <p:cNvCxnSpPr/>
            <p:nvPr/>
          </p:nvCxnSpPr>
          <p:spPr>
            <a:xfrm>
              <a:off x="5687501" y="5926120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F35A20C-A020-62E3-EBC8-EC8969DD4599}"/>
              </a:ext>
            </a:extLst>
          </p:cNvPr>
          <p:cNvGrpSpPr/>
          <p:nvPr/>
        </p:nvGrpSpPr>
        <p:grpSpPr>
          <a:xfrm>
            <a:off x="3668582" y="5702191"/>
            <a:ext cx="1141344" cy="646905"/>
            <a:chOff x="3668582" y="5702191"/>
            <a:chExt cx="1141344" cy="646905"/>
          </a:xfrm>
        </p:grpSpPr>
        <p:sp>
          <p:nvSpPr>
            <p:cNvPr id="87" name="Rectangle 86"/>
            <p:cNvSpPr/>
            <p:nvPr/>
          </p:nvSpPr>
          <p:spPr>
            <a:xfrm>
              <a:off x="3697503" y="5702191"/>
              <a:ext cx="590273" cy="4223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tmp</a:t>
              </a:r>
              <a:endPara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668582" y="6124174"/>
              <a:ext cx="690022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head</a:t>
              </a:r>
            </a:p>
          </p:txBody>
        </p:sp>
        <p:cxnSp>
          <p:nvCxnSpPr>
            <p:cNvPr id="105" name="Straight Arrow Connector 104"/>
            <p:cNvCxnSpPr/>
            <p:nvPr/>
          </p:nvCxnSpPr>
          <p:spPr>
            <a:xfrm>
              <a:off x="4297624" y="5920627"/>
              <a:ext cx="51230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F64681-C86E-0769-F9D6-A571E0C2F2CD}"/>
              </a:ext>
            </a:extLst>
          </p:cNvPr>
          <p:cNvGrpSpPr/>
          <p:nvPr/>
        </p:nvGrpSpPr>
        <p:grpSpPr>
          <a:xfrm>
            <a:off x="4665988" y="2882733"/>
            <a:ext cx="1378701" cy="644498"/>
            <a:chOff x="4665988" y="2882733"/>
            <a:chExt cx="1378701" cy="644498"/>
          </a:xfrm>
        </p:grpSpPr>
        <p:sp>
          <p:nvSpPr>
            <p:cNvPr id="35" name="Rectangle 34"/>
            <p:cNvSpPr/>
            <p:nvPr/>
          </p:nvSpPr>
          <p:spPr>
            <a:xfrm>
              <a:off x="4665988" y="2882733"/>
              <a:ext cx="753523" cy="4132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419511" y="2882733"/>
              <a:ext cx="262472" cy="4132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672309" y="3302309"/>
              <a:ext cx="1015995" cy="2249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tmp</a:t>
              </a:r>
              <a:endPara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02" name="Straight Arrow Connector 101"/>
            <p:cNvCxnSpPr/>
            <p:nvPr/>
          </p:nvCxnSpPr>
          <p:spPr>
            <a:xfrm>
              <a:off x="5554490" y="3082260"/>
              <a:ext cx="370454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>
              <a:off x="5920182" y="3075908"/>
              <a:ext cx="0" cy="11748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/>
            <p:nvPr/>
          </p:nvCxnSpPr>
          <p:spPr>
            <a:xfrm flipV="1">
              <a:off x="5795674" y="3193388"/>
              <a:ext cx="249015" cy="4763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/>
            <p:nvPr/>
          </p:nvCxnSpPr>
          <p:spPr>
            <a:xfrm flipV="1">
              <a:off x="5833354" y="3247761"/>
              <a:ext cx="173654" cy="2381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/>
            <p:nvPr/>
          </p:nvCxnSpPr>
          <p:spPr>
            <a:xfrm>
              <a:off x="5876767" y="3295987"/>
              <a:ext cx="86827" cy="1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7A08256-B0A8-57BB-A008-D5AFB28C15FD}"/>
              </a:ext>
            </a:extLst>
          </p:cNvPr>
          <p:cNvSpPr txBox="1"/>
          <p:nvPr/>
        </p:nvSpPr>
        <p:spPr>
          <a:xfrm>
            <a:off x="8979303" y="152400"/>
            <a:ext cx="3016754" cy="92333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Note that the syntax in this slides is based on Python. 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C++ syntax will be different.</a:t>
            </a:r>
          </a:p>
        </p:txBody>
      </p:sp>
    </p:spTree>
    <p:extLst>
      <p:ext uri="{BB962C8B-B14F-4D97-AF65-F5344CB8AC3E}">
        <p14:creationId xmlns:p14="http://schemas.microsoft.com/office/powerpoint/2010/main" val="349137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Algorithms-Insertion </a:t>
            </a:r>
            <a:r>
              <a:rPr lang="en-US" b="1" dirty="0"/>
              <a:t>in the middle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91" y="184104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Original LinkedList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Required: Insert 3 between n</a:t>
            </a:r>
            <a:r>
              <a:rPr lang="en-US" baseline="-25000" dirty="0"/>
              <a:t>2</a:t>
            </a:r>
            <a:r>
              <a:rPr lang="en-US" dirty="0"/>
              <a:t> and n</a:t>
            </a:r>
            <a:r>
              <a:rPr lang="en-US" baseline="-25000" dirty="0"/>
              <a:t>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1) Create a new node (</a:t>
            </a:r>
            <a:r>
              <a:rPr lang="en-US" dirty="0" err="1"/>
              <a:t>tmp</a:t>
            </a:r>
            <a:r>
              <a:rPr lang="en-US" dirty="0"/>
              <a:t>)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2) Create a pointer </a:t>
            </a:r>
            <a:r>
              <a:rPr lang="en-US" i="1" dirty="0"/>
              <a:t>current</a:t>
            </a:r>
            <a:r>
              <a:rPr lang="en-US" dirty="0"/>
              <a:t> and move it to n</a:t>
            </a:r>
            <a:r>
              <a:rPr lang="en-US" baseline="-25000" dirty="0"/>
              <a:t>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89304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2827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82060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35583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74816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28339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771099" y="187088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4622" y="187088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69758" y="208626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856193" y="208573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248949" y="20857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84936" y="1868210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6780" y="2290546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305" y="2301439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82059" y="229313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1137" y="229945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4778" y="229045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0645232" y="2076732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1010924" y="2070380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10886416" y="2187860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10924096" y="2242233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0967509" y="2290459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087628" y="20857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712483" y="3698842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66006" y="369884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718804" y="4118418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429431" y="5168120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2954" y="5168120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822187" y="5168120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75710" y="5168120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14943" y="5168120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68466" y="5168120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11226" y="515912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64749" y="515912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5309885" y="537450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696320" y="537397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8089076" y="537396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525063" y="5156449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76907" y="5578785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29432" y="5589678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22186" y="5581374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1264" y="5587696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04905" y="5578698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9485359" y="5364971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9851051" y="5358619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9726543" y="5476099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9764223" y="5530472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9807636" y="5578698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927755" y="537396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3927755" y="6253899"/>
            <a:ext cx="2401031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6328786" y="5803620"/>
            <a:ext cx="1" cy="443545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3526597" y="6035997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57384" y="6466637"/>
            <a:ext cx="735191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5597936" y="3903361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963628" y="3897009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5839120" y="4014489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5876800" y="4068862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5920213" y="4117088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46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9" grpId="0" animBg="1"/>
      <p:bldP spid="50" grpId="0"/>
      <p:bldP spid="51" grpId="0"/>
      <p:bldP spid="52" grpId="0"/>
      <p:bldP spid="53" grpId="0"/>
      <p:bldP spid="54" grpId="0"/>
      <p:bldP spid="102" grpId="0" animBg="1"/>
      <p:bldP spid="10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Algorithms-Insertion </a:t>
            </a:r>
            <a:r>
              <a:rPr lang="en-US" b="1" dirty="0"/>
              <a:t>in the middle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91" y="184104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3) Set </a:t>
            </a:r>
            <a:r>
              <a:rPr lang="en-US" dirty="0" err="1"/>
              <a:t>tmp.next</a:t>
            </a:r>
            <a:r>
              <a:rPr lang="en-US" dirty="0"/>
              <a:t> = </a:t>
            </a:r>
            <a:r>
              <a:rPr lang="en-US" dirty="0" err="1"/>
              <a:t>current.next</a:t>
            </a: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4) Set </a:t>
            </a:r>
            <a:r>
              <a:rPr lang="en-US" dirty="0" err="1"/>
              <a:t>current.next</a:t>
            </a:r>
            <a:r>
              <a:rPr lang="en-US" dirty="0"/>
              <a:t> = </a:t>
            </a:r>
            <a:r>
              <a:rPr lang="en-US" dirty="0" err="1"/>
              <a:t>tmp</a:t>
            </a: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5803457" y="3434884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56980" y="3434884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809778" y="3854460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417023" y="253820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70546" y="253820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809779" y="253820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3302" y="253820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02535" y="253820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6058" y="253820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598818" y="2529204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52341" y="2529204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5297477" y="274458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683912" y="274405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8076668" y="274405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512655" y="2526531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64499" y="295777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17024" y="2959760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9778" y="2951456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8856" y="2957778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2497" y="2948780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9472951" y="2735053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9838643" y="2728701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9714135" y="2846181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9751815" y="2900554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9795228" y="2948780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915347" y="274405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6321522" y="2299271"/>
            <a:ext cx="1" cy="243454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6124667" y="1873250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06812" y="1648328"/>
            <a:ext cx="810370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6819452" y="3629796"/>
            <a:ext cx="159253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6978705" y="2862513"/>
            <a:ext cx="21364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6987413" y="2862513"/>
            <a:ext cx="0" cy="778999"/>
          </a:xfrm>
          <a:prstGeom prst="straightConnector1">
            <a:avLst/>
          </a:prstGeom>
          <a:ln w="1905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5951530" y="5187015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05053" y="5187015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957851" y="560659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149121" y="519316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02644" y="519316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541877" y="519316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95400" y="519316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350691" y="519801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04214" y="519801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746974" y="518901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00497" y="518901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4029575" y="539954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416010" y="539901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8224824" y="540386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2244753" y="5181492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96597" y="5612739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49122" y="5614721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41876" y="560641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57012" y="561758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40653" y="560858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>
            <a:off x="9621107" y="5394862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9986799" y="5388510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9862291" y="5505990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9899971" y="5560363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9943384" y="5608589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2647445" y="539901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V="1">
            <a:off x="5053620" y="4954232"/>
            <a:ext cx="1" cy="243454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4856765" y="4528211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44688" y="4292564"/>
            <a:ext cx="810370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>
            <a:off x="6829375" y="539901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1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9" grpId="0" animBg="1"/>
      <p:bldP spid="50" grpId="0"/>
      <p:bldP spid="51" grpId="0"/>
      <p:bldP spid="52" grpId="0"/>
      <p:bldP spid="53" grpId="0"/>
      <p:bldP spid="54" grpId="0"/>
      <p:bldP spid="102" grpId="0" animBg="1"/>
      <p:bldP spid="64" grpId="0" animBg="1"/>
      <p:bldP spid="65" grpId="0" animBg="1"/>
      <p:bldP spid="66" grpId="0"/>
      <p:bldP spid="67" grpId="0" animBg="1"/>
      <p:bldP spid="68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9" grpId="0" animBg="1"/>
      <p:bldP spid="80" grpId="0"/>
      <p:bldP spid="81" grpId="0"/>
      <p:bldP spid="82" grpId="0"/>
      <p:bldP spid="83" grpId="0"/>
      <p:bldP spid="84" grpId="0"/>
      <p:bldP spid="92" grpId="0" animBg="1"/>
      <p:bldP spid="9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Algorithms-Insertion </a:t>
            </a:r>
            <a:r>
              <a:rPr lang="en-US" b="1" dirty="0"/>
              <a:t>at the end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91" y="1841048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Original LinkedList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Required: Insert 3 at the end of </a:t>
            </a:r>
            <a:r>
              <a:rPr lang="en-US" dirty="0" err="1"/>
              <a:t>linkedlist</a:t>
            </a:r>
            <a:endParaRPr lang="en-US" baseline="-25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1) Create a new node (</a:t>
            </a:r>
            <a:r>
              <a:rPr lang="en-US" dirty="0" err="1"/>
              <a:t>tmp</a:t>
            </a:r>
            <a:r>
              <a:rPr lang="en-US" dirty="0"/>
              <a:t>)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2) Create a pointer </a:t>
            </a:r>
            <a:r>
              <a:rPr lang="en-US" i="1" dirty="0"/>
              <a:t>current</a:t>
            </a:r>
            <a:r>
              <a:rPr lang="en-US" dirty="0"/>
              <a:t> and move it to end </a:t>
            </a:r>
            <a:r>
              <a:rPr lang="en-US" sz="2200" i="1" dirty="0"/>
              <a:t>(we can also use tail pointer; next slide)</a:t>
            </a:r>
            <a:endParaRPr lang="en-US" i="1" baseline="-25000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89304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2827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82060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35583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74816" y="187988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28339" y="187988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771099" y="187088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4622" y="187088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69758" y="208626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856193" y="208573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248949" y="20857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84936" y="1868210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6780" y="2290546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9305" y="2301439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82059" y="229313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1137" y="229945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4778" y="229045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0645232" y="2076732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1010924" y="2070380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10886416" y="2187860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10924096" y="2242233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0967509" y="2290459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087628" y="208573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712483" y="3698842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66006" y="369884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718804" y="4118418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429431" y="5168120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2954" y="5168120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822187" y="5168120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75710" y="5168120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14943" y="5168120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68466" y="5168120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11226" y="515912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64749" y="515912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5309885" y="537450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696320" y="537397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8089076" y="537396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525063" y="5156449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76907" y="5578785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29432" y="5589678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22186" y="5581374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1264" y="5587696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04905" y="5578698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9485359" y="5364971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9851051" y="5358619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9726543" y="5476099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9764223" y="5530472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9807636" y="5578698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927755" y="537396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3958837" y="6253899"/>
            <a:ext cx="515406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9112901" y="5817828"/>
            <a:ext cx="1" cy="443545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3551184" y="6035997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57384" y="6466637"/>
            <a:ext cx="810370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5597936" y="3903361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963628" y="3897009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5839120" y="4014489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5876800" y="4068862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5920213" y="4117088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4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9" grpId="0" animBg="1"/>
      <p:bldP spid="50" grpId="0"/>
      <p:bldP spid="51" grpId="0"/>
      <p:bldP spid="52" grpId="0"/>
      <p:bldP spid="53" grpId="0"/>
      <p:bldP spid="54" grpId="0"/>
      <p:bldP spid="102" grpId="0" animBg="1"/>
      <p:bldP spid="10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Algorithms-Insertion </a:t>
            </a:r>
            <a:r>
              <a:rPr lang="en-US" b="1" dirty="0"/>
              <a:t>at the end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91" y="184104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3) Set </a:t>
            </a:r>
            <a:r>
              <a:rPr lang="en-US" dirty="0" err="1"/>
              <a:t>current.next</a:t>
            </a:r>
            <a:r>
              <a:rPr lang="en-US" dirty="0"/>
              <a:t> = </a:t>
            </a:r>
            <a:r>
              <a:rPr lang="en-US" dirty="0" err="1"/>
              <a:t>tmp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Alternately, if we have a tail pointer, we could simply do this,</a:t>
            </a:r>
          </a:p>
          <a:p>
            <a:pPr marL="0" indent="0">
              <a:buNone/>
            </a:pPr>
            <a:r>
              <a:rPr lang="en-US" dirty="0"/>
              <a:t>1) Set </a:t>
            </a:r>
            <a:r>
              <a:rPr lang="en-US" dirty="0" err="1"/>
              <a:t>tail.next</a:t>
            </a:r>
            <a:r>
              <a:rPr lang="en-US" dirty="0"/>
              <a:t> = </a:t>
            </a:r>
            <a:r>
              <a:rPr lang="en-US" dirty="0" err="1"/>
              <a:t>tmp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2) tail = </a:t>
            </a:r>
            <a:r>
              <a:rPr lang="en-US" dirty="0" err="1"/>
              <a:t>tmp</a:t>
            </a: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0067304" y="2522882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20827" y="252288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073625" y="2942458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417023" y="253820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70546" y="253820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809779" y="253820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3302" y="253820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02535" y="2538202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6058" y="2538202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598818" y="2529204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52341" y="2529204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5297477" y="274458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6683912" y="274405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8076668" y="274405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3512655" y="2526531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64499" y="295777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17024" y="2959760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9778" y="2951456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8856" y="2957778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2497" y="2948780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10947759" y="2735055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11313451" y="2728703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11188943" y="2846183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11226623" y="2900556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11270036" y="2948782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3915347" y="274405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9104837" y="2281596"/>
            <a:ext cx="1" cy="243454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8907982" y="1855575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690127" y="1630653"/>
            <a:ext cx="810370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45520" y="494616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242829" y="4541388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96352" y="4541388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635585" y="4541388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89108" y="4541388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038360" y="4537585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91883" y="4537585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434643" y="452858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88166" y="452858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4123283" y="4747768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912493" y="4743434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2338461" y="4529717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90305" y="4960964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42830" y="4962946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35584" y="4954642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44681" y="495716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28322" y="4948163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2741153" y="4747237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5517044" y="4738586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9492748" y="2738984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732916" y="3865746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85784" y="3633987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</a:t>
            </a:r>
          </a:p>
        </p:txBody>
      </p:sp>
      <p:cxnSp>
        <p:nvCxnSpPr>
          <p:cNvPr id="98" name="Straight Arrow Connector 97"/>
          <p:cNvCxnSpPr/>
          <p:nvPr/>
        </p:nvCxnSpPr>
        <p:spPr>
          <a:xfrm flipV="1">
            <a:off x="7932689" y="4293806"/>
            <a:ext cx="1" cy="243454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8854496" y="613297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08019" y="613297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8860817" y="655255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3204215" y="614829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57738" y="614829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4596971" y="614829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50494" y="614829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989727" y="614829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743250" y="614829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7386010" y="613930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39533" y="613930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2" name="Straight Arrow Connector 111"/>
          <p:cNvCxnSpPr/>
          <p:nvPr/>
        </p:nvCxnSpPr>
        <p:spPr>
          <a:xfrm>
            <a:off x="4084669" y="635467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>
            <a:off x="5471104" y="635414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6863860" y="6354148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2299847" y="6136628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04216" y="6569857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96970" y="6561553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96048" y="656787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79689" y="655887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>
            <a:off x="9734951" y="6345152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10100643" y="6338800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V="1">
            <a:off x="9976135" y="6456280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flipV="1">
            <a:off x="10013815" y="6510653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>
            <a:off x="10057228" y="6558879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>
            <a:off x="2702539" y="6354148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8279940" y="634908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2139503" y="6561553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82977" y="5465114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9034821" y="523718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flipV="1">
            <a:off x="9382750" y="5893174"/>
            <a:ext cx="1" cy="243454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8857778" y="4532921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11301" y="453292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8881491" y="492703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7" name="Straight Arrow Connector 136"/>
          <p:cNvCxnSpPr/>
          <p:nvPr/>
        </p:nvCxnSpPr>
        <p:spPr>
          <a:xfrm>
            <a:off x="9738233" y="4745094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>
            <a:off x="10103925" y="4738742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/>
          <p:nvPr/>
        </p:nvCxnSpPr>
        <p:spPr>
          <a:xfrm flipV="1">
            <a:off x="9979417" y="4856222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 flipV="1">
            <a:off x="10017097" y="4910595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>
            <a:off x="10060510" y="4958821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>
            <a:off x="8332454" y="473874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6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9" grpId="0" animBg="1"/>
      <p:bldP spid="50" grpId="0"/>
      <p:bldP spid="51" grpId="0"/>
      <p:bldP spid="52" grpId="0"/>
      <p:bldP spid="53" grpId="0"/>
      <p:bldP spid="54" grpId="0"/>
      <p:bldP spid="102" grpId="0" animBg="1"/>
      <p:bldP spid="103" grpId="0"/>
      <p:bldP spid="66" grpId="0"/>
      <p:bldP spid="67" grpId="0" animBg="1"/>
      <p:bldP spid="68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9" grpId="0" animBg="1"/>
      <p:bldP spid="80" grpId="0"/>
      <p:bldP spid="81" grpId="0"/>
      <p:bldP spid="82" grpId="0"/>
      <p:bldP spid="83" grpId="0"/>
      <p:bldP spid="84" grpId="0"/>
      <p:bldP spid="95" grpId="0" animBg="1"/>
      <p:bldP spid="96" grpId="0"/>
      <p:bldP spid="99" grpId="0" animBg="1"/>
      <p:bldP spid="100" grpId="0" animBg="1"/>
      <p:bldP spid="101" grpId="0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5" grpId="0" animBg="1"/>
      <p:bldP spid="116" grpId="0"/>
      <p:bldP spid="117" grpId="0"/>
      <p:bldP spid="118" grpId="0"/>
      <p:bldP spid="119" grpId="0"/>
      <p:bldP spid="130" grpId="0"/>
      <p:bldP spid="131" grpId="0" animBg="1"/>
      <p:bldP spid="132" grpId="0"/>
      <p:bldP spid="134" grpId="0" animBg="1"/>
      <p:bldP spid="135" grpId="0" animBg="1"/>
      <p:bldP spid="1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Six cases </a:t>
            </a:r>
            <a:r>
              <a:rPr lang="en-US" dirty="0"/>
              <a:t>to consider</a:t>
            </a:r>
          </a:p>
          <a:p>
            <a:pPr marL="514350" indent="-514350">
              <a:buAutoNum type="arabicPeriod"/>
            </a:pPr>
            <a:r>
              <a:rPr lang="en-US" i="1" dirty="0">
                <a:solidFill>
                  <a:schemeClr val="accent1"/>
                </a:solidFill>
              </a:rPr>
              <a:t>the list is </a:t>
            </a:r>
            <a:r>
              <a:rPr lang="en-US" b="1" i="1" dirty="0">
                <a:solidFill>
                  <a:schemeClr val="accent1"/>
                </a:solidFill>
              </a:rPr>
              <a:t>empty</a:t>
            </a:r>
          </a:p>
          <a:p>
            <a:pPr marL="514350" indent="-514350">
              <a:buAutoNum type="arabicPeriod"/>
            </a:pPr>
            <a:r>
              <a:rPr lang="en-US" i="1" dirty="0">
                <a:solidFill>
                  <a:schemeClr val="accent1"/>
                </a:solidFill>
              </a:rPr>
              <a:t>the node to remove is the </a:t>
            </a:r>
            <a:r>
              <a:rPr lang="en-US" b="1" i="1" dirty="0">
                <a:solidFill>
                  <a:schemeClr val="accent1"/>
                </a:solidFill>
              </a:rPr>
              <a:t>only node in the linked list</a:t>
            </a:r>
          </a:p>
          <a:p>
            <a:pPr marL="514350" indent="-514350">
              <a:buAutoNum type="arabicPeriod"/>
            </a:pPr>
            <a:r>
              <a:rPr lang="en-US" i="1" dirty="0">
                <a:solidFill>
                  <a:schemeClr val="accent1"/>
                </a:solidFill>
              </a:rPr>
              <a:t>we are </a:t>
            </a:r>
            <a:r>
              <a:rPr lang="en-US" b="1" i="1" dirty="0">
                <a:solidFill>
                  <a:schemeClr val="accent1"/>
                </a:solidFill>
              </a:rPr>
              <a:t>removing the head node</a:t>
            </a:r>
          </a:p>
          <a:p>
            <a:pPr marL="514350" indent="-514350">
              <a:buAutoNum type="arabicPeriod"/>
            </a:pPr>
            <a:r>
              <a:rPr lang="en-US" i="1" dirty="0"/>
              <a:t>we are </a:t>
            </a:r>
            <a:r>
              <a:rPr lang="en-US" b="1" i="1" dirty="0"/>
              <a:t>removing the tail node</a:t>
            </a:r>
          </a:p>
          <a:p>
            <a:pPr marL="514350" indent="-514350">
              <a:buAutoNum type="arabicPeriod"/>
            </a:pPr>
            <a:r>
              <a:rPr lang="en-US" i="1" dirty="0"/>
              <a:t>the node to remove is </a:t>
            </a:r>
            <a:r>
              <a:rPr lang="en-US" b="1" i="1" dirty="0"/>
              <a:t>somewhere in between </a:t>
            </a:r>
            <a:r>
              <a:rPr lang="en-US" i="1" dirty="0"/>
              <a:t>the head and tail</a:t>
            </a:r>
          </a:p>
          <a:p>
            <a:pPr marL="514350" indent="-514350">
              <a:buAutoNum type="arabicPeriod"/>
            </a:pPr>
            <a:r>
              <a:rPr lang="en-US" i="1" dirty="0"/>
              <a:t>the item to remove </a:t>
            </a:r>
            <a:r>
              <a:rPr lang="en-US" b="1" i="1" dirty="0"/>
              <a:t>doesn't exist </a:t>
            </a:r>
            <a:r>
              <a:rPr lang="en-US" i="1" dirty="0"/>
              <a:t>in the linked list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b="1" dirty="0"/>
              <a:t>cases 1 and 6 </a:t>
            </a:r>
            <a:r>
              <a:rPr lang="en-US" dirty="0"/>
              <a:t>we simply </a:t>
            </a:r>
            <a:r>
              <a:rPr lang="en-US" b="1" dirty="0"/>
              <a:t>return false </a:t>
            </a:r>
            <a:r>
              <a:rPr lang="en-US" dirty="0"/>
              <a:t>signifying the item does not exist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30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Algorithms-Deletion </a:t>
            </a:r>
            <a:r>
              <a:rPr lang="en-US" b="1" dirty="0"/>
              <a:t>(Case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LinkedList</a:t>
            </a:r>
            <a:r>
              <a:rPr lang="en-US" dirty="0"/>
              <a:t> is </a:t>
            </a:r>
            <a:r>
              <a:rPr lang="en-US" b="1" dirty="0"/>
              <a:t>empty</a:t>
            </a:r>
            <a:r>
              <a:rPr lang="en-US" dirty="0"/>
              <a:t> meaning head is None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2530105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head ==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None: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case 1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426121" y="4169065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∅</a:t>
            </a:r>
            <a:endParaRPr lang="en-US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77965" y="4600312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825425" y="4351604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191117" y="4345252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6066609" y="4462732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104289" y="4517105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147702" y="4565331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33687" y="5050479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∅</a:t>
            </a:r>
            <a:endParaRPr lang="en-US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85531" y="5481726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825425" y="5269796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191117" y="5263444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066609" y="5380924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104289" y="5435297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47702" y="5483523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583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Algorithms-Deletion </a:t>
            </a:r>
            <a:r>
              <a:rPr lang="en-US" b="1" dirty="0"/>
              <a:t>(Case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to remove is the </a:t>
            </a:r>
            <a:r>
              <a:rPr lang="en-US" b="1" dirty="0"/>
              <a:t>only node </a:t>
            </a:r>
            <a:r>
              <a:rPr lang="en-US" dirty="0"/>
              <a:t>in the linked list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2555501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head.value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  //case 2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head == tail:   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  remove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head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head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tail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return true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313994" y="3435414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67517" y="3435414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9821992" y="3002924"/>
            <a:ext cx="0" cy="4208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409626" y="3423743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1470" y="3846079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13995" y="3856972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0198739" y="3641263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564431" y="3634911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10439923" y="3752391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10477603" y="3806764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0521016" y="3854990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812318" y="364126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25137" y="2574753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76981" y="2334634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119" y="3423743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119" y="3845321"/>
            <a:ext cx="753523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</a:t>
            </a:r>
          </a:p>
        </p:txBody>
      </p:sp>
      <p:sp>
        <p:nvSpPr>
          <p:cNvPr id="36" name="Multiply 35"/>
          <p:cNvSpPr/>
          <p:nvPr/>
        </p:nvSpPr>
        <p:spPr>
          <a:xfrm>
            <a:off x="9434953" y="3235978"/>
            <a:ext cx="797525" cy="915346"/>
          </a:xfrm>
          <a:prstGeom prst="mathMultiply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306723" y="5167877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∅</a:t>
            </a:r>
            <a:endParaRPr lang="en-US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158567" y="5599124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7706027" y="5350416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071719" y="5344064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7947211" y="5461544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7984891" y="5515917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8028304" y="5564143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314289" y="6049291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∅</a:t>
            </a:r>
            <a:endParaRPr lang="en-US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166133" y="648053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7706027" y="6268608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8071719" y="6262256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7947211" y="6379736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7984891" y="6434109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8028304" y="6482335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Arrow: Left 8">
            <a:extLst>
              <a:ext uri="{FF2B5EF4-FFF2-40B4-BE49-F238E27FC236}">
                <a16:creationId xmlns:a16="http://schemas.microsoft.com/office/drawing/2014/main" id="{24C1A63B-43D6-B829-E47F-929FC699878D}"/>
              </a:ext>
            </a:extLst>
          </p:cNvPr>
          <p:cNvSpPr/>
          <p:nvPr/>
        </p:nvSpPr>
        <p:spPr>
          <a:xfrm rot="18811656">
            <a:off x="7779984" y="4431190"/>
            <a:ext cx="797525" cy="42233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9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17" grpId="0" animBg="1"/>
      <p:bldP spid="18" grpId="0"/>
      <p:bldP spid="19" grpId="0"/>
      <p:bldP spid="29" grpId="0" animBg="1"/>
      <p:bldP spid="30" grpId="0"/>
      <p:bldP spid="32" grpId="0" animBg="1"/>
      <p:bldP spid="35" grpId="0"/>
      <p:bldP spid="36" grpId="0" animBg="1"/>
      <p:bldP spid="37" grpId="0" animBg="1"/>
      <p:bldP spid="38" grpId="0"/>
      <p:bldP spid="44" grpId="0" animBg="1"/>
      <p:bldP spid="45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Algorithms-Deletion </a:t>
            </a:r>
            <a:r>
              <a:rPr lang="en-US" b="1" dirty="0"/>
              <a:t>(Case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to remove is the </a:t>
            </a:r>
            <a:r>
              <a:rPr lang="en-US" b="1" dirty="0"/>
              <a:t>head node </a:t>
            </a:r>
            <a:r>
              <a:rPr lang="en-US" dirty="0"/>
              <a:t>in the linked list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2453902"/>
            <a:ext cx="10515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head.value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if head == tail: //case 2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remove head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head = None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tail = None   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else: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//case 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head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head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head.next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remove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 true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288223" y="313548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1746" y="313548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80979" y="313548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4502" y="313548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73735" y="313548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7258" y="313548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70018" y="312648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23541" y="312648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168677" y="3341867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555112" y="3341337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947868" y="3341336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83855" y="3123816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5699" y="3546152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8224" y="3557045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78" y="354874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0056" y="3555063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3697" y="354606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1344151" y="3332338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1709843" y="3325986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11585335" y="3443466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11623015" y="3497839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666428" y="3546065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786547" y="3341336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83855" y="2329606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3855" y="2751184"/>
            <a:ext cx="753523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14740" y="5537254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68263" y="5537254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707496" y="5537254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61019" y="5537254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03779" y="5528256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57302" y="5528256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188873" y="5743104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8581629" y="574310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392837" y="5531782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44681" y="595411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14739" y="5950508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13817" y="5956830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7458" y="5947832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9977912" y="5734105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343604" y="5727753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10219096" y="5845233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10256776" y="5899606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10300189" y="5947832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5795529" y="574930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291575" y="391751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5098" y="391751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684331" y="391751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37854" y="391751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077087" y="391751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30610" y="391751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0473370" y="3908515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26893" y="3908515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7172029" y="412389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8558464" y="412336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9951220" y="412336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291576" y="4339071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4330" y="433076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83408" y="433708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67049" y="432809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11347503" y="4114364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11713195" y="4108012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11588687" y="4225492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11626367" y="4279865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11669780" y="4328091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5392274" y="3914159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251754" y="4330767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5" name="Straight Arrow Connector 84"/>
          <p:cNvCxnSpPr>
            <a:endCxn id="60" idx="1"/>
          </p:cNvCxnSpPr>
          <p:nvPr/>
        </p:nvCxnSpPr>
        <p:spPr>
          <a:xfrm>
            <a:off x="5782329" y="4123362"/>
            <a:ext cx="509246" cy="7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7995472" y="4817547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47316" y="524875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93" name="Straight Arrow Connector 92"/>
          <p:cNvCxnSpPr/>
          <p:nvPr/>
        </p:nvCxnSpPr>
        <p:spPr>
          <a:xfrm flipV="1">
            <a:off x="8185366" y="4566532"/>
            <a:ext cx="1" cy="2396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Multiply 100"/>
          <p:cNvSpPr/>
          <p:nvPr/>
        </p:nvSpPr>
        <p:spPr>
          <a:xfrm>
            <a:off x="6414291" y="3687928"/>
            <a:ext cx="797525" cy="915346"/>
          </a:xfrm>
          <a:prstGeom prst="mathMultiply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5392837" y="6238803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∅</a:t>
            </a:r>
            <a:endParaRPr lang="en-US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5244681" y="6638279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5788098" y="6437603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6153790" y="6431251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V="1">
            <a:off x="6029282" y="6548731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V="1">
            <a:off x="6066962" y="6603104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6110375" y="6651330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46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649686" cy="1325563"/>
          </a:xfrm>
        </p:spPr>
        <p:txBody>
          <a:bodyPr/>
          <a:lstStyle/>
          <a:p>
            <a:r>
              <a:rPr lang="en-US" dirty="0"/>
              <a:t>Algorithms-Deletion </a:t>
            </a:r>
            <a:br>
              <a:rPr lang="en-US" dirty="0"/>
            </a:br>
            <a:r>
              <a:rPr lang="en-US" b="1" dirty="0"/>
              <a:t>(Case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to remove is the </a:t>
            </a:r>
            <a:r>
              <a:rPr lang="en-US" b="1" dirty="0"/>
              <a:t>tail node </a:t>
            </a:r>
            <a:r>
              <a:rPr lang="en-US" dirty="0"/>
              <a:t>in the linked list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2462368"/>
            <a:ext cx="10515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//this loop gives us the node or 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if node does not exist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None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and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n.next.value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n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//means node exist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//case 4-it’s tail node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tail: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tail = n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288223" y="313548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1746" y="313548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80979" y="313548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4502" y="313548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73735" y="313548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7258" y="313548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70018" y="312648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23541" y="312648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168677" y="3341867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555112" y="3341337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947868" y="3341336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83855" y="3123816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5699" y="3546152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8224" y="3557045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78" y="354874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0056" y="3555063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3697" y="354606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1344151" y="3332338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1709843" y="3325986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11585335" y="3443466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11623015" y="3497839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666428" y="3546065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786547" y="3341336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83855" y="2329606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3855" y="2751184"/>
            <a:ext cx="753523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4993" y="5875585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28516" y="5875585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67749" y="5875585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1272" y="5875585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064032" y="5866587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17555" y="5866587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149126" y="6081435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541882" y="6081434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53090" y="5870113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04934" y="6292449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4992" y="628883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74070" y="629516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7711" y="6286163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9938165" y="6072436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0303857" y="6066084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10179349" y="6183564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10217029" y="6237937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10260442" y="6286163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5755782" y="608763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291575" y="391751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5098" y="391751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684331" y="391751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7854" y="391751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077087" y="391751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30610" y="391751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473370" y="3908515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26893" y="3908515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7172029" y="412389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8558464" y="412336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9951220" y="412336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291576" y="4339071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4330" y="433076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83408" y="433708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67049" y="432809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11347503" y="4114364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11713195" y="4108012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11588687" y="4225492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11626367" y="4279865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11669780" y="4328091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9367225" y="2277459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19069" y="2046215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</a:p>
        </p:txBody>
      </p:sp>
      <p:sp>
        <p:nvSpPr>
          <p:cNvPr id="76" name="Multiply 75"/>
          <p:cNvSpPr/>
          <p:nvPr/>
        </p:nvSpPr>
        <p:spPr>
          <a:xfrm>
            <a:off x="10553642" y="3672569"/>
            <a:ext cx="797525" cy="915346"/>
          </a:xfrm>
          <a:prstGeom prst="mathMultiply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/>
          <p:cNvCxnSpPr/>
          <p:nvPr/>
        </p:nvCxnSpPr>
        <p:spPr>
          <a:xfrm>
            <a:off x="10968248" y="2693893"/>
            <a:ext cx="0" cy="4208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10771393" y="2265722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23237" y="2025603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9564080" y="2702997"/>
            <a:ext cx="0" cy="4208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9170370" y="4842118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cxnSp>
        <p:nvCxnSpPr>
          <p:cNvPr id="92" name="Straight Arrow Connector 91"/>
          <p:cNvCxnSpPr>
            <a:stCxn id="63" idx="2"/>
            <a:endCxn id="91" idx="0"/>
          </p:cNvCxnSpPr>
          <p:nvPr/>
        </p:nvCxnSpPr>
        <p:spPr>
          <a:xfrm flipH="1">
            <a:off x="9367225" y="4562011"/>
            <a:ext cx="224181" cy="280107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9170370" y="5247485"/>
            <a:ext cx="393710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40416" y="4841474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595372" y="5257507"/>
            <a:ext cx="494358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</a:t>
            </a:r>
          </a:p>
        </p:txBody>
      </p:sp>
      <p:cxnSp>
        <p:nvCxnSpPr>
          <p:cNvPr id="97" name="Straight Arrow Connector 96"/>
          <p:cNvCxnSpPr>
            <a:stCxn id="63" idx="2"/>
          </p:cNvCxnSpPr>
          <p:nvPr/>
        </p:nvCxnSpPr>
        <p:spPr>
          <a:xfrm>
            <a:off x="9591406" y="4562011"/>
            <a:ext cx="251839" cy="278093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9564080" y="5623560"/>
            <a:ext cx="0" cy="2520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9827258" y="5472407"/>
            <a:ext cx="0" cy="15115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 flipH="1" flipV="1">
            <a:off x="9564080" y="5621546"/>
            <a:ext cx="273192" cy="2014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5377684" y="3907086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229528" y="4329422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4" name="Straight Arrow Connector 113"/>
          <p:cNvCxnSpPr/>
          <p:nvPr/>
        </p:nvCxnSpPr>
        <p:spPr>
          <a:xfrm>
            <a:off x="5772756" y="4124606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50D291D-F7C7-2DE1-5C6A-B0A66F49F12B}"/>
              </a:ext>
            </a:extLst>
          </p:cNvPr>
          <p:cNvSpPr txBox="1"/>
          <p:nvPr/>
        </p:nvSpPr>
        <p:spPr>
          <a:xfrm>
            <a:off x="7489373" y="130628"/>
            <a:ext cx="4506686" cy="1477328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Over here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value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is used to identify that you’ve reached at correct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Another way (discussed in class) is to traverse till the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second-last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 the LL. </a:t>
            </a:r>
          </a:p>
        </p:txBody>
      </p:sp>
    </p:spTree>
    <p:extLst>
      <p:ext uri="{BB962C8B-B14F-4D97-AF65-F5344CB8AC3E}">
        <p14:creationId xmlns:p14="http://schemas.microsoft.com/office/powerpoint/2010/main" val="2189717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083383" cy="1325563"/>
          </a:xfrm>
        </p:spPr>
        <p:txBody>
          <a:bodyPr/>
          <a:lstStyle/>
          <a:p>
            <a:r>
              <a:rPr lang="en-US" dirty="0"/>
              <a:t>Algorithms-Deletion </a:t>
            </a:r>
            <a:br>
              <a:rPr lang="en-US" dirty="0"/>
            </a:br>
            <a:r>
              <a:rPr lang="en-US" b="1" dirty="0"/>
              <a:t>(Case 5/6)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01457" cy="554885"/>
          </a:xfrm>
        </p:spPr>
        <p:txBody>
          <a:bodyPr/>
          <a:lstStyle/>
          <a:p>
            <a:r>
              <a:rPr lang="en-US" dirty="0"/>
              <a:t>Node to remove is in </a:t>
            </a:r>
            <a:r>
              <a:rPr lang="en-US" b="1" dirty="0"/>
              <a:t>middle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456795"/>
            <a:ext cx="400189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//means node exist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//case 4-it’s tail node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if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n.next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== tail: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     tail = n     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//case 5-Node is in the 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//middle of list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remove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//case 6-item does not exist</a:t>
            </a:r>
            <a:endParaRPr lang="en-US" dirty="0"/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86343" y="252819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239866" y="252819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79099" y="252819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8632622" y="252819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71855" y="252819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25378" y="252819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68138" y="2519195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21661" y="2519195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366797" y="273457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753232" y="2734043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0145988" y="273404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581975" y="2516522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3819" y="293885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6344" y="2949751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79098" y="294144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8176" y="294776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1817" y="2938771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1542271" y="2725044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1907963" y="2718692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11783455" y="2836172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11821135" y="2890545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1864548" y="2938771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984667" y="273404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581975" y="1722312"/>
            <a:ext cx="753523" cy="4132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81975" y="2143890"/>
            <a:ext cx="753523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2401" y="603906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5924" y="603906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895157" y="603906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8680" y="603906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291440" y="6030063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44963" y="6030063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376534" y="6244911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769290" y="6244910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580498" y="6033589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32342" y="6455925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02400" y="645231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1478" y="645863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5119" y="6449639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10165573" y="6235912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0531265" y="6229560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10406757" y="6347040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10444437" y="6401413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10487850" y="6449639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5983190" y="625110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489695" y="331021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43218" y="331021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882451" y="331021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35974" y="331021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275207" y="3310219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28730" y="3310219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671490" y="3301221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25013" y="3301221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7370149" y="351659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8756584" y="351606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10149340" y="3516068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489696" y="3731777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2450" y="3723473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81528" y="3729795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65169" y="3720797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11545623" y="3507070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11911315" y="3500718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11786807" y="3618198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11824487" y="3672571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11867900" y="3720797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8174615" y="1816032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26459" y="1574980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11166368" y="2086599"/>
            <a:ext cx="0" cy="4208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10969513" y="1658428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821357" y="1418309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tail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8378166" y="2248321"/>
            <a:ext cx="0" cy="2682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9595393" y="4239807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48654" y="4665714"/>
            <a:ext cx="494358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tmp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2" name="Straight Arrow Connector 81"/>
          <p:cNvCxnSpPr>
            <a:stCxn id="63" idx="2"/>
            <a:endCxn id="80" idx="0"/>
          </p:cNvCxnSpPr>
          <p:nvPr/>
        </p:nvCxnSpPr>
        <p:spPr>
          <a:xfrm>
            <a:off x="9789526" y="3954717"/>
            <a:ext cx="2722" cy="28509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5575804" y="3299792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27648" y="3722128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5970876" y="3517312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Multiply 90"/>
          <p:cNvSpPr/>
          <p:nvPr/>
        </p:nvSpPr>
        <p:spPr>
          <a:xfrm>
            <a:off x="9378674" y="3065063"/>
            <a:ext cx="797525" cy="915346"/>
          </a:xfrm>
          <a:prstGeom prst="mathMultiply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8190240" y="4216907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cxnSp>
        <p:nvCxnSpPr>
          <p:cNvPr id="95" name="Straight Arrow Connector 94"/>
          <p:cNvCxnSpPr/>
          <p:nvPr/>
        </p:nvCxnSpPr>
        <p:spPr>
          <a:xfrm>
            <a:off x="8378166" y="3954717"/>
            <a:ext cx="0" cy="255987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8033155" y="4615110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08723" y="5108426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62246" y="5108426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7901479" y="5108426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55002" y="5108426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9294235" y="5108426"/>
            <a:ext cx="753523" cy="4132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7758" y="5108426"/>
            <a:ext cx="262472" cy="4132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0690518" y="5099428"/>
            <a:ext cx="753523" cy="4132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444041" y="5099428"/>
            <a:ext cx="262472" cy="4132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7389177" y="5314806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100" idx="3"/>
          </p:cNvCxnSpPr>
          <p:nvPr/>
        </p:nvCxnSpPr>
        <p:spPr>
          <a:xfrm flipV="1">
            <a:off x="8917474" y="5314277"/>
            <a:ext cx="370440" cy="776"/>
          </a:xfrm>
          <a:prstGeom prst="straightConnector1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10168368" y="5314275"/>
            <a:ext cx="512302" cy="1"/>
          </a:xfrm>
          <a:prstGeom prst="straightConnector1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6508724" y="5529984"/>
            <a:ext cx="1015994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01478" y="5521680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300556" y="5528002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684197" y="5519004"/>
            <a:ext cx="1015995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140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cxnSp>
        <p:nvCxnSpPr>
          <p:cNvPr id="112" name="Straight Arrow Connector 111"/>
          <p:cNvCxnSpPr/>
          <p:nvPr/>
        </p:nvCxnSpPr>
        <p:spPr>
          <a:xfrm>
            <a:off x="11564651" y="5305277"/>
            <a:ext cx="370454" cy="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>
            <a:off x="11930343" y="5298925"/>
            <a:ext cx="0" cy="11748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flipV="1">
            <a:off x="11805835" y="5416405"/>
            <a:ext cx="249015" cy="476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V="1">
            <a:off x="11843515" y="5470778"/>
            <a:ext cx="173654" cy="2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11886928" y="5519004"/>
            <a:ext cx="86827" cy="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5594832" y="5097999"/>
            <a:ext cx="393710" cy="4223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46676" y="5520335"/>
            <a:ext cx="690022" cy="224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head</a:t>
            </a:r>
          </a:p>
        </p:txBody>
      </p:sp>
      <p:cxnSp>
        <p:nvCxnSpPr>
          <p:cNvPr id="119" name="Straight Arrow Connector 118"/>
          <p:cNvCxnSpPr/>
          <p:nvPr/>
        </p:nvCxnSpPr>
        <p:spPr>
          <a:xfrm>
            <a:off x="5989904" y="5315519"/>
            <a:ext cx="51230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Arc 123"/>
          <p:cNvSpPr/>
          <p:nvPr/>
        </p:nvSpPr>
        <p:spPr>
          <a:xfrm rot="18867308">
            <a:off x="8664083" y="4955384"/>
            <a:ext cx="2321020" cy="2459046"/>
          </a:xfrm>
          <a:prstGeom prst="arc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Arrow Connector 125"/>
          <p:cNvCxnSpPr>
            <a:stCxn id="96" idx="2"/>
          </p:cNvCxnSpPr>
          <p:nvPr/>
        </p:nvCxnSpPr>
        <p:spPr>
          <a:xfrm>
            <a:off x="8378166" y="4840032"/>
            <a:ext cx="0" cy="255170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29D347C-446A-3D1E-03AA-C728A9A6752D}"/>
              </a:ext>
            </a:extLst>
          </p:cNvPr>
          <p:cNvSpPr txBox="1"/>
          <p:nvPr/>
        </p:nvSpPr>
        <p:spPr>
          <a:xfrm>
            <a:off x="6095999" y="108857"/>
            <a:ext cx="5900059" cy="1323439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Same idea here as well. You need to reach the </a:t>
            </a:r>
            <a:r>
              <a:rPr lang="en-US" sz="16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that is </a:t>
            </a: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before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6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to be deleted. You’re given the data (which is 5 in this e.g.).</a:t>
            </a:r>
          </a:p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You can identify whether or not you’ve reached the appropriate </a:t>
            </a:r>
            <a:r>
              <a:rPr lang="en-US" sz="16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by checking the next </a:t>
            </a:r>
            <a:r>
              <a:rPr lang="en-US" sz="16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’s </a:t>
            </a:r>
            <a:r>
              <a:rPr lang="en-US" sz="16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m_data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member. </a:t>
            </a:r>
          </a:p>
        </p:txBody>
      </p:sp>
    </p:spTree>
    <p:extLst>
      <p:ext uri="{BB962C8B-B14F-4D97-AF65-F5344CB8AC3E}">
        <p14:creationId xmlns:p14="http://schemas.microsoft.com/office/powerpoint/2010/main" val="3620237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Algorithms-Traversal(1)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 traversal is easy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2648002"/>
            <a:ext cx="8331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ForwardTraversal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(self):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self.head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   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print(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end=“ ”)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tmp.next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print()</a:t>
            </a:r>
          </a:p>
        </p:txBody>
      </p:sp>
    </p:spTree>
    <p:extLst>
      <p:ext uri="{BB962C8B-B14F-4D97-AF65-F5344CB8AC3E}">
        <p14:creationId xmlns:p14="http://schemas.microsoft.com/office/powerpoint/2010/main" val="1024815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Algorithms-Traversal(2)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Backward traversal </a:t>
            </a:r>
            <a:r>
              <a:rPr lang="en-US" dirty="0"/>
              <a:t>is complex for Singly </a:t>
            </a:r>
            <a:r>
              <a:rPr lang="en-US" dirty="0" err="1"/>
              <a:t>LinkedList</a:t>
            </a:r>
            <a:endParaRPr lang="en-US" dirty="0"/>
          </a:p>
          <a:p>
            <a:pPr lvl="1"/>
            <a:r>
              <a:rPr lang="en-US" dirty="0"/>
              <a:t>Nested loops needed as we need to find the previous node of the current node starting from tail</a:t>
            </a:r>
          </a:p>
          <a:p>
            <a:pPr lvl="1"/>
            <a:r>
              <a:rPr lang="en-US" dirty="0"/>
              <a:t>Outer loop starts from tail and moves current </a:t>
            </a:r>
            <a:r>
              <a:rPr lang="en-US" dirty="0" err="1"/>
              <a:t>ptr</a:t>
            </a:r>
            <a:r>
              <a:rPr lang="en-US" dirty="0"/>
              <a:t> until it reaches head  </a:t>
            </a:r>
          </a:p>
          <a:p>
            <a:pPr lvl="1"/>
            <a:r>
              <a:rPr lang="en-US" dirty="0"/>
              <a:t>Inner loop finds the previous node for the node pointed by current </a:t>
            </a:r>
            <a:r>
              <a:rPr lang="en-US" dirty="0" err="1"/>
              <a:t>ptr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5ADE7-1EE0-DABD-9E9A-B3DF4F1904E5}"/>
              </a:ext>
            </a:extLst>
          </p:cNvPr>
          <p:cNvSpPr txBox="1"/>
          <p:nvPr/>
        </p:nvSpPr>
        <p:spPr>
          <a:xfrm>
            <a:off x="7064829" y="108857"/>
            <a:ext cx="4931230" cy="1200329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The iterative approach is shown.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You can also take a recursive approach.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You may use an additional Stack ADT as discussed in class as well.</a:t>
            </a:r>
          </a:p>
        </p:txBody>
      </p:sp>
    </p:spTree>
    <p:extLst>
      <p:ext uri="{BB962C8B-B14F-4D97-AF65-F5344CB8AC3E}">
        <p14:creationId xmlns:p14="http://schemas.microsoft.com/office/powerpoint/2010/main" val="2734128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Algorithms-Traversal(3)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643162"/>
            <a:ext cx="88222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ReverseTraversal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(self):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self.tail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self.tail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head: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self.head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    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prev.next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prev.next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print(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end=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 “)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print(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end=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“ “)</a:t>
            </a:r>
          </a:p>
        </p:txBody>
      </p:sp>
    </p:spTree>
    <p:extLst>
      <p:ext uri="{BB962C8B-B14F-4D97-AF65-F5344CB8AC3E}">
        <p14:creationId xmlns:p14="http://schemas.microsoft.com/office/powerpoint/2010/main" val="2243075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Algorithms-Searching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Simply forward traverse the list checking the value we are looking for against the value of each node in the linked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764572"/>
            <a:ext cx="669713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contains(self,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n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self.head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 !=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None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and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n.value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n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n.next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 ==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None: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//no matching node exists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59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 </a:t>
            </a:r>
            <a:r>
              <a:rPr lang="en-US" dirty="0" err="1"/>
              <a:t>LinkedList</a:t>
            </a:r>
            <a:r>
              <a:rPr lang="en-US" dirty="0"/>
              <a:t> Creation 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955145"/>
            <a:ext cx="7391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class Node: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__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init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__(self, value):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self.next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= None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self.value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= value</a:t>
            </a:r>
          </a:p>
          <a:p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__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str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__(self):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 f'{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self.value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}'</a:t>
            </a:r>
          </a:p>
          <a:p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class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LinkedList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root = None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tail = None</a:t>
            </a:r>
          </a:p>
          <a:p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5504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 </a:t>
            </a:r>
            <a:r>
              <a:rPr lang="en-US" dirty="0" err="1"/>
              <a:t>LinkedList</a:t>
            </a:r>
            <a:r>
              <a:rPr lang="en-US" dirty="0"/>
              <a:t> Creation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Nodes may be linked through </a:t>
            </a:r>
            <a:r>
              <a:rPr lang="en-US" dirty="0" err="1"/>
              <a:t>AddNode</a:t>
            </a:r>
            <a:r>
              <a:rPr lang="en-US" dirty="0"/>
              <a:t> member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2792073"/>
            <a:ext cx="10363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add(self, value):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Node(value)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self.root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None:   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2000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empty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self.root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//new node is the head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self.tail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//new node is the tail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else: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self.tail.next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//we link the new node to the next   </a:t>
            </a:r>
          </a:p>
          <a:p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//pointer of tail node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self.tail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//new node is the new tail node</a:t>
            </a:r>
            <a:endParaRPr lang="en-US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5811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 </a:t>
            </a:r>
            <a:r>
              <a:rPr lang="en-US" dirty="0" err="1"/>
              <a:t>LinkedList</a:t>
            </a:r>
            <a:r>
              <a:rPr lang="en-US" dirty="0"/>
              <a:t>-Memory Deallocation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usually forget that the nodes are dynamically allocated and they must be deallocated when the code terminates</a:t>
            </a:r>
          </a:p>
          <a:p>
            <a:r>
              <a:rPr lang="en-US" dirty="0"/>
              <a:t>We can’t start deletion from the head node as then the entire </a:t>
            </a:r>
            <a:r>
              <a:rPr lang="en-US" dirty="0" err="1"/>
              <a:t>linkedlist</a:t>
            </a:r>
            <a:r>
              <a:rPr lang="en-US" dirty="0"/>
              <a:t> will be inaccessible</a:t>
            </a:r>
          </a:p>
          <a:p>
            <a:r>
              <a:rPr lang="en-US" dirty="0"/>
              <a:t>Instead, we use reverse traversal and delete nodes from tail to 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35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</a:t>
            </a:r>
            <a:r>
              <a:rPr lang="en-US" dirty="0" err="1"/>
              <a:t>LinkedList</a:t>
            </a:r>
            <a:r>
              <a:rPr lang="en-US" dirty="0"/>
              <a:t> and Circular </a:t>
            </a:r>
            <a:r>
              <a:rPr lang="en-US" dirty="0" err="1"/>
              <a:t>LinkedList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Doubly </a:t>
            </a:r>
            <a:r>
              <a:rPr lang="en-US" dirty="0" err="1"/>
              <a:t>LinkedList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contains a </a:t>
            </a:r>
            <a:r>
              <a:rPr lang="en-US" dirty="0" err="1"/>
              <a:t>prev</a:t>
            </a:r>
            <a:r>
              <a:rPr lang="en-US" dirty="0"/>
              <a:t> pointer in addition to next pointer </a:t>
            </a:r>
          </a:p>
          <a:p>
            <a:pPr lvl="1"/>
            <a:r>
              <a:rPr lang="en-US" dirty="0"/>
              <a:t>both forward and backward nodes are linked</a:t>
            </a:r>
          </a:p>
          <a:p>
            <a:pPr lvl="1"/>
            <a:r>
              <a:rPr lang="en-US" dirty="0"/>
              <a:t>makes reverse traversal easy</a:t>
            </a:r>
          </a:p>
          <a:p>
            <a:pPr lvl="1"/>
            <a:r>
              <a:rPr lang="en-US" dirty="0"/>
              <a:t>required to maintain reverse links when inserting or deleting nodes</a:t>
            </a:r>
          </a:p>
          <a:p>
            <a:pPr lvl="1"/>
            <a:endParaRPr lang="en-US" dirty="0"/>
          </a:p>
          <a:p>
            <a:r>
              <a:rPr lang="en-US" dirty="0"/>
              <a:t>Circular </a:t>
            </a:r>
            <a:r>
              <a:rPr lang="en-US" dirty="0" err="1"/>
              <a:t>LinkedList</a:t>
            </a:r>
            <a:endParaRPr lang="en-US" dirty="0"/>
          </a:p>
          <a:p>
            <a:pPr lvl="1"/>
            <a:r>
              <a:rPr lang="en-US" dirty="0"/>
              <a:t>Specialized Singly or </a:t>
            </a:r>
            <a:r>
              <a:rPr lang="en-US" dirty="0" err="1"/>
              <a:t>DoublyLinkedList</a:t>
            </a:r>
            <a:r>
              <a:rPr lang="en-US" dirty="0"/>
              <a:t> with the last node connected to the head node</a:t>
            </a:r>
          </a:p>
          <a:p>
            <a:pPr lvl="1"/>
            <a:r>
              <a:rPr lang="en-US" dirty="0"/>
              <a:t>Traversal loop now requires determination of list completeness with the help of a pointer which could be head or tail or any other pointer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B20F-04FE-4F3D-9080-DB5BB35CA00E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223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2214</Words>
  <Application>Microsoft Office PowerPoint</Application>
  <PresentationFormat>Widescreen</PresentationFormat>
  <Paragraphs>752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Cascadia Code</vt:lpstr>
      <vt:lpstr>Consolas</vt:lpstr>
      <vt:lpstr>Courier New</vt:lpstr>
      <vt:lpstr>Office Theme</vt:lpstr>
      <vt:lpstr>Linked List-An Introduction</vt:lpstr>
      <vt:lpstr>Overview</vt:lpstr>
      <vt:lpstr>Issues with Arrays (1)</vt:lpstr>
      <vt:lpstr>Issues with Arrays (2)</vt:lpstr>
      <vt:lpstr>Introduction to LinkedList</vt:lpstr>
      <vt:lpstr>Basic Structure of LinkedList</vt:lpstr>
      <vt:lpstr>Types of LinkedList</vt:lpstr>
      <vt:lpstr>Basic Node Structure (Singly LinkedList)</vt:lpstr>
      <vt:lpstr>Basic Node Structure (Doubly LinkedList)</vt:lpstr>
      <vt:lpstr>Algorithms</vt:lpstr>
      <vt:lpstr>Algorithms-Insertion at start</vt:lpstr>
      <vt:lpstr>Algorithms-Insertion in the middle (1)</vt:lpstr>
      <vt:lpstr>Algorithms-Insertion in the middle (2)</vt:lpstr>
      <vt:lpstr>Algorithms-Insertion at the end (1)</vt:lpstr>
      <vt:lpstr>Algorithms-Insertion at the end (2)</vt:lpstr>
      <vt:lpstr>Algorithms-Deletion</vt:lpstr>
      <vt:lpstr>Algorithms-Deletion (Case 1)</vt:lpstr>
      <vt:lpstr>Algorithms-Deletion (Case 2)</vt:lpstr>
      <vt:lpstr>Algorithms-Deletion (Case 3)</vt:lpstr>
      <vt:lpstr>Algorithms-Deletion  (Case 4)</vt:lpstr>
      <vt:lpstr>Algorithms-Deletion  (Case 5/6)</vt:lpstr>
      <vt:lpstr>Algorithms-Traversal(1)</vt:lpstr>
      <vt:lpstr>Algorithms-Traversal(2)</vt:lpstr>
      <vt:lpstr>Algorithms-Traversal(3)</vt:lpstr>
      <vt:lpstr>Algorithms-Searching</vt:lpstr>
      <vt:lpstr>Singly LinkedList Creation (1)</vt:lpstr>
      <vt:lpstr>Singly LinkedList Creation (2)</vt:lpstr>
      <vt:lpstr>Singly LinkedList-Memory Deallocation</vt:lpstr>
      <vt:lpstr>Doubly LinkedList and Circular LinkedList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</dc:title>
  <dc:creator>CUDA1</dc:creator>
  <cp:lastModifiedBy>Mohammad Salman</cp:lastModifiedBy>
  <cp:revision>96</cp:revision>
  <dcterms:created xsi:type="dcterms:W3CDTF">2019-10-24T15:22:28Z</dcterms:created>
  <dcterms:modified xsi:type="dcterms:W3CDTF">2023-10-10T09:33:50Z</dcterms:modified>
</cp:coreProperties>
</file>