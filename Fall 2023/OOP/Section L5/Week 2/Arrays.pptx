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66" r:id="rId3"/>
    <p:sldId id="267" r:id="rId4"/>
    <p:sldId id="263" r:id="rId5"/>
    <p:sldId id="264" r:id="rId6"/>
    <p:sldId id="259" r:id="rId7"/>
    <p:sldId id="258" r:id="rId8"/>
    <p:sldId id="257" r:id="rId9"/>
    <p:sldId id="261" r:id="rId10"/>
    <p:sldId id="262" r:id="rId11"/>
    <p:sldId id="260" r:id="rId12"/>
    <p:sldId id="268" r:id="rId13"/>
    <p:sldId id="269" r:id="rId14"/>
    <p:sldId id="273" r:id="rId15"/>
    <p:sldId id="275" r:id="rId16"/>
    <p:sldId id="274" r:id="rId17"/>
    <p:sldId id="270" r:id="rId18"/>
    <p:sldId id="271" r:id="rId19"/>
    <p:sldId id="276" r:id="rId20"/>
    <p:sldId id="278" r:id="rId21"/>
    <p:sldId id="277" r:id="rId22"/>
    <p:sldId id="279" r:id="rId23"/>
    <p:sldId id="2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1" autoAdjust="0"/>
    <p:restoredTop sz="80531" autoAdjust="0"/>
  </p:normalViewPr>
  <p:slideViewPr>
    <p:cSldViewPr snapToGrid="0">
      <p:cViewPr varScale="1">
        <p:scale>
          <a:sx n="68" d="100"/>
          <a:sy n="68" d="100"/>
        </p:scale>
        <p:origin x="12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Salman" userId="cfd6754c-e613-4f6f-bb98-36aef69d8c31" providerId="ADAL" clId="{756BE88D-7C60-42E8-9426-0C5BCA64C4E0}"/>
    <pc:docChg chg="undo redo custSel addSld delSld modSld sldOrd addSection delSection">
      <pc:chgData name="Mohammad Salman" userId="cfd6754c-e613-4f6f-bb98-36aef69d8c31" providerId="ADAL" clId="{756BE88D-7C60-42E8-9426-0C5BCA64C4E0}" dt="2023-09-02T09:11:00.042" v="11308" actId="47"/>
      <pc:docMkLst>
        <pc:docMk/>
      </pc:docMkLst>
      <pc:sldChg chg="addSp modSp new mod modAnim">
        <pc:chgData name="Mohammad Salman" userId="cfd6754c-e613-4f6f-bb98-36aef69d8c31" providerId="ADAL" clId="{756BE88D-7C60-42E8-9426-0C5BCA64C4E0}" dt="2023-08-28T09:13:10.108" v="5658"/>
        <pc:sldMkLst>
          <pc:docMk/>
          <pc:sldMk cId="1332026804" sldId="256"/>
        </pc:sldMkLst>
        <pc:spChg chg="mod">
          <ac:chgData name="Mohammad Salman" userId="cfd6754c-e613-4f6f-bb98-36aef69d8c31" providerId="ADAL" clId="{756BE88D-7C60-42E8-9426-0C5BCA64C4E0}" dt="2023-08-27T13:49:19.678" v="2724" actId="20577"/>
          <ac:spMkLst>
            <pc:docMk/>
            <pc:sldMk cId="1332026804" sldId="256"/>
            <ac:spMk id="2" creationId="{DE75ACBB-FB20-F6B6-45AF-E35B66684B9D}"/>
          </ac:spMkLst>
        </pc:spChg>
        <pc:spChg chg="mod">
          <ac:chgData name="Mohammad Salman" userId="cfd6754c-e613-4f6f-bb98-36aef69d8c31" providerId="ADAL" clId="{756BE88D-7C60-42E8-9426-0C5BCA64C4E0}" dt="2023-08-27T13:49:28.263" v="2744" actId="20577"/>
          <ac:spMkLst>
            <pc:docMk/>
            <pc:sldMk cId="1332026804" sldId="256"/>
            <ac:spMk id="3" creationId="{2E320A86-CD6B-2DF6-263F-3D2A26E192E5}"/>
          </ac:spMkLst>
        </pc:spChg>
        <pc:spChg chg="add mod">
          <ac:chgData name="Mohammad Salman" userId="cfd6754c-e613-4f6f-bb98-36aef69d8c31" providerId="ADAL" clId="{756BE88D-7C60-42E8-9426-0C5BCA64C4E0}" dt="2023-08-28T09:13:05.173" v="5657" actId="14100"/>
          <ac:spMkLst>
            <pc:docMk/>
            <pc:sldMk cId="1332026804" sldId="256"/>
            <ac:spMk id="4" creationId="{367A6E87-8F5D-A835-35E2-C78EABE97C6B}"/>
          </ac:spMkLst>
        </pc:spChg>
      </pc:sldChg>
      <pc:sldChg chg="addSp modSp new add del mod modAnim modNotesTx">
        <pc:chgData name="Mohammad Salman" userId="cfd6754c-e613-4f6f-bb98-36aef69d8c31" providerId="ADAL" clId="{756BE88D-7C60-42E8-9426-0C5BCA64C4E0}" dt="2023-08-28T07:09:11.081" v="4141" actId="1038"/>
        <pc:sldMkLst>
          <pc:docMk/>
          <pc:sldMk cId="3125451120" sldId="257"/>
        </pc:sldMkLst>
        <pc:spChg chg="mod">
          <ac:chgData name="Mohammad Salman" userId="cfd6754c-e613-4f6f-bb98-36aef69d8c31" providerId="ADAL" clId="{756BE88D-7C60-42E8-9426-0C5BCA64C4E0}" dt="2023-08-27T14:02:48.252" v="3613" actId="20577"/>
          <ac:spMkLst>
            <pc:docMk/>
            <pc:sldMk cId="3125451120" sldId="257"/>
            <ac:spMk id="2" creationId="{060B7CCE-97EE-2C66-F3B6-A9FC101E0CD9}"/>
          </ac:spMkLst>
        </pc:spChg>
        <pc:spChg chg="mod">
          <ac:chgData name="Mohammad Salman" userId="cfd6754c-e613-4f6f-bb98-36aef69d8c31" providerId="ADAL" clId="{756BE88D-7C60-42E8-9426-0C5BCA64C4E0}" dt="2023-08-27T14:05:42.158" v="3818" actId="113"/>
          <ac:spMkLst>
            <pc:docMk/>
            <pc:sldMk cId="3125451120" sldId="257"/>
            <ac:spMk id="3" creationId="{085A313C-B1E5-6481-33A0-A8DA5D88E2D0}"/>
          </ac:spMkLst>
        </pc:spChg>
        <pc:spChg chg="add mod">
          <ac:chgData name="Mohammad Salman" userId="cfd6754c-e613-4f6f-bb98-36aef69d8c31" providerId="ADAL" clId="{756BE88D-7C60-42E8-9426-0C5BCA64C4E0}" dt="2023-08-27T14:04:36.807" v="3806" actId="14100"/>
          <ac:spMkLst>
            <pc:docMk/>
            <pc:sldMk cId="3125451120" sldId="257"/>
            <ac:spMk id="4" creationId="{630F8A02-9F66-2D14-94C4-B0AF5BBC10EF}"/>
          </ac:spMkLst>
        </pc:spChg>
        <pc:spChg chg="add mod">
          <ac:chgData name="Mohammad Salman" userId="cfd6754c-e613-4f6f-bb98-36aef69d8c31" providerId="ADAL" clId="{756BE88D-7C60-42E8-9426-0C5BCA64C4E0}" dt="2023-08-28T07:09:11.081" v="4141" actId="1038"/>
          <ac:spMkLst>
            <pc:docMk/>
            <pc:sldMk cId="3125451120" sldId="257"/>
            <ac:spMk id="6" creationId="{C857ADCB-BA14-6046-02E6-1B7C229E5019}"/>
          </ac:spMkLst>
        </pc:spChg>
        <pc:cxnChg chg="add mod">
          <ac:chgData name="Mohammad Salman" userId="cfd6754c-e613-4f6f-bb98-36aef69d8c31" providerId="ADAL" clId="{756BE88D-7C60-42E8-9426-0C5BCA64C4E0}" dt="2023-08-28T07:09:11.081" v="4141" actId="1038"/>
          <ac:cxnSpMkLst>
            <pc:docMk/>
            <pc:sldMk cId="3125451120" sldId="257"/>
            <ac:cxnSpMk id="5" creationId="{80432564-5ADC-280F-3E0A-C022012651B6}"/>
          </ac:cxnSpMkLst>
        </pc:cxnChg>
      </pc:sldChg>
      <pc:sldChg chg="addSp delSp modSp new mod modAnim modNotesTx">
        <pc:chgData name="Mohammad Salman" userId="cfd6754c-e613-4f6f-bb98-36aef69d8c31" providerId="ADAL" clId="{756BE88D-7C60-42E8-9426-0C5BCA64C4E0}" dt="2023-08-27T14:02:39.651" v="3610" actId="20577"/>
        <pc:sldMkLst>
          <pc:docMk/>
          <pc:sldMk cId="3037176170" sldId="258"/>
        </pc:sldMkLst>
        <pc:spChg chg="del">
          <ac:chgData name="Mohammad Salman" userId="cfd6754c-e613-4f6f-bb98-36aef69d8c31" providerId="ADAL" clId="{756BE88D-7C60-42E8-9426-0C5BCA64C4E0}" dt="2023-08-27T10:15:37.122" v="305" actId="478"/>
          <ac:spMkLst>
            <pc:docMk/>
            <pc:sldMk cId="3037176170" sldId="258"/>
            <ac:spMk id="2" creationId="{661FE0E7-5C56-7F69-313E-318677A3B49D}"/>
          </ac:spMkLst>
        </pc:spChg>
        <pc:spChg chg="del">
          <ac:chgData name="Mohammad Salman" userId="cfd6754c-e613-4f6f-bb98-36aef69d8c31" providerId="ADAL" clId="{756BE88D-7C60-42E8-9426-0C5BCA64C4E0}" dt="2023-08-27T10:15:37.122" v="305" actId="478"/>
          <ac:spMkLst>
            <pc:docMk/>
            <pc:sldMk cId="3037176170" sldId="258"/>
            <ac:spMk id="3" creationId="{70A4880C-EF8A-21AA-EF13-057422B7FF63}"/>
          </ac:spMkLst>
        </pc:spChg>
        <pc:spChg chg="add mod">
          <ac:chgData name="Mohammad Salman" userId="cfd6754c-e613-4f6f-bb98-36aef69d8c31" providerId="ADAL" clId="{756BE88D-7C60-42E8-9426-0C5BCA64C4E0}" dt="2023-08-27T10:31:41.622" v="1598" actId="1037"/>
          <ac:spMkLst>
            <pc:docMk/>
            <pc:sldMk cId="3037176170" sldId="258"/>
            <ac:spMk id="4" creationId="{A5CAF068-DA62-0C8F-1157-62EAF831B206}"/>
          </ac:spMkLst>
        </pc:spChg>
        <pc:spChg chg="add mod">
          <ac:chgData name="Mohammad Salman" userId="cfd6754c-e613-4f6f-bb98-36aef69d8c31" providerId="ADAL" clId="{756BE88D-7C60-42E8-9426-0C5BCA64C4E0}" dt="2023-08-27T13:52:37.995" v="2823" actId="20577"/>
          <ac:spMkLst>
            <pc:docMk/>
            <pc:sldMk cId="3037176170" sldId="258"/>
            <ac:spMk id="5" creationId="{01132DDD-6B9C-3977-988A-5DC73FE53C03}"/>
          </ac:spMkLst>
        </pc:spChg>
        <pc:spChg chg="add mod">
          <ac:chgData name="Mohammad Salman" userId="cfd6754c-e613-4f6f-bb98-36aef69d8c31" providerId="ADAL" clId="{756BE88D-7C60-42E8-9426-0C5BCA64C4E0}" dt="2023-08-27T10:31:41.622" v="1598" actId="1037"/>
          <ac:spMkLst>
            <pc:docMk/>
            <pc:sldMk cId="3037176170" sldId="258"/>
            <ac:spMk id="6" creationId="{C717952B-3B59-64E7-C219-C439B1CE9A05}"/>
          </ac:spMkLst>
        </pc:spChg>
        <pc:spChg chg="add mod">
          <ac:chgData name="Mohammad Salman" userId="cfd6754c-e613-4f6f-bb98-36aef69d8c31" providerId="ADAL" clId="{756BE88D-7C60-42E8-9426-0C5BCA64C4E0}" dt="2023-08-27T10:31:41.622" v="1598" actId="1037"/>
          <ac:spMkLst>
            <pc:docMk/>
            <pc:sldMk cId="3037176170" sldId="258"/>
            <ac:spMk id="7" creationId="{DDE973A4-B224-2131-0B3E-9C862B4226B8}"/>
          </ac:spMkLst>
        </pc:spChg>
        <pc:spChg chg="add mod">
          <ac:chgData name="Mohammad Salman" userId="cfd6754c-e613-4f6f-bb98-36aef69d8c31" providerId="ADAL" clId="{756BE88D-7C60-42E8-9426-0C5BCA64C4E0}" dt="2023-08-27T10:32:11.493" v="1607" actId="20577"/>
          <ac:spMkLst>
            <pc:docMk/>
            <pc:sldMk cId="3037176170" sldId="258"/>
            <ac:spMk id="21" creationId="{74493F56-5EE5-8600-C1DC-8A4DAC6AE2E5}"/>
          </ac:spMkLst>
        </pc:spChg>
        <pc:spChg chg="add mod">
          <ac:chgData name="Mohammad Salman" userId="cfd6754c-e613-4f6f-bb98-36aef69d8c31" providerId="ADAL" clId="{756BE88D-7C60-42E8-9426-0C5BCA64C4E0}" dt="2023-08-27T14:02:21.874" v="3608" actId="20577"/>
          <ac:spMkLst>
            <pc:docMk/>
            <pc:sldMk cId="3037176170" sldId="258"/>
            <ac:spMk id="22" creationId="{050DD839-0B4B-3720-1BF4-17DD11CE938B}"/>
          </ac:spMkLst>
        </pc:spChg>
        <pc:spChg chg="add mod">
          <ac:chgData name="Mohammad Salman" userId="cfd6754c-e613-4f6f-bb98-36aef69d8c31" providerId="ADAL" clId="{756BE88D-7C60-42E8-9426-0C5BCA64C4E0}" dt="2023-08-27T14:02:39.651" v="3610" actId="20577"/>
          <ac:spMkLst>
            <pc:docMk/>
            <pc:sldMk cId="3037176170" sldId="258"/>
            <ac:spMk id="23" creationId="{25046785-E325-B749-3A0E-E62DD8978105}"/>
          </ac:spMkLst>
        </pc:spChg>
        <pc:spChg chg="add mod">
          <ac:chgData name="Mohammad Salman" userId="cfd6754c-e613-4f6f-bb98-36aef69d8c31" providerId="ADAL" clId="{756BE88D-7C60-42E8-9426-0C5BCA64C4E0}" dt="2023-08-27T10:31:41.622" v="1598" actId="1037"/>
          <ac:spMkLst>
            <pc:docMk/>
            <pc:sldMk cId="3037176170" sldId="258"/>
            <ac:spMk id="24" creationId="{376FD4EE-A2B7-065D-7554-2FE2767C0602}"/>
          </ac:spMkLst>
        </pc:spChg>
        <pc:spChg chg="add mod">
          <ac:chgData name="Mohammad Salman" userId="cfd6754c-e613-4f6f-bb98-36aef69d8c31" providerId="ADAL" clId="{756BE88D-7C60-42E8-9426-0C5BCA64C4E0}" dt="2023-08-27T10:31:41.622" v="1598" actId="1037"/>
          <ac:spMkLst>
            <pc:docMk/>
            <pc:sldMk cId="3037176170" sldId="258"/>
            <ac:spMk id="25" creationId="{639FFD3F-C40F-4F26-013A-2B67FC52E7D9}"/>
          </ac:spMkLst>
        </pc:spChg>
        <pc:spChg chg="add mod">
          <ac:chgData name="Mohammad Salman" userId="cfd6754c-e613-4f6f-bb98-36aef69d8c31" providerId="ADAL" clId="{756BE88D-7C60-42E8-9426-0C5BCA64C4E0}" dt="2023-08-27T10:31:41.622" v="1598" actId="1037"/>
          <ac:spMkLst>
            <pc:docMk/>
            <pc:sldMk cId="3037176170" sldId="258"/>
            <ac:spMk id="26" creationId="{E2B6BF21-7266-D767-23EB-2BEFBB63E437}"/>
          </ac:spMkLst>
        </pc:spChg>
        <pc:spChg chg="add mod">
          <ac:chgData name="Mohammad Salman" userId="cfd6754c-e613-4f6f-bb98-36aef69d8c31" providerId="ADAL" clId="{756BE88D-7C60-42E8-9426-0C5BCA64C4E0}" dt="2023-08-27T14:00:44.250" v="3565" actId="14100"/>
          <ac:spMkLst>
            <pc:docMk/>
            <pc:sldMk cId="3037176170" sldId="258"/>
            <ac:spMk id="36" creationId="{9818228C-3007-CCB6-2A67-47E15EE7044C}"/>
          </ac:spMkLst>
        </pc:spChg>
        <pc:spChg chg="add mod">
          <ac:chgData name="Mohammad Salman" userId="cfd6754c-e613-4f6f-bb98-36aef69d8c31" providerId="ADAL" clId="{756BE88D-7C60-42E8-9426-0C5BCA64C4E0}" dt="2023-08-27T14:00:20.078" v="3553" actId="1076"/>
          <ac:spMkLst>
            <pc:docMk/>
            <pc:sldMk cId="3037176170" sldId="258"/>
            <ac:spMk id="39" creationId="{C8CF2B2F-7A6B-6CB6-57B2-A47C7343E31C}"/>
          </ac:spMkLst>
        </pc:spChg>
        <pc:cxnChg chg="add mod">
          <ac:chgData name="Mohammad Salman" userId="cfd6754c-e613-4f6f-bb98-36aef69d8c31" providerId="ADAL" clId="{756BE88D-7C60-42E8-9426-0C5BCA64C4E0}" dt="2023-08-27T10:31:41.622" v="1598" actId="1037"/>
          <ac:cxnSpMkLst>
            <pc:docMk/>
            <pc:sldMk cId="3037176170" sldId="258"/>
            <ac:cxnSpMk id="9" creationId="{75E4B3EC-7CC2-3A30-DC9F-3E9CE47C48E7}"/>
          </ac:cxnSpMkLst>
        </pc:cxnChg>
        <pc:cxnChg chg="add mod">
          <ac:chgData name="Mohammad Salman" userId="cfd6754c-e613-4f6f-bb98-36aef69d8c31" providerId="ADAL" clId="{756BE88D-7C60-42E8-9426-0C5BCA64C4E0}" dt="2023-08-27T13:52:37.846" v="2822" actId="20577"/>
          <ac:cxnSpMkLst>
            <pc:docMk/>
            <pc:sldMk cId="3037176170" sldId="258"/>
            <ac:cxnSpMk id="10" creationId="{86F08F26-BCC8-A892-652D-D892AF56134C}"/>
          </ac:cxnSpMkLst>
        </pc:cxnChg>
        <pc:cxnChg chg="add del mod">
          <ac:chgData name="Mohammad Salman" userId="cfd6754c-e613-4f6f-bb98-36aef69d8c31" providerId="ADAL" clId="{756BE88D-7C60-42E8-9426-0C5BCA64C4E0}" dt="2023-08-27T10:19:40.029" v="584" actId="478"/>
          <ac:cxnSpMkLst>
            <pc:docMk/>
            <pc:sldMk cId="3037176170" sldId="258"/>
            <ac:cxnSpMk id="13" creationId="{3DAD7DC4-51BC-A98D-7A83-7057952F35A7}"/>
          </ac:cxnSpMkLst>
        </pc:cxnChg>
        <pc:cxnChg chg="add mod">
          <ac:chgData name="Mohammad Salman" userId="cfd6754c-e613-4f6f-bb98-36aef69d8c31" providerId="ADAL" clId="{756BE88D-7C60-42E8-9426-0C5BCA64C4E0}" dt="2023-08-27T10:31:41.622" v="1598" actId="1037"/>
          <ac:cxnSpMkLst>
            <pc:docMk/>
            <pc:sldMk cId="3037176170" sldId="258"/>
            <ac:cxnSpMk id="18" creationId="{E88617E9-A865-4D6F-5601-F0D5C9E28D12}"/>
          </ac:cxnSpMkLst>
        </pc:cxnChg>
        <pc:cxnChg chg="add mod">
          <ac:chgData name="Mohammad Salman" userId="cfd6754c-e613-4f6f-bb98-36aef69d8c31" providerId="ADAL" clId="{756BE88D-7C60-42E8-9426-0C5BCA64C4E0}" dt="2023-08-27T14:00:22.958" v="3554" actId="14100"/>
          <ac:cxnSpMkLst>
            <pc:docMk/>
            <pc:sldMk cId="3037176170" sldId="258"/>
            <ac:cxnSpMk id="40" creationId="{12E8968F-EDFA-661D-22BB-254C6CFA6D6C}"/>
          </ac:cxnSpMkLst>
        </pc:cxnChg>
      </pc:sldChg>
      <pc:sldChg chg="modSp new mod">
        <pc:chgData name="Mohammad Salman" userId="cfd6754c-e613-4f6f-bb98-36aef69d8c31" providerId="ADAL" clId="{756BE88D-7C60-42E8-9426-0C5BCA64C4E0}" dt="2023-08-28T07:06:47.033" v="4111" actId="20577"/>
        <pc:sldMkLst>
          <pc:docMk/>
          <pc:sldMk cId="556104357" sldId="259"/>
        </pc:sldMkLst>
        <pc:spChg chg="mod">
          <ac:chgData name="Mohammad Salman" userId="cfd6754c-e613-4f6f-bb98-36aef69d8c31" providerId="ADAL" clId="{756BE88D-7C60-42E8-9426-0C5BCA64C4E0}" dt="2023-08-27T10:20:33.263" v="603" actId="20577"/>
          <ac:spMkLst>
            <pc:docMk/>
            <pc:sldMk cId="556104357" sldId="259"/>
            <ac:spMk id="2" creationId="{80ED3F64-C261-D1FF-8EB7-E5654B637D8E}"/>
          </ac:spMkLst>
        </pc:spChg>
        <pc:spChg chg="mod">
          <ac:chgData name="Mohammad Salman" userId="cfd6754c-e613-4f6f-bb98-36aef69d8c31" providerId="ADAL" clId="{756BE88D-7C60-42E8-9426-0C5BCA64C4E0}" dt="2023-08-28T07:06:47.033" v="4111" actId="20577"/>
          <ac:spMkLst>
            <pc:docMk/>
            <pc:sldMk cId="556104357" sldId="259"/>
            <ac:spMk id="3" creationId="{DFF8F9D6-E26B-7F03-2AA8-F71822652243}"/>
          </ac:spMkLst>
        </pc:spChg>
      </pc:sldChg>
      <pc:sldChg chg="new del">
        <pc:chgData name="Mohammad Salman" userId="cfd6754c-e613-4f6f-bb98-36aef69d8c31" providerId="ADAL" clId="{756BE88D-7C60-42E8-9426-0C5BCA64C4E0}" dt="2023-08-27T10:22:06.210" v="852" actId="680"/>
        <pc:sldMkLst>
          <pc:docMk/>
          <pc:sldMk cId="1251531864" sldId="260"/>
        </pc:sldMkLst>
      </pc:sldChg>
      <pc:sldChg chg="new del">
        <pc:chgData name="Mohammad Salman" userId="cfd6754c-e613-4f6f-bb98-36aef69d8c31" providerId="ADAL" clId="{756BE88D-7C60-42E8-9426-0C5BCA64C4E0}" dt="2023-08-27T10:22:02.480" v="850" actId="680"/>
        <pc:sldMkLst>
          <pc:docMk/>
          <pc:sldMk cId="2122518282" sldId="260"/>
        </pc:sldMkLst>
      </pc:sldChg>
      <pc:sldChg chg="modSp new mod">
        <pc:chgData name="Mohammad Salman" userId="cfd6754c-e613-4f6f-bb98-36aef69d8c31" providerId="ADAL" clId="{756BE88D-7C60-42E8-9426-0C5BCA64C4E0}" dt="2023-09-02T09:02:00.251" v="11241" actId="113"/>
        <pc:sldMkLst>
          <pc:docMk/>
          <pc:sldMk cId="2466963922" sldId="260"/>
        </pc:sldMkLst>
        <pc:spChg chg="mod">
          <ac:chgData name="Mohammad Salman" userId="cfd6754c-e613-4f6f-bb98-36aef69d8c31" providerId="ADAL" clId="{756BE88D-7C60-42E8-9426-0C5BCA64C4E0}" dt="2023-08-27T14:29:28.921" v="4105" actId="2711"/>
          <ac:spMkLst>
            <pc:docMk/>
            <pc:sldMk cId="2466963922" sldId="260"/>
            <ac:spMk id="2" creationId="{E8B6B97A-3C89-1BEA-200C-CE4ED8192634}"/>
          </ac:spMkLst>
        </pc:spChg>
        <pc:spChg chg="mod">
          <ac:chgData name="Mohammad Salman" userId="cfd6754c-e613-4f6f-bb98-36aef69d8c31" providerId="ADAL" clId="{756BE88D-7C60-42E8-9426-0C5BCA64C4E0}" dt="2023-09-02T09:02:00.251" v="11241" actId="113"/>
          <ac:spMkLst>
            <pc:docMk/>
            <pc:sldMk cId="2466963922" sldId="260"/>
            <ac:spMk id="3" creationId="{9B38A97A-0AEA-955E-5536-F812933AF70A}"/>
          </ac:spMkLst>
        </pc:spChg>
      </pc:sldChg>
      <pc:sldChg chg="addSp delSp modSp new mod modNotesTx">
        <pc:chgData name="Mohammad Salman" userId="cfd6754c-e613-4f6f-bb98-36aef69d8c31" providerId="ADAL" clId="{756BE88D-7C60-42E8-9426-0C5BCA64C4E0}" dt="2023-08-28T07:17:56.342" v="4493" actId="20577"/>
        <pc:sldMkLst>
          <pc:docMk/>
          <pc:sldMk cId="3389391236" sldId="261"/>
        </pc:sldMkLst>
        <pc:spChg chg="add del mod">
          <ac:chgData name="Mohammad Salman" userId="cfd6754c-e613-4f6f-bb98-36aef69d8c31" providerId="ADAL" clId="{756BE88D-7C60-42E8-9426-0C5BCA64C4E0}" dt="2023-08-27T10:55:10.133" v="2439" actId="20577"/>
          <ac:spMkLst>
            <pc:docMk/>
            <pc:sldMk cId="3389391236" sldId="261"/>
            <ac:spMk id="2" creationId="{11BF814D-51D5-78D1-9E1B-973F5B8C5A56}"/>
          </ac:spMkLst>
        </pc:spChg>
        <pc:spChg chg="add del mod">
          <ac:chgData name="Mohammad Salman" userId="cfd6754c-e613-4f6f-bb98-36aef69d8c31" providerId="ADAL" clId="{756BE88D-7C60-42E8-9426-0C5BCA64C4E0}" dt="2023-08-28T07:10:23.554" v="4192" actId="404"/>
          <ac:spMkLst>
            <pc:docMk/>
            <pc:sldMk cId="3389391236" sldId="261"/>
            <ac:spMk id="3" creationId="{F65559C0-D3A5-CCEC-792A-4903E0C4B897}"/>
          </ac:spMkLst>
        </pc:spChg>
      </pc:sldChg>
      <pc:sldChg chg="modSp add mod modAnim">
        <pc:chgData name="Mohammad Salman" userId="cfd6754c-e613-4f6f-bb98-36aef69d8c31" providerId="ADAL" clId="{756BE88D-7C60-42E8-9426-0C5BCA64C4E0}" dt="2023-08-30T06:23:56.096" v="8160"/>
        <pc:sldMkLst>
          <pc:docMk/>
          <pc:sldMk cId="1404925059" sldId="262"/>
        </pc:sldMkLst>
        <pc:spChg chg="mod">
          <ac:chgData name="Mohammad Salman" userId="cfd6754c-e613-4f6f-bb98-36aef69d8c31" providerId="ADAL" clId="{756BE88D-7C60-42E8-9426-0C5BCA64C4E0}" dt="2023-08-28T13:41:38.750" v="6891" actId="20577"/>
          <ac:spMkLst>
            <pc:docMk/>
            <pc:sldMk cId="1404925059" sldId="262"/>
            <ac:spMk id="3" creationId="{F65559C0-D3A5-CCEC-792A-4903E0C4B897}"/>
          </ac:spMkLst>
        </pc:spChg>
      </pc:sldChg>
      <pc:sldChg chg="addSp modSp new mod modAnim modNotesTx">
        <pc:chgData name="Mohammad Salman" userId="cfd6754c-e613-4f6f-bb98-36aef69d8c31" providerId="ADAL" clId="{756BE88D-7C60-42E8-9426-0C5BCA64C4E0}" dt="2023-08-30T12:28:38.676" v="8370" actId="27636"/>
        <pc:sldMkLst>
          <pc:docMk/>
          <pc:sldMk cId="7190742" sldId="263"/>
        </pc:sldMkLst>
        <pc:spChg chg="mod">
          <ac:chgData name="Mohammad Salman" userId="cfd6754c-e613-4f6f-bb98-36aef69d8c31" providerId="ADAL" clId="{756BE88D-7C60-42E8-9426-0C5BCA64C4E0}" dt="2023-08-28T07:18:32.054" v="4549" actId="20577"/>
          <ac:spMkLst>
            <pc:docMk/>
            <pc:sldMk cId="7190742" sldId="263"/>
            <ac:spMk id="2" creationId="{8093A88A-3539-5BFA-3B2B-3B132E51D9BC}"/>
          </ac:spMkLst>
        </pc:spChg>
        <pc:spChg chg="mod">
          <ac:chgData name="Mohammad Salman" userId="cfd6754c-e613-4f6f-bb98-36aef69d8c31" providerId="ADAL" clId="{756BE88D-7C60-42E8-9426-0C5BCA64C4E0}" dt="2023-08-30T12:28:38.676" v="8370" actId="27636"/>
          <ac:spMkLst>
            <pc:docMk/>
            <pc:sldMk cId="7190742" sldId="263"/>
            <ac:spMk id="3" creationId="{CA832E3F-D795-CA21-3B76-8F267B7507FC}"/>
          </ac:spMkLst>
        </pc:spChg>
        <pc:spChg chg="add mod">
          <ac:chgData name="Mohammad Salman" userId="cfd6754c-e613-4f6f-bb98-36aef69d8c31" providerId="ADAL" clId="{756BE88D-7C60-42E8-9426-0C5BCA64C4E0}" dt="2023-08-28T09:28:35.656" v="6865" actId="14100"/>
          <ac:spMkLst>
            <pc:docMk/>
            <pc:sldMk cId="7190742" sldId="263"/>
            <ac:spMk id="4" creationId="{7F8A8594-2BFE-9177-ADBC-439780058221}"/>
          </ac:spMkLst>
        </pc:spChg>
      </pc:sldChg>
      <pc:sldChg chg="new del">
        <pc:chgData name="Mohammad Salman" userId="cfd6754c-e613-4f6f-bb98-36aef69d8c31" providerId="ADAL" clId="{756BE88D-7C60-42E8-9426-0C5BCA64C4E0}" dt="2023-08-28T07:18:07.196" v="4495" actId="680"/>
        <pc:sldMkLst>
          <pc:docMk/>
          <pc:sldMk cId="247882748" sldId="263"/>
        </pc:sldMkLst>
      </pc:sldChg>
      <pc:sldChg chg="addSp modSp add mod modAnim">
        <pc:chgData name="Mohammad Salman" userId="cfd6754c-e613-4f6f-bb98-36aef69d8c31" providerId="ADAL" clId="{756BE88D-7C60-42E8-9426-0C5BCA64C4E0}" dt="2023-08-28T13:36:58.493" v="6873" actId="20577"/>
        <pc:sldMkLst>
          <pc:docMk/>
          <pc:sldMk cId="1173811200" sldId="264"/>
        </pc:sldMkLst>
        <pc:spChg chg="mod">
          <ac:chgData name="Mohammad Salman" userId="cfd6754c-e613-4f6f-bb98-36aef69d8c31" providerId="ADAL" clId="{756BE88D-7C60-42E8-9426-0C5BCA64C4E0}" dt="2023-08-28T13:36:58.493" v="6873" actId="20577"/>
          <ac:spMkLst>
            <pc:docMk/>
            <pc:sldMk cId="1173811200" sldId="264"/>
            <ac:spMk id="3" creationId="{CA832E3F-D795-CA21-3B76-8F267B7507FC}"/>
          </ac:spMkLst>
        </pc:spChg>
        <pc:spChg chg="add mod">
          <ac:chgData name="Mohammad Salman" userId="cfd6754c-e613-4f6f-bb98-36aef69d8c31" providerId="ADAL" clId="{756BE88D-7C60-42E8-9426-0C5BCA64C4E0}" dt="2023-08-28T07:26:16.926" v="5262" actId="1035"/>
          <ac:spMkLst>
            <pc:docMk/>
            <pc:sldMk cId="1173811200" sldId="264"/>
            <ac:spMk id="4" creationId="{C7242078-5390-034C-60BA-F19421DA4527}"/>
          </ac:spMkLst>
        </pc:spChg>
        <pc:spChg chg="add mod">
          <ac:chgData name="Mohammad Salman" userId="cfd6754c-e613-4f6f-bb98-36aef69d8c31" providerId="ADAL" clId="{756BE88D-7C60-42E8-9426-0C5BCA64C4E0}" dt="2023-08-28T09:12:24.981" v="5577" actId="1076"/>
          <ac:spMkLst>
            <pc:docMk/>
            <pc:sldMk cId="1173811200" sldId="264"/>
            <ac:spMk id="5" creationId="{31B77D2A-B547-C80D-55CB-4AE83CFF9D2C}"/>
          </ac:spMkLst>
        </pc:spChg>
        <pc:cxnChg chg="add mod">
          <ac:chgData name="Mohammad Salman" userId="cfd6754c-e613-4f6f-bb98-36aef69d8c31" providerId="ADAL" clId="{756BE88D-7C60-42E8-9426-0C5BCA64C4E0}" dt="2023-08-28T09:12:24.981" v="5577" actId="1076"/>
          <ac:cxnSpMkLst>
            <pc:docMk/>
            <pc:sldMk cId="1173811200" sldId="264"/>
            <ac:cxnSpMk id="7" creationId="{EC6240F6-E976-4BC7-9A4F-2C422FE886F9}"/>
          </ac:cxnSpMkLst>
        </pc:cxnChg>
      </pc:sldChg>
      <pc:sldChg chg="delSp modSp new del mod">
        <pc:chgData name="Mohammad Salman" userId="cfd6754c-e613-4f6f-bb98-36aef69d8c31" providerId="ADAL" clId="{756BE88D-7C60-42E8-9426-0C5BCA64C4E0}" dt="2023-08-28T07:45:15.105" v="5322" actId="47"/>
        <pc:sldMkLst>
          <pc:docMk/>
          <pc:sldMk cId="2378129089" sldId="265"/>
        </pc:sldMkLst>
        <pc:spChg chg="mod">
          <ac:chgData name="Mohammad Salman" userId="cfd6754c-e613-4f6f-bb98-36aef69d8c31" providerId="ADAL" clId="{756BE88D-7C60-42E8-9426-0C5BCA64C4E0}" dt="2023-08-28T07:45:13.475" v="5321" actId="21"/>
          <ac:spMkLst>
            <pc:docMk/>
            <pc:sldMk cId="2378129089" sldId="265"/>
            <ac:spMk id="2" creationId="{EBDBFBDA-61A0-E3F1-E420-E7D8BA6B2A9F}"/>
          </ac:spMkLst>
        </pc:spChg>
        <pc:spChg chg="del">
          <ac:chgData name="Mohammad Salman" userId="cfd6754c-e613-4f6f-bb98-36aef69d8c31" providerId="ADAL" clId="{756BE88D-7C60-42E8-9426-0C5BCA64C4E0}" dt="2023-08-28T07:44:42.693" v="5300" actId="478"/>
          <ac:spMkLst>
            <pc:docMk/>
            <pc:sldMk cId="2378129089" sldId="265"/>
            <ac:spMk id="3" creationId="{F47C6489-1F12-D496-458B-486D26C0820D}"/>
          </ac:spMkLst>
        </pc:spChg>
      </pc:sldChg>
      <pc:sldChg chg="addSp delSp modSp new del mod setBg">
        <pc:chgData name="Mohammad Salman" userId="cfd6754c-e613-4f6f-bb98-36aef69d8c31" providerId="ADAL" clId="{756BE88D-7C60-42E8-9426-0C5BCA64C4E0}" dt="2023-09-02T09:01:48.626" v="11240" actId="47"/>
        <pc:sldMkLst>
          <pc:docMk/>
          <pc:sldMk cId="2447480991" sldId="265"/>
        </pc:sldMkLst>
        <pc:spChg chg="mod">
          <ac:chgData name="Mohammad Salman" userId="cfd6754c-e613-4f6f-bb98-36aef69d8c31" providerId="ADAL" clId="{756BE88D-7C60-42E8-9426-0C5BCA64C4E0}" dt="2023-08-28T07:45:19.857" v="5324"/>
          <ac:spMkLst>
            <pc:docMk/>
            <pc:sldMk cId="2447480991" sldId="265"/>
            <ac:spMk id="2" creationId="{86C26783-20C6-45A5-71E1-DB66805A68DF}"/>
          </ac:spMkLst>
        </pc:spChg>
        <pc:spChg chg="add del mod">
          <ac:chgData name="Mohammad Salman" userId="cfd6754c-e613-4f6f-bb98-36aef69d8c31" providerId="ADAL" clId="{756BE88D-7C60-42E8-9426-0C5BCA64C4E0}" dt="2023-08-29T05:24:49.565" v="7115" actId="6549"/>
          <ac:spMkLst>
            <pc:docMk/>
            <pc:sldMk cId="2447480991" sldId="265"/>
            <ac:spMk id="3" creationId="{3F14BEF1-F9E5-0081-4B36-81A7154ECE42}"/>
          </ac:spMkLst>
        </pc:spChg>
      </pc:sldChg>
      <pc:sldChg chg="addSp delSp modSp add mod ord delAnim modAnim modNotesTx">
        <pc:chgData name="Mohammad Salman" userId="cfd6754c-e613-4f6f-bb98-36aef69d8c31" providerId="ADAL" clId="{756BE88D-7C60-42E8-9426-0C5BCA64C4E0}" dt="2023-08-28T09:22:48.716" v="6728" actId="1076"/>
        <pc:sldMkLst>
          <pc:docMk/>
          <pc:sldMk cId="677741550" sldId="266"/>
        </pc:sldMkLst>
        <pc:spChg chg="mod">
          <ac:chgData name="Mohammad Salman" userId="cfd6754c-e613-4f6f-bb98-36aef69d8c31" providerId="ADAL" clId="{756BE88D-7C60-42E8-9426-0C5BCA64C4E0}" dt="2023-08-28T09:20:39.149" v="6595" actId="20577"/>
          <ac:spMkLst>
            <pc:docMk/>
            <pc:sldMk cId="677741550" sldId="266"/>
            <ac:spMk id="3" creationId="{CA832E3F-D795-CA21-3B76-8F267B7507FC}"/>
          </ac:spMkLst>
        </pc:spChg>
        <pc:spChg chg="add del mod">
          <ac:chgData name="Mohammad Salman" userId="cfd6754c-e613-4f6f-bb98-36aef69d8c31" providerId="ADAL" clId="{756BE88D-7C60-42E8-9426-0C5BCA64C4E0}" dt="2023-08-28T09:19:35.419" v="6405" actId="478"/>
          <ac:spMkLst>
            <pc:docMk/>
            <pc:sldMk cId="677741550" sldId="266"/>
            <ac:spMk id="4" creationId="{F03E26EA-FB39-F862-3426-CAE0DBFEB333}"/>
          </ac:spMkLst>
        </pc:spChg>
        <pc:spChg chg="add del mod">
          <ac:chgData name="Mohammad Salman" userId="cfd6754c-e613-4f6f-bb98-36aef69d8c31" providerId="ADAL" clId="{756BE88D-7C60-42E8-9426-0C5BCA64C4E0}" dt="2023-08-28T09:22:29.318" v="6717"/>
          <ac:spMkLst>
            <pc:docMk/>
            <pc:sldMk cId="677741550" sldId="266"/>
            <ac:spMk id="5" creationId="{8868F1C6-27B2-F864-AEF9-0FC149427097}"/>
          </ac:spMkLst>
        </pc:spChg>
        <pc:spChg chg="add del mod">
          <ac:chgData name="Mohammad Salman" userId="cfd6754c-e613-4f6f-bb98-36aef69d8c31" providerId="ADAL" clId="{756BE88D-7C60-42E8-9426-0C5BCA64C4E0}" dt="2023-08-28T09:22:27.602" v="6714"/>
          <ac:spMkLst>
            <pc:docMk/>
            <pc:sldMk cId="677741550" sldId="266"/>
            <ac:spMk id="6" creationId="{1D6EBB8F-9208-65F7-4705-02D18D426E78}"/>
          </ac:spMkLst>
        </pc:spChg>
        <pc:spChg chg="add mod">
          <ac:chgData name="Mohammad Salman" userId="cfd6754c-e613-4f6f-bb98-36aef69d8c31" providerId="ADAL" clId="{756BE88D-7C60-42E8-9426-0C5BCA64C4E0}" dt="2023-08-28T09:22:48.716" v="6728" actId="1076"/>
          <ac:spMkLst>
            <pc:docMk/>
            <pc:sldMk cId="677741550" sldId="266"/>
            <ac:spMk id="7" creationId="{5BC074AB-9CEF-6148-6A8A-883E21822840}"/>
          </ac:spMkLst>
        </pc:spChg>
      </pc:sldChg>
      <pc:sldChg chg="modSp add mod modAnim">
        <pc:chgData name="Mohammad Salman" userId="cfd6754c-e613-4f6f-bb98-36aef69d8c31" providerId="ADAL" clId="{756BE88D-7C60-42E8-9426-0C5BCA64C4E0}" dt="2023-08-28T09:26:07.165" v="6862"/>
        <pc:sldMkLst>
          <pc:docMk/>
          <pc:sldMk cId="3055215777" sldId="267"/>
        </pc:sldMkLst>
        <pc:spChg chg="mod">
          <ac:chgData name="Mohammad Salman" userId="cfd6754c-e613-4f6f-bb98-36aef69d8c31" providerId="ADAL" clId="{756BE88D-7C60-42E8-9426-0C5BCA64C4E0}" dt="2023-08-28T09:25:55.794" v="6860" actId="20577"/>
          <ac:spMkLst>
            <pc:docMk/>
            <pc:sldMk cId="3055215777" sldId="267"/>
            <ac:spMk id="3" creationId="{CA832E3F-D795-CA21-3B76-8F267B7507FC}"/>
          </ac:spMkLst>
        </pc:spChg>
      </pc:sldChg>
      <pc:sldChg chg="modSp new mod modNotesTx">
        <pc:chgData name="Mohammad Salman" userId="cfd6754c-e613-4f6f-bb98-36aef69d8c31" providerId="ADAL" clId="{756BE88D-7C60-42E8-9426-0C5BCA64C4E0}" dt="2023-08-29T09:21:03.033" v="7779" actId="20577"/>
        <pc:sldMkLst>
          <pc:docMk/>
          <pc:sldMk cId="2610978518" sldId="268"/>
        </pc:sldMkLst>
        <pc:spChg chg="mod">
          <ac:chgData name="Mohammad Salman" userId="cfd6754c-e613-4f6f-bb98-36aef69d8c31" providerId="ADAL" clId="{756BE88D-7C60-42E8-9426-0C5BCA64C4E0}" dt="2023-08-29T05:30:15.197" v="7125" actId="20577"/>
          <ac:spMkLst>
            <pc:docMk/>
            <pc:sldMk cId="2610978518" sldId="268"/>
            <ac:spMk id="2" creationId="{A57FC278-B5D3-7E18-BE2C-ECCDE19EC6FA}"/>
          </ac:spMkLst>
        </pc:spChg>
        <pc:spChg chg="mod">
          <ac:chgData name="Mohammad Salman" userId="cfd6754c-e613-4f6f-bb98-36aef69d8c31" providerId="ADAL" clId="{756BE88D-7C60-42E8-9426-0C5BCA64C4E0}" dt="2023-08-29T09:21:03.033" v="7779" actId="20577"/>
          <ac:spMkLst>
            <pc:docMk/>
            <pc:sldMk cId="2610978518" sldId="268"/>
            <ac:spMk id="3" creationId="{B2BF8D45-101F-957B-AEAD-40A8BDD4B012}"/>
          </ac:spMkLst>
        </pc:spChg>
      </pc:sldChg>
      <pc:sldChg chg="modSp add mod modAnim modNotesTx">
        <pc:chgData name="Mohammad Salman" userId="cfd6754c-e613-4f6f-bb98-36aef69d8c31" providerId="ADAL" clId="{756BE88D-7C60-42E8-9426-0C5BCA64C4E0}" dt="2023-09-02T09:03:50.803" v="11244" actId="20577"/>
        <pc:sldMkLst>
          <pc:docMk/>
          <pc:sldMk cId="524201689" sldId="269"/>
        </pc:sldMkLst>
        <pc:spChg chg="mod">
          <ac:chgData name="Mohammad Salman" userId="cfd6754c-e613-4f6f-bb98-36aef69d8c31" providerId="ADAL" clId="{756BE88D-7C60-42E8-9426-0C5BCA64C4E0}" dt="2023-09-02T09:03:50.803" v="11244" actId="20577"/>
          <ac:spMkLst>
            <pc:docMk/>
            <pc:sldMk cId="524201689" sldId="269"/>
            <ac:spMk id="3" creationId="{B2BF8D45-101F-957B-AEAD-40A8BDD4B012}"/>
          </ac:spMkLst>
        </pc:spChg>
      </pc:sldChg>
      <pc:sldChg chg="new del">
        <pc:chgData name="Mohammad Salman" userId="cfd6754c-e613-4f6f-bb98-36aef69d8c31" providerId="ADAL" clId="{756BE88D-7C60-42E8-9426-0C5BCA64C4E0}" dt="2023-08-29T13:22:50.671" v="7863" actId="680"/>
        <pc:sldMkLst>
          <pc:docMk/>
          <pc:sldMk cId="77285654" sldId="270"/>
        </pc:sldMkLst>
      </pc:sldChg>
      <pc:sldChg chg="addSp delSp modSp new mod modClrScheme chgLayout">
        <pc:chgData name="Mohammad Salman" userId="cfd6754c-e613-4f6f-bb98-36aef69d8c31" providerId="ADAL" clId="{756BE88D-7C60-42E8-9426-0C5BCA64C4E0}" dt="2023-09-02T09:10:16.330" v="11307" actId="20577"/>
        <pc:sldMkLst>
          <pc:docMk/>
          <pc:sldMk cId="3441487506" sldId="270"/>
        </pc:sldMkLst>
        <pc:spChg chg="del mod ord">
          <ac:chgData name="Mohammad Salman" userId="cfd6754c-e613-4f6f-bb98-36aef69d8c31" providerId="ADAL" clId="{756BE88D-7C60-42E8-9426-0C5BCA64C4E0}" dt="2023-08-29T13:23:04.091" v="7870" actId="700"/>
          <ac:spMkLst>
            <pc:docMk/>
            <pc:sldMk cId="3441487506" sldId="270"/>
            <ac:spMk id="2" creationId="{6EB42134-4EF5-C1B6-A579-8B73B068D31F}"/>
          </ac:spMkLst>
        </pc:spChg>
        <pc:spChg chg="del mod ord">
          <ac:chgData name="Mohammad Salman" userId="cfd6754c-e613-4f6f-bb98-36aef69d8c31" providerId="ADAL" clId="{756BE88D-7C60-42E8-9426-0C5BCA64C4E0}" dt="2023-08-29T13:23:04.091" v="7870" actId="700"/>
          <ac:spMkLst>
            <pc:docMk/>
            <pc:sldMk cId="3441487506" sldId="270"/>
            <ac:spMk id="3" creationId="{A9FCB0A7-A1AC-C8E9-7780-9AAF710CE619}"/>
          </ac:spMkLst>
        </pc:spChg>
        <pc:spChg chg="add mod ord">
          <ac:chgData name="Mohammad Salman" userId="cfd6754c-e613-4f6f-bb98-36aef69d8c31" providerId="ADAL" clId="{756BE88D-7C60-42E8-9426-0C5BCA64C4E0}" dt="2023-09-02T09:10:16.330" v="11307" actId="20577"/>
          <ac:spMkLst>
            <pc:docMk/>
            <pc:sldMk cId="3441487506" sldId="270"/>
            <ac:spMk id="4" creationId="{F2E636AF-ED5C-F3DE-0974-CC691A7BA5B0}"/>
          </ac:spMkLst>
        </pc:spChg>
        <pc:spChg chg="add del mod ord">
          <ac:chgData name="Mohammad Salman" userId="cfd6754c-e613-4f6f-bb98-36aef69d8c31" providerId="ADAL" clId="{756BE88D-7C60-42E8-9426-0C5BCA64C4E0}" dt="2023-09-02T09:05:29.281" v="11245" actId="478"/>
          <ac:spMkLst>
            <pc:docMk/>
            <pc:sldMk cId="3441487506" sldId="270"/>
            <ac:spMk id="5" creationId="{95E8AE6A-9313-EC6B-01A1-9422F3A32148}"/>
          </ac:spMkLst>
        </pc:spChg>
      </pc:sldChg>
      <pc:sldChg chg="addSp delSp modSp new mod">
        <pc:chgData name="Mohammad Salman" userId="cfd6754c-e613-4f6f-bb98-36aef69d8c31" providerId="ADAL" clId="{756BE88D-7C60-42E8-9426-0C5BCA64C4E0}" dt="2023-08-30T13:32:02.421" v="9833" actId="20577"/>
        <pc:sldMkLst>
          <pc:docMk/>
          <pc:sldMk cId="2879049973" sldId="271"/>
        </pc:sldMkLst>
        <pc:spChg chg="mod">
          <ac:chgData name="Mohammad Salman" userId="cfd6754c-e613-4f6f-bb98-36aef69d8c31" providerId="ADAL" clId="{756BE88D-7C60-42E8-9426-0C5BCA64C4E0}" dt="2023-08-29T14:01:51.443" v="7916" actId="20577"/>
          <ac:spMkLst>
            <pc:docMk/>
            <pc:sldMk cId="2879049973" sldId="271"/>
            <ac:spMk id="2" creationId="{A55A9D35-A157-3ECC-ADCE-DD71CFB2B40A}"/>
          </ac:spMkLst>
        </pc:spChg>
        <pc:spChg chg="mod">
          <ac:chgData name="Mohammad Salman" userId="cfd6754c-e613-4f6f-bb98-36aef69d8c31" providerId="ADAL" clId="{756BE88D-7C60-42E8-9426-0C5BCA64C4E0}" dt="2023-08-30T13:32:02.421" v="9833" actId="20577"/>
          <ac:spMkLst>
            <pc:docMk/>
            <pc:sldMk cId="2879049973" sldId="271"/>
            <ac:spMk id="3" creationId="{EDB8F2E9-1B2B-4A1C-D9CA-D40D739BF63B}"/>
          </ac:spMkLst>
        </pc:spChg>
        <pc:spChg chg="add del">
          <ac:chgData name="Mohammad Salman" userId="cfd6754c-e613-4f6f-bb98-36aef69d8c31" providerId="ADAL" clId="{756BE88D-7C60-42E8-9426-0C5BCA64C4E0}" dt="2023-08-29T14:03:07.743" v="8103"/>
          <ac:spMkLst>
            <pc:docMk/>
            <pc:sldMk cId="2879049973" sldId="271"/>
            <ac:spMk id="4" creationId="{8C1B0F55-5C38-C0FB-5901-FAA700FBFA74}"/>
          </ac:spMkLst>
        </pc:spChg>
      </pc:sldChg>
      <pc:sldChg chg="addSp delSp modSp new del mod modClrScheme chgLayout">
        <pc:chgData name="Mohammad Salman" userId="cfd6754c-e613-4f6f-bb98-36aef69d8c31" providerId="ADAL" clId="{756BE88D-7C60-42E8-9426-0C5BCA64C4E0}" dt="2023-08-30T13:12:40.678" v="8722" actId="47"/>
        <pc:sldMkLst>
          <pc:docMk/>
          <pc:sldMk cId="3893267861" sldId="272"/>
        </pc:sldMkLst>
        <pc:spChg chg="del mod ord">
          <ac:chgData name="Mohammad Salman" userId="cfd6754c-e613-4f6f-bb98-36aef69d8c31" providerId="ADAL" clId="{756BE88D-7C60-42E8-9426-0C5BCA64C4E0}" dt="2023-08-30T07:57:58.438" v="8162" actId="700"/>
          <ac:spMkLst>
            <pc:docMk/>
            <pc:sldMk cId="3893267861" sldId="272"/>
            <ac:spMk id="2" creationId="{0C194629-FF39-9221-6C54-2A525F93CC16}"/>
          </ac:spMkLst>
        </pc:spChg>
        <pc:spChg chg="del mod ord">
          <ac:chgData name="Mohammad Salman" userId="cfd6754c-e613-4f6f-bb98-36aef69d8c31" providerId="ADAL" clId="{756BE88D-7C60-42E8-9426-0C5BCA64C4E0}" dt="2023-08-30T07:57:58.438" v="8162" actId="700"/>
          <ac:spMkLst>
            <pc:docMk/>
            <pc:sldMk cId="3893267861" sldId="272"/>
            <ac:spMk id="3" creationId="{88D4DD6A-8143-091C-BF55-F22E35743E1B}"/>
          </ac:spMkLst>
        </pc:spChg>
        <pc:spChg chg="add mod ord">
          <ac:chgData name="Mohammad Salman" userId="cfd6754c-e613-4f6f-bb98-36aef69d8c31" providerId="ADAL" clId="{756BE88D-7C60-42E8-9426-0C5BCA64C4E0}" dt="2023-08-30T07:57:59.952" v="8165" actId="20577"/>
          <ac:spMkLst>
            <pc:docMk/>
            <pc:sldMk cId="3893267861" sldId="272"/>
            <ac:spMk id="4" creationId="{D1AEF321-75A1-969C-6257-DEDF36D5DC17}"/>
          </ac:spMkLst>
        </pc:spChg>
        <pc:spChg chg="add mod ord">
          <ac:chgData name="Mohammad Salman" userId="cfd6754c-e613-4f6f-bb98-36aef69d8c31" providerId="ADAL" clId="{756BE88D-7C60-42E8-9426-0C5BCA64C4E0}" dt="2023-08-30T07:57:58.438" v="8162" actId="700"/>
          <ac:spMkLst>
            <pc:docMk/>
            <pc:sldMk cId="3893267861" sldId="272"/>
            <ac:spMk id="5" creationId="{B46C0014-A855-5AD5-BED1-C00EBD902949}"/>
          </ac:spMkLst>
        </pc:spChg>
      </pc:sldChg>
      <pc:sldChg chg="modSp new mod setBg">
        <pc:chgData name="Mohammad Salman" userId="cfd6754c-e613-4f6f-bb98-36aef69d8c31" providerId="ADAL" clId="{756BE88D-7C60-42E8-9426-0C5BCA64C4E0}" dt="2023-08-30T13:14:14.723" v="8767"/>
        <pc:sldMkLst>
          <pc:docMk/>
          <pc:sldMk cId="3296431862" sldId="273"/>
        </pc:sldMkLst>
        <pc:spChg chg="mod">
          <ac:chgData name="Mohammad Salman" userId="cfd6754c-e613-4f6f-bb98-36aef69d8c31" providerId="ADAL" clId="{756BE88D-7C60-42E8-9426-0C5BCA64C4E0}" dt="2023-08-30T13:12:52.671" v="8741" actId="20577"/>
          <ac:spMkLst>
            <pc:docMk/>
            <pc:sldMk cId="3296431862" sldId="273"/>
            <ac:spMk id="2" creationId="{6DAF1055-E9D2-0F4B-3492-7BD0352185EE}"/>
          </ac:spMkLst>
        </pc:spChg>
        <pc:spChg chg="mod">
          <ac:chgData name="Mohammad Salman" userId="cfd6754c-e613-4f6f-bb98-36aef69d8c31" providerId="ADAL" clId="{756BE88D-7C60-42E8-9426-0C5BCA64C4E0}" dt="2023-08-30T13:13:21.408" v="8766" actId="113"/>
          <ac:spMkLst>
            <pc:docMk/>
            <pc:sldMk cId="3296431862" sldId="273"/>
            <ac:spMk id="3" creationId="{CFDB9252-BCC5-F5B9-3829-88692614FF91}"/>
          </ac:spMkLst>
        </pc:spChg>
      </pc:sldChg>
      <pc:sldChg chg="modSp add mod">
        <pc:chgData name="Mohammad Salman" userId="cfd6754c-e613-4f6f-bb98-36aef69d8c31" providerId="ADAL" clId="{756BE88D-7C60-42E8-9426-0C5BCA64C4E0}" dt="2023-08-30T13:15:52.960" v="9092" actId="20577"/>
        <pc:sldMkLst>
          <pc:docMk/>
          <pc:sldMk cId="198596941" sldId="274"/>
        </pc:sldMkLst>
        <pc:spChg chg="mod">
          <ac:chgData name="Mohammad Salman" userId="cfd6754c-e613-4f6f-bb98-36aef69d8c31" providerId="ADAL" clId="{756BE88D-7C60-42E8-9426-0C5BCA64C4E0}" dt="2023-08-30T13:15:52.960" v="9092" actId="20577"/>
          <ac:spMkLst>
            <pc:docMk/>
            <pc:sldMk cId="198596941" sldId="274"/>
            <ac:spMk id="3" creationId="{CFDB9252-BCC5-F5B9-3829-88692614FF91}"/>
          </ac:spMkLst>
        </pc:spChg>
      </pc:sldChg>
      <pc:sldChg chg="modSp add mod">
        <pc:chgData name="Mohammad Salman" userId="cfd6754c-e613-4f6f-bb98-36aef69d8c31" providerId="ADAL" clId="{756BE88D-7C60-42E8-9426-0C5BCA64C4E0}" dt="2023-08-30T13:19:16.749" v="9499" actId="113"/>
        <pc:sldMkLst>
          <pc:docMk/>
          <pc:sldMk cId="1513193552" sldId="275"/>
        </pc:sldMkLst>
        <pc:spChg chg="mod">
          <ac:chgData name="Mohammad Salman" userId="cfd6754c-e613-4f6f-bb98-36aef69d8c31" providerId="ADAL" clId="{756BE88D-7C60-42E8-9426-0C5BCA64C4E0}" dt="2023-08-30T13:19:16.749" v="9499" actId="113"/>
          <ac:spMkLst>
            <pc:docMk/>
            <pc:sldMk cId="1513193552" sldId="275"/>
            <ac:spMk id="3" creationId="{CFDB9252-BCC5-F5B9-3829-88692614FF91}"/>
          </ac:spMkLst>
        </pc:spChg>
      </pc:sldChg>
      <pc:sldChg chg="addSp delSp modSp new mod">
        <pc:chgData name="Mohammad Salman" userId="cfd6754c-e613-4f6f-bb98-36aef69d8c31" providerId="ADAL" clId="{756BE88D-7C60-42E8-9426-0C5BCA64C4E0}" dt="2023-08-30T13:31:46.662" v="9822" actId="113"/>
        <pc:sldMkLst>
          <pc:docMk/>
          <pc:sldMk cId="3833705760" sldId="276"/>
        </pc:sldMkLst>
        <pc:spChg chg="mod">
          <ac:chgData name="Mohammad Salman" userId="cfd6754c-e613-4f6f-bb98-36aef69d8c31" providerId="ADAL" clId="{756BE88D-7C60-42E8-9426-0C5BCA64C4E0}" dt="2023-08-30T13:29:11.443" v="9572"/>
          <ac:spMkLst>
            <pc:docMk/>
            <pc:sldMk cId="3833705760" sldId="276"/>
            <ac:spMk id="2" creationId="{3BE0EA84-C65C-47FC-3254-F362F84655F6}"/>
          </ac:spMkLst>
        </pc:spChg>
        <pc:spChg chg="mod">
          <ac:chgData name="Mohammad Salman" userId="cfd6754c-e613-4f6f-bb98-36aef69d8c31" providerId="ADAL" clId="{756BE88D-7C60-42E8-9426-0C5BCA64C4E0}" dt="2023-08-30T13:31:46.662" v="9822" actId="113"/>
          <ac:spMkLst>
            <pc:docMk/>
            <pc:sldMk cId="3833705760" sldId="276"/>
            <ac:spMk id="3" creationId="{5D829733-9372-BF1F-0125-D6B1D0688792}"/>
          </ac:spMkLst>
        </pc:spChg>
        <pc:spChg chg="add del">
          <ac:chgData name="Mohammad Salman" userId="cfd6754c-e613-4f6f-bb98-36aef69d8c31" providerId="ADAL" clId="{756BE88D-7C60-42E8-9426-0C5BCA64C4E0}" dt="2023-08-30T13:31:14.677" v="9801"/>
          <ac:spMkLst>
            <pc:docMk/>
            <pc:sldMk cId="3833705760" sldId="276"/>
            <ac:spMk id="4" creationId="{2652D136-0AC0-DFFD-87E8-C55653DE4DA6}"/>
          </ac:spMkLst>
        </pc:spChg>
        <pc:spChg chg="add del">
          <ac:chgData name="Mohammad Salman" userId="cfd6754c-e613-4f6f-bb98-36aef69d8c31" providerId="ADAL" clId="{756BE88D-7C60-42E8-9426-0C5BCA64C4E0}" dt="2023-08-30T13:31:16.320" v="9803"/>
          <ac:spMkLst>
            <pc:docMk/>
            <pc:sldMk cId="3833705760" sldId="276"/>
            <ac:spMk id="5" creationId="{63BD0E25-F968-A772-5892-07DE3D7DC2A6}"/>
          </ac:spMkLst>
        </pc:spChg>
        <pc:spChg chg="add del">
          <ac:chgData name="Mohammad Salman" userId="cfd6754c-e613-4f6f-bb98-36aef69d8c31" providerId="ADAL" clId="{756BE88D-7C60-42E8-9426-0C5BCA64C4E0}" dt="2023-08-30T13:31:20.240" v="9809"/>
          <ac:spMkLst>
            <pc:docMk/>
            <pc:sldMk cId="3833705760" sldId="276"/>
            <ac:spMk id="6" creationId="{2374563D-FBE3-EE4A-1020-E8032D775397}"/>
          </ac:spMkLst>
        </pc:spChg>
      </pc:sldChg>
      <pc:sldChg chg="addSp delSp modSp new mod modAnim modNotesTx">
        <pc:chgData name="Mohammad Salman" userId="cfd6754c-e613-4f6f-bb98-36aef69d8c31" providerId="ADAL" clId="{756BE88D-7C60-42E8-9426-0C5BCA64C4E0}" dt="2023-09-02T09:08:07.983" v="11289" actId="1035"/>
        <pc:sldMkLst>
          <pc:docMk/>
          <pc:sldMk cId="341630730" sldId="277"/>
        </pc:sldMkLst>
        <pc:spChg chg="mod">
          <ac:chgData name="Mohammad Salman" userId="cfd6754c-e613-4f6f-bb98-36aef69d8c31" providerId="ADAL" clId="{756BE88D-7C60-42E8-9426-0C5BCA64C4E0}" dt="2023-08-30T14:36:52.783" v="10672" actId="1076"/>
          <ac:spMkLst>
            <pc:docMk/>
            <pc:sldMk cId="341630730" sldId="277"/>
            <ac:spMk id="2" creationId="{29DF3DE7-4D4D-DCD1-F969-DEF5C4B29AF6}"/>
          </ac:spMkLst>
        </pc:spChg>
        <pc:spChg chg="mod">
          <ac:chgData name="Mohammad Salman" userId="cfd6754c-e613-4f6f-bb98-36aef69d8c31" providerId="ADAL" clId="{756BE88D-7C60-42E8-9426-0C5BCA64C4E0}" dt="2023-09-02T09:07:38.655" v="11269" actId="20577"/>
          <ac:spMkLst>
            <pc:docMk/>
            <pc:sldMk cId="341630730" sldId="277"/>
            <ac:spMk id="3" creationId="{51173BC1-DCAA-F16C-37C2-E672DEDF49D4}"/>
          </ac:spMkLst>
        </pc:spChg>
        <pc:spChg chg="add del">
          <ac:chgData name="Mohammad Salman" userId="cfd6754c-e613-4f6f-bb98-36aef69d8c31" providerId="ADAL" clId="{756BE88D-7C60-42E8-9426-0C5BCA64C4E0}" dt="2023-08-30T13:54:10.305" v="9971" actId="478"/>
          <ac:spMkLst>
            <pc:docMk/>
            <pc:sldMk cId="341630730" sldId="277"/>
            <ac:spMk id="5" creationId="{B3F6AAA0-F446-6BB1-2CFE-00CC5EE3D5CB}"/>
          </ac:spMkLst>
        </pc:spChg>
        <pc:spChg chg="add mod topLvl">
          <ac:chgData name="Mohammad Salman" userId="cfd6754c-e613-4f6f-bb98-36aef69d8c31" providerId="ADAL" clId="{756BE88D-7C60-42E8-9426-0C5BCA64C4E0}" dt="2023-09-02T09:08:07.983" v="11289" actId="1035"/>
          <ac:spMkLst>
            <pc:docMk/>
            <pc:sldMk cId="341630730" sldId="277"/>
            <ac:spMk id="6" creationId="{4F5A6DFE-641C-2979-1DCC-C232ECEB4E70}"/>
          </ac:spMkLst>
        </pc:spChg>
        <pc:spChg chg="add mod topLvl">
          <ac:chgData name="Mohammad Salman" userId="cfd6754c-e613-4f6f-bb98-36aef69d8c31" providerId="ADAL" clId="{756BE88D-7C60-42E8-9426-0C5BCA64C4E0}" dt="2023-09-02T09:08:07.983" v="11289" actId="1035"/>
          <ac:spMkLst>
            <pc:docMk/>
            <pc:sldMk cId="341630730" sldId="277"/>
            <ac:spMk id="7" creationId="{21C13175-7E7B-1699-45B7-29737AC8800A}"/>
          </ac:spMkLst>
        </pc:spChg>
        <pc:spChg chg="add mod topLvl">
          <ac:chgData name="Mohammad Salman" userId="cfd6754c-e613-4f6f-bb98-36aef69d8c31" providerId="ADAL" clId="{756BE88D-7C60-42E8-9426-0C5BCA64C4E0}" dt="2023-09-02T09:08:07.983" v="11289" actId="1035"/>
          <ac:spMkLst>
            <pc:docMk/>
            <pc:sldMk cId="341630730" sldId="277"/>
            <ac:spMk id="8" creationId="{0BA8349C-CD23-D577-01D2-3C8BDCA6B5D5}"/>
          </ac:spMkLst>
        </pc:spChg>
        <pc:spChg chg="add mod topLvl">
          <ac:chgData name="Mohammad Salman" userId="cfd6754c-e613-4f6f-bb98-36aef69d8c31" providerId="ADAL" clId="{756BE88D-7C60-42E8-9426-0C5BCA64C4E0}" dt="2023-09-02T09:08:07.983" v="11289" actId="1035"/>
          <ac:spMkLst>
            <pc:docMk/>
            <pc:sldMk cId="341630730" sldId="277"/>
            <ac:spMk id="9" creationId="{BF2B8EA7-BAB5-65B0-CE34-859651CD5B81}"/>
          </ac:spMkLst>
        </pc:spChg>
        <pc:spChg chg="add mod topLvl">
          <ac:chgData name="Mohammad Salman" userId="cfd6754c-e613-4f6f-bb98-36aef69d8c31" providerId="ADAL" clId="{756BE88D-7C60-42E8-9426-0C5BCA64C4E0}" dt="2023-09-02T09:08:07.983" v="11289" actId="1035"/>
          <ac:spMkLst>
            <pc:docMk/>
            <pc:sldMk cId="341630730" sldId="277"/>
            <ac:spMk id="10" creationId="{D9163010-DF52-7D5B-070E-F5E1A128BA5A}"/>
          </ac:spMkLst>
        </pc:spChg>
        <pc:spChg chg="add mod topLvl">
          <ac:chgData name="Mohammad Salman" userId="cfd6754c-e613-4f6f-bb98-36aef69d8c31" providerId="ADAL" clId="{756BE88D-7C60-42E8-9426-0C5BCA64C4E0}" dt="2023-09-02T09:08:07.983" v="11289" actId="1035"/>
          <ac:spMkLst>
            <pc:docMk/>
            <pc:sldMk cId="341630730" sldId="277"/>
            <ac:spMk id="11" creationId="{F4D2CF44-B397-D4F4-637C-8A74FCE99DDF}"/>
          </ac:spMkLst>
        </pc:spChg>
        <pc:spChg chg="add mod topLvl">
          <ac:chgData name="Mohammad Salman" userId="cfd6754c-e613-4f6f-bb98-36aef69d8c31" providerId="ADAL" clId="{756BE88D-7C60-42E8-9426-0C5BCA64C4E0}" dt="2023-09-02T09:08:07.983" v="11289" actId="1035"/>
          <ac:spMkLst>
            <pc:docMk/>
            <pc:sldMk cId="341630730" sldId="277"/>
            <ac:spMk id="14" creationId="{EE976DD3-8999-FB70-189D-2E7C1522BC42}"/>
          </ac:spMkLst>
        </pc:spChg>
        <pc:spChg chg="add mod ord">
          <ac:chgData name="Mohammad Salman" userId="cfd6754c-e613-4f6f-bb98-36aef69d8c31" providerId="ADAL" clId="{756BE88D-7C60-42E8-9426-0C5BCA64C4E0}" dt="2023-09-02T09:08:07.983" v="11289" actId="1035"/>
          <ac:spMkLst>
            <pc:docMk/>
            <pc:sldMk cId="341630730" sldId="277"/>
            <ac:spMk id="16" creationId="{FE9EA8A1-82F3-06F2-702A-C96A2946B12D}"/>
          </ac:spMkLst>
        </pc:spChg>
        <pc:spChg chg="add mod">
          <ac:chgData name="Mohammad Salman" userId="cfd6754c-e613-4f6f-bb98-36aef69d8c31" providerId="ADAL" clId="{756BE88D-7C60-42E8-9426-0C5BCA64C4E0}" dt="2023-09-02T09:08:07.983" v="11289" actId="1035"/>
          <ac:spMkLst>
            <pc:docMk/>
            <pc:sldMk cId="341630730" sldId="277"/>
            <ac:spMk id="17" creationId="{523DC209-BB59-9ED2-B797-F8761EF77692}"/>
          </ac:spMkLst>
        </pc:spChg>
        <pc:spChg chg="add mod">
          <ac:chgData name="Mohammad Salman" userId="cfd6754c-e613-4f6f-bb98-36aef69d8c31" providerId="ADAL" clId="{756BE88D-7C60-42E8-9426-0C5BCA64C4E0}" dt="2023-08-30T14:21:04.087" v="10591" actId="571"/>
          <ac:spMkLst>
            <pc:docMk/>
            <pc:sldMk cId="341630730" sldId="277"/>
            <ac:spMk id="18" creationId="{0A5B444C-F8B9-8A24-AC0A-0098B73144A9}"/>
          </ac:spMkLst>
        </pc:spChg>
        <pc:spChg chg="add mod">
          <ac:chgData name="Mohammad Salman" userId="cfd6754c-e613-4f6f-bb98-36aef69d8c31" providerId="ADAL" clId="{756BE88D-7C60-42E8-9426-0C5BCA64C4E0}" dt="2023-08-30T14:21:04.087" v="10591" actId="571"/>
          <ac:spMkLst>
            <pc:docMk/>
            <pc:sldMk cId="341630730" sldId="277"/>
            <ac:spMk id="19" creationId="{DFF50EBC-5682-08CE-3D0A-1DB36FF3407A}"/>
          </ac:spMkLst>
        </pc:spChg>
        <pc:spChg chg="add mod">
          <ac:chgData name="Mohammad Salman" userId="cfd6754c-e613-4f6f-bb98-36aef69d8c31" providerId="ADAL" clId="{756BE88D-7C60-42E8-9426-0C5BCA64C4E0}" dt="2023-08-30T14:21:04.087" v="10591" actId="571"/>
          <ac:spMkLst>
            <pc:docMk/>
            <pc:sldMk cId="341630730" sldId="277"/>
            <ac:spMk id="20" creationId="{2D53FEBA-33B4-86D3-C585-9BDF72B22B23}"/>
          </ac:spMkLst>
        </pc:spChg>
        <pc:spChg chg="add mod">
          <ac:chgData name="Mohammad Salman" userId="cfd6754c-e613-4f6f-bb98-36aef69d8c31" providerId="ADAL" clId="{756BE88D-7C60-42E8-9426-0C5BCA64C4E0}" dt="2023-08-30T14:21:06.873" v="10593" actId="571"/>
          <ac:spMkLst>
            <pc:docMk/>
            <pc:sldMk cId="341630730" sldId="277"/>
            <ac:spMk id="21" creationId="{88C873EA-4459-2B60-9195-9F24F4924A96}"/>
          </ac:spMkLst>
        </pc:spChg>
        <pc:spChg chg="add mod">
          <ac:chgData name="Mohammad Salman" userId="cfd6754c-e613-4f6f-bb98-36aef69d8c31" providerId="ADAL" clId="{756BE88D-7C60-42E8-9426-0C5BCA64C4E0}" dt="2023-08-30T14:21:06.873" v="10593" actId="571"/>
          <ac:spMkLst>
            <pc:docMk/>
            <pc:sldMk cId="341630730" sldId="277"/>
            <ac:spMk id="22" creationId="{3A4647F8-9E64-AF9D-CC17-8D829CDAF84A}"/>
          </ac:spMkLst>
        </pc:spChg>
        <pc:spChg chg="add mod">
          <ac:chgData name="Mohammad Salman" userId="cfd6754c-e613-4f6f-bb98-36aef69d8c31" providerId="ADAL" clId="{756BE88D-7C60-42E8-9426-0C5BCA64C4E0}" dt="2023-08-30T14:21:06.873" v="10593" actId="571"/>
          <ac:spMkLst>
            <pc:docMk/>
            <pc:sldMk cId="341630730" sldId="277"/>
            <ac:spMk id="23" creationId="{D2F5A32C-8D79-DF7A-A347-743CD129AB71}"/>
          </ac:spMkLst>
        </pc:spChg>
        <pc:spChg chg="add mod ord">
          <ac:chgData name="Mohammad Salman" userId="cfd6754c-e613-4f6f-bb98-36aef69d8c31" providerId="ADAL" clId="{756BE88D-7C60-42E8-9426-0C5BCA64C4E0}" dt="2023-09-02T09:08:07.983" v="11289" actId="1035"/>
          <ac:spMkLst>
            <pc:docMk/>
            <pc:sldMk cId="341630730" sldId="277"/>
            <ac:spMk id="24" creationId="{339AA8C7-9476-C750-CBDB-D3AFE512EE3F}"/>
          </ac:spMkLst>
        </pc:spChg>
        <pc:spChg chg="add del mod">
          <ac:chgData name="Mohammad Salman" userId="cfd6754c-e613-4f6f-bb98-36aef69d8c31" providerId="ADAL" clId="{756BE88D-7C60-42E8-9426-0C5BCA64C4E0}" dt="2023-08-30T14:26:16.924" v="10621" actId="478"/>
          <ac:spMkLst>
            <pc:docMk/>
            <pc:sldMk cId="341630730" sldId="277"/>
            <ac:spMk id="31" creationId="{F1DCDF7D-84D6-18F6-B859-0BAD50B83EA8}"/>
          </ac:spMkLst>
        </pc:spChg>
        <pc:spChg chg="add del mod">
          <ac:chgData name="Mohammad Salman" userId="cfd6754c-e613-4f6f-bb98-36aef69d8c31" providerId="ADAL" clId="{756BE88D-7C60-42E8-9426-0C5BCA64C4E0}" dt="2023-08-30T14:26:12.014" v="10617" actId="478"/>
          <ac:spMkLst>
            <pc:docMk/>
            <pc:sldMk cId="341630730" sldId="277"/>
            <ac:spMk id="32" creationId="{8EE3664F-5AD5-12D4-AF95-F35980675AD6}"/>
          </ac:spMkLst>
        </pc:spChg>
        <pc:spChg chg="add del mod">
          <ac:chgData name="Mohammad Salman" userId="cfd6754c-e613-4f6f-bb98-36aef69d8c31" providerId="ADAL" clId="{756BE88D-7C60-42E8-9426-0C5BCA64C4E0}" dt="2023-08-30T14:26:29.549" v="10625" actId="478"/>
          <ac:spMkLst>
            <pc:docMk/>
            <pc:sldMk cId="341630730" sldId="277"/>
            <ac:spMk id="33" creationId="{72EEF1AD-9575-A6F5-318E-E57BE92156CA}"/>
          </ac:spMkLst>
        </pc:spChg>
        <pc:grpChg chg="add del mod">
          <ac:chgData name="Mohammad Salman" userId="cfd6754c-e613-4f6f-bb98-36aef69d8c31" providerId="ADAL" clId="{756BE88D-7C60-42E8-9426-0C5BCA64C4E0}" dt="2023-08-30T14:23:26.487" v="10604" actId="165"/>
          <ac:grpSpMkLst>
            <pc:docMk/>
            <pc:sldMk cId="341630730" sldId="277"/>
            <ac:grpSpMk id="15" creationId="{EB606E1B-E7C7-C9A6-AA38-70734935D0A8}"/>
          </ac:grpSpMkLst>
        </pc:grpChg>
        <pc:cxnChg chg="add mod topLvl">
          <ac:chgData name="Mohammad Salman" userId="cfd6754c-e613-4f6f-bb98-36aef69d8c31" providerId="ADAL" clId="{756BE88D-7C60-42E8-9426-0C5BCA64C4E0}" dt="2023-09-02T09:08:07.983" v="11289" actId="1035"/>
          <ac:cxnSpMkLst>
            <pc:docMk/>
            <pc:sldMk cId="341630730" sldId="277"/>
            <ac:cxnSpMk id="13" creationId="{609168EF-FBAD-CEAA-350C-7D929E73A707}"/>
          </ac:cxnSpMkLst>
        </pc:cxnChg>
      </pc:sldChg>
      <pc:sldChg chg="addSp modSp new mod ord setBg">
        <pc:chgData name="Mohammad Salman" userId="cfd6754c-e613-4f6f-bb98-36aef69d8c31" providerId="ADAL" clId="{756BE88D-7C60-42E8-9426-0C5BCA64C4E0}" dt="2023-09-01T10:35:09.990" v="11146" actId="113"/>
        <pc:sldMkLst>
          <pc:docMk/>
          <pc:sldMk cId="3048466113" sldId="278"/>
        </pc:sldMkLst>
        <pc:spChg chg="mod">
          <ac:chgData name="Mohammad Salman" userId="cfd6754c-e613-4f6f-bb98-36aef69d8c31" providerId="ADAL" clId="{756BE88D-7C60-42E8-9426-0C5BCA64C4E0}" dt="2023-08-30T13:52:29.321" v="9921" actId="20577"/>
          <ac:spMkLst>
            <pc:docMk/>
            <pc:sldMk cId="3048466113" sldId="278"/>
            <ac:spMk id="2" creationId="{05BA9FD2-488A-96D2-3B7C-B9C5A7DA81EB}"/>
          </ac:spMkLst>
        </pc:spChg>
        <pc:spChg chg="mod">
          <ac:chgData name="Mohammad Salman" userId="cfd6754c-e613-4f6f-bb98-36aef69d8c31" providerId="ADAL" clId="{756BE88D-7C60-42E8-9426-0C5BCA64C4E0}" dt="2023-09-01T10:35:09.990" v="11146" actId="113"/>
          <ac:spMkLst>
            <pc:docMk/>
            <pc:sldMk cId="3048466113" sldId="278"/>
            <ac:spMk id="3" creationId="{5BB18AF4-F0CA-A04F-DF93-6C3B1CBAD3CF}"/>
          </ac:spMkLst>
        </pc:spChg>
        <pc:spChg chg="add mod">
          <ac:chgData name="Mohammad Salman" userId="cfd6754c-e613-4f6f-bb98-36aef69d8c31" providerId="ADAL" clId="{756BE88D-7C60-42E8-9426-0C5BCA64C4E0}" dt="2023-08-30T14:08:57.730" v="10107" actId="14100"/>
          <ac:spMkLst>
            <pc:docMk/>
            <pc:sldMk cId="3048466113" sldId="278"/>
            <ac:spMk id="4" creationId="{6B9D99E9-F372-355E-B717-85A08A73A7E2}"/>
          </ac:spMkLst>
        </pc:spChg>
      </pc:sldChg>
      <pc:sldChg chg="addSp delSp modSp new mod ord">
        <pc:chgData name="Mohammad Salman" userId="cfd6754c-e613-4f6f-bb98-36aef69d8c31" providerId="ADAL" clId="{756BE88D-7C60-42E8-9426-0C5BCA64C4E0}" dt="2023-08-30T14:39:38.717" v="10763"/>
        <pc:sldMkLst>
          <pc:docMk/>
          <pc:sldMk cId="1178950072" sldId="279"/>
        </pc:sldMkLst>
        <pc:spChg chg="del">
          <ac:chgData name="Mohammad Salman" userId="cfd6754c-e613-4f6f-bb98-36aef69d8c31" providerId="ADAL" clId="{756BE88D-7C60-42E8-9426-0C5BCA64C4E0}" dt="2023-08-30T14:36:47.222" v="10669" actId="478"/>
          <ac:spMkLst>
            <pc:docMk/>
            <pc:sldMk cId="1178950072" sldId="279"/>
            <ac:spMk id="2" creationId="{B52DC539-CE02-232F-E7A9-1B0B83F9DC7F}"/>
          </ac:spMkLst>
        </pc:spChg>
        <pc:spChg chg="del">
          <ac:chgData name="Mohammad Salman" userId="cfd6754c-e613-4f6f-bb98-36aef69d8c31" providerId="ADAL" clId="{756BE88D-7C60-42E8-9426-0C5BCA64C4E0}" dt="2023-08-30T14:36:47.222" v="10669" actId="478"/>
          <ac:spMkLst>
            <pc:docMk/>
            <pc:sldMk cId="1178950072" sldId="279"/>
            <ac:spMk id="3" creationId="{2E640BDE-B88D-3D34-B9C0-EB4AF4550149}"/>
          </ac:spMkLst>
        </pc:spChg>
        <pc:spChg chg="add mod">
          <ac:chgData name="Mohammad Salman" userId="cfd6754c-e613-4f6f-bb98-36aef69d8c31" providerId="ADAL" clId="{756BE88D-7C60-42E8-9426-0C5BCA64C4E0}" dt="2023-08-30T14:36:54.930" v="10673"/>
          <ac:spMkLst>
            <pc:docMk/>
            <pc:sldMk cId="1178950072" sldId="279"/>
            <ac:spMk id="6" creationId="{828B4CF9-C662-8A63-AB00-551D1723655C}"/>
          </ac:spMkLst>
        </pc:spChg>
        <pc:spChg chg="add mod">
          <ac:chgData name="Mohammad Salman" userId="cfd6754c-e613-4f6f-bb98-36aef69d8c31" providerId="ADAL" clId="{756BE88D-7C60-42E8-9426-0C5BCA64C4E0}" dt="2023-08-30T14:37:46.101" v="10688" actId="207"/>
          <ac:spMkLst>
            <pc:docMk/>
            <pc:sldMk cId="1178950072" sldId="279"/>
            <ac:spMk id="7" creationId="{E688ECD3-5D6D-AA48-12C5-8C735FC38022}"/>
          </ac:spMkLst>
        </pc:spChg>
        <pc:spChg chg="add mod">
          <ac:chgData name="Mohammad Salman" userId="cfd6754c-e613-4f6f-bb98-36aef69d8c31" providerId="ADAL" clId="{756BE88D-7C60-42E8-9426-0C5BCA64C4E0}" dt="2023-08-30T14:38:09.590" v="10691" actId="14100"/>
          <ac:spMkLst>
            <pc:docMk/>
            <pc:sldMk cId="1178950072" sldId="279"/>
            <ac:spMk id="8" creationId="{79063883-415B-C3B7-353E-93ACC73DC49B}"/>
          </ac:spMkLst>
        </pc:spChg>
        <pc:picChg chg="add mod">
          <ac:chgData name="Mohammad Salman" userId="cfd6754c-e613-4f6f-bb98-36aef69d8c31" providerId="ADAL" clId="{756BE88D-7C60-42E8-9426-0C5BCA64C4E0}" dt="2023-08-30T14:37:08.298" v="10676" actId="1076"/>
          <ac:picMkLst>
            <pc:docMk/>
            <pc:sldMk cId="1178950072" sldId="279"/>
            <ac:picMk id="5" creationId="{3FA2AA6A-CE92-561E-0BA4-67EDEBA444D3}"/>
          </ac:picMkLst>
        </pc:picChg>
      </pc:sldChg>
      <pc:sldChg chg="delSp modSp add mod delAnim modAnim">
        <pc:chgData name="Mohammad Salman" userId="cfd6754c-e613-4f6f-bb98-36aef69d8c31" providerId="ADAL" clId="{756BE88D-7C60-42E8-9426-0C5BCA64C4E0}" dt="2023-09-02T08:57:25.544" v="11239" actId="20577"/>
        <pc:sldMkLst>
          <pc:docMk/>
          <pc:sldMk cId="1803126314" sldId="280"/>
        </pc:sldMkLst>
        <pc:spChg chg="mod">
          <ac:chgData name="Mohammad Salman" userId="cfd6754c-e613-4f6f-bb98-36aef69d8c31" providerId="ADAL" clId="{756BE88D-7C60-42E8-9426-0C5BCA64C4E0}" dt="2023-09-02T08:57:25.544" v="11239" actId="20577"/>
          <ac:spMkLst>
            <pc:docMk/>
            <pc:sldMk cId="1803126314" sldId="280"/>
            <ac:spMk id="3" creationId="{51173BC1-DCAA-F16C-37C2-E672DEDF49D4}"/>
          </ac:spMkLst>
        </pc:spChg>
        <pc:spChg chg="del">
          <ac:chgData name="Mohammad Salman" userId="cfd6754c-e613-4f6f-bb98-36aef69d8c31" providerId="ADAL" clId="{756BE88D-7C60-42E8-9426-0C5BCA64C4E0}" dt="2023-08-30T14:39:20.925" v="10716" actId="478"/>
          <ac:spMkLst>
            <pc:docMk/>
            <pc:sldMk cId="1803126314" sldId="280"/>
            <ac:spMk id="6" creationId="{4F5A6DFE-641C-2979-1DCC-C232ECEB4E70}"/>
          </ac:spMkLst>
        </pc:spChg>
        <pc:spChg chg="del">
          <ac:chgData name="Mohammad Salman" userId="cfd6754c-e613-4f6f-bb98-36aef69d8c31" providerId="ADAL" clId="{756BE88D-7C60-42E8-9426-0C5BCA64C4E0}" dt="2023-08-30T14:39:20.925" v="10716" actId="478"/>
          <ac:spMkLst>
            <pc:docMk/>
            <pc:sldMk cId="1803126314" sldId="280"/>
            <ac:spMk id="7" creationId="{21C13175-7E7B-1699-45B7-29737AC8800A}"/>
          </ac:spMkLst>
        </pc:spChg>
        <pc:spChg chg="del">
          <ac:chgData name="Mohammad Salman" userId="cfd6754c-e613-4f6f-bb98-36aef69d8c31" providerId="ADAL" clId="{756BE88D-7C60-42E8-9426-0C5BCA64C4E0}" dt="2023-08-30T14:39:20.925" v="10716" actId="478"/>
          <ac:spMkLst>
            <pc:docMk/>
            <pc:sldMk cId="1803126314" sldId="280"/>
            <ac:spMk id="8" creationId="{0BA8349C-CD23-D577-01D2-3C8BDCA6B5D5}"/>
          </ac:spMkLst>
        </pc:spChg>
        <pc:spChg chg="del">
          <ac:chgData name="Mohammad Salman" userId="cfd6754c-e613-4f6f-bb98-36aef69d8c31" providerId="ADAL" clId="{756BE88D-7C60-42E8-9426-0C5BCA64C4E0}" dt="2023-08-30T14:39:20.925" v="10716" actId="478"/>
          <ac:spMkLst>
            <pc:docMk/>
            <pc:sldMk cId="1803126314" sldId="280"/>
            <ac:spMk id="9" creationId="{BF2B8EA7-BAB5-65B0-CE34-859651CD5B81}"/>
          </ac:spMkLst>
        </pc:spChg>
        <pc:spChg chg="del">
          <ac:chgData name="Mohammad Salman" userId="cfd6754c-e613-4f6f-bb98-36aef69d8c31" providerId="ADAL" clId="{756BE88D-7C60-42E8-9426-0C5BCA64C4E0}" dt="2023-08-30T14:39:20.925" v="10716" actId="478"/>
          <ac:spMkLst>
            <pc:docMk/>
            <pc:sldMk cId="1803126314" sldId="280"/>
            <ac:spMk id="10" creationId="{D9163010-DF52-7D5B-070E-F5E1A128BA5A}"/>
          </ac:spMkLst>
        </pc:spChg>
        <pc:spChg chg="del">
          <ac:chgData name="Mohammad Salman" userId="cfd6754c-e613-4f6f-bb98-36aef69d8c31" providerId="ADAL" clId="{756BE88D-7C60-42E8-9426-0C5BCA64C4E0}" dt="2023-08-30T14:39:20.925" v="10716" actId="478"/>
          <ac:spMkLst>
            <pc:docMk/>
            <pc:sldMk cId="1803126314" sldId="280"/>
            <ac:spMk id="11" creationId="{F4D2CF44-B397-D4F4-637C-8A74FCE99DDF}"/>
          </ac:spMkLst>
        </pc:spChg>
        <pc:spChg chg="del">
          <ac:chgData name="Mohammad Salman" userId="cfd6754c-e613-4f6f-bb98-36aef69d8c31" providerId="ADAL" clId="{756BE88D-7C60-42E8-9426-0C5BCA64C4E0}" dt="2023-08-30T14:39:20.925" v="10716" actId="478"/>
          <ac:spMkLst>
            <pc:docMk/>
            <pc:sldMk cId="1803126314" sldId="280"/>
            <ac:spMk id="14" creationId="{EE976DD3-8999-FB70-189D-2E7C1522BC42}"/>
          </ac:spMkLst>
        </pc:spChg>
        <pc:spChg chg="del">
          <ac:chgData name="Mohammad Salman" userId="cfd6754c-e613-4f6f-bb98-36aef69d8c31" providerId="ADAL" clId="{756BE88D-7C60-42E8-9426-0C5BCA64C4E0}" dt="2023-08-30T14:39:20.925" v="10716" actId="478"/>
          <ac:spMkLst>
            <pc:docMk/>
            <pc:sldMk cId="1803126314" sldId="280"/>
            <ac:spMk id="16" creationId="{FE9EA8A1-82F3-06F2-702A-C96A2946B12D}"/>
          </ac:spMkLst>
        </pc:spChg>
        <pc:spChg chg="del">
          <ac:chgData name="Mohammad Salman" userId="cfd6754c-e613-4f6f-bb98-36aef69d8c31" providerId="ADAL" clId="{756BE88D-7C60-42E8-9426-0C5BCA64C4E0}" dt="2023-08-30T14:39:20.925" v="10716" actId="478"/>
          <ac:spMkLst>
            <pc:docMk/>
            <pc:sldMk cId="1803126314" sldId="280"/>
            <ac:spMk id="17" creationId="{523DC209-BB59-9ED2-B797-F8761EF77692}"/>
          </ac:spMkLst>
        </pc:spChg>
        <pc:spChg chg="del">
          <ac:chgData name="Mohammad Salman" userId="cfd6754c-e613-4f6f-bb98-36aef69d8c31" providerId="ADAL" clId="{756BE88D-7C60-42E8-9426-0C5BCA64C4E0}" dt="2023-08-30T14:39:20.925" v="10716" actId="478"/>
          <ac:spMkLst>
            <pc:docMk/>
            <pc:sldMk cId="1803126314" sldId="280"/>
            <ac:spMk id="24" creationId="{339AA8C7-9476-C750-CBDB-D3AFE512EE3F}"/>
          </ac:spMkLst>
        </pc:spChg>
        <pc:cxnChg chg="del mod">
          <ac:chgData name="Mohammad Salman" userId="cfd6754c-e613-4f6f-bb98-36aef69d8c31" providerId="ADAL" clId="{756BE88D-7C60-42E8-9426-0C5BCA64C4E0}" dt="2023-08-30T14:39:20.925" v="10716" actId="478"/>
          <ac:cxnSpMkLst>
            <pc:docMk/>
            <pc:sldMk cId="1803126314" sldId="280"/>
            <ac:cxnSpMk id="13" creationId="{609168EF-FBAD-CEAA-350C-7D929E73A707}"/>
          </ac:cxnSpMkLst>
        </pc:cxnChg>
      </pc:sldChg>
      <pc:sldChg chg="modSp new del mod setBg">
        <pc:chgData name="Mohammad Salman" userId="cfd6754c-e613-4f6f-bb98-36aef69d8c31" providerId="ADAL" clId="{756BE88D-7C60-42E8-9426-0C5BCA64C4E0}" dt="2023-09-02T09:11:00.042" v="11308" actId="47"/>
        <pc:sldMkLst>
          <pc:docMk/>
          <pc:sldMk cId="4244268938" sldId="281"/>
        </pc:sldMkLst>
        <pc:spChg chg="mod">
          <ac:chgData name="Mohammad Salman" userId="cfd6754c-e613-4f6f-bb98-36aef69d8c31" providerId="ADAL" clId="{756BE88D-7C60-42E8-9426-0C5BCA64C4E0}" dt="2023-08-30T15:04:41.245" v="10787" actId="20577"/>
          <ac:spMkLst>
            <pc:docMk/>
            <pc:sldMk cId="4244268938" sldId="281"/>
            <ac:spMk id="2" creationId="{EF6B899E-6B7C-E3F1-8AA1-8A32242E56B6}"/>
          </ac:spMkLst>
        </pc:spChg>
        <pc:spChg chg="mod">
          <ac:chgData name="Mohammad Salman" userId="cfd6754c-e613-4f6f-bb98-36aef69d8c31" providerId="ADAL" clId="{756BE88D-7C60-42E8-9426-0C5BCA64C4E0}" dt="2023-09-01T04:59:21.250" v="11093" actId="20577"/>
          <ac:spMkLst>
            <pc:docMk/>
            <pc:sldMk cId="4244268938" sldId="281"/>
            <ac:spMk id="3" creationId="{10A6B1A2-85BC-E954-8489-A24CD6CD7BB6}"/>
          </ac:spMkLst>
        </pc:spChg>
      </pc:sldChg>
      <pc:sldChg chg="modSp new del mod">
        <pc:chgData name="Mohammad Salman" userId="cfd6754c-e613-4f6f-bb98-36aef69d8c31" providerId="ADAL" clId="{756BE88D-7C60-42E8-9426-0C5BCA64C4E0}" dt="2023-09-01T10:22:13.126" v="11137" actId="47"/>
        <pc:sldMkLst>
          <pc:docMk/>
          <pc:sldMk cId="68812315" sldId="282"/>
        </pc:sldMkLst>
        <pc:spChg chg="mod">
          <ac:chgData name="Mohammad Salman" userId="cfd6754c-e613-4f6f-bb98-36aef69d8c31" providerId="ADAL" clId="{756BE88D-7C60-42E8-9426-0C5BCA64C4E0}" dt="2023-09-01T10:22:10.346" v="11136" actId="20577"/>
          <ac:spMkLst>
            <pc:docMk/>
            <pc:sldMk cId="68812315" sldId="282"/>
            <ac:spMk id="3" creationId="{0ACBF707-6E5A-6A25-B3BB-C89768B7DA6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5FA51C-B5B5-4B62-BB71-C9FD7CED6D74}" type="datetimeFigureOut">
              <a:rPr lang="en-US" smtClean="0"/>
              <a:t>9/2/2023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2466C4-70A9-4C51-B7A1-4DA7621D4015}" type="slidenum">
              <a:rPr lang="en-US" smtClean="0"/>
              <a:t>‹#›</a:t>
            </a:fld>
            <a:endParaRPr lang="en-US"/>
          </a:p>
        </p:txBody>
      </p:sp>
    </p:spTree>
    <p:extLst>
      <p:ext uri="{BB962C8B-B14F-4D97-AF65-F5344CB8AC3E}">
        <p14:creationId xmlns:p14="http://schemas.microsoft.com/office/powerpoint/2010/main" val="2635770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BB2466C4-70A9-4C51-B7A1-4DA7621D4015}" type="slidenum">
              <a:rPr lang="en-US" smtClean="0"/>
              <a:t>2</a:t>
            </a:fld>
            <a:endParaRPr lang="en-US"/>
          </a:p>
        </p:txBody>
      </p:sp>
    </p:spTree>
    <p:extLst>
      <p:ext uri="{BB962C8B-B14F-4D97-AF65-F5344CB8AC3E}">
        <p14:creationId xmlns:p14="http://schemas.microsoft.com/office/powerpoint/2010/main" val="942356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BB2466C4-70A9-4C51-B7A1-4DA7621D4015}" type="slidenum">
              <a:rPr lang="en-US" smtClean="0"/>
              <a:t>3</a:t>
            </a:fld>
            <a:endParaRPr lang="en-US"/>
          </a:p>
        </p:txBody>
      </p:sp>
    </p:spTree>
    <p:extLst>
      <p:ext uri="{BB962C8B-B14F-4D97-AF65-F5344CB8AC3E}">
        <p14:creationId xmlns:p14="http://schemas.microsoft.com/office/powerpoint/2010/main" val="1623034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latin typeface="Consolas" panose="020B0609020204030204" pitchFamily="49" charset="0"/>
              </a:rPr>
              <a:t>g++ </a:t>
            </a:r>
            <a:r>
              <a:rPr lang="en-US" sz="1200" b="0" dirty="0">
                <a:solidFill>
                  <a:schemeClr val="tx1">
                    <a:lumMod val="50000"/>
                    <a:lumOff val="50000"/>
                  </a:schemeClr>
                </a:solidFill>
                <a:latin typeface="Consolas" panose="020B0609020204030204" pitchFamily="49" charset="0"/>
              </a:rPr>
              <a:t>-pedantic-errors -Wall -</a:t>
            </a:r>
            <a:r>
              <a:rPr lang="en-US" sz="1200" b="0" dirty="0" err="1">
                <a:solidFill>
                  <a:schemeClr val="tx1">
                    <a:lumMod val="50000"/>
                    <a:lumOff val="50000"/>
                  </a:schemeClr>
                </a:solidFill>
                <a:latin typeface="Consolas" panose="020B0609020204030204" pitchFamily="49" charset="0"/>
              </a:rPr>
              <a:t>Weffc</a:t>
            </a:r>
            <a:r>
              <a:rPr lang="en-US" sz="1200" b="0" dirty="0">
                <a:solidFill>
                  <a:schemeClr val="tx1">
                    <a:lumMod val="50000"/>
                    <a:lumOff val="50000"/>
                  </a:schemeClr>
                </a:solidFill>
                <a:latin typeface="Consolas" panose="020B0609020204030204" pitchFamily="49" charset="0"/>
              </a:rPr>
              <a:t>++ -</a:t>
            </a:r>
            <a:r>
              <a:rPr lang="en-US" sz="1200" b="0" dirty="0" err="1">
                <a:solidFill>
                  <a:schemeClr val="tx1">
                    <a:lumMod val="50000"/>
                    <a:lumOff val="50000"/>
                  </a:schemeClr>
                </a:solidFill>
                <a:latin typeface="Consolas" panose="020B0609020204030204" pitchFamily="49" charset="0"/>
              </a:rPr>
              <a:t>Wextra</a:t>
            </a:r>
            <a:r>
              <a:rPr lang="en-US" sz="1200" b="0" dirty="0">
                <a:solidFill>
                  <a:schemeClr val="tx1">
                    <a:lumMod val="50000"/>
                    <a:lumOff val="50000"/>
                  </a:schemeClr>
                </a:solidFill>
                <a:latin typeface="Consolas" panose="020B0609020204030204" pitchFamily="49" charset="0"/>
              </a:rPr>
              <a:t> -</a:t>
            </a:r>
            <a:r>
              <a:rPr lang="en-US" sz="1200" b="0" dirty="0" err="1">
                <a:solidFill>
                  <a:schemeClr val="tx1">
                    <a:lumMod val="50000"/>
                    <a:lumOff val="50000"/>
                  </a:schemeClr>
                </a:solidFill>
                <a:latin typeface="Consolas" panose="020B0609020204030204" pitchFamily="49" charset="0"/>
              </a:rPr>
              <a:t>Wconversion</a:t>
            </a:r>
            <a:r>
              <a:rPr lang="en-US" sz="1200" b="0" dirty="0">
                <a:solidFill>
                  <a:schemeClr val="tx1">
                    <a:lumMod val="50000"/>
                    <a:lumOff val="50000"/>
                  </a:schemeClr>
                </a:solidFill>
                <a:latin typeface="Consolas" panose="020B0609020204030204" pitchFamily="49" charset="0"/>
              </a:rPr>
              <a:t> -</a:t>
            </a:r>
            <a:r>
              <a:rPr lang="en-US" sz="1200" b="0" dirty="0" err="1">
                <a:solidFill>
                  <a:schemeClr val="tx1">
                    <a:lumMod val="50000"/>
                    <a:lumOff val="50000"/>
                  </a:schemeClr>
                </a:solidFill>
                <a:latin typeface="Consolas" panose="020B0609020204030204" pitchFamily="49" charset="0"/>
              </a:rPr>
              <a:t>Wsign</a:t>
            </a:r>
            <a:r>
              <a:rPr lang="en-US" sz="1200" b="0" dirty="0">
                <a:solidFill>
                  <a:schemeClr val="tx1">
                    <a:lumMod val="50000"/>
                    <a:lumOff val="50000"/>
                  </a:schemeClr>
                </a:solidFill>
                <a:latin typeface="Consolas" panose="020B0609020204030204" pitchFamily="49" charset="0"/>
              </a:rPr>
              <a:t>-conversion -std=</a:t>
            </a:r>
            <a:r>
              <a:rPr lang="en-US" sz="1200" b="0" dirty="0" err="1">
                <a:solidFill>
                  <a:schemeClr val="tx1">
                    <a:lumMod val="50000"/>
                    <a:lumOff val="50000"/>
                  </a:schemeClr>
                </a:solidFill>
                <a:latin typeface="Consolas" panose="020B0609020204030204" pitchFamily="49" charset="0"/>
              </a:rPr>
              <a:t>c++</a:t>
            </a:r>
            <a:r>
              <a:rPr lang="en-US" sz="1200" b="0" dirty="0">
                <a:solidFill>
                  <a:schemeClr val="tx1">
                    <a:lumMod val="50000"/>
                    <a:lumOff val="50000"/>
                  </a:schemeClr>
                </a:solidFill>
                <a:latin typeface="Consolas" panose="020B0609020204030204" pitchFamily="49" charset="0"/>
              </a:rPr>
              <a:t>14</a:t>
            </a:r>
            <a:r>
              <a:rPr lang="en-US" sz="1200" b="0" dirty="0">
                <a:latin typeface="Consolas" panose="020B0609020204030204" pitchFamily="49" charset="0"/>
              </a:rPr>
              <a:t> ./source_file.cpp</a:t>
            </a:r>
          </a:p>
          <a:p>
            <a:endParaRPr lang="en-US" b="0" dirty="0"/>
          </a:p>
        </p:txBody>
      </p:sp>
      <p:sp>
        <p:nvSpPr>
          <p:cNvPr id="4" name="Slide Number Placeholder 3"/>
          <p:cNvSpPr>
            <a:spLocks noGrp="1"/>
          </p:cNvSpPr>
          <p:nvPr>
            <p:ph type="sldNum" sz="quarter" idx="5"/>
          </p:nvPr>
        </p:nvSpPr>
        <p:spPr/>
        <p:txBody>
          <a:bodyPr/>
          <a:lstStyle/>
          <a:p>
            <a:fld id="{BB2466C4-70A9-4C51-B7A1-4DA7621D4015}" type="slidenum">
              <a:rPr lang="en-US" smtClean="0"/>
              <a:t>4</a:t>
            </a:fld>
            <a:endParaRPr lang="en-US"/>
          </a:p>
        </p:txBody>
      </p:sp>
    </p:spTree>
    <p:extLst>
      <p:ext uri="{BB962C8B-B14F-4D97-AF65-F5344CB8AC3E}">
        <p14:creationId xmlns:p14="http://schemas.microsoft.com/office/powerpoint/2010/main" val="987311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Animations enabled.</a:t>
            </a:r>
          </a:p>
          <a:p>
            <a:r>
              <a:rPr lang="en-US" b="1" i="1" dirty="0"/>
              <a:t>Note (for the third point):</a:t>
            </a:r>
            <a:r>
              <a:rPr lang="en-US" dirty="0"/>
              <a:t> In Python, lists are based on arrays. When you resize a list, you see the list’s length being changed on the surface. On the backend, however, the length of the array (on which the list is based on) is still the same. When that arrays gets fully filled, and you want to add a new element, a new larger array has to be created, and the older array is discarded, in order to accommodate for more variables.</a:t>
            </a:r>
          </a:p>
        </p:txBody>
      </p:sp>
      <p:sp>
        <p:nvSpPr>
          <p:cNvPr id="4" name="Slide Number Placeholder 3"/>
          <p:cNvSpPr>
            <a:spLocks noGrp="1"/>
          </p:cNvSpPr>
          <p:nvPr>
            <p:ph type="sldNum" sz="quarter" idx="5"/>
          </p:nvPr>
        </p:nvSpPr>
        <p:spPr/>
        <p:txBody>
          <a:bodyPr/>
          <a:lstStyle/>
          <a:p>
            <a:fld id="{BB2466C4-70A9-4C51-B7A1-4DA7621D4015}" type="slidenum">
              <a:rPr lang="en-US" smtClean="0"/>
              <a:t>7</a:t>
            </a:fld>
            <a:endParaRPr lang="en-US"/>
          </a:p>
        </p:txBody>
      </p:sp>
    </p:spTree>
    <p:extLst>
      <p:ext uri="{BB962C8B-B14F-4D97-AF65-F5344CB8AC3E}">
        <p14:creationId xmlns:p14="http://schemas.microsoft.com/office/powerpoint/2010/main" val="3023807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Animations enabled.</a:t>
            </a:r>
          </a:p>
        </p:txBody>
      </p:sp>
      <p:sp>
        <p:nvSpPr>
          <p:cNvPr id="4" name="Slide Number Placeholder 3"/>
          <p:cNvSpPr>
            <a:spLocks noGrp="1"/>
          </p:cNvSpPr>
          <p:nvPr>
            <p:ph type="sldNum" sz="quarter" idx="5"/>
          </p:nvPr>
        </p:nvSpPr>
        <p:spPr/>
        <p:txBody>
          <a:bodyPr/>
          <a:lstStyle/>
          <a:p>
            <a:fld id="{BB2466C4-70A9-4C51-B7A1-4DA7621D4015}" type="slidenum">
              <a:rPr lang="en-US" smtClean="0"/>
              <a:t>8</a:t>
            </a:fld>
            <a:endParaRPr lang="en-US"/>
          </a:p>
        </p:txBody>
      </p:sp>
    </p:spTree>
    <p:extLst>
      <p:ext uri="{BB962C8B-B14F-4D97-AF65-F5344CB8AC3E}">
        <p14:creationId xmlns:p14="http://schemas.microsoft.com/office/powerpoint/2010/main" val="1138077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2466C4-70A9-4C51-B7A1-4DA7621D4015}" type="slidenum">
              <a:rPr lang="en-US" smtClean="0"/>
              <a:t>9</a:t>
            </a:fld>
            <a:endParaRPr lang="en-US"/>
          </a:p>
        </p:txBody>
      </p:sp>
    </p:spTree>
    <p:extLst>
      <p:ext uri="{BB962C8B-B14F-4D97-AF65-F5344CB8AC3E}">
        <p14:creationId xmlns:p14="http://schemas.microsoft.com/office/powerpoint/2010/main" val="3073578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2466C4-70A9-4C51-B7A1-4DA7621D4015}" type="slidenum">
              <a:rPr lang="en-US" smtClean="0"/>
              <a:t>11</a:t>
            </a:fld>
            <a:endParaRPr lang="en-US"/>
          </a:p>
        </p:txBody>
      </p:sp>
    </p:spTree>
    <p:extLst>
      <p:ext uri="{BB962C8B-B14F-4D97-AF65-F5344CB8AC3E}">
        <p14:creationId xmlns:p14="http://schemas.microsoft.com/office/powerpoint/2010/main" val="16878878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https://www.learncpp.com/cpp-tutorial/arrays-part-ii/</a:t>
            </a:r>
          </a:p>
        </p:txBody>
      </p:sp>
      <p:sp>
        <p:nvSpPr>
          <p:cNvPr id="4" name="Slide Number Placeholder 3"/>
          <p:cNvSpPr>
            <a:spLocks noGrp="1"/>
          </p:cNvSpPr>
          <p:nvPr>
            <p:ph type="sldNum" sz="quarter" idx="5"/>
          </p:nvPr>
        </p:nvSpPr>
        <p:spPr/>
        <p:txBody>
          <a:bodyPr/>
          <a:lstStyle/>
          <a:p>
            <a:fld id="{BB2466C4-70A9-4C51-B7A1-4DA7621D4015}" type="slidenum">
              <a:rPr lang="en-US" smtClean="0"/>
              <a:t>12</a:t>
            </a:fld>
            <a:endParaRPr lang="en-US"/>
          </a:p>
        </p:txBody>
      </p:sp>
    </p:spTree>
    <p:extLst>
      <p:ext uri="{BB962C8B-B14F-4D97-AF65-F5344CB8AC3E}">
        <p14:creationId xmlns:p14="http://schemas.microsoft.com/office/powerpoint/2010/main" val="3819475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2466C4-70A9-4C51-B7A1-4DA7621D4015}" type="slidenum">
              <a:rPr lang="en-US" smtClean="0"/>
              <a:t>13</a:t>
            </a:fld>
            <a:endParaRPr lang="en-US"/>
          </a:p>
        </p:txBody>
      </p:sp>
    </p:spTree>
    <p:extLst>
      <p:ext uri="{BB962C8B-B14F-4D97-AF65-F5344CB8AC3E}">
        <p14:creationId xmlns:p14="http://schemas.microsoft.com/office/powerpoint/2010/main" val="1657236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2466C4-70A9-4C51-B7A1-4DA7621D4015}" type="slidenum">
              <a:rPr lang="en-US" smtClean="0"/>
              <a:t>21</a:t>
            </a:fld>
            <a:endParaRPr lang="en-US"/>
          </a:p>
        </p:txBody>
      </p:sp>
    </p:spTree>
    <p:extLst>
      <p:ext uri="{BB962C8B-B14F-4D97-AF65-F5344CB8AC3E}">
        <p14:creationId xmlns:p14="http://schemas.microsoft.com/office/powerpoint/2010/main" val="1348580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2466C4-70A9-4C51-B7A1-4DA7621D4015}" type="slidenum">
              <a:rPr lang="en-US" smtClean="0"/>
              <a:t>23</a:t>
            </a:fld>
            <a:endParaRPr lang="en-US"/>
          </a:p>
        </p:txBody>
      </p:sp>
    </p:spTree>
    <p:extLst>
      <p:ext uri="{BB962C8B-B14F-4D97-AF65-F5344CB8AC3E}">
        <p14:creationId xmlns:p14="http://schemas.microsoft.com/office/powerpoint/2010/main" val="569326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7013-6FAA-3056-3512-A9FD2D10A5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F2547B-40AF-EE2C-024D-CF283E842A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863DC6-F760-DEE5-9C46-EBBDA9D7FF31}"/>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5" name="Footer Placeholder 4">
            <a:extLst>
              <a:ext uri="{FF2B5EF4-FFF2-40B4-BE49-F238E27FC236}">
                <a16:creationId xmlns:a16="http://schemas.microsoft.com/office/drawing/2014/main" id="{0A47BB9B-AF8F-CE58-2C39-3D83404B98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B8E12A-2C81-BA52-842D-3F05FF7090C7}"/>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2871147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893E2-99A5-7A79-42E5-0B1E6969E1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AA47C5-4881-7744-B9DE-C79C7B25C0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33DE02-C1E8-5EBF-330A-2CAA18A886DF}"/>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5" name="Footer Placeholder 4">
            <a:extLst>
              <a:ext uri="{FF2B5EF4-FFF2-40B4-BE49-F238E27FC236}">
                <a16:creationId xmlns:a16="http://schemas.microsoft.com/office/drawing/2014/main" id="{66D56A7D-E2B2-0BDB-250F-D211302A8E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387AB4-1C47-6117-4279-CCA8EEBE4648}"/>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3205061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72CB-F967-8F15-3461-C93328CC1D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E5C539-F020-BA8E-06E4-E9948A03F1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29B056-BD20-39F6-B68D-8A8058EB9CB5}"/>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5" name="Footer Placeholder 4">
            <a:extLst>
              <a:ext uri="{FF2B5EF4-FFF2-40B4-BE49-F238E27FC236}">
                <a16:creationId xmlns:a16="http://schemas.microsoft.com/office/drawing/2014/main" id="{58D65C96-2A7D-ECA8-FAC2-A4FCFD4098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2D9687-D413-034A-979E-92BBF263D557}"/>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3549957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67D64-A946-7A54-AF1E-4A4CF8B95B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F447A8-1745-A697-1652-74052454A4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262256-814E-BD6A-2D57-363F0439AA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F1B870-A051-C1CB-5EB0-70972C5C0EEC}"/>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6" name="Footer Placeholder 5">
            <a:extLst>
              <a:ext uri="{FF2B5EF4-FFF2-40B4-BE49-F238E27FC236}">
                <a16:creationId xmlns:a16="http://schemas.microsoft.com/office/drawing/2014/main" id="{2C16C7DD-90A9-9140-A0E4-DEE1EDF958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C9DF3C-5D86-9221-6557-66B8FA455403}"/>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280450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E915-526B-4FC1-4F3D-C2F557943F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2A4538-04E4-1BF3-C9E2-B7AF2BC3D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8C1926-817D-4093-D70B-E743E998A5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92DC6A-9872-71F3-6BAE-E5DC2CFCFB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A93886-6736-91F8-3A93-154C8C667F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05D926-F3B4-BAF9-7B1A-24173DA41EA5}"/>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8" name="Footer Placeholder 7">
            <a:extLst>
              <a:ext uri="{FF2B5EF4-FFF2-40B4-BE49-F238E27FC236}">
                <a16:creationId xmlns:a16="http://schemas.microsoft.com/office/drawing/2014/main" id="{7138841C-6AF5-6C61-6613-A07936D679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3BBF7B-4E68-02F9-3513-5E293893F7FB}"/>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1061871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9E16C-9E68-48B4-8656-40C4A304BF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58A5B4-DF2F-EF20-7381-9D49D5ABE29B}"/>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4" name="Footer Placeholder 3">
            <a:extLst>
              <a:ext uri="{FF2B5EF4-FFF2-40B4-BE49-F238E27FC236}">
                <a16:creationId xmlns:a16="http://schemas.microsoft.com/office/drawing/2014/main" id="{A96347C2-3CB3-3404-54AD-64E72E4A78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EABBD2-D6FD-7CA2-0489-3DD6245543C9}"/>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850363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9751F6-19C8-37A7-BC91-9AB4A70DB2E2}"/>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3" name="Footer Placeholder 2">
            <a:extLst>
              <a:ext uri="{FF2B5EF4-FFF2-40B4-BE49-F238E27FC236}">
                <a16:creationId xmlns:a16="http://schemas.microsoft.com/office/drawing/2014/main" id="{D4668B09-7F2F-DC77-8AB9-4AB9991868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7CC7CA-830C-13CE-09D3-5508FA676858}"/>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1393467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E13CA-1258-344C-DFE2-179520505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209984-732A-9785-A2BC-08AFC45F8A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BDCD7B-E7DB-C2E5-2B86-8198B44D7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D40CDE-61AC-74D4-FD5A-63E61B937972}"/>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6" name="Footer Placeholder 5">
            <a:extLst>
              <a:ext uri="{FF2B5EF4-FFF2-40B4-BE49-F238E27FC236}">
                <a16:creationId xmlns:a16="http://schemas.microsoft.com/office/drawing/2014/main" id="{152D994C-36BE-F81E-40DE-2CE63CC4B1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EBD454-A2E1-845B-4F38-4A88B89D7163}"/>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88031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32AA-2960-F2A5-D487-8DD849EBC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C51F00-4B57-53F8-36ED-FADD91D1DB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ED364B-4437-0CBD-656B-E04EAB01F4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F5F66D-6E88-8912-7331-01D22E4B8904}"/>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6" name="Footer Placeholder 5">
            <a:extLst>
              <a:ext uri="{FF2B5EF4-FFF2-40B4-BE49-F238E27FC236}">
                <a16:creationId xmlns:a16="http://schemas.microsoft.com/office/drawing/2014/main" id="{07FEEA82-0B27-B87C-D190-421A50AD7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F422AB-9B3D-2F0F-3AC8-E55811C51290}"/>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2161333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E0700-0AAF-4393-CDA8-A72485A045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451B2F-F283-58EE-CDA2-7DC2E33C16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71A51D-1A1B-A703-1EA0-5A3A094DA5BC}"/>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5" name="Footer Placeholder 4">
            <a:extLst>
              <a:ext uri="{FF2B5EF4-FFF2-40B4-BE49-F238E27FC236}">
                <a16:creationId xmlns:a16="http://schemas.microsoft.com/office/drawing/2014/main" id="{E25F29E8-C303-CA9E-1A2A-2B2E8A9289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B265AE-9A0D-BCC1-B7F9-78606B939589}"/>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3232185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AFF5D4-074B-BCB5-6CF7-6CEBB24088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C33D24-4CC8-76DF-3ADA-F892D03DE0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478D55-E705-C5E2-6A7C-C51E9E1070B6}"/>
              </a:ext>
            </a:extLst>
          </p:cNvPr>
          <p:cNvSpPr>
            <a:spLocks noGrp="1"/>
          </p:cNvSpPr>
          <p:nvPr>
            <p:ph type="dt" sz="half" idx="10"/>
          </p:nvPr>
        </p:nvSpPr>
        <p:spPr/>
        <p:txBody>
          <a:bodyPr/>
          <a:lstStyle/>
          <a:p>
            <a:fld id="{B9B11276-963F-4C1E-819E-6A35D35DDCA6}" type="datetimeFigureOut">
              <a:rPr lang="en-US" smtClean="0"/>
              <a:t>9/2/2023</a:t>
            </a:fld>
            <a:endParaRPr lang="en-US"/>
          </a:p>
        </p:txBody>
      </p:sp>
      <p:sp>
        <p:nvSpPr>
          <p:cNvPr id="5" name="Footer Placeholder 4">
            <a:extLst>
              <a:ext uri="{FF2B5EF4-FFF2-40B4-BE49-F238E27FC236}">
                <a16:creationId xmlns:a16="http://schemas.microsoft.com/office/drawing/2014/main" id="{A0D07DDC-3B78-D50F-85F3-B08BD2FD3D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83C835-F4A6-3D6A-1F1D-3659DB7F4A51}"/>
              </a:ext>
            </a:extLst>
          </p:cNvPr>
          <p:cNvSpPr>
            <a:spLocks noGrp="1"/>
          </p:cNvSpPr>
          <p:nvPr>
            <p:ph type="sldNum" sz="quarter" idx="12"/>
          </p:nvPr>
        </p:nvSpPr>
        <p:spPr/>
        <p:txBody>
          <a:bodyPr/>
          <a:lstStyle/>
          <a:p>
            <a:fld id="{030D4558-F6D2-4549-8B47-0BA1887944E6}" type="slidenum">
              <a:rPr lang="en-US" smtClean="0"/>
              <a:t>‹#›</a:t>
            </a:fld>
            <a:endParaRPr lang="en-US"/>
          </a:p>
        </p:txBody>
      </p:sp>
    </p:spTree>
    <p:extLst>
      <p:ext uri="{BB962C8B-B14F-4D97-AF65-F5344CB8AC3E}">
        <p14:creationId xmlns:p14="http://schemas.microsoft.com/office/powerpoint/2010/main" val="3191997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2ABF1C-527F-8EFD-A157-CEC47178E1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3E3C72-A06B-0BBC-406C-18B035241B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E5E94B-1E11-20B8-BCEB-2BD05E8F7D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B11276-963F-4C1E-819E-6A35D35DDCA6}" type="datetimeFigureOut">
              <a:rPr lang="en-US" smtClean="0"/>
              <a:t>9/2/2023</a:t>
            </a:fld>
            <a:endParaRPr lang="en-US"/>
          </a:p>
        </p:txBody>
      </p:sp>
      <p:sp>
        <p:nvSpPr>
          <p:cNvPr id="5" name="Footer Placeholder 4">
            <a:extLst>
              <a:ext uri="{FF2B5EF4-FFF2-40B4-BE49-F238E27FC236}">
                <a16:creationId xmlns:a16="http://schemas.microsoft.com/office/drawing/2014/main" id="{935A46B7-324E-93E1-3E32-57B3B858BF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F4C499-1059-279B-00BB-EF92F558F2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0D4558-F6D2-4549-8B47-0BA1887944E6}" type="slidenum">
              <a:rPr lang="en-US" smtClean="0"/>
              <a:t>‹#›</a:t>
            </a:fld>
            <a:endParaRPr lang="en-US"/>
          </a:p>
        </p:txBody>
      </p:sp>
    </p:spTree>
    <p:extLst>
      <p:ext uri="{BB962C8B-B14F-4D97-AF65-F5344CB8AC3E}">
        <p14:creationId xmlns:p14="http://schemas.microsoft.com/office/powerpoint/2010/main" val="2361036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learncpp.com/cpp-tutorial/introduction-to-pointer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5ACBB-FB20-F6B6-45AF-E35B66684B9D}"/>
              </a:ext>
            </a:extLst>
          </p:cNvPr>
          <p:cNvSpPr>
            <a:spLocks noGrp="1"/>
          </p:cNvSpPr>
          <p:nvPr>
            <p:ph type="ctrTitle"/>
          </p:nvPr>
        </p:nvSpPr>
        <p:spPr/>
        <p:txBody>
          <a:bodyPr/>
          <a:lstStyle/>
          <a:p>
            <a:r>
              <a:rPr lang="en-US" dirty="0"/>
              <a:t>Arrays</a:t>
            </a:r>
          </a:p>
        </p:txBody>
      </p:sp>
      <p:sp>
        <p:nvSpPr>
          <p:cNvPr id="3" name="Subtitle 2">
            <a:extLst>
              <a:ext uri="{FF2B5EF4-FFF2-40B4-BE49-F238E27FC236}">
                <a16:creationId xmlns:a16="http://schemas.microsoft.com/office/drawing/2014/main" id="{2E320A86-CD6B-2DF6-263F-3D2A26E192E5}"/>
              </a:ext>
            </a:extLst>
          </p:cNvPr>
          <p:cNvSpPr>
            <a:spLocks noGrp="1"/>
          </p:cNvSpPr>
          <p:nvPr>
            <p:ph type="subTitle" idx="1"/>
          </p:nvPr>
        </p:nvSpPr>
        <p:spPr/>
        <p:txBody>
          <a:bodyPr/>
          <a:lstStyle/>
          <a:p>
            <a:r>
              <a:rPr lang="en-US" i="1" dirty="0"/>
              <a:t>Mohammad Salman</a:t>
            </a:r>
          </a:p>
        </p:txBody>
      </p:sp>
      <p:sp>
        <p:nvSpPr>
          <p:cNvPr id="4" name="TextBox 3">
            <a:extLst>
              <a:ext uri="{FF2B5EF4-FFF2-40B4-BE49-F238E27FC236}">
                <a16:creationId xmlns:a16="http://schemas.microsoft.com/office/drawing/2014/main" id="{367A6E87-8F5D-A835-35E2-C78EABE97C6B}"/>
              </a:ext>
            </a:extLst>
          </p:cNvPr>
          <p:cNvSpPr txBox="1"/>
          <p:nvPr/>
        </p:nvSpPr>
        <p:spPr>
          <a:xfrm>
            <a:off x="8037689" y="922308"/>
            <a:ext cx="3742267" cy="461665"/>
          </a:xfrm>
          <a:prstGeom prst="rect">
            <a:avLst/>
          </a:prstGeom>
          <a:noFill/>
          <a:ln>
            <a:solidFill>
              <a:schemeClr val="accent1"/>
            </a:solidFill>
          </a:ln>
        </p:spPr>
        <p:txBody>
          <a:bodyPr wrap="square" rtlCol="0">
            <a:spAutoFit/>
          </a:bodyPr>
          <a:lstStyle/>
          <a:p>
            <a:r>
              <a:rPr lang="en-US" sz="2400" i="1" dirty="0">
                <a:solidFill>
                  <a:schemeClr val="accent1"/>
                </a:solidFill>
              </a:rPr>
              <a:t>But before we start though…</a:t>
            </a:r>
          </a:p>
        </p:txBody>
      </p:sp>
    </p:spTree>
    <p:extLst>
      <p:ext uri="{BB962C8B-B14F-4D97-AF65-F5344CB8AC3E}">
        <p14:creationId xmlns:p14="http://schemas.microsoft.com/office/powerpoint/2010/main" val="1332026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3A88A-3539-5BFA-3B2B-3B132E51D9BC}"/>
              </a:ext>
            </a:extLst>
          </p:cNvPr>
          <p:cNvSpPr>
            <a:spLocks noGrp="1"/>
          </p:cNvSpPr>
          <p:nvPr>
            <p:ph type="title"/>
          </p:nvPr>
        </p:nvSpPr>
        <p:spPr/>
        <p:txBody>
          <a:bodyPr/>
          <a:lstStyle/>
          <a:p>
            <a:r>
              <a:rPr lang="en-US" dirty="0"/>
              <a:t>Compilation and Running Your Program</a:t>
            </a:r>
          </a:p>
        </p:txBody>
      </p:sp>
      <p:sp>
        <p:nvSpPr>
          <p:cNvPr id="3" name="Content Placeholder 2">
            <a:extLst>
              <a:ext uri="{FF2B5EF4-FFF2-40B4-BE49-F238E27FC236}">
                <a16:creationId xmlns:a16="http://schemas.microsoft.com/office/drawing/2014/main" id="{CA832E3F-D795-CA21-3B76-8F267B7507FC}"/>
              </a:ext>
            </a:extLst>
          </p:cNvPr>
          <p:cNvSpPr>
            <a:spLocks noGrp="1"/>
          </p:cNvSpPr>
          <p:nvPr>
            <p:ph idx="1"/>
          </p:nvPr>
        </p:nvSpPr>
        <p:spPr/>
        <p:txBody>
          <a:bodyPr>
            <a:normAutofit/>
          </a:bodyPr>
          <a:lstStyle/>
          <a:p>
            <a:r>
              <a:rPr lang="en-US" dirty="0"/>
              <a:t>In order to run your C++ program, you first need to </a:t>
            </a:r>
            <a:r>
              <a:rPr lang="en-US" b="1" dirty="0"/>
              <a:t>compile </a:t>
            </a:r>
            <a:r>
              <a:rPr lang="en-US" dirty="0"/>
              <a:t>it.</a:t>
            </a:r>
          </a:p>
          <a:p>
            <a:pPr lvl="1"/>
            <a:r>
              <a:rPr lang="en-US" dirty="0"/>
              <a:t>The compiler makes sure that your code is correct.</a:t>
            </a:r>
          </a:p>
          <a:p>
            <a:pPr lvl="1"/>
            <a:r>
              <a:rPr lang="en-US" dirty="0"/>
              <a:t>This generates an executable file.</a:t>
            </a:r>
          </a:p>
          <a:p>
            <a:pPr lvl="1"/>
            <a:endParaRPr lang="en-US" dirty="0"/>
          </a:p>
          <a:p>
            <a:r>
              <a:rPr lang="en-US" dirty="0"/>
              <a:t>After compilation, you </a:t>
            </a:r>
            <a:r>
              <a:rPr lang="en-US" b="1" dirty="0"/>
              <a:t>run the generated executable</a:t>
            </a:r>
            <a:r>
              <a:rPr lang="en-US" dirty="0"/>
              <a:t>.</a:t>
            </a:r>
          </a:p>
          <a:p>
            <a:pPr lvl="1"/>
            <a:r>
              <a:rPr lang="en-US" dirty="0"/>
              <a:t>It is here that you see your program in action.</a:t>
            </a:r>
          </a:p>
          <a:p>
            <a:pPr lvl="1"/>
            <a:endParaRPr lang="en-US" dirty="0"/>
          </a:p>
          <a:p>
            <a:r>
              <a:rPr lang="en-US" dirty="0"/>
              <a:t>HackerRank does both these things together.</a:t>
            </a:r>
          </a:p>
          <a:p>
            <a:pPr lvl="1"/>
            <a:r>
              <a:rPr lang="en-US" dirty="0"/>
              <a:t>On your local editor, however, you have to do both these yourself.</a:t>
            </a:r>
          </a:p>
        </p:txBody>
      </p:sp>
      <p:sp>
        <p:nvSpPr>
          <p:cNvPr id="7" name="TextBox 6">
            <a:extLst>
              <a:ext uri="{FF2B5EF4-FFF2-40B4-BE49-F238E27FC236}">
                <a16:creationId xmlns:a16="http://schemas.microsoft.com/office/drawing/2014/main" id="{5BC074AB-9CEF-6148-6A8A-883E21822840}"/>
              </a:ext>
            </a:extLst>
          </p:cNvPr>
          <p:cNvSpPr txBox="1"/>
          <p:nvPr/>
        </p:nvSpPr>
        <p:spPr>
          <a:xfrm>
            <a:off x="8969024" y="2413337"/>
            <a:ext cx="3121375" cy="1015663"/>
          </a:xfrm>
          <a:prstGeom prst="rect">
            <a:avLst/>
          </a:prstGeom>
          <a:noFill/>
          <a:ln>
            <a:solidFill>
              <a:schemeClr val="accent1"/>
            </a:solidFill>
          </a:ln>
        </p:spPr>
        <p:txBody>
          <a:bodyPr wrap="square" rtlCol="0">
            <a:spAutoFit/>
          </a:bodyPr>
          <a:lstStyle/>
          <a:p>
            <a:r>
              <a:rPr lang="en-US" sz="2000" i="1" dirty="0">
                <a:solidFill>
                  <a:schemeClr val="accent1"/>
                </a:solidFill>
              </a:rPr>
              <a:t>Btw, compilation is composed of multiple steps; it’s not a single process.</a:t>
            </a:r>
          </a:p>
        </p:txBody>
      </p:sp>
    </p:spTree>
    <p:extLst>
      <p:ext uri="{BB962C8B-B14F-4D97-AF65-F5344CB8AC3E}">
        <p14:creationId xmlns:p14="http://schemas.microsoft.com/office/powerpoint/2010/main" val="67774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3A88A-3539-5BFA-3B2B-3B132E51D9BC}"/>
              </a:ext>
            </a:extLst>
          </p:cNvPr>
          <p:cNvSpPr>
            <a:spLocks noGrp="1"/>
          </p:cNvSpPr>
          <p:nvPr>
            <p:ph type="title"/>
          </p:nvPr>
        </p:nvSpPr>
        <p:spPr/>
        <p:txBody>
          <a:bodyPr/>
          <a:lstStyle/>
          <a:p>
            <a:r>
              <a:rPr lang="en-US" dirty="0"/>
              <a:t>Compilation and Running Your Program</a:t>
            </a:r>
          </a:p>
        </p:txBody>
      </p:sp>
      <p:sp>
        <p:nvSpPr>
          <p:cNvPr id="3" name="Content Placeholder 2">
            <a:extLst>
              <a:ext uri="{FF2B5EF4-FFF2-40B4-BE49-F238E27FC236}">
                <a16:creationId xmlns:a16="http://schemas.microsoft.com/office/drawing/2014/main" id="{CA832E3F-D795-CA21-3B76-8F267B7507FC}"/>
              </a:ext>
            </a:extLst>
          </p:cNvPr>
          <p:cNvSpPr>
            <a:spLocks noGrp="1"/>
          </p:cNvSpPr>
          <p:nvPr>
            <p:ph idx="1"/>
          </p:nvPr>
        </p:nvSpPr>
        <p:spPr/>
        <p:txBody>
          <a:bodyPr>
            <a:normAutofit fontScale="92500" lnSpcReduction="20000"/>
          </a:bodyPr>
          <a:lstStyle/>
          <a:p>
            <a:r>
              <a:rPr lang="en-US" dirty="0"/>
              <a:t>During compilation, things may go wrong…</a:t>
            </a:r>
          </a:p>
          <a:p>
            <a:endParaRPr lang="en-US" dirty="0"/>
          </a:p>
          <a:p>
            <a:r>
              <a:rPr lang="en-US" dirty="0"/>
              <a:t>If your code has serious problems, the compiler will generate </a:t>
            </a:r>
            <a:r>
              <a:rPr lang="en-US" b="1" dirty="0"/>
              <a:t>errors</a:t>
            </a:r>
            <a:r>
              <a:rPr lang="en-US" dirty="0"/>
              <a:t>.</a:t>
            </a:r>
          </a:p>
          <a:p>
            <a:pPr lvl="1"/>
            <a:r>
              <a:rPr lang="en-US" dirty="0"/>
              <a:t>No executable will be created.</a:t>
            </a:r>
          </a:p>
          <a:p>
            <a:pPr lvl="1"/>
            <a:r>
              <a:rPr lang="en-US" dirty="0"/>
              <a:t>You have to fix your errors first.</a:t>
            </a:r>
          </a:p>
          <a:p>
            <a:pPr lvl="1"/>
            <a:endParaRPr lang="en-US" dirty="0"/>
          </a:p>
          <a:p>
            <a:r>
              <a:rPr lang="en-US" dirty="0"/>
              <a:t>If you code has minor issues, the compiler will generate </a:t>
            </a:r>
            <a:r>
              <a:rPr lang="en-US" b="1" dirty="0"/>
              <a:t>warnings</a:t>
            </a:r>
            <a:r>
              <a:rPr lang="en-US" dirty="0"/>
              <a:t>.</a:t>
            </a:r>
          </a:p>
          <a:p>
            <a:pPr lvl="1"/>
            <a:r>
              <a:rPr lang="en-US" dirty="0"/>
              <a:t>Executable will be created, so you can run your program.</a:t>
            </a:r>
          </a:p>
          <a:p>
            <a:pPr lvl="1"/>
            <a:r>
              <a:rPr lang="en-US" dirty="0"/>
              <a:t>But the compiler notifies you of any weird things that it has spotted.</a:t>
            </a:r>
          </a:p>
          <a:p>
            <a:pPr lvl="1"/>
            <a:endParaRPr lang="en-US" dirty="0"/>
          </a:p>
          <a:p>
            <a:r>
              <a:rPr lang="en-US" dirty="0"/>
              <a:t>A good idea is to fix the warnings.</a:t>
            </a:r>
          </a:p>
          <a:p>
            <a:pPr lvl="1"/>
            <a:r>
              <a:rPr lang="en-US" dirty="0"/>
              <a:t>They may become a hassle to deal with later on.</a:t>
            </a:r>
          </a:p>
        </p:txBody>
      </p:sp>
    </p:spTree>
    <p:extLst>
      <p:ext uri="{BB962C8B-B14F-4D97-AF65-F5344CB8AC3E}">
        <p14:creationId xmlns:p14="http://schemas.microsoft.com/office/powerpoint/2010/main" val="3055215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Effect transition="in" filter="fade">
                                      <p:cBhvr>
                                        <p:cTn id="29" dur="500"/>
                                        <p:tgtEl>
                                          <p:spTgt spid="3">
                                            <p:txEl>
                                              <p:pRg st="10" end="1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animEffect transition="in" filter="fade">
                                      <p:cBhvr>
                                        <p:cTn id="3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3A88A-3539-5BFA-3B2B-3B132E51D9BC}"/>
              </a:ext>
            </a:extLst>
          </p:cNvPr>
          <p:cNvSpPr>
            <a:spLocks noGrp="1"/>
          </p:cNvSpPr>
          <p:nvPr>
            <p:ph type="title"/>
          </p:nvPr>
        </p:nvSpPr>
        <p:spPr/>
        <p:txBody>
          <a:bodyPr/>
          <a:lstStyle/>
          <a:p>
            <a:r>
              <a:rPr lang="en-US" dirty="0"/>
              <a:t>Compilation and Running Your Program</a:t>
            </a:r>
          </a:p>
        </p:txBody>
      </p:sp>
      <p:sp>
        <p:nvSpPr>
          <p:cNvPr id="3" name="Content Placeholder 2">
            <a:extLst>
              <a:ext uri="{FF2B5EF4-FFF2-40B4-BE49-F238E27FC236}">
                <a16:creationId xmlns:a16="http://schemas.microsoft.com/office/drawing/2014/main" id="{CA832E3F-D795-CA21-3B76-8F267B7507FC}"/>
              </a:ext>
            </a:extLst>
          </p:cNvPr>
          <p:cNvSpPr>
            <a:spLocks noGrp="1"/>
          </p:cNvSpPr>
          <p:nvPr>
            <p:ph idx="1"/>
          </p:nvPr>
        </p:nvSpPr>
        <p:spPr/>
        <p:txBody>
          <a:bodyPr>
            <a:normAutofit fontScale="85000" lnSpcReduction="20000"/>
          </a:bodyPr>
          <a:lstStyle/>
          <a:p>
            <a:r>
              <a:rPr lang="en-US" dirty="0"/>
              <a:t>The following is the command that I usually run in the class. </a:t>
            </a:r>
          </a:p>
          <a:p>
            <a:pPr marL="0" indent="0">
              <a:buNone/>
            </a:pPr>
            <a:r>
              <a:rPr lang="en-US" sz="2000" b="1" dirty="0">
                <a:latin typeface="Consolas" panose="020B0609020204030204" pitchFamily="49" charset="0"/>
              </a:rPr>
              <a:t>g++ </a:t>
            </a:r>
            <a:r>
              <a:rPr lang="en-US" sz="2000" b="1" dirty="0">
                <a:solidFill>
                  <a:schemeClr val="tx1">
                    <a:lumMod val="50000"/>
                    <a:lumOff val="50000"/>
                  </a:schemeClr>
                </a:solidFill>
                <a:latin typeface="Consolas" panose="020B0609020204030204" pitchFamily="49" charset="0"/>
              </a:rPr>
              <a:t>-pedantic-errors -Wall -</a:t>
            </a:r>
            <a:r>
              <a:rPr lang="en-US" sz="2000" b="1" dirty="0" err="1">
                <a:solidFill>
                  <a:schemeClr val="tx1">
                    <a:lumMod val="50000"/>
                    <a:lumOff val="50000"/>
                  </a:schemeClr>
                </a:solidFill>
                <a:latin typeface="Consolas" panose="020B0609020204030204" pitchFamily="49" charset="0"/>
              </a:rPr>
              <a:t>Weffc</a:t>
            </a:r>
            <a:r>
              <a:rPr lang="en-US" sz="2000" b="1" dirty="0">
                <a:solidFill>
                  <a:schemeClr val="tx1">
                    <a:lumMod val="50000"/>
                    <a:lumOff val="50000"/>
                  </a:schemeClr>
                </a:solidFill>
                <a:latin typeface="Consolas" panose="020B0609020204030204" pitchFamily="49" charset="0"/>
              </a:rPr>
              <a:t>++ -</a:t>
            </a:r>
            <a:r>
              <a:rPr lang="en-US" sz="2000" b="1" dirty="0" err="1">
                <a:solidFill>
                  <a:schemeClr val="tx1">
                    <a:lumMod val="50000"/>
                    <a:lumOff val="50000"/>
                  </a:schemeClr>
                </a:solidFill>
                <a:latin typeface="Consolas" panose="020B0609020204030204" pitchFamily="49" charset="0"/>
              </a:rPr>
              <a:t>Wextra</a:t>
            </a:r>
            <a:r>
              <a:rPr lang="en-US" sz="2000" b="1" dirty="0">
                <a:solidFill>
                  <a:schemeClr val="tx1">
                    <a:lumMod val="50000"/>
                    <a:lumOff val="50000"/>
                  </a:schemeClr>
                </a:solidFill>
                <a:latin typeface="Consolas" panose="020B0609020204030204" pitchFamily="49" charset="0"/>
              </a:rPr>
              <a:t> -</a:t>
            </a:r>
            <a:r>
              <a:rPr lang="en-US" sz="2000" b="1" dirty="0" err="1">
                <a:solidFill>
                  <a:schemeClr val="tx1">
                    <a:lumMod val="50000"/>
                    <a:lumOff val="50000"/>
                  </a:schemeClr>
                </a:solidFill>
                <a:latin typeface="Consolas" panose="020B0609020204030204" pitchFamily="49" charset="0"/>
              </a:rPr>
              <a:t>Wconversion</a:t>
            </a:r>
            <a:r>
              <a:rPr lang="en-US" sz="2000" b="1" dirty="0">
                <a:solidFill>
                  <a:schemeClr val="tx1">
                    <a:lumMod val="50000"/>
                    <a:lumOff val="50000"/>
                  </a:schemeClr>
                </a:solidFill>
                <a:latin typeface="Consolas" panose="020B0609020204030204" pitchFamily="49" charset="0"/>
              </a:rPr>
              <a:t> -</a:t>
            </a:r>
            <a:r>
              <a:rPr lang="en-US" sz="2000" b="1" dirty="0" err="1">
                <a:solidFill>
                  <a:schemeClr val="tx1">
                    <a:lumMod val="50000"/>
                    <a:lumOff val="50000"/>
                  </a:schemeClr>
                </a:solidFill>
                <a:latin typeface="Consolas" panose="020B0609020204030204" pitchFamily="49" charset="0"/>
              </a:rPr>
              <a:t>Wsign</a:t>
            </a:r>
            <a:r>
              <a:rPr lang="en-US" sz="2000" b="1" dirty="0">
                <a:solidFill>
                  <a:schemeClr val="tx1">
                    <a:lumMod val="50000"/>
                    <a:lumOff val="50000"/>
                  </a:schemeClr>
                </a:solidFill>
                <a:latin typeface="Consolas" panose="020B0609020204030204" pitchFamily="49" charset="0"/>
              </a:rPr>
              <a:t>-conversion -std=</a:t>
            </a:r>
            <a:r>
              <a:rPr lang="en-US" sz="2000" b="1" dirty="0" err="1">
                <a:solidFill>
                  <a:schemeClr val="tx1">
                    <a:lumMod val="50000"/>
                    <a:lumOff val="50000"/>
                  </a:schemeClr>
                </a:solidFill>
                <a:latin typeface="Consolas" panose="020B0609020204030204" pitchFamily="49" charset="0"/>
              </a:rPr>
              <a:t>c++</a:t>
            </a:r>
            <a:r>
              <a:rPr lang="en-US" sz="2000" b="1" dirty="0">
                <a:solidFill>
                  <a:schemeClr val="tx1">
                    <a:lumMod val="50000"/>
                    <a:lumOff val="50000"/>
                  </a:schemeClr>
                </a:solidFill>
                <a:latin typeface="Consolas" panose="020B0609020204030204" pitchFamily="49" charset="0"/>
              </a:rPr>
              <a:t>14</a:t>
            </a:r>
            <a:r>
              <a:rPr lang="en-US" sz="2000" b="1" dirty="0">
                <a:latin typeface="Consolas" panose="020B0609020204030204" pitchFamily="49" charset="0"/>
              </a:rPr>
              <a:t> ./source_file.cpp</a:t>
            </a:r>
          </a:p>
          <a:p>
            <a:pPr marL="0" indent="0">
              <a:buNone/>
            </a:pPr>
            <a:endParaRPr lang="en-US" dirty="0"/>
          </a:p>
          <a:p>
            <a:r>
              <a:rPr lang="en-US" dirty="0"/>
              <a:t>These additional arguments will bring up warnings and errors that are important for you to see while learning C++.</a:t>
            </a:r>
          </a:p>
          <a:p>
            <a:pPr lvl="1"/>
            <a:r>
              <a:rPr lang="en-US" dirty="0"/>
              <a:t>You should realize that some things might work, but not part of standard C++.</a:t>
            </a:r>
          </a:p>
          <a:p>
            <a:pPr lvl="1"/>
            <a:r>
              <a:rPr lang="en-US" dirty="0"/>
              <a:t>Avoid these things.</a:t>
            </a:r>
          </a:p>
          <a:p>
            <a:endParaRPr lang="en-US" dirty="0"/>
          </a:p>
          <a:p>
            <a:r>
              <a:rPr lang="en-US" dirty="0"/>
              <a:t>You can change the version of C++ in the </a:t>
            </a:r>
            <a:r>
              <a:rPr lang="en-US" b="1" dirty="0">
                <a:latin typeface="Consolas" panose="020B0609020204030204" pitchFamily="49" charset="0"/>
              </a:rPr>
              <a:t>-std</a:t>
            </a:r>
            <a:r>
              <a:rPr lang="en-US" dirty="0"/>
              <a:t> argument if you want.</a:t>
            </a:r>
          </a:p>
          <a:p>
            <a:endParaRPr lang="en-US" dirty="0"/>
          </a:p>
          <a:p>
            <a:r>
              <a:rPr lang="en-US" dirty="0"/>
              <a:t>The bare minimum command however, is the following.</a:t>
            </a:r>
          </a:p>
          <a:p>
            <a:pPr marL="0" indent="0">
              <a:buNone/>
            </a:pPr>
            <a:r>
              <a:rPr kumimoji="0" lang="en-US" sz="22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g++ ./source_file.cpp</a:t>
            </a:r>
          </a:p>
          <a:p>
            <a:pPr marL="0" indent="0">
              <a:buNone/>
            </a:pPr>
            <a:endParaRPr lang="en-US" dirty="0"/>
          </a:p>
        </p:txBody>
      </p:sp>
      <p:sp>
        <p:nvSpPr>
          <p:cNvPr id="4" name="Rectangle 3">
            <a:extLst>
              <a:ext uri="{FF2B5EF4-FFF2-40B4-BE49-F238E27FC236}">
                <a16:creationId xmlns:a16="http://schemas.microsoft.com/office/drawing/2014/main" id="{7F8A8594-2BFE-9177-ADBC-439780058221}"/>
              </a:ext>
            </a:extLst>
          </p:cNvPr>
          <p:cNvSpPr/>
          <p:nvPr/>
        </p:nvSpPr>
        <p:spPr>
          <a:xfrm>
            <a:off x="9832622" y="2144889"/>
            <a:ext cx="1343378" cy="383821"/>
          </a:xfrm>
          <a:prstGeom prst="rect">
            <a:avLst/>
          </a:prstGeom>
          <a:no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90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Effect transition="in" filter="fade">
                                      <p:cBhvr>
                                        <p:cTn id="2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3A88A-3539-5BFA-3B2B-3B132E51D9BC}"/>
              </a:ext>
            </a:extLst>
          </p:cNvPr>
          <p:cNvSpPr>
            <a:spLocks noGrp="1"/>
          </p:cNvSpPr>
          <p:nvPr>
            <p:ph type="title"/>
          </p:nvPr>
        </p:nvSpPr>
        <p:spPr/>
        <p:txBody>
          <a:bodyPr/>
          <a:lstStyle/>
          <a:p>
            <a:r>
              <a:rPr lang="en-US" dirty="0"/>
              <a:t>Compilation and Running Your Program</a:t>
            </a:r>
          </a:p>
        </p:txBody>
      </p:sp>
      <p:sp>
        <p:nvSpPr>
          <p:cNvPr id="3" name="Content Placeholder 2">
            <a:extLst>
              <a:ext uri="{FF2B5EF4-FFF2-40B4-BE49-F238E27FC236}">
                <a16:creationId xmlns:a16="http://schemas.microsoft.com/office/drawing/2014/main" id="{CA832E3F-D795-CA21-3B76-8F267B7507FC}"/>
              </a:ext>
            </a:extLst>
          </p:cNvPr>
          <p:cNvSpPr>
            <a:spLocks noGrp="1"/>
          </p:cNvSpPr>
          <p:nvPr>
            <p:ph idx="1"/>
          </p:nvPr>
        </p:nvSpPr>
        <p:spPr/>
        <p:txBody>
          <a:bodyPr>
            <a:normAutofit/>
          </a:bodyPr>
          <a:lstStyle/>
          <a:p>
            <a:r>
              <a:rPr lang="en-US" dirty="0"/>
              <a:t>You can also set the name of your executable file.</a:t>
            </a:r>
          </a:p>
          <a:p>
            <a:pPr lvl="1"/>
            <a:r>
              <a:rPr lang="en-US" dirty="0"/>
              <a:t>If you don’t specify a name, it will default to </a:t>
            </a:r>
            <a:r>
              <a:rPr lang="en-US" b="1" dirty="0">
                <a:latin typeface="Consolas" panose="020B0609020204030204" pitchFamily="49" charset="0"/>
              </a:rPr>
              <a:t>a.exe</a:t>
            </a:r>
          </a:p>
          <a:p>
            <a:pPr marL="0" indent="0">
              <a:buNone/>
            </a:pPr>
            <a:r>
              <a:rPr lang="en-US" sz="2000" b="1" dirty="0">
                <a:latin typeface="Consolas" panose="020B0609020204030204" pitchFamily="49" charset="0"/>
              </a:rPr>
              <a:t>g++ </a:t>
            </a:r>
            <a:r>
              <a:rPr lang="en-US" sz="2000" b="1" dirty="0">
                <a:solidFill>
                  <a:schemeClr val="tx1">
                    <a:lumMod val="50000"/>
                    <a:lumOff val="50000"/>
                  </a:schemeClr>
                </a:solidFill>
                <a:latin typeface="Consolas" panose="020B0609020204030204" pitchFamily="49" charset="0"/>
              </a:rPr>
              <a:t>-o </a:t>
            </a:r>
            <a:r>
              <a:rPr lang="en-US" sz="2000" b="1" dirty="0" err="1">
                <a:solidFill>
                  <a:schemeClr val="tx1">
                    <a:lumMod val="50000"/>
                    <a:lumOff val="50000"/>
                  </a:schemeClr>
                </a:solidFill>
                <a:latin typeface="Consolas" panose="020B0609020204030204" pitchFamily="49" charset="0"/>
              </a:rPr>
              <a:t>exec_file_name</a:t>
            </a:r>
            <a:r>
              <a:rPr lang="en-US" sz="2000" b="1" dirty="0">
                <a:latin typeface="Consolas" panose="020B0609020204030204" pitchFamily="49" charset="0"/>
              </a:rPr>
              <a:t> ./source_file.cpp</a:t>
            </a:r>
          </a:p>
          <a:p>
            <a:endParaRPr lang="en-US" dirty="0"/>
          </a:p>
          <a:p>
            <a:r>
              <a:rPr lang="en-US" dirty="0"/>
              <a:t>Once you have the executable file, directly run it from your terminal.</a:t>
            </a:r>
          </a:p>
          <a:p>
            <a:pPr marL="0" indent="0">
              <a:buNone/>
            </a:pPr>
            <a:r>
              <a:rPr lang="en-US" sz="2000" b="1" dirty="0">
                <a:latin typeface="Consolas" panose="020B0609020204030204" pitchFamily="49" charset="0"/>
              </a:rPr>
              <a:t>./a.exe </a:t>
            </a:r>
            <a:r>
              <a:rPr lang="en-US" dirty="0"/>
              <a:t>		or,</a:t>
            </a:r>
          </a:p>
          <a:p>
            <a:pPr marL="0" indent="0">
              <a:buNone/>
            </a:pPr>
            <a:r>
              <a:rPr lang="en-US" sz="2000" b="1" dirty="0">
                <a:latin typeface="Consolas" panose="020B0609020204030204" pitchFamily="49" charset="0"/>
              </a:rPr>
              <a:t>./exec_file_name.exe</a:t>
            </a:r>
          </a:p>
        </p:txBody>
      </p:sp>
      <p:sp>
        <p:nvSpPr>
          <p:cNvPr id="4" name="Rectangle 3">
            <a:extLst>
              <a:ext uri="{FF2B5EF4-FFF2-40B4-BE49-F238E27FC236}">
                <a16:creationId xmlns:a16="http://schemas.microsoft.com/office/drawing/2014/main" id="{C7242078-5390-034C-60BA-F19421DA4527}"/>
              </a:ext>
            </a:extLst>
          </p:cNvPr>
          <p:cNvSpPr/>
          <p:nvPr/>
        </p:nvSpPr>
        <p:spPr>
          <a:xfrm>
            <a:off x="1456267" y="2731911"/>
            <a:ext cx="2472266" cy="383821"/>
          </a:xfrm>
          <a:prstGeom prst="rect">
            <a:avLst/>
          </a:prstGeom>
          <a:no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1B77D2A-B547-C80D-55CB-4AE83CFF9D2C}"/>
              </a:ext>
            </a:extLst>
          </p:cNvPr>
          <p:cNvSpPr txBox="1"/>
          <p:nvPr/>
        </p:nvSpPr>
        <p:spPr>
          <a:xfrm>
            <a:off x="9093203" y="1723492"/>
            <a:ext cx="2878664" cy="1015663"/>
          </a:xfrm>
          <a:prstGeom prst="rect">
            <a:avLst/>
          </a:prstGeom>
          <a:noFill/>
          <a:ln>
            <a:solidFill>
              <a:schemeClr val="accent1"/>
            </a:solidFill>
          </a:ln>
        </p:spPr>
        <p:txBody>
          <a:bodyPr wrap="square" rtlCol="0">
            <a:spAutoFit/>
          </a:bodyPr>
          <a:lstStyle/>
          <a:p>
            <a:r>
              <a:rPr lang="en-US" sz="2000" i="1" dirty="0">
                <a:solidFill>
                  <a:schemeClr val="accent1"/>
                </a:solidFill>
              </a:rPr>
              <a:t>This can be added in that big command shown earlier as well.</a:t>
            </a:r>
          </a:p>
        </p:txBody>
      </p:sp>
      <p:cxnSp>
        <p:nvCxnSpPr>
          <p:cNvPr id="7" name="Connector: Elbow 6">
            <a:extLst>
              <a:ext uri="{FF2B5EF4-FFF2-40B4-BE49-F238E27FC236}">
                <a16:creationId xmlns:a16="http://schemas.microsoft.com/office/drawing/2014/main" id="{EC6240F6-E976-4BC7-9A4F-2C422FE886F9}"/>
              </a:ext>
            </a:extLst>
          </p:cNvPr>
          <p:cNvCxnSpPr>
            <a:stCxn id="4" idx="2"/>
            <a:endCxn id="5" idx="2"/>
          </p:cNvCxnSpPr>
          <p:nvPr/>
        </p:nvCxnSpPr>
        <p:spPr>
          <a:xfrm rot="5400000" flipH="1" flipV="1">
            <a:off x="6424178" y="-992624"/>
            <a:ext cx="376577" cy="7840135"/>
          </a:xfrm>
          <a:prstGeom prst="bentConnector3">
            <a:avLst>
              <a:gd name="adj1" fmla="val -60705"/>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381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D3F64-C261-D1FF-8EB7-E5654B637D8E}"/>
              </a:ext>
            </a:extLst>
          </p:cNvPr>
          <p:cNvSpPr>
            <a:spLocks noGrp="1"/>
          </p:cNvSpPr>
          <p:nvPr>
            <p:ph type="title"/>
          </p:nvPr>
        </p:nvSpPr>
        <p:spPr/>
        <p:txBody>
          <a:bodyPr/>
          <a:lstStyle/>
          <a:p>
            <a:r>
              <a:rPr lang="en-US" dirty="0"/>
              <a:t>Arrays</a:t>
            </a:r>
          </a:p>
        </p:txBody>
      </p:sp>
      <p:sp>
        <p:nvSpPr>
          <p:cNvPr id="3" name="Content Placeholder 2">
            <a:extLst>
              <a:ext uri="{FF2B5EF4-FFF2-40B4-BE49-F238E27FC236}">
                <a16:creationId xmlns:a16="http://schemas.microsoft.com/office/drawing/2014/main" id="{DFF8F9D6-E26B-7F03-2AA8-F71822652243}"/>
              </a:ext>
            </a:extLst>
          </p:cNvPr>
          <p:cNvSpPr>
            <a:spLocks noGrp="1"/>
          </p:cNvSpPr>
          <p:nvPr>
            <p:ph idx="1"/>
          </p:nvPr>
        </p:nvSpPr>
        <p:spPr/>
        <p:txBody>
          <a:bodyPr>
            <a:normAutofit fontScale="92500"/>
          </a:bodyPr>
          <a:lstStyle/>
          <a:p>
            <a:r>
              <a:rPr lang="en-US" dirty="0"/>
              <a:t>Motivation is similar as for lists in Python.</a:t>
            </a:r>
          </a:p>
          <a:p>
            <a:pPr lvl="1"/>
            <a:r>
              <a:rPr lang="en-US" dirty="0"/>
              <a:t>You want to aggregate many variables of the same type.</a:t>
            </a:r>
          </a:p>
          <a:p>
            <a:pPr lvl="1"/>
            <a:r>
              <a:rPr lang="en-US" dirty="0"/>
              <a:t>Instead of creating 30 variables, create an array that can contain 30 elements.</a:t>
            </a:r>
          </a:p>
          <a:p>
            <a:pPr lvl="1"/>
            <a:endParaRPr lang="en-US" dirty="0"/>
          </a:p>
          <a:p>
            <a:r>
              <a:rPr lang="en-US" dirty="0"/>
              <a:t>Array is the fundamental container that is used to contain many variables.</a:t>
            </a:r>
          </a:p>
          <a:p>
            <a:endParaRPr lang="en-US" dirty="0"/>
          </a:p>
          <a:p>
            <a:r>
              <a:rPr lang="en-US" dirty="0"/>
              <a:t>Python lists are built on top of arrays.</a:t>
            </a:r>
          </a:p>
          <a:p>
            <a:pPr lvl="1"/>
            <a:r>
              <a:rPr lang="en-US" dirty="0"/>
              <a:t>They have more features and conveniences built into them.</a:t>
            </a:r>
          </a:p>
          <a:p>
            <a:pPr lvl="1"/>
            <a:endParaRPr lang="en-US" dirty="0"/>
          </a:p>
          <a:p>
            <a:r>
              <a:rPr lang="en-US" dirty="0"/>
              <a:t>Arrays, however, have more limitations than Python lists.</a:t>
            </a:r>
          </a:p>
        </p:txBody>
      </p:sp>
    </p:spTree>
    <p:extLst>
      <p:ext uri="{BB962C8B-B14F-4D97-AF65-F5344CB8AC3E}">
        <p14:creationId xmlns:p14="http://schemas.microsoft.com/office/powerpoint/2010/main" val="556104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CAF068-DA62-0C8F-1157-62EAF831B206}"/>
              </a:ext>
            </a:extLst>
          </p:cNvPr>
          <p:cNvSpPr txBox="1"/>
          <p:nvPr/>
        </p:nvSpPr>
        <p:spPr>
          <a:xfrm>
            <a:off x="2178754" y="2325511"/>
            <a:ext cx="2190044" cy="1200329"/>
          </a:xfrm>
          <a:prstGeom prst="rect">
            <a:avLst/>
          </a:prstGeom>
          <a:noFill/>
          <a:ln>
            <a:solidFill>
              <a:schemeClr val="accent1"/>
            </a:solidFill>
          </a:ln>
        </p:spPr>
        <p:txBody>
          <a:bodyPr wrap="square" rtlCol="0">
            <a:spAutoFit/>
          </a:bodyPr>
          <a:lstStyle/>
          <a:p>
            <a:r>
              <a:rPr lang="en-US" sz="2400" i="1" dirty="0">
                <a:solidFill>
                  <a:schemeClr val="accent1"/>
                </a:solidFill>
              </a:rPr>
              <a:t>List can contain multiple data types.</a:t>
            </a:r>
          </a:p>
        </p:txBody>
      </p:sp>
      <p:sp>
        <p:nvSpPr>
          <p:cNvPr id="5" name="TextBox 4">
            <a:extLst>
              <a:ext uri="{FF2B5EF4-FFF2-40B4-BE49-F238E27FC236}">
                <a16:creationId xmlns:a16="http://schemas.microsoft.com/office/drawing/2014/main" id="{01132DDD-6B9C-3977-988A-5DC73FE53C03}"/>
              </a:ext>
            </a:extLst>
          </p:cNvPr>
          <p:cNvSpPr txBox="1"/>
          <p:nvPr/>
        </p:nvSpPr>
        <p:spPr>
          <a:xfrm>
            <a:off x="5607347" y="2325511"/>
            <a:ext cx="1896534" cy="1200329"/>
          </a:xfrm>
          <a:prstGeom prst="rect">
            <a:avLst/>
          </a:prstGeom>
          <a:noFill/>
          <a:ln>
            <a:solidFill>
              <a:schemeClr val="accent1"/>
            </a:solidFill>
          </a:ln>
        </p:spPr>
        <p:txBody>
          <a:bodyPr wrap="square" rtlCol="0">
            <a:spAutoFit/>
          </a:bodyPr>
          <a:lstStyle/>
          <a:p>
            <a:r>
              <a:rPr lang="en-US" sz="2400" i="1" dirty="0">
                <a:solidFill>
                  <a:schemeClr val="accent1"/>
                </a:solidFill>
              </a:rPr>
              <a:t>List may have user-defined length.</a:t>
            </a:r>
          </a:p>
        </p:txBody>
      </p:sp>
      <p:sp>
        <p:nvSpPr>
          <p:cNvPr id="6" name="TextBox 5">
            <a:extLst>
              <a:ext uri="{FF2B5EF4-FFF2-40B4-BE49-F238E27FC236}">
                <a16:creationId xmlns:a16="http://schemas.microsoft.com/office/drawing/2014/main" id="{C717952B-3B59-64E7-C219-C439B1CE9A05}"/>
              </a:ext>
            </a:extLst>
          </p:cNvPr>
          <p:cNvSpPr txBox="1"/>
          <p:nvPr/>
        </p:nvSpPr>
        <p:spPr>
          <a:xfrm>
            <a:off x="8748891" y="2314222"/>
            <a:ext cx="2810928" cy="1200329"/>
          </a:xfrm>
          <a:prstGeom prst="rect">
            <a:avLst/>
          </a:prstGeom>
          <a:noFill/>
          <a:ln>
            <a:solidFill>
              <a:schemeClr val="accent1"/>
            </a:solidFill>
          </a:ln>
        </p:spPr>
        <p:txBody>
          <a:bodyPr wrap="square" rtlCol="0">
            <a:spAutoFit/>
          </a:bodyPr>
          <a:lstStyle/>
          <a:p>
            <a:r>
              <a:rPr lang="en-US" sz="2400" i="1" dirty="0">
                <a:solidFill>
                  <a:schemeClr val="accent1"/>
                </a:solidFill>
              </a:rPr>
              <a:t>List size/length is modifiable once the list has been created.</a:t>
            </a:r>
          </a:p>
        </p:txBody>
      </p:sp>
      <p:sp>
        <p:nvSpPr>
          <p:cNvPr id="7" name="TextBox 6">
            <a:extLst>
              <a:ext uri="{FF2B5EF4-FFF2-40B4-BE49-F238E27FC236}">
                <a16:creationId xmlns:a16="http://schemas.microsoft.com/office/drawing/2014/main" id="{DDE973A4-B224-2131-0B3E-9C862B4226B8}"/>
              </a:ext>
            </a:extLst>
          </p:cNvPr>
          <p:cNvSpPr txBox="1"/>
          <p:nvPr/>
        </p:nvSpPr>
        <p:spPr>
          <a:xfrm>
            <a:off x="5164668" y="524933"/>
            <a:ext cx="2788355" cy="830997"/>
          </a:xfrm>
          <a:prstGeom prst="rect">
            <a:avLst/>
          </a:prstGeom>
          <a:noFill/>
          <a:ln>
            <a:solidFill>
              <a:schemeClr val="accent1"/>
            </a:solidFill>
          </a:ln>
        </p:spPr>
        <p:txBody>
          <a:bodyPr wrap="square" rtlCol="0">
            <a:spAutoFit/>
          </a:bodyPr>
          <a:lstStyle/>
          <a:p>
            <a:pPr algn="ctr"/>
            <a:r>
              <a:rPr lang="en-US" sz="2400" b="1" i="1" dirty="0">
                <a:solidFill>
                  <a:schemeClr val="accent1"/>
                </a:solidFill>
              </a:rPr>
              <a:t>Some characteristics of a Python List</a:t>
            </a:r>
          </a:p>
        </p:txBody>
      </p:sp>
      <p:cxnSp>
        <p:nvCxnSpPr>
          <p:cNvPr id="9" name="Connector: Elbow 8">
            <a:extLst>
              <a:ext uri="{FF2B5EF4-FFF2-40B4-BE49-F238E27FC236}">
                <a16:creationId xmlns:a16="http://schemas.microsoft.com/office/drawing/2014/main" id="{75E4B3EC-7CC2-3A30-DC9F-3E9CE47C48E7}"/>
              </a:ext>
            </a:extLst>
          </p:cNvPr>
          <p:cNvCxnSpPr>
            <a:stCxn id="7" idx="2"/>
            <a:endCxn id="4" idx="0"/>
          </p:cNvCxnSpPr>
          <p:nvPr/>
        </p:nvCxnSpPr>
        <p:spPr>
          <a:xfrm rot="5400000">
            <a:off x="4431521" y="198185"/>
            <a:ext cx="969581" cy="3285070"/>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86F08F26-BCC8-A892-652D-D892AF56134C}"/>
              </a:ext>
            </a:extLst>
          </p:cNvPr>
          <p:cNvCxnSpPr>
            <a:cxnSpLocks/>
            <a:stCxn id="7" idx="2"/>
            <a:endCxn id="5" idx="0"/>
          </p:cNvCxnSpPr>
          <p:nvPr/>
        </p:nvCxnSpPr>
        <p:spPr>
          <a:xfrm rot="5400000">
            <a:off x="6072440" y="1839104"/>
            <a:ext cx="969581" cy="3232"/>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88617E9-A865-4D6F-5601-F0D5C9E28D12}"/>
              </a:ext>
            </a:extLst>
          </p:cNvPr>
          <p:cNvCxnSpPr>
            <a:cxnSpLocks/>
            <a:stCxn id="7" idx="2"/>
            <a:endCxn id="6" idx="0"/>
          </p:cNvCxnSpPr>
          <p:nvPr/>
        </p:nvCxnSpPr>
        <p:spPr>
          <a:xfrm rot="16200000" flipH="1">
            <a:off x="7877454" y="37321"/>
            <a:ext cx="958292" cy="3595509"/>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4493F56-5EE5-8600-C1DC-8A4DAC6AE2E5}"/>
              </a:ext>
            </a:extLst>
          </p:cNvPr>
          <p:cNvSpPr txBox="1"/>
          <p:nvPr/>
        </p:nvSpPr>
        <p:spPr>
          <a:xfrm>
            <a:off x="1969909" y="4727014"/>
            <a:ext cx="2607734" cy="1200329"/>
          </a:xfrm>
          <a:prstGeom prst="rect">
            <a:avLst/>
          </a:prstGeom>
          <a:noFill/>
          <a:ln>
            <a:solidFill>
              <a:srgbClr val="FF0000"/>
            </a:solidFill>
          </a:ln>
        </p:spPr>
        <p:txBody>
          <a:bodyPr wrap="square" rtlCol="0">
            <a:spAutoFit/>
          </a:bodyPr>
          <a:lstStyle/>
          <a:p>
            <a:r>
              <a:rPr lang="en-US" sz="2400" i="1" dirty="0">
                <a:solidFill>
                  <a:srgbClr val="FF0000"/>
                </a:solidFill>
              </a:rPr>
              <a:t>Arrays can contain only a </a:t>
            </a:r>
            <a:r>
              <a:rPr lang="en-US" sz="2400" b="1" i="1" u="sng" dirty="0">
                <a:solidFill>
                  <a:srgbClr val="FF0000"/>
                </a:solidFill>
              </a:rPr>
              <a:t>single data type</a:t>
            </a:r>
            <a:r>
              <a:rPr lang="en-US" sz="2400" i="1" dirty="0">
                <a:solidFill>
                  <a:srgbClr val="FF0000"/>
                </a:solidFill>
              </a:rPr>
              <a:t>.</a:t>
            </a:r>
          </a:p>
        </p:txBody>
      </p:sp>
      <p:sp>
        <p:nvSpPr>
          <p:cNvPr id="22" name="TextBox 21">
            <a:extLst>
              <a:ext uri="{FF2B5EF4-FFF2-40B4-BE49-F238E27FC236}">
                <a16:creationId xmlns:a16="http://schemas.microsoft.com/office/drawing/2014/main" id="{050DD839-0B4B-3720-1BF4-17DD11CE938B}"/>
              </a:ext>
            </a:extLst>
          </p:cNvPr>
          <p:cNvSpPr txBox="1"/>
          <p:nvPr/>
        </p:nvSpPr>
        <p:spPr>
          <a:xfrm>
            <a:off x="4972914" y="4727014"/>
            <a:ext cx="3165400" cy="1200329"/>
          </a:xfrm>
          <a:prstGeom prst="rect">
            <a:avLst/>
          </a:prstGeom>
          <a:noFill/>
          <a:ln>
            <a:solidFill>
              <a:srgbClr val="FF0000"/>
            </a:solidFill>
          </a:ln>
        </p:spPr>
        <p:txBody>
          <a:bodyPr wrap="square" rtlCol="0">
            <a:spAutoFit/>
          </a:bodyPr>
          <a:lstStyle/>
          <a:p>
            <a:r>
              <a:rPr lang="en-US" sz="2400" b="1" i="1" u="sng" dirty="0">
                <a:solidFill>
                  <a:srgbClr val="FF0000"/>
                </a:solidFill>
              </a:rPr>
              <a:t>Size/length</a:t>
            </a:r>
            <a:r>
              <a:rPr lang="en-US" sz="2400" i="1" dirty="0">
                <a:solidFill>
                  <a:srgbClr val="FF0000"/>
                </a:solidFill>
              </a:rPr>
              <a:t> of arrays must be known at compile time.</a:t>
            </a:r>
          </a:p>
        </p:txBody>
      </p:sp>
      <p:sp>
        <p:nvSpPr>
          <p:cNvPr id="23" name="TextBox 22">
            <a:extLst>
              <a:ext uri="{FF2B5EF4-FFF2-40B4-BE49-F238E27FC236}">
                <a16:creationId xmlns:a16="http://schemas.microsoft.com/office/drawing/2014/main" id="{25046785-E325-B749-3A0E-E62DD8978105}"/>
              </a:ext>
            </a:extLst>
          </p:cNvPr>
          <p:cNvSpPr txBox="1"/>
          <p:nvPr/>
        </p:nvSpPr>
        <p:spPr>
          <a:xfrm>
            <a:off x="8502396" y="4727014"/>
            <a:ext cx="3303917" cy="1197864"/>
          </a:xfrm>
          <a:prstGeom prst="rect">
            <a:avLst/>
          </a:prstGeom>
          <a:noFill/>
          <a:ln>
            <a:solidFill>
              <a:srgbClr val="FF0000"/>
            </a:solidFill>
          </a:ln>
        </p:spPr>
        <p:txBody>
          <a:bodyPr wrap="square" rtlCol="0">
            <a:spAutoFit/>
          </a:bodyPr>
          <a:lstStyle/>
          <a:p>
            <a:r>
              <a:rPr lang="en-US" sz="2400" i="1" dirty="0">
                <a:solidFill>
                  <a:srgbClr val="FF0000"/>
                </a:solidFill>
              </a:rPr>
              <a:t>Size/length of an array </a:t>
            </a:r>
            <a:r>
              <a:rPr lang="en-US" sz="2400" b="1" i="1" u="sng" dirty="0">
                <a:solidFill>
                  <a:srgbClr val="FF0000"/>
                </a:solidFill>
              </a:rPr>
              <a:t>isn’t modifiable</a:t>
            </a:r>
            <a:r>
              <a:rPr lang="en-US" sz="2400" i="1" dirty="0">
                <a:solidFill>
                  <a:srgbClr val="FF0000"/>
                </a:solidFill>
              </a:rPr>
              <a:t> once it has been created.</a:t>
            </a:r>
          </a:p>
        </p:txBody>
      </p:sp>
      <p:sp>
        <p:nvSpPr>
          <p:cNvPr id="24" name="Multiplication Sign 23">
            <a:extLst>
              <a:ext uri="{FF2B5EF4-FFF2-40B4-BE49-F238E27FC236}">
                <a16:creationId xmlns:a16="http://schemas.microsoft.com/office/drawing/2014/main" id="{376FD4EE-A2B7-065D-7554-2FE2767C0602}"/>
              </a:ext>
            </a:extLst>
          </p:cNvPr>
          <p:cNvSpPr/>
          <p:nvPr/>
        </p:nvSpPr>
        <p:spPr>
          <a:xfrm>
            <a:off x="2727879" y="3680429"/>
            <a:ext cx="1091794" cy="969582"/>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ultiplication Sign 24">
            <a:extLst>
              <a:ext uri="{FF2B5EF4-FFF2-40B4-BE49-F238E27FC236}">
                <a16:creationId xmlns:a16="http://schemas.microsoft.com/office/drawing/2014/main" id="{639FFD3F-C40F-4F26-013A-2B67FC52E7D9}"/>
              </a:ext>
            </a:extLst>
          </p:cNvPr>
          <p:cNvSpPr/>
          <p:nvPr/>
        </p:nvSpPr>
        <p:spPr>
          <a:xfrm>
            <a:off x="6009717" y="3680429"/>
            <a:ext cx="1091794" cy="969582"/>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ultiplication Sign 25">
            <a:extLst>
              <a:ext uri="{FF2B5EF4-FFF2-40B4-BE49-F238E27FC236}">
                <a16:creationId xmlns:a16="http://schemas.microsoft.com/office/drawing/2014/main" id="{E2B6BF21-7266-D767-23EB-2BEFBB63E437}"/>
              </a:ext>
            </a:extLst>
          </p:cNvPr>
          <p:cNvSpPr/>
          <p:nvPr/>
        </p:nvSpPr>
        <p:spPr>
          <a:xfrm>
            <a:off x="9608457" y="3680429"/>
            <a:ext cx="1091794" cy="969582"/>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9818228C-3007-CCB6-2A67-47E15EE7044C}"/>
              </a:ext>
            </a:extLst>
          </p:cNvPr>
          <p:cNvSpPr txBox="1"/>
          <p:nvPr/>
        </p:nvSpPr>
        <p:spPr>
          <a:xfrm>
            <a:off x="174973" y="155600"/>
            <a:ext cx="4284138" cy="1323439"/>
          </a:xfrm>
          <a:prstGeom prst="rect">
            <a:avLst/>
          </a:prstGeom>
          <a:noFill/>
          <a:ln>
            <a:solidFill>
              <a:schemeClr val="tx1"/>
            </a:solidFill>
          </a:ln>
        </p:spPr>
        <p:txBody>
          <a:bodyPr wrap="square" rtlCol="0">
            <a:spAutoFit/>
          </a:bodyPr>
          <a:lstStyle/>
          <a:p>
            <a:r>
              <a:rPr lang="en-US" sz="2000" i="1" dirty="0"/>
              <a:t>Eventually, we’ll start seeing some relaxations to some of these restrictions when we learn about </a:t>
            </a:r>
            <a:r>
              <a:rPr lang="en-US" sz="2000" b="1" i="1" dirty="0"/>
              <a:t>dynamic arrays</a:t>
            </a:r>
            <a:r>
              <a:rPr lang="en-US" sz="2000" i="1" dirty="0"/>
              <a:t> and </a:t>
            </a:r>
            <a:r>
              <a:rPr lang="en-US" sz="2000" b="1" i="1" dirty="0"/>
              <a:t>inheritance (OOP)</a:t>
            </a:r>
            <a:r>
              <a:rPr lang="en-US" sz="2000" i="1" dirty="0"/>
              <a:t>.</a:t>
            </a:r>
          </a:p>
        </p:txBody>
      </p:sp>
      <p:sp>
        <p:nvSpPr>
          <p:cNvPr id="39" name="TextBox 38">
            <a:extLst>
              <a:ext uri="{FF2B5EF4-FFF2-40B4-BE49-F238E27FC236}">
                <a16:creationId xmlns:a16="http://schemas.microsoft.com/office/drawing/2014/main" id="{C8CF2B2F-7A6B-6CB6-57B2-A47C7343E31C}"/>
              </a:ext>
            </a:extLst>
          </p:cNvPr>
          <p:cNvSpPr txBox="1"/>
          <p:nvPr/>
        </p:nvSpPr>
        <p:spPr>
          <a:xfrm>
            <a:off x="10431947" y="278710"/>
            <a:ext cx="1605827" cy="1200329"/>
          </a:xfrm>
          <a:prstGeom prst="rect">
            <a:avLst/>
          </a:prstGeom>
          <a:noFill/>
          <a:ln>
            <a:solidFill>
              <a:schemeClr val="tx1">
                <a:lumMod val="50000"/>
                <a:lumOff val="50000"/>
              </a:schemeClr>
            </a:solidFill>
          </a:ln>
        </p:spPr>
        <p:txBody>
          <a:bodyPr wrap="square" rtlCol="0">
            <a:spAutoFit/>
          </a:bodyPr>
          <a:lstStyle/>
          <a:p>
            <a:r>
              <a:rPr lang="en-US" i="1" dirty="0">
                <a:solidFill>
                  <a:schemeClr val="tx1">
                    <a:lumMod val="50000"/>
                    <a:lumOff val="50000"/>
                  </a:schemeClr>
                </a:solidFill>
              </a:rPr>
              <a:t>Accompanying note in the notes section of this slide.</a:t>
            </a:r>
          </a:p>
        </p:txBody>
      </p:sp>
      <p:cxnSp>
        <p:nvCxnSpPr>
          <p:cNvPr id="40" name="Connector: Elbow 39">
            <a:extLst>
              <a:ext uri="{FF2B5EF4-FFF2-40B4-BE49-F238E27FC236}">
                <a16:creationId xmlns:a16="http://schemas.microsoft.com/office/drawing/2014/main" id="{12E8968F-EDFA-661D-22BB-254C6CFA6D6C}"/>
              </a:ext>
            </a:extLst>
          </p:cNvPr>
          <p:cNvCxnSpPr>
            <a:cxnSpLocks/>
            <a:stCxn id="39" idx="2"/>
            <a:endCxn id="6" idx="3"/>
          </p:cNvCxnSpPr>
          <p:nvPr/>
        </p:nvCxnSpPr>
        <p:spPr>
          <a:xfrm rot="16200000" flipH="1">
            <a:off x="10679666" y="2034234"/>
            <a:ext cx="1435348" cy="324958"/>
          </a:xfrm>
          <a:prstGeom prst="bentConnector4">
            <a:avLst>
              <a:gd name="adj1" fmla="val 29093"/>
              <a:gd name="adj2" fmla="val 258372"/>
            </a:avLst>
          </a:prstGeom>
          <a:ln w="158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717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B7CCE-97EE-2C66-F3B6-A9FC101E0CD9}"/>
              </a:ext>
            </a:extLst>
          </p:cNvPr>
          <p:cNvSpPr>
            <a:spLocks noGrp="1"/>
          </p:cNvSpPr>
          <p:nvPr>
            <p:ph type="title"/>
          </p:nvPr>
        </p:nvSpPr>
        <p:spPr/>
        <p:txBody>
          <a:bodyPr/>
          <a:lstStyle/>
          <a:p>
            <a:r>
              <a:rPr lang="en-US" dirty="0"/>
              <a:t>Arrays</a:t>
            </a:r>
          </a:p>
        </p:txBody>
      </p:sp>
      <p:sp>
        <p:nvSpPr>
          <p:cNvPr id="3" name="Content Placeholder 2">
            <a:extLst>
              <a:ext uri="{FF2B5EF4-FFF2-40B4-BE49-F238E27FC236}">
                <a16:creationId xmlns:a16="http://schemas.microsoft.com/office/drawing/2014/main" id="{085A313C-B1E5-6481-33A0-A8DA5D88E2D0}"/>
              </a:ext>
            </a:extLst>
          </p:cNvPr>
          <p:cNvSpPr>
            <a:spLocks noGrp="1"/>
          </p:cNvSpPr>
          <p:nvPr>
            <p:ph idx="1"/>
          </p:nvPr>
        </p:nvSpPr>
        <p:spPr/>
        <p:txBody>
          <a:bodyPr/>
          <a:lstStyle/>
          <a:p>
            <a:r>
              <a:rPr lang="en-US" dirty="0"/>
              <a:t>In order to create arrays…</a:t>
            </a:r>
          </a:p>
          <a:p>
            <a:endParaRPr lang="en-US" dirty="0"/>
          </a:p>
          <a:p>
            <a:r>
              <a:rPr lang="en-US" i="1" dirty="0"/>
              <a:t>The </a:t>
            </a:r>
            <a:r>
              <a:rPr lang="en-US" b="1" i="1" dirty="0"/>
              <a:t>length of the array</a:t>
            </a:r>
            <a:r>
              <a:rPr lang="en-US" i="1" dirty="0"/>
              <a:t> must be specified upfront.</a:t>
            </a:r>
          </a:p>
          <a:p>
            <a:pPr lvl="1"/>
            <a:r>
              <a:rPr lang="en-US" i="1" dirty="0"/>
              <a:t>The length needs to be known at </a:t>
            </a:r>
            <a:r>
              <a:rPr lang="en-US" b="1" i="1" dirty="0"/>
              <a:t>compile time</a:t>
            </a:r>
            <a:r>
              <a:rPr lang="en-US" i="1" dirty="0"/>
              <a:t>.</a:t>
            </a:r>
          </a:p>
          <a:p>
            <a:pPr lvl="1"/>
            <a:endParaRPr lang="en-US" i="1" dirty="0"/>
          </a:p>
          <a:p>
            <a:r>
              <a:rPr lang="en-US" i="1" dirty="0"/>
              <a:t>The </a:t>
            </a:r>
            <a:r>
              <a:rPr lang="en-US" b="1" i="1" dirty="0"/>
              <a:t>data type of the array</a:t>
            </a:r>
            <a:r>
              <a:rPr lang="en-US" i="1" dirty="0"/>
              <a:t> must be specified upfront.</a:t>
            </a:r>
          </a:p>
          <a:p>
            <a:pPr lvl="1"/>
            <a:r>
              <a:rPr lang="en-US" i="1" dirty="0"/>
              <a:t>Data of only the specified data type can be stored in the array.</a:t>
            </a:r>
          </a:p>
        </p:txBody>
      </p:sp>
      <p:sp>
        <p:nvSpPr>
          <p:cNvPr id="4" name="TextBox 3">
            <a:extLst>
              <a:ext uri="{FF2B5EF4-FFF2-40B4-BE49-F238E27FC236}">
                <a16:creationId xmlns:a16="http://schemas.microsoft.com/office/drawing/2014/main" id="{630F8A02-9F66-2D14-94C4-B0AF5BBC10EF}"/>
              </a:ext>
            </a:extLst>
          </p:cNvPr>
          <p:cNvSpPr txBox="1"/>
          <p:nvPr/>
        </p:nvSpPr>
        <p:spPr>
          <a:xfrm>
            <a:off x="9076265" y="1825625"/>
            <a:ext cx="2054579" cy="830997"/>
          </a:xfrm>
          <a:prstGeom prst="rect">
            <a:avLst/>
          </a:prstGeom>
          <a:noFill/>
          <a:ln>
            <a:solidFill>
              <a:schemeClr val="accent1"/>
            </a:solidFill>
          </a:ln>
        </p:spPr>
        <p:txBody>
          <a:bodyPr wrap="square" rtlCol="0">
            <a:spAutoFit/>
          </a:bodyPr>
          <a:lstStyle/>
          <a:p>
            <a:r>
              <a:rPr lang="en-US" sz="2400" i="1" dirty="0">
                <a:solidFill>
                  <a:schemeClr val="accent1"/>
                </a:solidFill>
              </a:rPr>
              <a:t>What does this mean though?</a:t>
            </a:r>
          </a:p>
        </p:txBody>
      </p:sp>
      <p:cxnSp>
        <p:nvCxnSpPr>
          <p:cNvPr id="5" name="Connector: Elbow 4">
            <a:extLst>
              <a:ext uri="{FF2B5EF4-FFF2-40B4-BE49-F238E27FC236}">
                <a16:creationId xmlns:a16="http://schemas.microsoft.com/office/drawing/2014/main" id="{80432564-5ADC-280F-3E0A-C022012651B6}"/>
              </a:ext>
            </a:extLst>
          </p:cNvPr>
          <p:cNvCxnSpPr>
            <a:cxnSpLocks/>
            <a:stCxn id="4" idx="2"/>
            <a:endCxn id="6" idx="3"/>
          </p:cNvCxnSpPr>
          <p:nvPr/>
        </p:nvCxnSpPr>
        <p:spPr>
          <a:xfrm rot="5400000">
            <a:off x="8358467" y="1748822"/>
            <a:ext cx="837289" cy="2652888"/>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C857ADCB-BA14-6046-02E6-1B7C229E5019}"/>
              </a:ext>
            </a:extLst>
          </p:cNvPr>
          <p:cNvSpPr/>
          <p:nvPr/>
        </p:nvSpPr>
        <p:spPr>
          <a:xfrm>
            <a:off x="5667022" y="3330222"/>
            <a:ext cx="1783645" cy="327378"/>
          </a:xfrm>
          <a:prstGeom prst="rect">
            <a:avLst/>
          </a:prstGeom>
          <a:no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5451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F814D-51D5-78D1-9E1B-973F5B8C5A56}"/>
              </a:ext>
            </a:extLst>
          </p:cNvPr>
          <p:cNvSpPr>
            <a:spLocks noGrp="1"/>
          </p:cNvSpPr>
          <p:nvPr>
            <p:ph type="title"/>
          </p:nvPr>
        </p:nvSpPr>
        <p:spPr/>
        <p:txBody>
          <a:bodyPr/>
          <a:lstStyle/>
          <a:p>
            <a:r>
              <a:rPr lang="en-US" dirty="0"/>
              <a:t>Compile Time vs. Runtime</a:t>
            </a:r>
          </a:p>
        </p:txBody>
      </p:sp>
      <p:sp>
        <p:nvSpPr>
          <p:cNvPr id="3" name="Content Placeholder 2">
            <a:extLst>
              <a:ext uri="{FF2B5EF4-FFF2-40B4-BE49-F238E27FC236}">
                <a16:creationId xmlns:a16="http://schemas.microsoft.com/office/drawing/2014/main" id="{F65559C0-D3A5-CCEC-792A-4903E0C4B897}"/>
              </a:ext>
            </a:extLst>
          </p:cNvPr>
          <p:cNvSpPr>
            <a:spLocks noGrp="1"/>
          </p:cNvSpPr>
          <p:nvPr>
            <p:ph idx="1"/>
          </p:nvPr>
        </p:nvSpPr>
        <p:spPr/>
        <p:txBody>
          <a:bodyPr>
            <a:normAutofit/>
          </a:bodyPr>
          <a:lstStyle/>
          <a:p>
            <a:r>
              <a:rPr lang="en-US" dirty="0"/>
              <a:t>Compile time is the compilation phase.</a:t>
            </a:r>
          </a:p>
          <a:p>
            <a:pPr marL="0" indent="0">
              <a:buNone/>
            </a:pPr>
            <a:endParaRPr lang="en-US" b="1" dirty="0">
              <a:latin typeface="Consolas" panose="020B0609020204030204" pitchFamily="49" charset="0"/>
            </a:endParaRPr>
          </a:p>
          <a:p>
            <a:pPr marL="0" indent="0">
              <a:buNone/>
            </a:pPr>
            <a:r>
              <a:rPr lang="en-US" b="1" dirty="0">
                <a:latin typeface="Consolas" panose="020B0609020204030204" pitchFamily="49" charset="0"/>
              </a:rPr>
              <a:t>g++ ./sourceFile.cpp</a:t>
            </a:r>
          </a:p>
          <a:p>
            <a:endParaRPr lang="en-US" dirty="0"/>
          </a:p>
          <a:p>
            <a:r>
              <a:rPr lang="en-US" dirty="0"/>
              <a:t>Runtime is when you are running the executable generated at the end of the compilation phase.</a:t>
            </a:r>
          </a:p>
          <a:p>
            <a:endParaRPr lang="en-US" dirty="0"/>
          </a:p>
          <a:p>
            <a:pPr marL="0" indent="0">
              <a:buNone/>
            </a:pPr>
            <a:r>
              <a:rPr lang="en-US" b="1" dirty="0">
                <a:latin typeface="Consolas" panose="020B0609020204030204" pitchFamily="49" charset="0"/>
              </a:rPr>
              <a:t>./exeFile.exe		</a:t>
            </a:r>
            <a:r>
              <a:rPr lang="en-US" sz="2400" dirty="0">
                <a:solidFill>
                  <a:schemeClr val="tx1">
                    <a:lumMod val="50000"/>
                    <a:lumOff val="50000"/>
                  </a:schemeClr>
                </a:solidFill>
                <a:latin typeface="Consolas" panose="020B0609020204030204" pitchFamily="49" charset="0"/>
              </a:rPr>
              <a:t>// Will not be .exe on MacOS and Ubuntu</a:t>
            </a:r>
            <a:endParaRPr lang="en-US" dirty="0">
              <a:solidFill>
                <a:schemeClr val="tx1">
                  <a:lumMod val="50000"/>
                  <a:lumOff val="50000"/>
                </a:schemeClr>
              </a:solidFill>
              <a:latin typeface="Consolas" panose="020B0609020204030204" pitchFamily="49" charset="0"/>
            </a:endParaRPr>
          </a:p>
        </p:txBody>
      </p:sp>
    </p:spTree>
    <p:extLst>
      <p:ext uri="{BB962C8B-B14F-4D97-AF65-F5344CB8AC3E}">
        <p14:creationId xmlns:p14="http://schemas.microsoft.com/office/powerpoint/2010/main" val="3389391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F814D-51D5-78D1-9E1B-973F5B8C5A56}"/>
              </a:ext>
            </a:extLst>
          </p:cNvPr>
          <p:cNvSpPr>
            <a:spLocks noGrp="1"/>
          </p:cNvSpPr>
          <p:nvPr>
            <p:ph type="title"/>
          </p:nvPr>
        </p:nvSpPr>
        <p:spPr/>
        <p:txBody>
          <a:bodyPr/>
          <a:lstStyle/>
          <a:p>
            <a:r>
              <a:rPr lang="en-US" dirty="0"/>
              <a:t>Compile Time vs. Runtime</a:t>
            </a:r>
          </a:p>
        </p:txBody>
      </p:sp>
      <p:sp>
        <p:nvSpPr>
          <p:cNvPr id="3" name="Content Placeholder 2">
            <a:extLst>
              <a:ext uri="{FF2B5EF4-FFF2-40B4-BE49-F238E27FC236}">
                <a16:creationId xmlns:a16="http://schemas.microsoft.com/office/drawing/2014/main" id="{F65559C0-D3A5-CCEC-792A-4903E0C4B897}"/>
              </a:ext>
            </a:extLst>
          </p:cNvPr>
          <p:cNvSpPr>
            <a:spLocks noGrp="1"/>
          </p:cNvSpPr>
          <p:nvPr>
            <p:ph idx="1"/>
          </p:nvPr>
        </p:nvSpPr>
        <p:spPr/>
        <p:txBody>
          <a:bodyPr>
            <a:normAutofit fontScale="92500" lnSpcReduction="10000"/>
          </a:bodyPr>
          <a:lstStyle/>
          <a:p>
            <a:r>
              <a:rPr lang="en-US" dirty="0"/>
              <a:t>As mentioned earlier, the length of the array </a:t>
            </a:r>
            <a:r>
              <a:rPr lang="en-US" b="1" dirty="0"/>
              <a:t>must be known at compile time</a:t>
            </a:r>
            <a:r>
              <a:rPr lang="en-US" dirty="0"/>
              <a:t>.</a:t>
            </a:r>
          </a:p>
          <a:p>
            <a:pPr lvl="1"/>
            <a:r>
              <a:rPr lang="en-US" dirty="0"/>
              <a:t>Or, the length </a:t>
            </a:r>
            <a:r>
              <a:rPr lang="en-US" b="1" dirty="0"/>
              <a:t>should not</a:t>
            </a:r>
            <a:r>
              <a:rPr lang="en-US" dirty="0"/>
              <a:t> be given during runtime.</a:t>
            </a:r>
          </a:p>
          <a:p>
            <a:endParaRPr lang="en-US" dirty="0">
              <a:latin typeface="Consolas" panose="020B0609020204030204" pitchFamily="49" charset="0"/>
            </a:endParaRPr>
          </a:p>
          <a:p>
            <a:r>
              <a:rPr lang="en-US" dirty="0"/>
              <a:t>An implication of the above…</a:t>
            </a:r>
          </a:p>
          <a:p>
            <a:pPr lvl="1"/>
            <a:r>
              <a:rPr lang="en-US" dirty="0"/>
              <a:t>The length of a </a:t>
            </a:r>
            <a:r>
              <a:rPr lang="en-US" b="1" dirty="0"/>
              <a:t>(fixed) array </a:t>
            </a:r>
            <a:r>
              <a:rPr lang="en-US" dirty="0"/>
              <a:t>cannot be provided by the user.</a:t>
            </a:r>
          </a:p>
          <a:p>
            <a:pPr lvl="1"/>
            <a:r>
              <a:rPr lang="en-US" dirty="0"/>
              <a:t>That is, no </a:t>
            </a:r>
            <a:r>
              <a:rPr lang="en-US" b="1" dirty="0">
                <a:latin typeface="Consolas" panose="020B0609020204030204" pitchFamily="49" charset="0"/>
              </a:rPr>
              <a:t>std::</a:t>
            </a:r>
            <a:r>
              <a:rPr lang="en-US" b="1" dirty="0" err="1">
                <a:latin typeface="Consolas" panose="020B0609020204030204" pitchFamily="49" charset="0"/>
              </a:rPr>
              <a:t>cin</a:t>
            </a:r>
            <a:r>
              <a:rPr lang="en-US" dirty="0"/>
              <a:t> from the user for array length.</a:t>
            </a:r>
          </a:p>
          <a:p>
            <a:pPr lvl="1"/>
            <a:r>
              <a:rPr lang="en-US" i="1" dirty="0">
                <a:solidFill>
                  <a:schemeClr val="tx1">
                    <a:lumMod val="50000"/>
                    <a:lumOff val="50000"/>
                  </a:schemeClr>
                </a:solidFill>
              </a:rPr>
              <a:t>Dynamic arrays – coming soon</a:t>
            </a:r>
            <a:r>
              <a:rPr lang="en-US" dirty="0"/>
              <a:t>.</a:t>
            </a:r>
          </a:p>
          <a:p>
            <a:endParaRPr lang="en-US" dirty="0"/>
          </a:p>
          <a:p>
            <a:r>
              <a:rPr lang="en-US" dirty="0"/>
              <a:t>The length, however, can be a </a:t>
            </a:r>
            <a:r>
              <a:rPr lang="en-US" b="1" dirty="0">
                <a:latin typeface="Consolas" panose="020B0609020204030204" pitchFamily="49" charset="0"/>
              </a:rPr>
              <a:t>const</a:t>
            </a:r>
            <a:r>
              <a:rPr lang="en-US" dirty="0"/>
              <a:t> variable.</a:t>
            </a:r>
          </a:p>
          <a:p>
            <a:pPr lvl="1"/>
            <a:r>
              <a:rPr lang="en-US" dirty="0"/>
              <a:t>Regular variables won’t work.</a:t>
            </a:r>
          </a:p>
        </p:txBody>
      </p:sp>
    </p:spTree>
    <p:extLst>
      <p:ext uri="{BB962C8B-B14F-4D97-AF65-F5344CB8AC3E}">
        <p14:creationId xmlns:p14="http://schemas.microsoft.com/office/powerpoint/2010/main" val="140492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6B97A-3C89-1BEA-200C-CE4ED8192634}"/>
              </a:ext>
            </a:extLst>
          </p:cNvPr>
          <p:cNvSpPr>
            <a:spLocks noGrp="1"/>
          </p:cNvSpPr>
          <p:nvPr>
            <p:ph type="title"/>
          </p:nvPr>
        </p:nvSpPr>
        <p:spPr/>
        <p:txBody>
          <a:bodyPr/>
          <a:lstStyle/>
          <a:p>
            <a:r>
              <a:rPr lang="en-US" dirty="0"/>
              <a:t>Move to the </a:t>
            </a:r>
            <a:r>
              <a:rPr lang="en-US" dirty="0" err="1">
                <a:latin typeface="Consolas" panose="020B0609020204030204" pitchFamily="49" charset="0"/>
              </a:rPr>
              <a:t>cpp</a:t>
            </a:r>
            <a:r>
              <a:rPr lang="en-US" dirty="0"/>
              <a:t> source file…</a:t>
            </a:r>
          </a:p>
        </p:txBody>
      </p:sp>
      <p:sp>
        <p:nvSpPr>
          <p:cNvPr id="3" name="Content Placeholder 2">
            <a:extLst>
              <a:ext uri="{FF2B5EF4-FFF2-40B4-BE49-F238E27FC236}">
                <a16:creationId xmlns:a16="http://schemas.microsoft.com/office/drawing/2014/main" id="{9B38A97A-0AEA-955E-5536-F812933AF70A}"/>
              </a:ext>
            </a:extLst>
          </p:cNvPr>
          <p:cNvSpPr>
            <a:spLocks noGrp="1"/>
          </p:cNvSpPr>
          <p:nvPr>
            <p:ph idx="1"/>
          </p:nvPr>
        </p:nvSpPr>
        <p:spPr/>
        <p:txBody>
          <a:bodyPr/>
          <a:lstStyle/>
          <a:p>
            <a:r>
              <a:rPr lang="en-US" dirty="0"/>
              <a:t>Refer to the following file.</a:t>
            </a:r>
          </a:p>
          <a:p>
            <a:endParaRPr lang="en-US" dirty="0"/>
          </a:p>
          <a:p>
            <a:pPr marL="0" indent="0">
              <a:buNone/>
            </a:pPr>
            <a:r>
              <a:rPr lang="en-US" b="1" dirty="0">
                <a:latin typeface="Consolas" panose="020B0609020204030204" pitchFamily="49" charset="0"/>
              </a:rPr>
              <a:t>1-arrays.cpp</a:t>
            </a:r>
          </a:p>
          <a:p>
            <a:pPr marL="0" indent="0">
              <a:buNone/>
            </a:pPr>
            <a:endParaRPr lang="en-US" dirty="0"/>
          </a:p>
          <a:p>
            <a:r>
              <a:rPr lang="en-US" dirty="0"/>
              <a:t>Arrays can be of any data type (or class). </a:t>
            </a:r>
          </a:p>
          <a:p>
            <a:endParaRPr lang="en-US" dirty="0"/>
          </a:p>
          <a:p>
            <a:r>
              <a:rPr lang="en-US" dirty="0"/>
              <a:t>You can also have </a:t>
            </a:r>
            <a:r>
              <a:rPr lang="en-US" b="1" dirty="0"/>
              <a:t>multidimensional arrays</a:t>
            </a:r>
            <a:r>
              <a:rPr lang="en-US" dirty="0"/>
              <a:t>.</a:t>
            </a:r>
          </a:p>
        </p:txBody>
      </p:sp>
    </p:spTree>
    <p:extLst>
      <p:ext uri="{BB962C8B-B14F-4D97-AF65-F5344CB8AC3E}">
        <p14:creationId xmlns:p14="http://schemas.microsoft.com/office/powerpoint/2010/main" val="2466963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FC278-B5D3-7E18-BE2C-ECCDE19EC6FA}"/>
              </a:ext>
            </a:extLst>
          </p:cNvPr>
          <p:cNvSpPr>
            <a:spLocks noGrp="1"/>
          </p:cNvSpPr>
          <p:nvPr>
            <p:ph type="title"/>
          </p:nvPr>
        </p:nvSpPr>
        <p:spPr/>
        <p:txBody>
          <a:bodyPr/>
          <a:lstStyle/>
          <a:p>
            <a:r>
              <a:rPr lang="en-US" dirty="0"/>
              <a:t>Passing Variables vs. Passing Arrays to Functions</a:t>
            </a:r>
          </a:p>
        </p:txBody>
      </p:sp>
      <p:sp>
        <p:nvSpPr>
          <p:cNvPr id="3" name="Content Placeholder 2">
            <a:extLst>
              <a:ext uri="{FF2B5EF4-FFF2-40B4-BE49-F238E27FC236}">
                <a16:creationId xmlns:a16="http://schemas.microsoft.com/office/drawing/2014/main" id="{B2BF8D45-101F-957B-AEAD-40A8BDD4B012}"/>
              </a:ext>
            </a:extLst>
          </p:cNvPr>
          <p:cNvSpPr>
            <a:spLocks noGrp="1"/>
          </p:cNvSpPr>
          <p:nvPr>
            <p:ph idx="1"/>
          </p:nvPr>
        </p:nvSpPr>
        <p:spPr/>
        <p:txBody>
          <a:bodyPr>
            <a:normAutofit fontScale="92500" lnSpcReduction="20000"/>
          </a:bodyPr>
          <a:lstStyle/>
          <a:p>
            <a:r>
              <a:rPr lang="en-US" b="1" dirty="0"/>
              <a:t>Pass by value </a:t>
            </a:r>
            <a:r>
              <a:rPr lang="en-US" dirty="0"/>
              <a:t>is the usual way that normal variables get passed to functions.</a:t>
            </a:r>
          </a:p>
          <a:p>
            <a:pPr lvl="1"/>
            <a:r>
              <a:rPr lang="en-US" dirty="0"/>
              <a:t>This means that their </a:t>
            </a:r>
            <a:r>
              <a:rPr lang="en-US" u="sng" dirty="0"/>
              <a:t>copy is created</a:t>
            </a:r>
            <a:r>
              <a:rPr lang="en-US" dirty="0"/>
              <a:t>.</a:t>
            </a:r>
          </a:p>
          <a:p>
            <a:pPr lvl="1"/>
            <a:r>
              <a:rPr lang="en-US" dirty="0"/>
              <a:t>The example in the code file demonstrates that.</a:t>
            </a:r>
          </a:p>
          <a:p>
            <a:endParaRPr lang="en-US" dirty="0"/>
          </a:p>
          <a:p>
            <a:r>
              <a:rPr lang="en-US" dirty="0"/>
              <a:t>Copying arrays (which can be large), can be very expensive.</a:t>
            </a:r>
          </a:p>
          <a:p>
            <a:endParaRPr lang="en-US" dirty="0"/>
          </a:p>
          <a:p>
            <a:r>
              <a:rPr lang="en-US" dirty="0"/>
              <a:t>So instead, the </a:t>
            </a:r>
            <a:r>
              <a:rPr lang="en-US" b="1" dirty="0"/>
              <a:t>actual array is passed</a:t>
            </a:r>
            <a:r>
              <a:rPr lang="en-US" dirty="0"/>
              <a:t>.</a:t>
            </a:r>
          </a:p>
          <a:p>
            <a:pPr lvl="1"/>
            <a:r>
              <a:rPr lang="en-US" dirty="0"/>
              <a:t>No copy is created.</a:t>
            </a:r>
          </a:p>
          <a:p>
            <a:pPr lvl="1"/>
            <a:r>
              <a:rPr lang="en-US" dirty="0"/>
              <a:t>The actual array can be modified.</a:t>
            </a:r>
          </a:p>
          <a:p>
            <a:pPr lvl="1"/>
            <a:endParaRPr lang="en-US" dirty="0"/>
          </a:p>
          <a:p>
            <a:r>
              <a:rPr lang="en-US" dirty="0"/>
              <a:t>The example in the code file demonstrates both of the above situations.</a:t>
            </a:r>
          </a:p>
        </p:txBody>
      </p:sp>
    </p:spTree>
    <p:extLst>
      <p:ext uri="{BB962C8B-B14F-4D97-AF65-F5344CB8AC3E}">
        <p14:creationId xmlns:p14="http://schemas.microsoft.com/office/powerpoint/2010/main" val="2610978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FC278-B5D3-7E18-BE2C-ECCDE19EC6FA}"/>
              </a:ext>
            </a:extLst>
          </p:cNvPr>
          <p:cNvSpPr>
            <a:spLocks noGrp="1"/>
          </p:cNvSpPr>
          <p:nvPr>
            <p:ph type="title"/>
          </p:nvPr>
        </p:nvSpPr>
        <p:spPr/>
        <p:txBody>
          <a:bodyPr/>
          <a:lstStyle/>
          <a:p>
            <a:r>
              <a:rPr lang="en-US" dirty="0"/>
              <a:t>Passing Variables vs. Passing Arrays to Functions</a:t>
            </a:r>
          </a:p>
        </p:txBody>
      </p:sp>
      <p:sp>
        <p:nvSpPr>
          <p:cNvPr id="3" name="Content Placeholder 2">
            <a:extLst>
              <a:ext uri="{FF2B5EF4-FFF2-40B4-BE49-F238E27FC236}">
                <a16:creationId xmlns:a16="http://schemas.microsoft.com/office/drawing/2014/main" id="{B2BF8D45-101F-957B-AEAD-40A8BDD4B012}"/>
              </a:ext>
            </a:extLst>
          </p:cNvPr>
          <p:cNvSpPr>
            <a:spLocks noGrp="1"/>
          </p:cNvSpPr>
          <p:nvPr>
            <p:ph idx="1"/>
          </p:nvPr>
        </p:nvSpPr>
        <p:spPr/>
        <p:txBody>
          <a:bodyPr>
            <a:normAutofit/>
          </a:bodyPr>
          <a:lstStyle/>
          <a:p>
            <a:r>
              <a:rPr lang="en-US" dirty="0"/>
              <a:t>Arrays and pointers are intrinsically linked with each other.</a:t>
            </a:r>
          </a:p>
          <a:p>
            <a:pPr lvl="1"/>
            <a:r>
              <a:rPr lang="en-US" dirty="0"/>
              <a:t>This is the reason why arrays themselves get passed.</a:t>
            </a:r>
          </a:p>
          <a:p>
            <a:pPr lvl="1"/>
            <a:r>
              <a:rPr lang="en-US" dirty="0"/>
              <a:t>Hopefully we’ll learn about pointers soon.</a:t>
            </a:r>
          </a:p>
        </p:txBody>
      </p:sp>
    </p:spTree>
    <p:extLst>
      <p:ext uri="{BB962C8B-B14F-4D97-AF65-F5344CB8AC3E}">
        <p14:creationId xmlns:p14="http://schemas.microsoft.com/office/powerpoint/2010/main" val="524201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F1055-E9D2-0F4B-3492-7BD0352185EE}"/>
              </a:ext>
            </a:extLst>
          </p:cNvPr>
          <p:cNvSpPr>
            <a:spLocks noGrp="1"/>
          </p:cNvSpPr>
          <p:nvPr>
            <p:ph type="title"/>
          </p:nvPr>
        </p:nvSpPr>
        <p:spPr/>
        <p:txBody>
          <a:bodyPr/>
          <a:lstStyle/>
          <a:p>
            <a:r>
              <a:rPr lang="en-US" dirty="0"/>
              <a:t>Reflections on </a:t>
            </a:r>
            <a:r>
              <a:rPr lang="en-US" dirty="0">
                <a:latin typeface="Consolas" panose="020B0609020204030204" pitchFamily="49" charset="0"/>
              </a:rPr>
              <a:t>switch()</a:t>
            </a:r>
            <a:r>
              <a:rPr lang="en-US" dirty="0"/>
              <a:t> from Lab-2</a:t>
            </a:r>
            <a:endParaRPr lang="en-US" dirty="0">
              <a:latin typeface="Consolas" panose="020B0609020204030204" pitchFamily="49" charset="0"/>
            </a:endParaRPr>
          </a:p>
        </p:txBody>
      </p:sp>
      <p:sp>
        <p:nvSpPr>
          <p:cNvPr id="3" name="Content Placeholder 2">
            <a:extLst>
              <a:ext uri="{FF2B5EF4-FFF2-40B4-BE49-F238E27FC236}">
                <a16:creationId xmlns:a16="http://schemas.microsoft.com/office/drawing/2014/main" id="{CFDB9252-BCC5-F5B9-3829-88692614FF91}"/>
              </a:ext>
            </a:extLst>
          </p:cNvPr>
          <p:cNvSpPr>
            <a:spLocks noGrp="1"/>
          </p:cNvSpPr>
          <p:nvPr>
            <p:ph idx="1"/>
          </p:nvPr>
        </p:nvSpPr>
        <p:spPr/>
        <p:txBody>
          <a:bodyPr/>
          <a:lstStyle/>
          <a:p>
            <a:r>
              <a:rPr lang="en-US" dirty="0"/>
              <a:t>Hopefully you found the </a:t>
            </a:r>
            <a:r>
              <a:rPr lang="en-US" b="1" dirty="0">
                <a:latin typeface="Consolas" panose="020B0609020204030204" pitchFamily="49" charset="0"/>
              </a:rPr>
              <a:t>switch()</a:t>
            </a:r>
            <a:r>
              <a:rPr lang="en-US" dirty="0"/>
              <a:t> question was insightful.</a:t>
            </a:r>
          </a:p>
          <a:p>
            <a:endParaRPr lang="en-US" dirty="0"/>
          </a:p>
          <a:p>
            <a:r>
              <a:rPr lang="en-US" dirty="0"/>
              <a:t>One key thing that we didn’t talk about in the class.</a:t>
            </a:r>
          </a:p>
          <a:p>
            <a:pPr marL="0" indent="0" algn="ctr">
              <a:buNone/>
            </a:pPr>
            <a:r>
              <a:rPr lang="en-US" b="1" dirty="0">
                <a:latin typeface="Consolas" panose="020B0609020204030204" pitchFamily="49" charset="0"/>
              </a:rPr>
              <a:t>switch(</a:t>
            </a:r>
            <a:r>
              <a:rPr lang="en-US" b="1" dirty="0" err="1">
                <a:latin typeface="Consolas" panose="020B0609020204030204" pitchFamily="49" charset="0"/>
              </a:rPr>
              <a:t>test_expression</a:t>
            </a:r>
            <a:r>
              <a:rPr lang="en-US" b="1" dirty="0">
                <a:latin typeface="Consolas" panose="020B0609020204030204" pitchFamily="49" charset="0"/>
              </a:rPr>
              <a:t>)</a:t>
            </a:r>
          </a:p>
          <a:p>
            <a:pPr lvl="1"/>
            <a:endParaRPr lang="en-US" dirty="0"/>
          </a:p>
          <a:p>
            <a:pPr lvl="1"/>
            <a:r>
              <a:rPr lang="en-US" dirty="0"/>
              <a:t>The output of the </a:t>
            </a:r>
            <a:r>
              <a:rPr lang="en-US" b="1" dirty="0" err="1">
                <a:latin typeface="Consolas" panose="020B0609020204030204" pitchFamily="49" charset="0"/>
              </a:rPr>
              <a:t>test_expression</a:t>
            </a:r>
            <a:r>
              <a:rPr lang="en-US" dirty="0"/>
              <a:t> should be any </a:t>
            </a:r>
            <a:r>
              <a:rPr lang="en-US" b="1" dirty="0"/>
              <a:t>integral type</a:t>
            </a:r>
            <a:r>
              <a:rPr lang="en-US" dirty="0"/>
              <a:t>.</a:t>
            </a:r>
          </a:p>
          <a:p>
            <a:pPr lvl="1"/>
            <a:r>
              <a:rPr lang="en-US" dirty="0"/>
              <a:t>You may have done, </a:t>
            </a:r>
            <a:r>
              <a:rPr lang="en-US" b="1" dirty="0">
                <a:latin typeface="Consolas" panose="020B0609020204030204" pitchFamily="49" charset="0"/>
              </a:rPr>
              <a:t>switch(</a:t>
            </a:r>
            <a:r>
              <a:rPr lang="en-US" b="1" dirty="0" err="1">
                <a:latin typeface="Consolas" panose="020B0609020204030204" pitchFamily="49" charset="0"/>
              </a:rPr>
              <a:t>borrowed_days</a:t>
            </a:r>
            <a:r>
              <a:rPr lang="en-US" b="1" dirty="0">
                <a:latin typeface="Consolas" panose="020B0609020204030204" pitchFamily="49" charset="0"/>
              </a:rPr>
              <a:t> &gt; 15)</a:t>
            </a:r>
            <a:endParaRPr lang="en-US" dirty="0"/>
          </a:p>
          <a:p>
            <a:endParaRPr lang="en-US" dirty="0"/>
          </a:p>
          <a:p>
            <a:r>
              <a:rPr lang="en-US" dirty="0"/>
              <a:t>The idea of nesting </a:t>
            </a:r>
            <a:r>
              <a:rPr lang="en-US" b="1" dirty="0">
                <a:latin typeface="Consolas" panose="020B0609020204030204" pitchFamily="49" charset="0"/>
              </a:rPr>
              <a:t>switch</a:t>
            </a:r>
            <a:r>
              <a:rPr lang="en-US" dirty="0"/>
              <a:t> statements.</a:t>
            </a:r>
          </a:p>
        </p:txBody>
      </p:sp>
    </p:spTree>
    <p:extLst>
      <p:ext uri="{BB962C8B-B14F-4D97-AF65-F5344CB8AC3E}">
        <p14:creationId xmlns:p14="http://schemas.microsoft.com/office/powerpoint/2010/main" val="3296431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F1055-E9D2-0F4B-3492-7BD0352185EE}"/>
              </a:ext>
            </a:extLst>
          </p:cNvPr>
          <p:cNvSpPr>
            <a:spLocks noGrp="1"/>
          </p:cNvSpPr>
          <p:nvPr>
            <p:ph type="title"/>
          </p:nvPr>
        </p:nvSpPr>
        <p:spPr/>
        <p:txBody>
          <a:bodyPr/>
          <a:lstStyle/>
          <a:p>
            <a:r>
              <a:rPr lang="en-US" dirty="0"/>
              <a:t>Reflections on </a:t>
            </a:r>
            <a:r>
              <a:rPr lang="en-US" dirty="0">
                <a:latin typeface="Consolas" panose="020B0609020204030204" pitchFamily="49" charset="0"/>
              </a:rPr>
              <a:t>switch()</a:t>
            </a:r>
            <a:r>
              <a:rPr lang="en-US" dirty="0"/>
              <a:t> from Lab-2</a:t>
            </a:r>
            <a:endParaRPr lang="en-US" dirty="0">
              <a:latin typeface="Consolas" panose="020B0609020204030204" pitchFamily="49" charset="0"/>
            </a:endParaRPr>
          </a:p>
        </p:txBody>
      </p:sp>
      <p:sp>
        <p:nvSpPr>
          <p:cNvPr id="3" name="Content Placeholder 2">
            <a:extLst>
              <a:ext uri="{FF2B5EF4-FFF2-40B4-BE49-F238E27FC236}">
                <a16:creationId xmlns:a16="http://schemas.microsoft.com/office/drawing/2014/main" id="{CFDB9252-BCC5-F5B9-3829-88692614FF91}"/>
              </a:ext>
            </a:extLst>
          </p:cNvPr>
          <p:cNvSpPr>
            <a:spLocks noGrp="1"/>
          </p:cNvSpPr>
          <p:nvPr>
            <p:ph idx="1"/>
          </p:nvPr>
        </p:nvSpPr>
        <p:spPr/>
        <p:txBody>
          <a:bodyPr/>
          <a:lstStyle/>
          <a:p>
            <a:r>
              <a:rPr lang="en-US" dirty="0"/>
              <a:t>Most of you (I think) found the problems I had told you about in the array questions.</a:t>
            </a:r>
          </a:p>
          <a:p>
            <a:endParaRPr lang="en-US" dirty="0"/>
          </a:p>
          <a:p>
            <a:r>
              <a:rPr lang="en-US" dirty="0"/>
              <a:t>User-defined lengths for (fixed) arrays – </a:t>
            </a:r>
            <a:r>
              <a:rPr lang="en-US" b="1" dirty="0"/>
              <a:t>not allowed by C++</a:t>
            </a:r>
            <a:r>
              <a:rPr lang="en-US" dirty="0"/>
              <a:t>.</a:t>
            </a:r>
          </a:p>
          <a:p>
            <a:pPr lvl="1"/>
            <a:r>
              <a:rPr lang="en-US" dirty="0"/>
              <a:t>Even if your program compiles, it’s </a:t>
            </a:r>
            <a:r>
              <a:rPr lang="en-US" b="1" dirty="0"/>
              <a:t>not allowed</a:t>
            </a:r>
            <a:r>
              <a:rPr lang="en-US" dirty="0"/>
              <a:t>.</a:t>
            </a:r>
          </a:p>
          <a:p>
            <a:endParaRPr lang="en-US" dirty="0"/>
          </a:p>
          <a:p>
            <a:r>
              <a:rPr lang="en-US" dirty="0"/>
              <a:t>This problem will be resolved when we talk about </a:t>
            </a:r>
            <a:r>
              <a:rPr lang="en-US" b="1" dirty="0"/>
              <a:t>Dynamic Arrays</a:t>
            </a:r>
            <a:r>
              <a:rPr lang="en-US" dirty="0"/>
              <a:t>.</a:t>
            </a:r>
          </a:p>
          <a:p>
            <a:pPr lvl="1"/>
            <a:r>
              <a:rPr lang="en-US" dirty="0"/>
              <a:t>You can then think back on these same problems in a new context.</a:t>
            </a:r>
          </a:p>
        </p:txBody>
      </p:sp>
    </p:spTree>
    <p:extLst>
      <p:ext uri="{BB962C8B-B14F-4D97-AF65-F5344CB8AC3E}">
        <p14:creationId xmlns:p14="http://schemas.microsoft.com/office/powerpoint/2010/main" val="1513193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F1055-E9D2-0F4B-3492-7BD0352185EE}"/>
              </a:ext>
            </a:extLst>
          </p:cNvPr>
          <p:cNvSpPr>
            <a:spLocks noGrp="1"/>
          </p:cNvSpPr>
          <p:nvPr>
            <p:ph type="title"/>
          </p:nvPr>
        </p:nvSpPr>
        <p:spPr/>
        <p:txBody>
          <a:bodyPr/>
          <a:lstStyle/>
          <a:p>
            <a:r>
              <a:rPr lang="en-US" dirty="0"/>
              <a:t>Reflections on </a:t>
            </a:r>
            <a:r>
              <a:rPr lang="en-US" dirty="0">
                <a:latin typeface="Consolas" panose="020B0609020204030204" pitchFamily="49" charset="0"/>
              </a:rPr>
              <a:t>switch()</a:t>
            </a:r>
            <a:r>
              <a:rPr lang="en-US" dirty="0"/>
              <a:t> from Lab-2</a:t>
            </a:r>
            <a:endParaRPr lang="en-US" dirty="0">
              <a:latin typeface="Consolas" panose="020B0609020204030204" pitchFamily="49" charset="0"/>
            </a:endParaRPr>
          </a:p>
        </p:txBody>
      </p:sp>
      <p:sp>
        <p:nvSpPr>
          <p:cNvPr id="3" name="Content Placeholder 2">
            <a:extLst>
              <a:ext uri="{FF2B5EF4-FFF2-40B4-BE49-F238E27FC236}">
                <a16:creationId xmlns:a16="http://schemas.microsoft.com/office/drawing/2014/main" id="{CFDB9252-BCC5-F5B9-3829-88692614FF91}"/>
              </a:ext>
            </a:extLst>
          </p:cNvPr>
          <p:cNvSpPr>
            <a:spLocks noGrp="1"/>
          </p:cNvSpPr>
          <p:nvPr>
            <p:ph idx="1"/>
          </p:nvPr>
        </p:nvSpPr>
        <p:spPr/>
        <p:txBody>
          <a:bodyPr/>
          <a:lstStyle/>
          <a:p>
            <a:r>
              <a:rPr lang="en-US" dirty="0"/>
              <a:t>An observation about your coding…</a:t>
            </a:r>
          </a:p>
          <a:p>
            <a:endParaRPr lang="en-US" dirty="0"/>
          </a:p>
          <a:p>
            <a:r>
              <a:rPr lang="en-US" dirty="0"/>
              <a:t>In many situations, C++ doesn’t care about whitespaces (indents/tabs, spaces, etc.).</a:t>
            </a:r>
          </a:p>
          <a:p>
            <a:endParaRPr lang="en-US" dirty="0"/>
          </a:p>
          <a:p>
            <a:r>
              <a:rPr lang="en-US" dirty="0"/>
              <a:t>However, please be serious about these whitespaces for formatting your code. </a:t>
            </a:r>
          </a:p>
          <a:p>
            <a:pPr lvl="1"/>
            <a:r>
              <a:rPr lang="en-US" dirty="0"/>
              <a:t>Helps in finding bugs in your code.</a:t>
            </a:r>
          </a:p>
          <a:p>
            <a:pPr lvl="1"/>
            <a:r>
              <a:rPr lang="en-US" dirty="0"/>
              <a:t>Better readability.</a:t>
            </a:r>
          </a:p>
        </p:txBody>
      </p:sp>
    </p:spTree>
    <p:extLst>
      <p:ext uri="{BB962C8B-B14F-4D97-AF65-F5344CB8AC3E}">
        <p14:creationId xmlns:p14="http://schemas.microsoft.com/office/powerpoint/2010/main" val="198596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E636AF-ED5C-F3DE-0974-CC691A7BA5B0}"/>
              </a:ext>
            </a:extLst>
          </p:cNvPr>
          <p:cNvSpPr>
            <a:spLocks noGrp="1"/>
          </p:cNvSpPr>
          <p:nvPr>
            <p:ph type="ctrTitle"/>
          </p:nvPr>
        </p:nvSpPr>
        <p:spPr/>
        <p:txBody>
          <a:bodyPr/>
          <a:lstStyle/>
          <a:p>
            <a:r>
              <a:rPr lang="en-US" dirty="0"/>
              <a:t>Introduction to Pointers</a:t>
            </a:r>
          </a:p>
        </p:txBody>
      </p:sp>
    </p:spTree>
    <p:extLst>
      <p:ext uri="{BB962C8B-B14F-4D97-AF65-F5344CB8AC3E}">
        <p14:creationId xmlns:p14="http://schemas.microsoft.com/office/powerpoint/2010/main" val="3441487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A9D35-A157-3ECC-ADCE-DD71CFB2B40A}"/>
              </a:ext>
            </a:extLst>
          </p:cNvPr>
          <p:cNvSpPr>
            <a:spLocks noGrp="1"/>
          </p:cNvSpPr>
          <p:nvPr>
            <p:ph type="title"/>
          </p:nvPr>
        </p:nvSpPr>
        <p:spPr/>
        <p:txBody>
          <a:bodyPr/>
          <a:lstStyle/>
          <a:p>
            <a:r>
              <a:rPr lang="en-US" dirty="0"/>
              <a:t>Concept of Addresses</a:t>
            </a:r>
          </a:p>
        </p:txBody>
      </p:sp>
      <p:sp>
        <p:nvSpPr>
          <p:cNvPr id="3" name="Content Placeholder 2">
            <a:extLst>
              <a:ext uri="{FF2B5EF4-FFF2-40B4-BE49-F238E27FC236}">
                <a16:creationId xmlns:a16="http://schemas.microsoft.com/office/drawing/2014/main" id="{EDB8F2E9-1B2B-4A1C-D9CA-D40D739BF63B}"/>
              </a:ext>
            </a:extLst>
          </p:cNvPr>
          <p:cNvSpPr>
            <a:spLocks noGrp="1"/>
          </p:cNvSpPr>
          <p:nvPr>
            <p:ph idx="1"/>
          </p:nvPr>
        </p:nvSpPr>
        <p:spPr/>
        <p:txBody>
          <a:bodyPr>
            <a:normAutofit lnSpcReduction="10000"/>
          </a:bodyPr>
          <a:lstStyle/>
          <a:p>
            <a:r>
              <a:rPr lang="en-US" dirty="0"/>
              <a:t>Each variable that you create is stored in memory. </a:t>
            </a:r>
          </a:p>
          <a:p>
            <a:endParaRPr lang="en-US" dirty="0"/>
          </a:p>
          <a:p>
            <a:r>
              <a:rPr lang="en-US" dirty="0"/>
              <a:t>Each memory location has an address.</a:t>
            </a:r>
          </a:p>
          <a:p>
            <a:pPr lvl="1"/>
            <a:r>
              <a:rPr lang="en-US" dirty="0"/>
              <a:t>Just like each lab and room have an ID in this university.</a:t>
            </a:r>
          </a:p>
          <a:p>
            <a:endParaRPr lang="en-US" dirty="0"/>
          </a:p>
          <a:p>
            <a:r>
              <a:rPr lang="en-US" dirty="0"/>
              <a:t>This address can be accessed using the </a:t>
            </a:r>
            <a:r>
              <a:rPr lang="en-US" b="1" dirty="0"/>
              <a:t>address-of operator </a:t>
            </a:r>
            <a:r>
              <a:rPr lang="en-US" b="1" dirty="0">
                <a:latin typeface="Consolas" panose="020B0609020204030204" pitchFamily="49" charset="0"/>
              </a:rPr>
              <a:t>(&amp;)</a:t>
            </a:r>
            <a:r>
              <a:rPr lang="en-US" dirty="0"/>
              <a:t>.</a:t>
            </a:r>
          </a:p>
          <a:p>
            <a:endParaRPr lang="en-US" dirty="0"/>
          </a:p>
          <a:p>
            <a:pPr marL="0" indent="0">
              <a:buNone/>
            </a:pPr>
            <a:r>
              <a:rPr lang="en-US" dirty="0">
                <a:latin typeface="Consolas" panose="020B0609020204030204" pitchFamily="49" charset="0"/>
              </a:rPr>
              <a:t>double x{3.14};</a:t>
            </a:r>
          </a:p>
          <a:p>
            <a:pPr marL="0" indent="0">
              <a:buNone/>
            </a:pPr>
            <a:r>
              <a:rPr lang="en-US" dirty="0">
                <a:latin typeface="Consolas" panose="020B0609020204030204" pitchFamily="49" charset="0"/>
              </a:rPr>
              <a:t>std::</a:t>
            </a:r>
            <a:r>
              <a:rPr lang="en-US" dirty="0" err="1">
                <a:latin typeface="Consolas" panose="020B0609020204030204" pitchFamily="49" charset="0"/>
              </a:rPr>
              <a:t>cout</a:t>
            </a:r>
            <a:r>
              <a:rPr lang="en-US" dirty="0">
                <a:latin typeface="Consolas" panose="020B0609020204030204" pitchFamily="49" charset="0"/>
              </a:rPr>
              <a:t> &lt;&lt; </a:t>
            </a:r>
            <a:r>
              <a:rPr lang="en-US" b="1" dirty="0">
                <a:solidFill>
                  <a:schemeClr val="accent1"/>
                </a:solidFill>
                <a:latin typeface="Consolas" panose="020B0609020204030204" pitchFamily="49" charset="0"/>
              </a:rPr>
              <a:t>&amp;x</a:t>
            </a:r>
            <a:r>
              <a:rPr lang="en-US" dirty="0">
                <a:latin typeface="Consolas" panose="020B0609020204030204" pitchFamily="49" charset="0"/>
              </a:rPr>
              <a:t> &lt;&lt; std::</a:t>
            </a:r>
            <a:r>
              <a:rPr lang="en-US" dirty="0" err="1">
                <a:latin typeface="Consolas" panose="020B0609020204030204" pitchFamily="49" charset="0"/>
              </a:rPr>
              <a:t>endl</a:t>
            </a:r>
            <a:r>
              <a:rPr lang="en-US" dirty="0">
                <a:latin typeface="Consolas" panose="020B0609020204030204" pitchFamily="49" charset="0"/>
              </a:rPr>
              <a:t>;</a:t>
            </a:r>
          </a:p>
        </p:txBody>
      </p:sp>
    </p:spTree>
    <p:extLst>
      <p:ext uri="{BB962C8B-B14F-4D97-AF65-F5344CB8AC3E}">
        <p14:creationId xmlns:p14="http://schemas.microsoft.com/office/powerpoint/2010/main" val="2879049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EA84-C65C-47FC-3254-F362F84655F6}"/>
              </a:ext>
            </a:extLst>
          </p:cNvPr>
          <p:cNvSpPr>
            <a:spLocks noGrp="1"/>
          </p:cNvSpPr>
          <p:nvPr>
            <p:ph type="title"/>
          </p:nvPr>
        </p:nvSpPr>
        <p:spPr/>
        <p:txBody>
          <a:bodyPr/>
          <a:lstStyle/>
          <a:p>
            <a:r>
              <a:rPr lang="en-US" dirty="0"/>
              <a:t>Concept of Addresses</a:t>
            </a:r>
          </a:p>
        </p:txBody>
      </p:sp>
      <p:sp>
        <p:nvSpPr>
          <p:cNvPr id="3" name="Content Placeholder 2">
            <a:extLst>
              <a:ext uri="{FF2B5EF4-FFF2-40B4-BE49-F238E27FC236}">
                <a16:creationId xmlns:a16="http://schemas.microsoft.com/office/drawing/2014/main" id="{5D829733-9372-BF1F-0125-D6B1D0688792}"/>
              </a:ext>
            </a:extLst>
          </p:cNvPr>
          <p:cNvSpPr>
            <a:spLocks noGrp="1"/>
          </p:cNvSpPr>
          <p:nvPr>
            <p:ph idx="1"/>
          </p:nvPr>
        </p:nvSpPr>
        <p:spPr/>
        <p:txBody>
          <a:bodyPr/>
          <a:lstStyle/>
          <a:p>
            <a:r>
              <a:rPr lang="en-US" dirty="0"/>
              <a:t>The opposite to the address-of operator is the </a:t>
            </a:r>
            <a:r>
              <a:rPr lang="en-US" b="1" dirty="0"/>
              <a:t>dereference operator </a:t>
            </a:r>
            <a:r>
              <a:rPr lang="en-US" b="1" dirty="0">
                <a:latin typeface="Consolas" panose="020B0609020204030204" pitchFamily="49" charset="0"/>
              </a:rPr>
              <a:t>(*)</a:t>
            </a:r>
            <a:r>
              <a:rPr lang="en-US" dirty="0"/>
              <a:t>.</a:t>
            </a:r>
          </a:p>
          <a:p>
            <a:pPr lvl="1"/>
            <a:r>
              <a:rPr lang="en-US" dirty="0"/>
              <a:t>Also known as the </a:t>
            </a:r>
            <a:r>
              <a:rPr lang="en-US" b="1" dirty="0"/>
              <a:t>indirection operator</a:t>
            </a:r>
            <a:r>
              <a:rPr lang="en-US" dirty="0"/>
              <a:t>.</a:t>
            </a:r>
          </a:p>
          <a:p>
            <a:endParaRPr lang="en-US" dirty="0"/>
          </a:p>
          <a:p>
            <a:r>
              <a:rPr lang="en-US" dirty="0"/>
              <a:t>Given an address, this operator returns the value stored at that address.</a:t>
            </a:r>
          </a:p>
          <a:p>
            <a:endParaRPr lang="en-US" dirty="0"/>
          </a:p>
          <a:p>
            <a:pPr marL="0" indent="0">
              <a:buNone/>
            </a:pPr>
            <a:r>
              <a:rPr lang="en-US" dirty="0">
                <a:latin typeface="Consolas" panose="020B0609020204030204" pitchFamily="49" charset="0"/>
              </a:rPr>
              <a:t>std::</a:t>
            </a:r>
            <a:r>
              <a:rPr lang="en-US" dirty="0" err="1">
                <a:latin typeface="Consolas" panose="020B0609020204030204" pitchFamily="49" charset="0"/>
              </a:rPr>
              <a:t>cout</a:t>
            </a:r>
            <a:r>
              <a:rPr lang="en-US" dirty="0">
                <a:latin typeface="Consolas" panose="020B0609020204030204" pitchFamily="49" charset="0"/>
              </a:rPr>
              <a:t> &lt;&lt; </a:t>
            </a:r>
            <a:r>
              <a:rPr lang="en-US" b="1" dirty="0">
                <a:solidFill>
                  <a:schemeClr val="accent1"/>
                </a:solidFill>
                <a:latin typeface="Consolas" panose="020B0609020204030204" pitchFamily="49" charset="0"/>
              </a:rPr>
              <a:t>*(&amp;x)</a:t>
            </a:r>
            <a:r>
              <a:rPr lang="en-US" dirty="0">
                <a:latin typeface="Consolas" panose="020B0609020204030204" pitchFamily="49" charset="0"/>
              </a:rPr>
              <a:t>;</a:t>
            </a:r>
          </a:p>
        </p:txBody>
      </p:sp>
    </p:spTree>
    <p:extLst>
      <p:ext uri="{BB962C8B-B14F-4D97-AF65-F5344CB8AC3E}">
        <p14:creationId xmlns:p14="http://schemas.microsoft.com/office/powerpoint/2010/main" val="3833705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A9FD2-488A-96D2-3B7C-B9C5A7DA81EB}"/>
              </a:ext>
            </a:extLst>
          </p:cNvPr>
          <p:cNvSpPr>
            <a:spLocks noGrp="1"/>
          </p:cNvSpPr>
          <p:nvPr>
            <p:ph type="title"/>
          </p:nvPr>
        </p:nvSpPr>
        <p:spPr/>
        <p:txBody>
          <a:bodyPr/>
          <a:lstStyle/>
          <a:p>
            <a:r>
              <a:rPr lang="en-US" dirty="0"/>
              <a:t>Pointers</a:t>
            </a:r>
          </a:p>
        </p:txBody>
      </p:sp>
      <p:sp>
        <p:nvSpPr>
          <p:cNvPr id="3" name="Content Placeholder 2">
            <a:extLst>
              <a:ext uri="{FF2B5EF4-FFF2-40B4-BE49-F238E27FC236}">
                <a16:creationId xmlns:a16="http://schemas.microsoft.com/office/drawing/2014/main" id="{5BB18AF4-F0CA-A04F-DF93-6C3B1CBAD3CF}"/>
              </a:ext>
            </a:extLst>
          </p:cNvPr>
          <p:cNvSpPr>
            <a:spLocks noGrp="1"/>
          </p:cNvSpPr>
          <p:nvPr>
            <p:ph idx="1"/>
          </p:nvPr>
        </p:nvSpPr>
        <p:spPr/>
        <p:txBody>
          <a:bodyPr/>
          <a:lstStyle/>
          <a:p>
            <a:r>
              <a:rPr lang="en-US" b="1" dirty="0"/>
              <a:t>Note</a:t>
            </a:r>
          </a:p>
          <a:p>
            <a:r>
              <a:rPr lang="en-US" dirty="0"/>
              <a:t>In modern C++, the pointers we are talking about here are sometimes called </a:t>
            </a:r>
            <a:r>
              <a:rPr lang="en-US" b="1" dirty="0"/>
              <a:t>“raw pointers”</a:t>
            </a:r>
            <a:r>
              <a:rPr lang="en-US" dirty="0"/>
              <a:t> or </a:t>
            </a:r>
            <a:r>
              <a:rPr lang="en-US" b="1" dirty="0"/>
              <a:t>“dumb pointers”</a:t>
            </a:r>
            <a:r>
              <a:rPr lang="en-US" dirty="0"/>
              <a:t>, to help differentiate them from </a:t>
            </a:r>
            <a:r>
              <a:rPr lang="en-US" b="1" dirty="0"/>
              <a:t>“smart pointers”</a:t>
            </a:r>
            <a:r>
              <a:rPr lang="en-US" dirty="0"/>
              <a:t> that were introduced into the language more recently. We cover smart pointers in chapter M.</a:t>
            </a:r>
          </a:p>
          <a:p>
            <a:endParaRPr lang="en-US" dirty="0"/>
          </a:p>
          <a:p>
            <a:r>
              <a:rPr lang="en-US" dirty="0">
                <a:hlinkClick r:id="rId2"/>
              </a:rPr>
              <a:t>https://www.learncpp.com/cpp-tutorial/introduction-to-pointers/</a:t>
            </a:r>
            <a:endParaRPr lang="en-US" dirty="0"/>
          </a:p>
        </p:txBody>
      </p:sp>
      <p:sp>
        <p:nvSpPr>
          <p:cNvPr id="4" name="TextBox 3">
            <a:extLst>
              <a:ext uri="{FF2B5EF4-FFF2-40B4-BE49-F238E27FC236}">
                <a16:creationId xmlns:a16="http://schemas.microsoft.com/office/drawing/2014/main" id="{6B9D99E9-F372-355E-B717-85A08A73A7E2}"/>
              </a:ext>
            </a:extLst>
          </p:cNvPr>
          <p:cNvSpPr txBox="1"/>
          <p:nvPr/>
        </p:nvSpPr>
        <p:spPr>
          <a:xfrm>
            <a:off x="9866488" y="827851"/>
            <a:ext cx="1309512" cy="461665"/>
          </a:xfrm>
          <a:prstGeom prst="rect">
            <a:avLst/>
          </a:prstGeom>
          <a:noFill/>
          <a:ln>
            <a:solidFill>
              <a:schemeClr val="accent1"/>
            </a:solidFill>
          </a:ln>
        </p:spPr>
        <p:txBody>
          <a:bodyPr wrap="square" rtlCol="0">
            <a:spAutoFit/>
          </a:bodyPr>
          <a:lstStyle/>
          <a:p>
            <a:pPr algn="ctr"/>
            <a:r>
              <a:rPr lang="en-US" sz="2400" i="1" dirty="0">
                <a:solidFill>
                  <a:schemeClr val="accent1"/>
                </a:solidFill>
              </a:rPr>
              <a:t>Self read</a:t>
            </a:r>
            <a:endParaRPr lang="en-US" sz="2000" i="1" dirty="0">
              <a:solidFill>
                <a:schemeClr val="accent1"/>
              </a:solidFill>
            </a:endParaRPr>
          </a:p>
        </p:txBody>
      </p:sp>
    </p:spTree>
    <p:extLst>
      <p:ext uri="{BB962C8B-B14F-4D97-AF65-F5344CB8AC3E}">
        <p14:creationId xmlns:p14="http://schemas.microsoft.com/office/powerpoint/2010/main" val="3048466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F3DE7-4D4D-DCD1-F969-DEF5C4B29AF6}"/>
              </a:ext>
            </a:extLst>
          </p:cNvPr>
          <p:cNvSpPr>
            <a:spLocks noGrp="1"/>
          </p:cNvSpPr>
          <p:nvPr>
            <p:ph type="title"/>
          </p:nvPr>
        </p:nvSpPr>
        <p:spPr/>
        <p:txBody>
          <a:bodyPr/>
          <a:lstStyle/>
          <a:p>
            <a:r>
              <a:rPr lang="en-US" dirty="0"/>
              <a:t>Pointers</a:t>
            </a:r>
          </a:p>
        </p:txBody>
      </p:sp>
      <p:sp>
        <p:nvSpPr>
          <p:cNvPr id="3" name="Content Placeholder 2">
            <a:extLst>
              <a:ext uri="{FF2B5EF4-FFF2-40B4-BE49-F238E27FC236}">
                <a16:creationId xmlns:a16="http://schemas.microsoft.com/office/drawing/2014/main" id="{51173BC1-DCAA-F16C-37C2-E672DEDF49D4}"/>
              </a:ext>
            </a:extLst>
          </p:cNvPr>
          <p:cNvSpPr>
            <a:spLocks noGrp="1"/>
          </p:cNvSpPr>
          <p:nvPr>
            <p:ph idx="1"/>
          </p:nvPr>
        </p:nvSpPr>
        <p:spPr/>
        <p:txBody>
          <a:bodyPr>
            <a:normAutofit fontScale="92500" lnSpcReduction="10000"/>
          </a:bodyPr>
          <a:lstStyle/>
          <a:p>
            <a:r>
              <a:rPr lang="en-US" dirty="0"/>
              <a:t>Pointers are variables that hold </a:t>
            </a:r>
            <a:r>
              <a:rPr lang="en-US" b="1" dirty="0"/>
              <a:t>memory addresses of other variables </a:t>
            </a:r>
            <a:r>
              <a:rPr lang="en-US" dirty="0"/>
              <a:t>as their values.</a:t>
            </a:r>
          </a:p>
          <a:p>
            <a:endParaRPr lang="en-US" dirty="0"/>
          </a:p>
          <a:p>
            <a:endParaRPr lang="en-US" dirty="0"/>
          </a:p>
          <a:p>
            <a:endParaRPr lang="en-US" dirty="0"/>
          </a:p>
          <a:p>
            <a:endParaRPr lang="en-US" dirty="0"/>
          </a:p>
          <a:p>
            <a:r>
              <a:rPr lang="en-US" dirty="0">
                <a:solidFill>
                  <a:schemeClr val="accent2">
                    <a:lumMod val="75000"/>
                  </a:schemeClr>
                </a:solidFill>
              </a:rPr>
              <a:t>Here, the pointer’s value is an address of another variable.</a:t>
            </a:r>
          </a:p>
          <a:p>
            <a:endParaRPr lang="en-US" dirty="0"/>
          </a:p>
          <a:p>
            <a:r>
              <a:rPr lang="en-US" dirty="0">
                <a:solidFill>
                  <a:srgbClr val="7030A0"/>
                </a:solidFill>
              </a:rPr>
              <a:t>But the pointer has its own address as well.</a:t>
            </a:r>
          </a:p>
          <a:p>
            <a:pPr lvl="1"/>
            <a:r>
              <a:rPr lang="en-US" dirty="0">
                <a:solidFill>
                  <a:srgbClr val="7030A0"/>
                </a:solidFill>
              </a:rPr>
              <a:t>Because it also exists somewhere in memory.</a:t>
            </a:r>
          </a:p>
          <a:p>
            <a:pPr marL="0" indent="0">
              <a:buNone/>
            </a:pPr>
            <a:endParaRPr lang="en-US" dirty="0"/>
          </a:p>
          <a:p>
            <a:pPr marL="0" indent="0">
              <a:buNone/>
            </a:pPr>
            <a:endParaRPr lang="en-US" dirty="0"/>
          </a:p>
        </p:txBody>
      </p:sp>
      <p:sp>
        <p:nvSpPr>
          <p:cNvPr id="6" name="TextBox 5">
            <a:extLst>
              <a:ext uri="{FF2B5EF4-FFF2-40B4-BE49-F238E27FC236}">
                <a16:creationId xmlns:a16="http://schemas.microsoft.com/office/drawing/2014/main" id="{4F5A6DFE-641C-2979-1DCC-C232ECEB4E70}"/>
              </a:ext>
            </a:extLst>
          </p:cNvPr>
          <p:cNvSpPr txBox="1"/>
          <p:nvPr/>
        </p:nvSpPr>
        <p:spPr>
          <a:xfrm>
            <a:off x="7145866" y="3093150"/>
            <a:ext cx="3239911" cy="52322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US" sz="2800" b="1" dirty="0">
                <a:solidFill>
                  <a:schemeClr val="accent1"/>
                </a:solidFill>
                <a:latin typeface="Consolas" panose="020B0609020204030204" pitchFamily="49" charset="0"/>
              </a:rPr>
              <a:t>var = 5</a:t>
            </a:r>
            <a:endParaRPr lang="en-US" sz="2000" b="1" dirty="0">
              <a:solidFill>
                <a:schemeClr val="accent1"/>
              </a:solidFill>
              <a:latin typeface="Consolas" panose="020B0609020204030204" pitchFamily="49" charset="0"/>
            </a:endParaRPr>
          </a:p>
        </p:txBody>
      </p:sp>
      <p:sp>
        <p:nvSpPr>
          <p:cNvPr id="7" name="TextBox 6">
            <a:extLst>
              <a:ext uri="{FF2B5EF4-FFF2-40B4-BE49-F238E27FC236}">
                <a16:creationId xmlns:a16="http://schemas.microsoft.com/office/drawing/2014/main" id="{21C13175-7E7B-1699-45B7-29737AC8800A}"/>
              </a:ext>
            </a:extLst>
          </p:cNvPr>
          <p:cNvSpPr txBox="1"/>
          <p:nvPr/>
        </p:nvSpPr>
        <p:spPr>
          <a:xfrm>
            <a:off x="8094132" y="2564015"/>
            <a:ext cx="1343377" cy="461665"/>
          </a:xfrm>
          <a:prstGeom prst="rect">
            <a:avLst/>
          </a:prstGeom>
          <a:noFill/>
          <a:ln>
            <a:noFill/>
          </a:ln>
        </p:spPr>
        <p:txBody>
          <a:bodyPr wrap="square" rtlCol="0">
            <a:spAutoFit/>
          </a:bodyPr>
          <a:lstStyle/>
          <a:p>
            <a:pPr algn="ctr"/>
            <a:r>
              <a:rPr lang="en-US" sz="2400" b="1" dirty="0">
                <a:solidFill>
                  <a:schemeClr val="accent1"/>
                </a:solidFill>
                <a:latin typeface="Consolas" panose="020B0609020204030204" pitchFamily="49" charset="0"/>
              </a:rPr>
              <a:t>int</a:t>
            </a:r>
          </a:p>
        </p:txBody>
      </p:sp>
      <p:sp>
        <p:nvSpPr>
          <p:cNvPr id="8" name="TextBox 7">
            <a:extLst>
              <a:ext uri="{FF2B5EF4-FFF2-40B4-BE49-F238E27FC236}">
                <a16:creationId xmlns:a16="http://schemas.microsoft.com/office/drawing/2014/main" id="{0BA8349C-CD23-D577-01D2-3C8BDCA6B5D5}"/>
              </a:ext>
            </a:extLst>
          </p:cNvPr>
          <p:cNvSpPr txBox="1"/>
          <p:nvPr/>
        </p:nvSpPr>
        <p:spPr>
          <a:xfrm>
            <a:off x="8094131" y="3683837"/>
            <a:ext cx="1343377" cy="461665"/>
          </a:xfrm>
          <a:prstGeom prst="rect">
            <a:avLst/>
          </a:prstGeom>
          <a:noFill/>
          <a:ln>
            <a:noFill/>
          </a:ln>
        </p:spPr>
        <p:txBody>
          <a:bodyPr wrap="square" rtlCol="0">
            <a:spAutoFit/>
          </a:bodyPr>
          <a:lstStyle/>
          <a:p>
            <a:pPr algn="ctr"/>
            <a:r>
              <a:rPr lang="en-US" sz="2400" b="1" dirty="0">
                <a:solidFill>
                  <a:schemeClr val="accent1"/>
                </a:solidFill>
                <a:latin typeface="Consolas" panose="020B0609020204030204" pitchFamily="49" charset="0"/>
              </a:rPr>
              <a:t>0x10</a:t>
            </a:r>
          </a:p>
        </p:txBody>
      </p:sp>
      <p:sp>
        <p:nvSpPr>
          <p:cNvPr id="9" name="TextBox 8">
            <a:extLst>
              <a:ext uri="{FF2B5EF4-FFF2-40B4-BE49-F238E27FC236}">
                <a16:creationId xmlns:a16="http://schemas.microsoft.com/office/drawing/2014/main" id="{BF2B8EA7-BAB5-65B0-CE34-859651CD5B81}"/>
              </a:ext>
            </a:extLst>
          </p:cNvPr>
          <p:cNvSpPr txBox="1"/>
          <p:nvPr/>
        </p:nvSpPr>
        <p:spPr>
          <a:xfrm>
            <a:off x="1566333" y="3093150"/>
            <a:ext cx="3239910" cy="523220"/>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sz="2800" b="1" dirty="0" err="1">
                <a:solidFill>
                  <a:srgbClr val="00B050"/>
                </a:solidFill>
                <a:latin typeface="Consolas" panose="020B0609020204030204" pitchFamily="49" charset="0"/>
              </a:rPr>
              <a:t>var_ptr</a:t>
            </a:r>
            <a:r>
              <a:rPr lang="en-US" sz="2800" b="1" dirty="0">
                <a:solidFill>
                  <a:srgbClr val="00B050"/>
                </a:solidFill>
                <a:latin typeface="Consolas" panose="020B0609020204030204" pitchFamily="49" charset="0"/>
              </a:rPr>
              <a:t> = 0x10</a:t>
            </a:r>
            <a:endParaRPr lang="en-US" sz="2000" b="1" dirty="0">
              <a:solidFill>
                <a:srgbClr val="00B050"/>
              </a:solidFill>
              <a:latin typeface="Consolas" panose="020B0609020204030204" pitchFamily="49" charset="0"/>
            </a:endParaRPr>
          </a:p>
        </p:txBody>
      </p:sp>
      <p:sp>
        <p:nvSpPr>
          <p:cNvPr id="10" name="TextBox 9">
            <a:extLst>
              <a:ext uri="{FF2B5EF4-FFF2-40B4-BE49-F238E27FC236}">
                <a16:creationId xmlns:a16="http://schemas.microsoft.com/office/drawing/2014/main" id="{D9163010-DF52-7D5B-070E-F5E1A128BA5A}"/>
              </a:ext>
            </a:extLst>
          </p:cNvPr>
          <p:cNvSpPr txBox="1"/>
          <p:nvPr/>
        </p:nvSpPr>
        <p:spPr>
          <a:xfrm>
            <a:off x="2448276" y="2564015"/>
            <a:ext cx="1476020" cy="461665"/>
          </a:xfrm>
          <a:prstGeom prst="rect">
            <a:avLst/>
          </a:prstGeom>
          <a:noFill/>
          <a:ln>
            <a:noFill/>
          </a:ln>
        </p:spPr>
        <p:txBody>
          <a:bodyPr wrap="square" rtlCol="0">
            <a:spAutoFit/>
          </a:bodyPr>
          <a:lstStyle/>
          <a:p>
            <a:pPr algn="ctr"/>
            <a:r>
              <a:rPr lang="en-US" sz="2400" b="1" dirty="0">
                <a:solidFill>
                  <a:srgbClr val="00B050"/>
                </a:solidFill>
                <a:latin typeface="Consolas" panose="020B0609020204030204" pitchFamily="49" charset="0"/>
              </a:rPr>
              <a:t>int*</a:t>
            </a:r>
          </a:p>
        </p:txBody>
      </p:sp>
      <p:sp>
        <p:nvSpPr>
          <p:cNvPr id="11" name="TextBox 10">
            <a:extLst>
              <a:ext uri="{FF2B5EF4-FFF2-40B4-BE49-F238E27FC236}">
                <a16:creationId xmlns:a16="http://schemas.microsoft.com/office/drawing/2014/main" id="{F4D2CF44-B397-D4F4-637C-8A74FCE99DDF}"/>
              </a:ext>
            </a:extLst>
          </p:cNvPr>
          <p:cNvSpPr txBox="1"/>
          <p:nvPr/>
        </p:nvSpPr>
        <p:spPr>
          <a:xfrm>
            <a:off x="2514598" y="3683838"/>
            <a:ext cx="1343377" cy="461665"/>
          </a:xfrm>
          <a:prstGeom prst="rect">
            <a:avLst/>
          </a:prstGeom>
          <a:noFill/>
          <a:ln>
            <a:noFill/>
          </a:ln>
        </p:spPr>
        <p:txBody>
          <a:bodyPr wrap="square" rtlCol="0">
            <a:spAutoFit/>
          </a:bodyPr>
          <a:lstStyle/>
          <a:p>
            <a:pPr algn="ctr"/>
            <a:r>
              <a:rPr lang="en-US" sz="2400" b="1" dirty="0">
                <a:solidFill>
                  <a:srgbClr val="00B050"/>
                </a:solidFill>
                <a:latin typeface="Consolas" panose="020B0609020204030204" pitchFamily="49" charset="0"/>
              </a:rPr>
              <a:t>0x40</a:t>
            </a:r>
          </a:p>
        </p:txBody>
      </p:sp>
      <p:cxnSp>
        <p:nvCxnSpPr>
          <p:cNvPr id="13" name="Straight Arrow Connector 12">
            <a:extLst>
              <a:ext uri="{FF2B5EF4-FFF2-40B4-BE49-F238E27FC236}">
                <a16:creationId xmlns:a16="http://schemas.microsoft.com/office/drawing/2014/main" id="{609168EF-FBAD-CEAA-350C-7D929E73A707}"/>
              </a:ext>
            </a:extLst>
          </p:cNvPr>
          <p:cNvCxnSpPr>
            <a:stCxn id="9" idx="3"/>
            <a:endCxn id="6" idx="1"/>
          </p:cNvCxnSpPr>
          <p:nvPr/>
        </p:nvCxnSpPr>
        <p:spPr>
          <a:xfrm>
            <a:off x="4806243" y="3354760"/>
            <a:ext cx="2339623"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EE976DD3-8999-FB70-189D-2E7C1522BC42}"/>
              </a:ext>
            </a:extLst>
          </p:cNvPr>
          <p:cNvSpPr txBox="1"/>
          <p:nvPr/>
        </p:nvSpPr>
        <p:spPr>
          <a:xfrm>
            <a:off x="5088463" y="2537130"/>
            <a:ext cx="1775179" cy="1200329"/>
          </a:xfrm>
          <a:prstGeom prst="rect">
            <a:avLst/>
          </a:prstGeom>
          <a:noFill/>
        </p:spPr>
        <p:txBody>
          <a:bodyPr wrap="square" rtlCol="0">
            <a:spAutoFit/>
          </a:bodyPr>
          <a:lstStyle/>
          <a:p>
            <a:pPr algn="ctr"/>
            <a:r>
              <a:rPr lang="en-US" sz="2400" b="1" i="1" dirty="0" err="1">
                <a:latin typeface="Consolas" panose="020B0609020204030204" pitchFamily="49" charset="0"/>
              </a:rPr>
              <a:t>var_ptr</a:t>
            </a:r>
            <a:r>
              <a:rPr lang="en-US" sz="2400" i="1" dirty="0"/>
              <a:t> is pointing to </a:t>
            </a:r>
            <a:r>
              <a:rPr lang="en-US" sz="2400" b="1" i="1" dirty="0">
                <a:latin typeface="Consolas" panose="020B0609020204030204" pitchFamily="49" charset="0"/>
              </a:rPr>
              <a:t>var</a:t>
            </a:r>
          </a:p>
        </p:txBody>
      </p:sp>
      <p:sp>
        <p:nvSpPr>
          <p:cNvPr id="17" name="Oval 16">
            <a:extLst>
              <a:ext uri="{FF2B5EF4-FFF2-40B4-BE49-F238E27FC236}">
                <a16:creationId xmlns:a16="http://schemas.microsoft.com/office/drawing/2014/main" id="{523DC209-BB59-9ED2-B797-F8761EF77692}"/>
              </a:ext>
            </a:extLst>
          </p:cNvPr>
          <p:cNvSpPr/>
          <p:nvPr/>
        </p:nvSpPr>
        <p:spPr>
          <a:xfrm>
            <a:off x="8274752" y="3616370"/>
            <a:ext cx="982133" cy="614013"/>
          </a:xfrm>
          <a:prstGeom prst="ellipse">
            <a:avLst/>
          </a:prstGeom>
          <a:noFill/>
          <a:ln w="412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E9EA8A1-82F3-06F2-702A-C96A2946B12D}"/>
              </a:ext>
            </a:extLst>
          </p:cNvPr>
          <p:cNvSpPr/>
          <p:nvPr/>
        </p:nvSpPr>
        <p:spPr>
          <a:xfrm>
            <a:off x="3691467" y="3058271"/>
            <a:ext cx="982133" cy="614013"/>
          </a:xfrm>
          <a:prstGeom prst="ellipse">
            <a:avLst/>
          </a:prstGeom>
          <a:noFill/>
          <a:ln w="412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39AA8C7-9476-C750-CBDB-D3AFE512EE3F}"/>
              </a:ext>
            </a:extLst>
          </p:cNvPr>
          <p:cNvSpPr/>
          <p:nvPr/>
        </p:nvSpPr>
        <p:spPr>
          <a:xfrm>
            <a:off x="2695219" y="3606024"/>
            <a:ext cx="982133" cy="614013"/>
          </a:xfrm>
          <a:prstGeom prst="ellipse">
            <a:avLst/>
          </a:prstGeom>
          <a:noFill/>
          <a:ln w="412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630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49" presetID="10" presetClass="entr" presetSubtype="0" fill="hold" nodeType="with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fade">
                                      <p:cBhvr>
                                        <p:cTn id="51" dur="500"/>
                                        <p:tgtEl>
                                          <p:spTgt spid="3">
                                            <p:txEl>
                                              <p:pRg st="7" end="7"/>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fade">
                                      <p:cBhvr>
                                        <p:cTn id="5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p:bldP spid="11" grpId="0"/>
      <p:bldP spid="14" grpId="0"/>
      <p:bldP spid="17" grpId="0" animBg="1"/>
      <p:bldP spid="16" grpId="0" animBg="1"/>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A2AA6A-CE92-561E-0BA4-67EDEBA444D3}"/>
              </a:ext>
            </a:extLst>
          </p:cNvPr>
          <p:cNvPicPr>
            <a:picLocks noChangeAspect="1"/>
          </p:cNvPicPr>
          <p:nvPr/>
        </p:nvPicPr>
        <p:blipFill>
          <a:blip r:embed="rId2"/>
          <a:stretch>
            <a:fillRect/>
          </a:stretch>
        </p:blipFill>
        <p:spPr>
          <a:xfrm>
            <a:off x="147413" y="2116257"/>
            <a:ext cx="11897173" cy="1812276"/>
          </a:xfrm>
          <a:prstGeom prst="rect">
            <a:avLst/>
          </a:prstGeom>
        </p:spPr>
      </p:pic>
      <p:sp>
        <p:nvSpPr>
          <p:cNvPr id="6" name="Title 1">
            <a:extLst>
              <a:ext uri="{FF2B5EF4-FFF2-40B4-BE49-F238E27FC236}">
                <a16:creationId xmlns:a16="http://schemas.microsoft.com/office/drawing/2014/main" id="{828B4CF9-C662-8A63-AB00-551D1723655C}"/>
              </a:ext>
            </a:extLst>
          </p:cNvPr>
          <p:cNvSpPr>
            <a:spLocks noGrp="1"/>
          </p:cNvSpPr>
          <p:nvPr>
            <p:ph type="title"/>
          </p:nvPr>
        </p:nvSpPr>
        <p:spPr>
          <a:xfrm>
            <a:off x="838200" y="365125"/>
            <a:ext cx="10515600" cy="1325563"/>
          </a:xfrm>
        </p:spPr>
        <p:txBody>
          <a:bodyPr/>
          <a:lstStyle/>
          <a:p>
            <a:r>
              <a:rPr lang="en-US" dirty="0"/>
              <a:t>Pointers</a:t>
            </a:r>
          </a:p>
        </p:txBody>
      </p:sp>
      <p:sp>
        <p:nvSpPr>
          <p:cNvPr id="7" name="Rectangle 6">
            <a:extLst>
              <a:ext uri="{FF2B5EF4-FFF2-40B4-BE49-F238E27FC236}">
                <a16:creationId xmlns:a16="http://schemas.microsoft.com/office/drawing/2014/main" id="{E688ECD3-5D6D-AA48-12C5-8C735FC38022}"/>
              </a:ext>
            </a:extLst>
          </p:cNvPr>
          <p:cNvSpPr/>
          <p:nvPr/>
        </p:nvSpPr>
        <p:spPr>
          <a:xfrm>
            <a:off x="745067" y="3044973"/>
            <a:ext cx="1727200" cy="319116"/>
          </a:xfrm>
          <a:prstGeom prst="rect">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063883-415B-C3B7-353E-93ACC73DC49B}"/>
              </a:ext>
            </a:extLst>
          </p:cNvPr>
          <p:cNvSpPr/>
          <p:nvPr/>
        </p:nvSpPr>
        <p:spPr>
          <a:xfrm>
            <a:off x="3787422" y="3044973"/>
            <a:ext cx="2127955" cy="319116"/>
          </a:xfrm>
          <a:prstGeom prst="rect">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8950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F3DE7-4D4D-DCD1-F969-DEF5C4B29AF6}"/>
              </a:ext>
            </a:extLst>
          </p:cNvPr>
          <p:cNvSpPr>
            <a:spLocks noGrp="1"/>
          </p:cNvSpPr>
          <p:nvPr>
            <p:ph type="title"/>
          </p:nvPr>
        </p:nvSpPr>
        <p:spPr/>
        <p:txBody>
          <a:bodyPr/>
          <a:lstStyle/>
          <a:p>
            <a:r>
              <a:rPr lang="en-US" dirty="0"/>
              <a:t>Pointers</a:t>
            </a:r>
          </a:p>
        </p:txBody>
      </p:sp>
      <p:sp>
        <p:nvSpPr>
          <p:cNvPr id="3" name="Content Placeholder 2">
            <a:extLst>
              <a:ext uri="{FF2B5EF4-FFF2-40B4-BE49-F238E27FC236}">
                <a16:creationId xmlns:a16="http://schemas.microsoft.com/office/drawing/2014/main" id="{51173BC1-DCAA-F16C-37C2-E672DEDF49D4}"/>
              </a:ext>
            </a:extLst>
          </p:cNvPr>
          <p:cNvSpPr>
            <a:spLocks noGrp="1"/>
          </p:cNvSpPr>
          <p:nvPr>
            <p:ph idx="1"/>
          </p:nvPr>
        </p:nvSpPr>
        <p:spPr/>
        <p:txBody>
          <a:bodyPr>
            <a:normAutofit/>
          </a:bodyPr>
          <a:lstStyle/>
          <a:p>
            <a:r>
              <a:rPr lang="en-US" dirty="0"/>
              <a:t>Refer to the following files.</a:t>
            </a:r>
          </a:p>
          <a:p>
            <a:pPr marL="0" indent="0">
              <a:buNone/>
            </a:pPr>
            <a:endParaRPr lang="en-US" dirty="0"/>
          </a:p>
          <a:p>
            <a:pPr marL="0" indent="0">
              <a:buNone/>
            </a:pPr>
            <a:r>
              <a:rPr lang="en-US" b="1" dirty="0">
                <a:latin typeface="Consolas" panose="020B0609020204030204" pitchFamily="49" charset="0"/>
              </a:rPr>
              <a:t>4-pointers_intro.cpp</a:t>
            </a:r>
          </a:p>
          <a:p>
            <a:pPr marL="0" indent="0">
              <a:buNone/>
            </a:pPr>
            <a:r>
              <a:rPr lang="en-US" b="1" dirty="0">
                <a:latin typeface="Consolas" panose="020B0609020204030204" pitchFamily="49" charset="0"/>
              </a:rPr>
              <a:t>5-pointers_operations.cpp</a:t>
            </a:r>
          </a:p>
          <a:p>
            <a:pPr marL="0" indent="0">
              <a:buNone/>
            </a:pPr>
            <a:r>
              <a:rPr lang="en-US" b="1" dirty="0">
                <a:latin typeface="Consolas" panose="020B0609020204030204" pitchFamily="49" charset="0"/>
              </a:rPr>
              <a:t>6-pointers_dangling.cpp</a:t>
            </a:r>
          </a:p>
          <a:p>
            <a:endParaRPr lang="en-US" dirty="0"/>
          </a:p>
          <a:p>
            <a:endParaRPr lang="en-US" dirty="0"/>
          </a:p>
        </p:txBody>
      </p:sp>
    </p:spTree>
    <p:extLst>
      <p:ext uri="{BB962C8B-B14F-4D97-AF65-F5344CB8AC3E}">
        <p14:creationId xmlns:p14="http://schemas.microsoft.com/office/powerpoint/2010/main" val="1803126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8577</TotalTime>
  <Words>1551</Words>
  <Application>Microsoft Office PowerPoint</Application>
  <PresentationFormat>Widescreen</PresentationFormat>
  <Paragraphs>210</Paragraphs>
  <Slides>23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Consolas</vt:lpstr>
      <vt:lpstr>Office Theme</vt:lpstr>
      <vt:lpstr>Arrays</vt:lpstr>
      <vt:lpstr>Compilation and Running Your Program</vt:lpstr>
      <vt:lpstr>Compilation and Running Your Program</vt:lpstr>
      <vt:lpstr>Compilation and Running Your Program</vt:lpstr>
      <vt:lpstr>Compilation and Running Your Program</vt:lpstr>
      <vt:lpstr>Arrays</vt:lpstr>
      <vt:lpstr>PowerPoint Presentation</vt:lpstr>
      <vt:lpstr>Arrays</vt:lpstr>
      <vt:lpstr>Compile Time vs. Runtime</vt:lpstr>
      <vt:lpstr>Compile Time vs. Runtime</vt:lpstr>
      <vt:lpstr>Move to the cpp source file…</vt:lpstr>
      <vt:lpstr>Passing Variables vs. Passing Arrays to Functions</vt:lpstr>
      <vt:lpstr>Passing Variables vs. Passing Arrays to Functions</vt:lpstr>
      <vt:lpstr>Reflections on switch() from Lab-2</vt:lpstr>
      <vt:lpstr>Reflections on switch() from Lab-2</vt:lpstr>
      <vt:lpstr>Reflections on switch() from Lab-2</vt:lpstr>
      <vt:lpstr>Introduction to Pointers</vt:lpstr>
      <vt:lpstr>Concept of Addresses</vt:lpstr>
      <vt:lpstr>Concept of Addresses</vt:lpstr>
      <vt:lpstr>Pointers</vt:lpstr>
      <vt:lpstr>Pointers</vt:lpstr>
      <vt:lpstr>Pointers</vt:lpstr>
      <vt:lpstr>Pointers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creator>Mohammad Salman</dc:creator>
  <cp:lastModifiedBy>Mohammad Salman</cp:lastModifiedBy>
  <cp:revision>1</cp:revision>
  <dcterms:created xsi:type="dcterms:W3CDTF">2023-08-27T10:13:05Z</dcterms:created>
  <dcterms:modified xsi:type="dcterms:W3CDTF">2023-09-02T09:11:01Z</dcterms:modified>
</cp:coreProperties>
</file>