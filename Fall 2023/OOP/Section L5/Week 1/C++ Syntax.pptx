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sldIdLst>
    <p:sldId id="318" r:id="rId2"/>
    <p:sldId id="311" r:id="rId3"/>
    <p:sldId id="271" r:id="rId4"/>
    <p:sldId id="313" r:id="rId5"/>
    <p:sldId id="272" r:id="rId6"/>
    <p:sldId id="312" r:id="rId7"/>
    <p:sldId id="315" r:id="rId8"/>
    <p:sldId id="316" r:id="rId9"/>
    <p:sldId id="317" r:id="rId10"/>
    <p:sldId id="282" r:id="rId11"/>
    <p:sldId id="320" r:id="rId12"/>
    <p:sldId id="259" r:id="rId13"/>
    <p:sldId id="284" r:id="rId14"/>
    <p:sldId id="290" r:id="rId15"/>
    <p:sldId id="285" r:id="rId16"/>
    <p:sldId id="286" r:id="rId17"/>
    <p:sldId id="287" r:id="rId18"/>
    <p:sldId id="300" r:id="rId19"/>
    <p:sldId id="302" r:id="rId20"/>
    <p:sldId id="309" r:id="rId21"/>
    <p:sldId id="257" r:id="rId22"/>
    <p:sldId id="301" r:id="rId23"/>
    <p:sldId id="303" r:id="rId24"/>
    <p:sldId id="334" r:id="rId25"/>
    <p:sldId id="304" r:id="rId26"/>
    <p:sldId id="305" r:id="rId27"/>
    <p:sldId id="306" r:id="rId28"/>
    <p:sldId id="307" r:id="rId29"/>
    <p:sldId id="310" r:id="rId30"/>
    <p:sldId id="322" r:id="rId31"/>
    <p:sldId id="323" r:id="rId32"/>
    <p:sldId id="324" r:id="rId33"/>
    <p:sldId id="325" r:id="rId34"/>
    <p:sldId id="331" r:id="rId35"/>
    <p:sldId id="332" r:id="rId36"/>
    <p:sldId id="333" r:id="rId37"/>
    <p:sldId id="326" r:id="rId38"/>
    <p:sldId id="327" r:id="rId39"/>
    <p:sldId id="328" r:id="rId40"/>
    <p:sldId id="329" r:id="rId41"/>
    <p:sldId id="356" r:id="rId42"/>
    <p:sldId id="350" r:id="rId43"/>
    <p:sldId id="351" r:id="rId44"/>
    <p:sldId id="352" r:id="rId45"/>
    <p:sldId id="353" r:id="rId46"/>
    <p:sldId id="354" r:id="rId47"/>
    <p:sldId id="357" r:id="rId48"/>
    <p:sldId id="355" r:id="rId49"/>
    <p:sldId id="340" r:id="rId50"/>
    <p:sldId id="341" r:id="rId51"/>
    <p:sldId id="342" r:id="rId52"/>
    <p:sldId id="343" r:id="rId53"/>
    <p:sldId id="347" r:id="rId54"/>
    <p:sldId id="344" r:id="rId55"/>
    <p:sldId id="345" r:id="rId56"/>
    <p:sldId id="346" r:id="rId57"/>
    <p:sldId id="349" r:id="rId58"/>
    <p:sldId id="308" r:id="rId59"/>
    <p:sldId id="319" r:id="rId60"/>
    <p:sldId id="314" r:id="rId61"/>
    <p:sldId id="289" r:id="rId62"/>
    <p:sldId id="292" r:id="rId63"/>
    <p:sldId id="291" r:id="rId64"/>
    <p:sldId id="293" r:id="rId65"/>
    <p:sldId id="298" r:id="rId66"/>
    <p:sldId id="294" r:id="rId67"/>
    <p:sldId id="361" r:id="rId68"/>
    <p:sldId id="362" r:id="rId69"/>
    <p:sldId id="296" r:id="rId70"/>
    <p:sldId id="365" r:id="rId71"/>
    <p:sldId id="338" r:id="rId72"/>
    <p:sldId id="366" r:id="rId73"/>
    <p:sldId id="367" r:id="rId74"/>
    <p:sldId id="339" r:id="rId75"/>
    <p:sldId id="364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68" autoAdjust="0"/>
    <p:restoredTop sz="85209" autoAdjust="0"/>
  </p:normalViewPr>
  <p:slideViewPr>
    <p:cSldViewPr snapToGrid="0">
      <p:cViewPr varScale="1">
        <p:scale>
          <a:sx n="72" d="100"/>
          <a:sy n="72" d="100"/>
        </p:scale>
        <p:origin x="8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Salman" userId="cfd6754c-e613-4f6f-bb98-36aef69d8c31" providerId="ADAL" clId="{A303D8AE-F333-4F2D-9191-4386EF108829}"/>
    <pc:docChg chg="undo redo custSel addSld delSld modSld sldOrd">
      <pc:chgData name="Mohammad Salman" userId="cfd6754c-e613-4f6f-bb98-36aef69d8c31" providerId="ADAL" clId="{A303D8AE-F333-4F2D-9191-4386EF108829}" dt="2023-08-25T14:25:41.314" v="15863" actId="47"/>
      <pc:docMkLst>
        <pc:docMk/>
      </pc:docMkLst>
      <pc:sldChg chg="modSp new del mod">
        <pc:chgData name="Mohammad Salman" userId="cfd6754c-e613-4f6f-bb98-36aef69d8c31" providerId="ADAL" clId="{A303D8AE-F333-4F2D-9191-4386EF108829}" dt="2023-08-21T09:20:51.075" v="4497" actId="47"/>
        <pc:sldMkLst>
          <pc:docMk/>
          <pc:sldMk cId="546402577" sldId="256"/>
        </pc:sldMkLst>
        <pc:spChg chg="mod">
          <ac:chgData name="Mohammad Salman" userId="cfd6754c-e613-4f6f-bb98-36aef69d8c31" providerId="ADAL" clId="{A303D8AE-F333-4F2D-9191-4386EF108829}" dt="2023-08-21T09:20:40.526" v="4495" actId="20577"/>
          <ac:spMkLst>
            <pc:docMk/>
            <pc:sldMk cId="546402577" sldId="256"/>
            <ac:spMk id="2" creationId="{FC9A9F16-9A1A-75F6-442E-B5B409ADFEE1}"/>
          </ac:spMkLst>
        </pc:spChg>
        <pc:spChg chg="mod">
          <ac:chgData name="Mohammad Salman" userId="cfd6754c-e613-4f6f-bb98-36aef69d8c31" providerId="ADAL" clId="{A303D8AE-F333-4F2D-9191-4386EF108829}" dt="2023-08-21T06:11:09.020" v="1624" actId="20577"/>
          <ac:spMkLst>
            <pc:docMk/>
            <pc:sldMk cId="546402577" sldId="256"/>
            <ac:spMk id="3" creationId="{05237B60-D755-B3EB-8B4E-F565B267FB8C}"/>
          </ac:spMkLst>
        </pc:spChg>
      </pc:sldChg>
      <pc:sldChg chg="addSp delSp modSp new mod modNotesTx">
        <pc:chgData name="Mohammad Salman" userId="cfd6754c-e613-4f6f-bb98-36aef69d8c31" providerId="ADAL" clId="{A303D8AE-F333-4F2D-9191-4386EF108829}" dt="2023-08-25T14:12:26.487" v="15567" actId="20577"/>
        <pc:sldMkLst>
          <pc:docMk/>
          <pc:sldMk cId="1747396600" sldId="257"/>
        </pc:sldMkLst>
        <pc:spChg chg="mod">
          <ac:chgData name="Mohammad Salman" userId="cfd6754c-e613-4f6f-bb98-36aef69d8c31" providerId="ADAL" clId="{A303D8AE-F333-4F2D-9191-4386EF108829}" dt="2023-08-20T08:26:46.886" v="11" actId="20577"/>
          <ac:spMkLst>
            <pc:docMk/>
            <pc:sldMk cId="1747396600" sldId="257"/>
            <ac:spMk id="2" creationId="{8B05CAFC-0F88-6BF5-CAA5-2548862D43C3}"/>
          </ac:spMkLst>
        </pc:spChg>
        <pc:spChg chg="mod">
          <ac:chgData name="Mohammad Salman" userId="cfd6754c-e613-4f6f-bb98-36aef69d8c31" providerId="ADAL" clId="{A303D8AE-F333-4F2D-9191-4386EF108829}" dt="2023-08-24T12:25:21.896" v="7773" actId="403"/>
          <ac:spMkLst>
            <pc:docMk/>
            <pc:sldMk cId="1747396600" sldId="257"/>
            <ac:spMk id="3" creationId="{5A378EA9-784C-19C7-DE5A-B3DA803FC7E0}"/>
          </ac:spMkLst>
        </pc:spChg>
        <pc:picChg chg="add del">
          <ac:chgData name="Mohammad Salman" userId="cfd6754c-e613-4f6f-bb98-36aef69d8c31" providerId="ADAL" clId="{A303D8AE-F333-4F2D-9191-4386EF108829}" dt="2023-08-20T08:34:11.200" v="598" actId="22"/>
          <ac:picMkLst>
            <pc:docMk/>
            <pc:sldMk cId="1747396600" sldId="257"/>
            <ac:picMk id="5" creationId="{DF62614D-E943-5DCA-1907-A8195C4251D7}"/>
          </ac:picMkLst>
        </pc:picChg>
      </pc:sldChg>
      <pc:sldChg chg="new del ord">
        <pc:chgData name="Mohammad Salman" userId="cfd6754c-e613-4f6f-bb98-36aef69d8c31" providerId="ADAL" clId="{A303D8AE-F333-4F2D-9191-4386EF108829}" dt="2023-08-22T07:43:55.717" v="6245" actId="47"/>
        <pc:sldMkLst>
          <pc:docMk/>
          <pc:sldMk cId="1212538286" sldId="258"/>
        </pc:sldMkLst>
      </pc:sldChg>
      <pc:sldChg chg="modSp add mod">
        <pc:chgData name="Mohammad Salman" userId="cfd6754c-e613-4f6f-bb98-36aef69d8c31" providerId="ADAL" clId="{A303D8AE-F333-4F2D-9191-4386EF108829}" dt="2023-08-22T05:58:43.355" v="5217" actId="113"/>
        <pc:sldMkLst>
          <pc:docMk/>
          <pc:sldMk cId="593356380" sldId="259"/>
        </pc:sldMkLst>
        <pc:spChg chg="mod">
          <ac:chgData name="Mohammad Salman" userId="cfd6754c-e613-4f6f-bb98-36aef69d8c31" providerId="ADAL" clId="{A303D8AE-F333-4F2D-9191-4386EF108829}" dt="2023-08-22T05:58:43.355" v="5217" actId="113"/>
          <ac:spMkLst>
            <pc:docMk/>
            <pc:sldMk cId="593356380" sldId="259"/>
            <ac:spMk id="3" creationId="{20B6C702-550B-4FE6-9D9F-CAFBB486A533}"/>
          </ac:spMkLst>
        </pc:spChg>
      </pc:sldChg>
      <pc:sldChg chg="modSp add mod">
        <pc:chgData name="Mohammad Salman" userId="cfd6754c-e613-4f6f-bb98-36aef69d8c31" providerId="ADAL" clId="{A303D8AE-F333-4F2D-9191-4386EF108829}" dt="2023-08-21T08:14:51.944" v="2113" actId="115"/>
        <pc:sldMkLst>
          <pc:docMk/>
          <pc:sldMk cId="4290466972" sldId="271"/>
        </pc:sldMkLst>
        <pc:spChg chg="mod">
          <ac:chgData name="Mohammad Salman" userId="cfd6754c-e613-4f6f-bb98-36aef69d8c31" providerId="ADAL" clId="{A303D8AE-F333-4F2D-9191-4386EF108829}" dt="2023-08-21T08:14:51.944" v="2113" actId="115"/>
          <ac:spMkLst>
            <pc:docMk/>
            <pc:sldMk cId="4290466972" sldId="271"/>
            <ac:spMk id="7" creationId="{FAC1C088-6B60-E6CC-BA79-7DD5CD53BAEC}"/>
          </ac:spMkLst>
        </pc:spChg>
      </pc:sldChg>
      <pc:sldChg chg="modSp add mod">
        <pc:chgData name="Mohammad Salman" userId="cfd6754c-e613-4f6f-bb98-36aef69d8c31" providerId="ADAL" clId="{A303D8AE-F333-4F2D-9191-4386EF108829}" dt="2023-08-21T08:37:56.387" v="2512" actId="20577"/>
        <pc:sldMkLst>
          <pc:docMk/>
          <pc:sldMk cId="246795535" sldId="272"/>
        </pc:sldMkLst>
        <pc:spChg chg="mod">
          <ac:chgData name="Mohammad Salman" userId="cfd6754c-e613-4f6f-bb98-36aef69d8c31" providerId="ADAL" clId="{A303D8AE-F333-4F2D-9191-4386EF108829}" dt="2023-08-21T08:37:56.387" v="2512" actId="20577"/>
          <ac:spMkLst>
            <pc:docMk/>
            <pc:sldMk cId="246795535" sldId="272"/>
            <ac:spMk id="3" creationId="{92302A07-5683-2053-5E62-38C41E68A390}"/>
          </ac:spMkLst>
        </pc:spChg>
      </pc:sldChg>
      <pc:sldChg chg="add del ord">
        <pc:chgData name="Mohammad Salman" userId="cfd6754c-e613-4f6f-bb98-36aef69d8c31" providerId="ADAL" clId="{A303D8AE-F333-4F2D-9191-4386EF108829}" dt="2023-08-25T14:25:41.314" v="15863" actId="47"/>
        <pc:sldMkLst>
          <pc:docMk/>
          <pc:sldMk cId="3306222826" sldId="278"/>
        </pc:sldMkLst>
      </pc:sldChg>
      <pc:sldChg chg="add">
        <pc:chgData name="Mohammad Salman" userId="cfd6754c-e613-4f6f-bb98-36aef69d8c31" providerId="ADAL" clId="{A303D8AE-F333-4F2D-9191-4386EF108829}" dt="2023-08-21T09:30:09.203" v="4551"/>
        <pc:sldMkLst>
          <pc:docMk/>
          <pc:sldMk cId="2882227816" sldId="282"/>
        </pc:sldMkLst>
      </pc:sldChg>
      <pc:sldChg chg="modSp add del mod">
        <pc:chgData name="Mohammad Salman" userId="cfd6754c-e613-4f6f-bb98-36aef69d8c31" providerId="ADAL" clId="{A303D8AE-F333-4F2D-9191-4386EF108829}" dt="2023-08-22T06:28:03.240" v="5309" actId="47"/>
        <pc:sldMkLst>
          <pc:docMk/>
          <pc:sldMk cId="3296331635" sldId="283"/>
        </pc:sldMkLst>
        <pc:spChg chg="mod">
          <ac:chgData name="Mohammad Salman" userId="cfd6754c-e613-4f6f-bb98-36aef69d8c31" providerId="ADAL" clId="{A303D8AE-F333-4F2D-9191-4386EF108829}" dt="2023-08-22T06:27:36.200" v="5308" actId="20577"/>
          <ac:spMkLst>
            <pc:docMk/>
            <pc:sldMk cId="3296331635" sldId="283"/>
            <ac:spMk id="3" creationId="{8C827C0F-6970-A977-7074-88225F589044}"/>
          </ac:spMkLst>
        </pc:spChg>
      </pc:sldChg>
      <pc:sldChg chg="modSp add mod">
        <pc:chgData name="Mohammad Salman" userId="cfd6754c-e613-4f6f-bb98-36aef69d8c31" providerId="ADAL" clId="{A303D8AE-F333-4F2D-9191-4386EF108829}" dt="2023-08-24T12:19:59.754" v="7559" actId="2711"/>
        <pc:sldMkLst>
          <pc:docMk/>
          <pc:sldMk cId="2380056967" sldId="284"/>
        </pc:sldMkLst>
        <pc:spChg chg="mod">
          <ac:chgData name="Mohammad Salman" userId="cfd6754c-e613-4f6f-bb98-36aef69d8c31" providerId="ADAL" clId="{A303D8AE-F333-4F2D-9191-4386EF108829}" dt="2023-08-24T12:19:59.754" v="7559" actId="2711"/>
          <ac:spMkLst>
            <pc:docMk/>
            <pc:sldMk cId="2380056967" sldId="284"/>
            <ac:spMk id="3" creationId="{810F3EE7-7A88-C6D0-6A6A-89A29BFB9F6F}"/>
          </ac:spMkLst>
        </pc:spChg>
      </pc:sldChg>
      <pc:sldChg chg="add">
        <pc:chgData name="Mohammad Salman" userId="cfd6754c-e613-4f6f-bb98-36aef69d8c31" providerId="ADAL" clId="{A303D8AE-F333-4F2D-9191-4386EF108829}" dt="2023-08-21T09:30:09.203" v="4551"/>
        <pc:sldMkLst>
          <pc:docMk/>
          <pc:sldMk cId="603888048" sldId="285"/>
        </pc:sldMkLst>
      </pc:sldChg>
      <pc:sldChg chg="modSp add mod">
        <pc:chgData name="Mohammad Salman" userId="cfd6754c-e613-4f6f-bb98-36aef69d8c31" providerId="ADAL" clId="{A303D8AE-F333-4F2D-9191-4386EF108829}" dt="2023-08-25T13:44:17.127" v="15446" actId="20577"/>
        <pc:sldMkLst>
          <pc:docMk/>
          <pc:sldMk cId="26399822" sldId="286"/>
        </pc:sldMkLst>
        <pc:spChg chg="mod">
          <ac:chgData name="Mohammad Salman" userId="cfd6754c-e613-4f6f-bb98-36aef69d8c31" providerId="ADAL" clId="{A303D8AE-F333-4F2D-9191-4386EF108829}" dt="2023-08-25T13:44:17.127" v="15446" actId="20577"/>
          <ac:spMkLst>
            <pc:docMk/>
            <pc:sldMk cId="26399822" sldId="286"/>
            <ac:spMk id="3" creationId="{BE96D565-C646-51E1-BBA8-DBDFB1595584}"/>
          </ac:spMkLst>
        </pc:spChg>
      </pc:sldChg>
      <pc:sldChg chg="modSp add mod">
        <pc:chgData name="Mohammad Salman" userId="cfd6754c-e613-4f6f-bb98-36aef69d8c31" providerId="ADAL" clId="{A303D8AE-F333-4F2D-9191-4386EF108829}" dt="2023-08-22T06:38:50.541" v="5647" actId="20577"/>
        <pc:sldMkLst>
          <pc:docMk/>
          <pc:sldMk cId="799511599" sldId="287"/>
        </pc:sldMkLst>
        <pc:spChg chg="mod">
          <ac:chgData name="Mohammad Salman" userId="cfd6754c-e613-4f6f-bb98-36aef69d8c31" providerId="ADAL" clId="{A303D8AE-F333-4F2D-9191-4386EF108829}" dt="2023-08-22T06:38:50.541" v="5647" actId="20577"/>
          <ac:spMkLst>
            <pc:docMk/>
            <pc:sldMk cId="799511599" sldId="287"/>
            <ac:spMk id="3" creationId="{B67DC53C-713D-6AC9-6C77-9D5C4F1E6B15}"/>
          </ac:spMkLst>
        </pc:spChg>
      </pc:sldChg>
      <pc:sldChg chg="modSp add mod">
        <pc:chgData name="Mohammad Salman" userId="cfd6754c-e613-4f6f-bb98-36aef69d8c31" providerId="ADAL" clId="{A303D8AE-F333-4F2D-9191-4386EF108829}" dt="2023-08-24T14:15:30.715" v="9817" actId="20577"/>
        <pc:sldMkLst>
          <pc:docMk/>
          <pc:sldMk cId="4120638324" sldId="289"/>
        </pc:sldMkLst>
        <pc:spChg chg="mod">
          <ac:chgData name="Mohammad Salman" userId="cfd6754c-e613-4f6f-bb98-36aef69d8c31" providerId="ADAL" clId="{A303D8AE-F333-4F2D-9191-4386EF108829}" dt="2023-08-24T14:14:52.996" v="9803" actId="20577"/>
          <ac:spMkLst>
            <pc:docMk/>
            <pc:sldMk cId="4120638324" sldId="289"/>
            <ac:spMk id="2" creationId="{732DCA4D-50E1-1AC0-074C-3CBADE73E02C}"/>
          </ac:spMkLst>
        </pc:spChg>
        <pc:spChg chg="mod">
          <ac:chgData name="Mohammad Salman" userId="cfd6754c-e613-4f6f-bb98-36aef69d8c31" providerId="ADAL" clId="{A303D8AE-F333-4F2D-9191-4386EF108829}" dt="2023-08-24T14:15:30.715" v="9817" actId="20577"/>
          <ac:spMkLst>
            <pc:docMk/>
            <pc:sldMk cId="4120638324" sldId="289"/>
            <ac:spMk id="3" creationId="{C03A2D97-33AC-DF2F-201E-3F4BDA626754}"/>
          </ac:spMkLst>
        </pc:spChg>
      </pc:sldChg>
      <pc:sldChg chg="modSp add mod modNotesTx">
        <pc:chgData name="Mohammad Salman" userId="cfd6754c-e613-4f6f-bb98-36aef69d8c31" providerId="ADAL" clId="{A303D8AE-F333-4F2D-9191-4386EF108829}" dt="2023-08-25T13:43:40.091" v="15433" actId="20577"/>
        <pc:sldMkLst>
          <pc:docMk/>
          <pc:sldMk cId="3886429717" sldId="290"/>
        </pc:sldMkLst>
        <pc:spChg chg="mod">
          <ac:chgData name="Mohammad Salman" userId="cfd6754c-e613-4f6f-bb98-36aef69d8c31" providerId="ADAL" clId="{A303D8AE-F333-4F2D-9191-4386EF108829}" dt="2023-08-25T13:43:40.091" v="15433" actId="20577"/>
          <ac:spMkLst>
            <pc:docMk/>
            <pc:sldMk cId="3886429717" sldId="290"/>
            <ac:spMk id="3" creationId="{8E68BA0B-E8C8-B815-4EFB-897917567328}"/>
          </ac:spMkLst>
        </pc:spChg>
      </pc:sldChg>
      <pc:sldChg chg="modSp add mod">
        <pc:chgData name="Mohammad Salman" userId="cfd6754c-e613-4f6f-bb98-36aef69d8c31" providerId="ADAL" clId="{A303D8AE-F333-4F2D-9191-4386EF108829}" dt="2023-08-24T14:15:56.038" v="9821" actId="20577"/>
        <pc:sldMkLst>
          <pc:docMk/>
          <pc:sldMk cId="2054562544" sldId="291"/>
        </pc:sldMkLst>
        <pc:spChg chg="mod">
          <ac:chgData name="Mohammad Salman" userId="cfd6754c-e613-4f6f-bb98-36aef69d8c31" providerId="ADAL" clId="{A303D8AE-F333-4F2D-9191-4386EF108829}" dt="2023-08-24T14:15:04.611" v="9809" actId="20577"/>
          <ac:spMkLst>
            <pc:docMk/>
            <pc:sldMk cId="2054562544" sldId="291"/>
            <ac:spMk id="2" creationId="{EE1C013D-6F8D-1AC7-9BE2-5D49848FDD87}"/>
          </ac:spMkLst>
        </pc:spChg>
        <pc:spChg chg="mod">
          <ac:chgData name="Mohammad Salman" userId="cfd6754c-e613-4f6f-bb98-36aef69d8c31" providerId="ADAL" clId="{A303D8AE-F333-4F2D-9191-4386EF108829}" dt="2023-08-24T14:15:56.038" v="9821" actId="20577"/>
          <ac:spMkLst>
            <pc:docMk/>
            <pc:sldMk cId="2054562544" sldId="291"/>
            <ac:spMk id="3" creationId="{3077A122-AE40-11C8-2CAE-F4040B3007F8}"/>
          </ac:spMkLst>
        </pc:spChg>
      </pc:sldChg>
      <pc:sldChg chg="modSp add mod">
        <pc:chgData name="Mohammad Salman" userId="cfd6754c-e613-4f6f-bb98-36aef69d8c31" providerId="ADAL" clId="{A303D8AE-F333-4F2D-9191-4386EF108829}" dt="2023-08-24T14:15:00.755" v="9807" actId="20577"/>
        <pc:sldMkLst>
          <pc:docMk/>
          <pc:sldMk cId="1000108451" sldId="292"/>
        </pc:sldMkLst>
        <pc:spChg chg="mod">
          <ac:chgData name="Mohammad Salman" userId="cfd6754c-e613-4f6f-bb98-36aef69d8c31" providerId="ADAL" clId="{A303D8AE-F333-4F2D-9191-4386EF108829}" dt="2023-08-24T14:15:00.755" v="9807" actId="20577"/>
          <ac:spMkLst>
            <pc:docMk/>
            <pc:sldMk cId="1000108451" sldId="292"/>
            <ac:spMk id="2" creationId="{9C20F7E7-EAE6-BD76-D108-B3A045C68D99}"/>
          </ac:spMkLst>
        </pc:spChg>
      </pc:sldChg>
      <pc:sldChg chg="modSp add mod">
        <pc:chgData name="Mohammad Salman" userId="cfd6754c-e613-4f6f-bb98-36aef69d8c31" providerId="ADAL" clId="{A303D8AE-F333-4F2D-9191-4386EF108829}" dt="2023-08-24T14:15:09.061" v="9811" actId="20577"/>
        <pc:sldMkLst>
          <pc:docMk/>
          <pc:sldMk cId="4218705758" sldId="293"/>
        </pc:sldMkLst>
        <pc:spChg chg="mod">
          <ac:chgData name="Mohammad Salman" userId="cfd6754c-e613-4f6f-bb98-36aef69d8c31" providerId="ADAL" clId="{A303D8AE-F333-4F2D-9191-4386EF108829}" dt="2023-08-24T14:15:09.061" v="9811" actId="20577"/>
          <ac:spMkLst>
            <pc:docMk/>
            <pc:sldMk cId="4218705758" sldId="293"/>
            <ac:spMk id="2" creationId="{B86F76B6-710A-DA31-0352-1BB7BA1A693B}"/>
          </ac:spMkLst>
        </pc:spChg>
      </pc:sldChg>
      <pc:sldChg chg="modSp add mod setBg modNotesTx">
        <pc:chgData name="Mohammad Salman" userId="cfd6754c-e613-4f6f-bb98-36aef69d8c31" providerId="ADAL" clId="{A303D8AE-F333-4F2D-9191-4386EF108829}" dt="2023-08-25T10:35:37.882" v="15380"/>
        <pc:sldMkLst>
          <pc:docMk/>
          <pc:sldMk cId="1412558940" sldId="294"/>
        </pc:sldMkLst>
        <pc:spChg chg="mod">
          <ac:chgData name="Mohammad Salman" userId="cfd6754c-e613-4f6f-bb98-36aef69d8c31" providerId="ADAL" clId="{A303D8AE-F333-4F2D-9191-4386EF108829}" dt="2023-08-25T06:24:22.578" v="13387" actId="404"/>
          <ac:spMkLst>
            <pc:docMk/>
            <pc:sldMk cId="1412558940" sldId="294"/>
            <ac:spMk id="2" creationId="{955A6E4C-A996-10F1-A1B3-BBF86DA27353}"/>
          </ac:spMkLst>
        </pc:spChg>
        <pc:spChg chg="mod">
          <ac:chgData name="Mohammad Salman" userId="cfd6754c-e613-4f6f-bb98-36aef69d8c31" providerId="ADAL" clId="{A303D8AE-F333-4F2D-9191-4386EF108829}" dt="2023-08-25T06:23:34.759" v="13360" actId="113"/>
          <ac:spMkLst>
            <pc:docMk/>
            <pc:sldMk cId="1412558940" sldId="294"/>
            <ac:spMk id="3" creationId="{97AF9C7F-7CD8-97DA-1BEB-5D161D3DD18B}"/>
          </ac:spMkLst>
        </pc:spChg>
      </pc:sldChg>
      <pc:sldChg chg="add del">
        <pc:chgData name="Mohammad Salman" userId="cfd6754c-e613-4f6f-bb98-36aef69d8c31" providerId="ADAL" clId="{A303D8AE-F333-4F2D-9191-4386EF108829}" dt="2023-08-25T06:21:54.126" v="13281" actId="47"/>
        <pc:sldMkLst>
          <pc:docMk/>
          <pc:sldMk cId="2051983365" sldId="295"/>
        </pc:sldMkLst>
      </pc:sldChg>
      <pc:sldChg chg="modSp add mod">
        <pc:chgData name="Mohammad Salman" userId="cfd6754c-e613-4f6f-bb98-36aef69d8c31" providerId="ADAL" clId="{A303D8AE-F333-4F2D-9191-4386EF108829}" dt="2023-08-25T14:24:19.032" v="15835" actId="207"/>
        <pc:sldMkLst>
          <pc:docMk/>
          <pc:sldMk cId="4157921205" sldId="296"/>
        </pc:sldMkLst>
        <pc:spChg chg="mod">
          <ac:chgData name="Mohammad Salman" userId="cfd6754c-e613-4f6f-bb98-36aef69d8c31" providerId="ADAL" clId="{A303D8AE-F333-4F2D-9191-4386EF108829}" dt="2023-08-25T14:24:19.032" v="15835" actId="207"/>
          <ac:spMkLst>
            <pc:docMk/>
            <pc:sldMk cId="4157921205" sldId="296"/>
            <ac:spMk id="3" creationId="{460DC91F-7B9A-6B74-6BFC-65511981240D}"/>
          </ac:spMkLst>
        </pc:spChg>
      </pc:sldChg>
      <pc:sldChg chg="modSp add mod setBg">
        <pc:chgData name="Mohammad Salman" userId="cfd6754c-e613-4f6f-bb98-36aef69d8c31" providerId="ADAL" clId="{A303D8AE-F333-4F2D-9191-4386EF108829}" dt="2023-08-25T10:35:28.011" v="15378"/>
        <pc:sldMkLst>
          <pc:docMk/>
          <pc:sldMk cId="2528992903" sldId="297"/>
        </pc:sldMkLst>
        <pc:spChg chg="mod">
          <ac:chgData name="Mohammad Salman" userId="cfd6754c-e613-4f6f-bb98-36aef69d8c31" providerId="ADAL" clId="{A303D8AE-F333-4F2D-9191-4386EF108829}" dt="2023-08-24T14:32:56.736" v="10526" actId="20577"/>
          <ac:spMkLst>
            <pc:docMk/>
            <pc:sldMk cId="2528992903" sldId="297"/>
            <ac:spMk id="3" creationId="{36393DCA-0BA8-3049-DC28-34776773F8EB}"/>
          </ac:spMkLst>
        </pc:spChg>
      </pc:sldChg>
      <pc:sldChg chg="modSp add mod">
        <pc:chgData name="Mohammad Salman" userId="cfd6754c-e613-4f6f-bb98-36aef69d8c31" providerId="ADAL" clId="{A303D8AE-F333-4F2D-9191-4386EF108829}" dt="2023-08-24T14:17:34.325" v="9893" actId="113"/>
        <pc:sldMkLst>
          <pc:docMk/>
          <pc:sldMk cId="738558446" sldId="298"/>
        </pc:sldMkLst>
        <pc:spChg chg="mod">
          <ac:chgData name="Mohammad Salman" userId="cfd6754c-e613-4f6f-bb98-36aef69d8c31" providerId="ADAL" clId="{A303D8AE-F333-4F2D-9191-4386EF108829}" dt="2023-08-24T14:17:34.325" v="9893" actId="113"/>
          <ac:spMkLst>
            <pc:docMk/>
            <pc:sldMk cId="738558446" sldId="298"/>
            <ac:spMk id="3" creationId="{A6F33EB5-325C-7FA5-22FE-DC9216309355}"/>
          </ac:spMkLst>
        </pc:spChg>
      </pc:sldChg>
      <pc:sldChg chg="modSp add mod setBg">
        <pc:chgData name="Mohammad Salman" userId="cfd6754c-e613-4f6f-bb98-36aef69d8c31" providerId="ADAL" clId="{A303D8AE-F333-4F2D-9191-4386EF108829}" dt="2023-08-25T10:35:28.011" v="15378"/>
        <pc:sldMkLst>
          <pc:docMk/>
          <pc:sldMk cId="1750427895" sldId="299"/>
        </pc:sldMkLst>
        <pc:spChg chg="mod">
          <ac:chgData name="Mohammad Salman" userId="cfd6754c-e613-4f6f-bb98-36aef69d8c31" providerId="ADAL" clId="{A303D8AE-F333-4F2D-9191-4386EF108829}" dt="2023-08-24T14:33:35.279" v="10529" actId="113"/>
          <ac:spMkLst>
            <pc:docMk/>
            <pc:sldMk cId="1750427895" sldId="299"/>
            <ac:spMk id="3" creationId="{86824AB8-4998-36B6-38D5-D6DC5DA57EDF}"/>
          </ac:spMkLst>
        </pc:spChg>
      </pc:sldChg>
      <pc:sldChg chg="addSp modSp add mod">
        <pc:chgData name="Mohammad Salman" userId="cfd6754c-e613-4f6f-bb98-36aef69d8c31" providerId="ADAL" clId="{A303D8AE-F333-4F2D-9191-4386EF108829}" dt="2023-08-25T10:24:57.170" v="15344" actId="207"/>
        <pc:sldMkLst>
          <pc:docMk/>
          <pc:sldMk cId="981764221" sldId="300"/>
        </pc:sldMkLst>
        <pc:spChg chg="mod">
          <ac:chgData name="Mohammad Salman" userId="cfd6754c-e613-4f6f-bb98-36aef69d8c31" providerId="ADAL" clId="{A303D8AE-F333-4F2D-9191-4386EF108829}" dt="2023-08-25T10:24:57.170" v="15344" actId="207"/>
          <ac:spMkLst>
            <pc:docMk/>
            <pc:sldMk cId="981764221" sldId="300"/>
            <ac:spMk id="3" creationId="{4AD5D47E-D817-DE6C-B8E7-2E6ED4033818}"/>
          </ac:spMkLst>
        </pc:spChg>
        <pc:spChg chg="add mod">
          <ac:chgData name="Mohammad Salman" userId="cfd6754c-e613-4f6f-bb98-36aef69d8c31" providerId="ADAL" clId="{A303D8AE-F333-4F2D-9191-4386EF108829}" dt="2023-08-22T07:07:27.576" v="5996" actId="113"/>
          <ac:spMkLst>
            <pc:docMk/>
            <pc:sldMk cId="981764221" sldId="300"/>
            <ac:spMk id="5" creationId="{F77888DD-F7F0-16DC-803F-6B2CE6A0366F}"/>
          </ac:spMkLst>
        </pc:spChg>
        <pc:cxnChg chg="add mod">
          <ac:chgData name="Mohammad Salman" userId="cfd6754c-e613-4f6f-bb98-36aef69d8c31" providerId="ADAL" clId="{A303D8AE-F333-4F2D-9191-4386EF108829}" dt="2023-08-22T07:07:19.956" v="5994" actId="14100"/>
          <ac:cxnSpMkLst>
            <pc:docMk/>
            <pc:sldMk cId="981764221" sldId="300"/>
            <ac:cxnSpMk id="7" creationId="{3F55954E-CB83-8E0A-65B5-720DA35063EE}"/>
          </ac:cxnSpMkLst>
        </pc:cxnChg>
      </pc:sldChg>
      <pc:sldChg chg="addSp modSp add mod">
        <pc:chgData name="Mohammad Salman" userId="cfd6754c-e613-4f6f-bb98-36aef69d8c31" providerId="ADAL" clId="{A303D8AE-F333-4F2D-9191-4386EF108829}" dt="2023-08-22T08:14:56.447" v="6471" actId="20577"/>
        <pc:sldMkLst>
          <pc:docMk/>
          <pc:sldMk cId="4099388293" sldId="301"/>
        </pc:sldMkLst>
        <pc:spChg chg="mod">
          <ac:chgData name="Mohammad Salman" userId="cfd6754c-e613-4f6f-bb98-36aef69d8c31" providerId="ADAL" clId="{A303D8AE-F333-4F2D-9191-4386EF108829}" dt="2023-08-20T08:57:41.026" v="1363" actId="1036"/>
          <ac:spMkLst>
            <pc:docMk/>
            <pc:sldMk cId="4099388293" sldId="301"/>
            <ac:spMk id="2" creationId="{31278E95-69BB-5EF2-17BC-D426DA9E9548}"/>
          </ac:spMkLst>
        </pc:spChg>
        <pc:spChg chg="mod">
          <ac:chgData name="Mohammad Salman" userId="cfd6754c-e613-4f6f-bb98-36aef69d8c31" providerId="ADAL" clId="{A303D8AE-F333-4F2D-9191-4386EF108829}" dt="2023-08-22T08:14:56.447" v="6471" actId="20577"/>
          <ac:spMkLst>
            <pc:docMk/>
            <pc:sldMk cId="4099388293" sldId="301"/>
            <ac:spMk id="3" creationId="{E7ABA911-DFE5-D528-26BF-6232D4048444}"/>
          </ac:spMkLst>
        </pc:spChg>
        <pc:spChg chg="add mod">
          <ac:chgData name="Mohammad Salman" userId="cfd6754c-e613-4f6f-bb98-36aef69d8c31" providerId="ADAL" clId="{A303D8AE-F333-4F2D-9191-4386EF108829}" dt="2023-08-20T08:57:38.268" v="1361" actId="1076"/>
          <ac:spMkLst>
            <pc:docMk/>
            <pc:sldMk cId="4099388293" sldId="301"/>
            <ac:spMk id="5" creationId="{A0818433-8905-70C6-F5B0-514CB8A436E8}"/>
          </ac:spMkLst>
        </pc:spChg>
      </pc:sldChg>
      <pc:sldChg chg="modSp add mod ord setBg">
        <pc:chgData name="Mohammad Salman" userId="cfd6754c-e613-4f6f-bb98-36aef69d8c31" providerId="ADAL" clId="{A303D8AE-F333-4F2D-9191-4386EF108829}" dt="2023-08-25T13:47:33.736" v="15451" actId="20577"/>
        <pc:sldMkLst>
          <pc:docMk/>
          <pc:sldMk cId="2039737259" sldId="302"/>
        </pc:sldMkLst>
        <pc:spChg chg="mod">
          <ac:chgData name="Mohammad Salman" userId="cfd6754c-e613-4f6f-bb98-36aef69d8c31" providerId="ADAL" clId="{A303D8AE-F333-4F2D-9191-4386EF108829}" dt="2023-08-22T07:42:32.497" v="6237" actId="20577"/>
          <ac:spMkLst>
            <pc:docMk/>
            <pc:sldMk cId="2039737259" sldId="302"/>
            <ac:spMk id="2" creationId="{FECCF525-02DF-08BA-109C-F5C8F131D3A0}"/>
          </ac:spMkLst>
        </pc:spChg>
        <pc:spChg chg="mod">
          <ac:chgData name="Mohammad Salman" userId="cfd6754c-e613-4f6f-bb98-36aef69d8c31" providerId="ADAL" clId="{A303D8AE-F333-4F2D-9191-4386EF108829}" dt="2023-08-25T13:47:33.736" v="15451" actId="20577"/>
          <ac:spMkLst>
            <pc:docMk/>
            <pc:sldMk cId="2039737259" sldId="302"/>
            <ac:spMk id="3" creationId="{289DA566-E499-D084-1CD8-25455B60E475}"/>
          </ac:spMkLst>
        </pc:spChg>
      </pc:sldChg>
      <pc:sldChg chg="modSp add mod">
        <pc:chgData name="Mohammad Salman" userId="cfd6754c-e613-4f6f-bb98-36aef69d8c31" providerId="ADAL" clId="{A303D8AE-F333-4F2D-9191-4386EF108829}" dt="2023-08-22T11:20:07.667" v="7273" actId="20577"/>
        <pc:sldMkLst>
          <pc:docMk/>
          <pc:sldMk cId="3162013747" sldId="303"/>
        </pc:sldMkLst>
        <pc:spChg chg="mod">
          <ac:chgData name="Mohammad Salman" userId="cfd6754c-e613-4f6f-bb98-36aef69d8c31" providerId="ADAL" clId="{A303D8AE-F333-4F2D-9191-4386EF108829}" dt="2023-08-22T07:15:56.427" v="6096" actId="20577"/>
          <ac:spMkLst>
            <pc:docMk/>
            <pc:sldMk cId="3162013747" sldId="303"/>
            <ac:spMk id="2" creationId="{024C68BB-8F48-4952-2926-FF402C34129B}"/>
          </ac:spMkLst>
        </pc:spChg>
        <pc:spChg chg="mod">
          <ac:chgData name="Mohammad Salman" userId="cfd6754c-e613-4f6f-bb98-36aef69d8c31" providerId="ADAL" clId="{A303D8AE-F333-4F2D-9191-4386EF108829}" dt="2023-08-22T11:20:07.667" v="7273" actId="20577"/>
          <ac:spMkLst>
            <pc:docMk/>
            <pc:sldMk cId="3162013747" sldId="303"/>
            <ac:spMk id="3" creationId="{8CD95922-C309-E07B-7C1F-1C1A501A278C}"/>
          </ac:spMkLst>
        </pc:spChg>
      </pc:sldChg>
      <pc:sldChg chg="modSp add mod">
        <pc:chgData name="Mohammad Salman" userId="cfd6754c-e613-4f6f-bb98-36aef69d8c31" providerId="ADAL" clId="{A303D8AE-F333-4F2D-9191-4386EF108829}" dt="2023-08-25T10:28:44.270" v="15362" actId="20577"/>
        <pc:sldMkLst>
          <pc:docMk/>
          <pc:sldMk cId="1816171705" sldId="304"/>
        </pc:sldMkLst>
        <pc:spChg chg="mod">
          <ac:chgData name="Mohammad Salman" userId="cfd6754c-e613-4f6f-bb98-36aef69d8c31" providerId="ADAL" clId="{A303D8AE-F333-4F2D-9191-4386EF108829}" dt="2023-08-22T07:16:12.348" v="6100" actId="20577"/>
          <ac:spMkLst>
            <pc:docMk/>
            <pc:sldMk cId="1816171705" sldId="304"/>
            <ac:spMk id="2" creationId="{00C07953-83B4-B420-F35F-F8A4DBAC5034}"/>
          </ac:spMkLst>
        </pc:spChg>
        <pc:spChg chg="mod">
          <ac:chgData name="Mohammad Salman" userId="cfd6754c-e613-4f6f-bb98-36aef69d8c31" providerId="ADAL" clId="{A303D8AE-F333-4F2D-9191-4386EF108829}" dt="2023-08-25T10:28:44.270" v="15362" actId="20577"/>
          <ac:spMkLst>
            <pc:docMk/>
            <pc:sldMk cId="1816171705" sldId="304"/>
            <ac:spMk id="3" creationId="{A4B6632A-4787-2D29-B0C3-5DA91A8F758F}"/>
          </ac:spMkLst>
        </pc:spChg>
      </pc:sldChg>
      <pc:sldChg chg="addSp modSp add mod modNotesTx">
        <pc:chgData name="Mohammad Salman" userId="cfd6754c-e613-4f6f-bb98-36aef69d8c31" providerId="ADAL" clId="{A303D8AE-F333-4F2D-9191-4386EF108829}" dt="2023-08-25T10:29:25.291" v="15370" actId="20577"/>
        <pc:sldMkLst>
          <pc:docMk/>
          <pc:sldMk cId="2431439431" sldId="305"/>
        </pc:sldMkLst>
        <pc:spChg chg="mod">
          <ac:chgData name="Mohammad Salman" userId="cfd6754c-e613-4f6f-bb98-36aef69d8c31" providerId="ADAL" clId="{A303D8AE-F333-4F2D-9191-4386EF108829}" dt="2023-08-25T10:29:13.829" v="15367" actId="21"/>
          <ac:spMkLst>
            <pc:docMk/>
            <pc:sldMk cId="2431439431" sldId="305"/>
            <ac:spMk id="3" creationId="{0F484460-2414-4B3F-E5BF-BDB90383BC2B}"/>
          </ac:spMkLst>
        </pc:spChg>
        <pc:spChg chg="add mod">
          <ac:chgData name="Mohammad Salman" userId="cfd6754c-e613-4f6f-bb98-36aef69d8c31" providerId="ADAL" clId="{A303D8AE-F333-4F2D-9191-4386EF108829}" dt="2023-08-22T07:33:50.373" v="6103" actId="14100"/>
          <ac:spMkLst>
            <pc:docMk/>
            <pc:sldMk cId="2431439431" sldId="305"/>
            <ac:spMk id="5" creationId="{26D29799-D7F8-B2CC-A246-9D7D893D7DE8}"/>
          </ac:spMkLst>
        </pc:spChg>
        <pc:spChg chg="add mod">
          <ac:chgData name="Mohammad Salman" userId="cfd6754c-e613-4f6f-bb98-36aef69d8c31" providerId="ADAL" clId="{A303D8AE-F333-4F2D-9191-4386EF108829}" dt="2023-08-21T06:05:05.360" v="1517" actId="1076"/>
          <ac:spMkLst>
            <pc:docMk/>
            <pc:sldMk cId="2431439431" sldId="305"/>
            <ac:spMk id="6" creationId="{DE2CAA54-1F09-3DEA-51E5-59792306CA9C}"/>
          </ac:spMkLst>
        </pc:spChg>
      </pc:sldChg>
      <pc:sldChg chg="modSp add mod">
        <pc:chgData name="Mohammad Salman" userId="cfd6754c-e613-4f6f-bb98-36aef69d8c31" providerId="ADAL" clId="{A303D8AE-F333-4F2D-9191-4386EF108829}" dt="2023-08-22T11:02:29.976" v="7085" actId="113"/>
        <pc:sldMkLst>
          <pc:docMk/>
          <pc:sldMk cId="266072472" sldId="306"/>
        </pc:sldMkLst>
        <pc:spChg chg="mod">
          <ac:chgData name="Mohammad Salman" userId="cfd6754c-e613-4f6f-bb98-36aef69d8c31" providerId="ADAL" clId="{A303D8AE-F333-4F2D-9191-4386EF108829}" dt="2023-08-22T11:02:29.976" v="7085" actId="113"/>
          <ac:spMkLst>
            <pc:docMk/>
            <pc:sldMk cId="266072472" sldId="306"/>
            <ac:spMk id="3" creationId="{3CD35989-8F47-5573-2766-189B0789C509}"/>
          </ac:spMkLst>
        </pc:spChg>
      </pc:sldChg>
      <pc:sldChg chg="addSp modSp add mod setBg">
        <pc:chgData name="Mohammad Salman" userId="cfd6754c-e613-4f6f-bb98-36aef69d8c31" providerId="ADAL" clId="{A303D8AE-F333-4F2D-9191-4386EF108829}" dt="2023-08-25T14:13:52.384" v="15582" actId="20577"/>
        <pc:sldMkLst>
          <pc:docMk/>
          <pc:sldMk cId="473751621" sldId="307"/>
        </pc:sldMkLst>
        <pc:spChg chg="mod">
          <ac:chgData name="Mohammad Salman" userId="cfd6754c-e613-4f6f-bb98-36aef69d8c31" providerId="ADAL" clId="{A303D8AE-F333-4F2D-9191-4386EF108829}" dt="2023-08-25T14:13:52.384" v="15582" actId="20577"/>
          <ac:spMkLst>
            <pc:docMk/>
            <pc:sldMk cId="473751621" sldId="307"/>
            <ac:spMk id="2" creationId="{9BC7E270-EE41-7018-2B3A-AC3EDD2EC70B}"/>
          </ac:spMkLst>
        </pc:spChg>
        <pc:spChg chg="add mod">
          <ac:chgData name="Mohammad Salman" userId="cfd6754c-e613-4f6f-bb98-36aef69d8c31" providerId="ADAL" clId="{A303D8AE-F333-4F2D-9191-4386EF108829}" dt="2023-08-21T06:08:50.143" v="1559" actId="14100"/>
          <ac:spMkLst>
            <pc:docMk/>
            <pc:sldMk cId="473751621" sldId="307"/>
            <ac:spMk id="3" creationId="{C00F180A-526E-23EA-34B6-7B4246CEE920}"/>
          </ac:spMkLst>
        </pc:spChg>
      </pc:sldChg>
      <pc:sldChg chg="modSp add mod ord modNotesTx">
        <pc:chgData name="Mohammad Salman" userId="cfd6754c-e613-4f6f-bb98-36aef69d8c31" providerId="ADAL" clId="{A303D8AE-F333-4F2D-9191-4386EF108829}" dt="2023-08-25T14:20:17.064" v="15797" actId="20577"/>
        <pc:sldMkLst>
          <pc:docMk/>
          <pc:sldMk cId="1166745892" sldId="308"/>
        </pc:sldMkLst>
        <pc:spChg chg="mod">
          <ac:chgData name="Mohammad Salman" userId="cfd6754c-e613-4f6f-bb98-36aef69d8c31" providerId="ADAL" clId="{A303D8AE-F333-4F2D-9191-4386EF108829}" dt="2023-08-25T14:20:17.064" v="15797" actId="20577"/>
          <ac:spMkLst>
            <pc:docMk/>
            <pc:sldMk cId="1166745892" sldId="308"/>
            <ac:spMk id="3" creationId="{89A94C25-5BDE-EBCA-E87E-71524EEB65F4}"/>
          </ac:spMkLst>
        </pc:spChg>
      </pc:sldChg>
      <pc:sldChg chg="modSp add mod ord setBg">
        <pc:chgData name="Mohammad Salman" userId="cfd6754c-e613-4f6f-bb98-36aef69d8c31" providerId="ADAL" clId="{A303D8AE-F333-4F2D-9191-4386EF108829}" dt="2023-08-25T13:48:01.162" v="15560" actId="20577"/>
        <pc:sldMkLst>
          <pc:docMk/>
          <pc:sldMk cId="2376549307" sldId="309"/>
        </pc:sldMkLst>
        <pc:spChg chg="mod">
          <ac:chgData name="Mohammad Salman" userId="cfd6754c-e613-4f6f-bb98-36aef69d8c31" providerId="ADAL" clId="{A303D8AE-F333-4F2D-9191-4386EF108829}" dt="2023-08-22T07:42:40.926" v="6241"/>
          <ac:spMkLst>
            <pc:docMk/>
            <pc:sldMk cId="2376549307" sldId="309"/>
            <ac:spMk id="2" creationId="{7EB80927-19FB-E2B4-A005-FCE1BD3FDAD1}"/>
          </ac:spMkLst>
        </pc:spChg>
        <pc:spChg chg="mod">
          <ac:chgData name="Mohammad Salman" userId="cfd6754c-e613-4f6f-bb98-36aef69d8c31" providerId="ADAL" clId="{A303D8AE-F333-4F2D-9191-4386EF108829}" dt="2023-08-25T13:48:01.162" v="15560" actId="20577"/>
          <ac:spMkLst>
            <pc:docMk/>
            <pc:sldMk cId="2376549307" sldId="309"/>
            <ac:spMk id="3" creationId="{5598C3FC-BA2B-6E3A-B2DA-A16B8238057A}"/>
          </ac:spMkLst>
        </pc:spChg>
      </pc:sldChg>
      <pc:sldChg chg="addSp modSp add mod setBg">
        <pc:chgData name="Mohammad Salman" userId="cfd6754c-e613-4f6f-bb98-36aef69d8c31" providerId="ADAL" clId="{A303D8AE-F333-4F2D-9191-4386EF108829}" dt="2023-08-25T14:14:13.193" v="15594" actId="1076"/>
        <pc:sldMkLst>
          <pc:docMk/>
          <pc:sldMk cId="1956753647" sldId="310"/>
        </pc:sldMkLst>
        <pc:spChg chg="mod">
          <ac:chgData name="Mohammad Salman" userId="cfd6754c-e613-4f6f-bb98-36aef69d8c31" providerId="ADAL" clId="{A303D8AE-F333-4F2D-9191-4386EF108829}" dt="2023-08-25T14:13:59.200" v="15593" actId="20577"/>
          <ac:spMkLst>
            <pc:docMk/>
            <pc:sldMk cId="1956753647" sldId="310"/>
            <ac:spMk id="2" creationId="{9BC7E270-EE41-7018-2B3A-AC3EDD2EC70B}"/>
          </ac:spMkLst>
        </pc:spChg>
        <pc:spChg chg="mod">
          <ac:chgData name="Mohammad Salman" userId="cfd6754c-e613-4f6f-bb98-36aef69d8c31" providerId="ADAL" clId="{A303D8AE-F333-4F2D-9191-4386EF108829}" dt="2023-08-25T14:14:13.193" v="15594" actId="1076"/>
          <ac:spMkLst>
            <pc:docMk/>
            <pc:sldMk cId="1956753647" sldId="310"/>
            <ac:spMk id="3" creationId="{C00F180A-526E-23EA-34B6-7B4246CEE920}"/>
          </ac:spMkLst>
        </pc:spChg>
        <pc:spChg chg="add mod">
          <ac:chgData name="Mohammad Salman" userId="cfd6754c-e613-4f6f-bb98-36aef69d8c31" providerId="ADAL" clId="{A303D8AE-F333-4F2D-9191-4386EF108829}" dt="2023-08-25T14:14:13.193" v="15594" actId="1076"/>
          <ac:spMkLst>
            <pc:docMk/>
            <pc:sldMk cId="1956753647" sldId="310"/>
            <ac:spMk id="5" creationId="{BBCEDECE-3B75-00B5-1264-3EC7B7E019D2}"/>
          </ac:spMkLst>
        </pc:spChg>
        <pc:picChg chg="mod">
          <ac:chgData name="Mohammad Salman" userId="cfd6754c-e613-4f6f-bb98-36aef69d8c31" providerId="ADAL" clId="{A303D8AE-F333-4F2D-9191-4386EF108829}" dt="2023-08-25T14:14:13.193" v="15594" actId="1076"/>
          <ac:picMkLst>
            <pc:docMk/>
            <pc:sldMk cId="1956753647" sldId="310"/>
            <ac:picMk id="6" creationId="{5425640A-277E-F435-2253-639F72692EDF}"/>
          </ac:picMkLst>
        </pc:picChg>
      </pc:sldChg>
      <pc:sldChg chg="modSp new mod">
        <pc:chgData name="Mohammad Salman" userId="cfd6754c-e613-4f6f-bb98-36aef69d8c31" providerId="ADAL" clId="{A303D8AE-F333-4F2D-9191-4386EF108829}" dt="2023-08-25T13:41:51.869" v="15431" actId="404"/>
        <pc:sldMkLst>
          <pc:docMk/>
          <pc:sldMk cId="3446178129" sldId="311"/>
        </pc:sldMkLst>
        <pc:spChg chg="mod">
          <ac:chgData name="Mohammad Salman" userId="cfd6754c-e613-4f6f-bb98-36aef69d8c31" providerId="ADAL" clId="{A303D8AE-F333-4F2D-9191-4386EF108829}" dt="2023-08-21T08:12:52.708" v="1870" actId="20577"/>
          <ac:spMkLst>
            <pc:docMk/>
            <pc:sldMk cId="3446178129" sldId="311"/>
            <ac:spMk id="2" creationId="{D8EF3526-2017-DC86-4448-635559A0257F}"/>
          </ac:spMkLst>
        </pc:spChg>
        <pc:spChg chg="mod">
          <ac:chgData name="Mohammad Salman" userId="cfd6754c-e613-4f6f-bb98-36aef69d8c31" providerId="ADAL" clId="{A303D8AE-F333-4F2D-9191-4386EF108829}" dt="2023-08-25T13:41:51.869" v="15431" actId="404"/>
          <ac:spMkLst>
            <pc:docMk/>
            <pc:sldMk cId="3446178129" sldId="311"/>
            <ac:spMk id="3" creationId="{9FFAFABD-6986-1575-116C-3C7C6CEB169C}"/>
          </ac:spMkLst>
        </pc:spChg>
      </pc:sldChg>
      <pc:sldChg chg="modSp new mod modAnim modNotesTx">
        <pc:chgData name="Mohammad Salman" userId="cfd6754c-e613-4f6f-bb98-36aef69d8c31" providerId="ADAL" clId="{A303D8AE-F333-4F2D-9191-4386EF108829}" dt="2023-08-25T10:22:16.126" v="15224" actId="20577"/>
        <pc:sldMkLst>
          <pc:docMk/>
          <pc:sldMk cId="3132173052" sldId="312"/>
        </pc:sldMkLst>
        <pc:spChg chg="mod">
          <ac:chgData name="Mohammad Salman" userId="cfd6754c-e613-4f6f-bb98-36aef69d8c31" providerId="ADAL" clId="{A303D8AE-F333-4F2D-9191-4386EF108829}" dt="2023-08-21T08:41:26.151" v="2526" actId="20577"/>
          <ac:spMkLst>
            <pc:docMk/>
            <pc:sldMk cId="3132173052" sldId="312"/>
            <ac:spMk id="2" creationId="{5FDCA2BE-FE0D-036D-63C1-43B5F6F9E8B0}"/>
          </ac:spMkLst>
        </pc:spChg>
        <pc:spChg chg="mod">
          <ac:chgData name="Mohammad Salman" userId="cfd6754c-e613-4f6f-bb98-36aef69d8c31" providerId="ADAL" clId="{A303D8AE-F333-4F2D-9191-4386EF108829}" dt="2023-08-25T10:22:16.126" v="15224" actId="20577"/>
          <ac:spMkLst>
            <pc:docMk/>
            <pc:sldMk cId="3132173052" sldId="312"/>
            <ac:spMk id="3" creationId="{CEDAFCBA-E5C0-3B38-FBB9-19373687960D}"/>
          </ac:spMkLst>
        </pc:spChg>
      </pc:sldChg>
      <pc:sldChg chg="modSp new mod">
        <pc:chgData name="Mohammad Salman" userId="cfd6754c-e613-4f6f-bb98-36aef69d8c31" providerId="ADAL" clId="{A303D8AE-F333-4F2D-9191-4386EF108829}" dt="2023-08-21T08:28:15.763" v="2251" actId="122"/>
        <pc:sldMkLst>
          <pc:docMk/>
          <pc:sldMk cId="2810917523" sldId="313"/>
        </pc:sldMkLst>
        <pc:spChg chg="mod">
          <ac:chgData name="Mohammad Salman" userId="cfd6754c-e613-4f6f-bb98-36aef69d8c31" providerId="ADAL" clId="{A303D8AE-F333-4F2D-9191-4386EF108829}" dt="2023-08-21T08:15:59.723" v="2173" actId="20577"/>
          <ac:spMkLst>
            <pc:docMk/>
            <pc:sldMk cId="2810917523" sldId="313"/>
            <ac:spMk id="2" creationId="{3FC18272-26AB-5E0D-B33C-C97D2B4AC26E}"/>
          </ac:spMkLst>
        </pc:spChg>
        <pc:spChg chg="mod">
          <ac:chgData name="Mohammad Salman" userId="cfd6754c-e613-4f6f-bb98-36aef69d8c31" providerId="ADAL" clId="{A303D8AE-F333-4F2D-9191-4386EF108829}" dt="2023-08-21T08:28:15.763" v="2251" actId="122"/>
          <ac:spMkLst>
            <pc:docMk/>
            <pc:sldMk cId="2810917523" sldId="313"/>
            <ac:spMk id="3" creationId="{6BA40425-67A7-98F8-F965-7C75E291E947}"/>
          </ac:spMkLst>
        </pc:spChg>
      </pc:sldChg>
      <pc:sldChg chg="new del">
        <pc:chgData name="Mohammad Salman" userId="cfd6754c-e613-4f6f-bb98-36aef69d8c31" providerId="ADAL" clId="{A303D8AE-F333-4F2D-9191-4386EF108829}" dt="2023-08-21T09:30:14.777" v="4552" actId="47"/>
        <pc:sldMkLst>
          <pc:docMk/>
          <pc:sldMk cId="1914122531" sldId="314"/>
        </pc:sldMkLst>
      </pc:sldChg>
      <pc:sldChg chg="modSp add mod ord">
        <pc:chgData name="Mohammad Salman" userId="cfd6754c-e613-4f6f-bb98-36aef69d8c31" providerId="ADAL" clId="{A303D8AE-F333-4F2D-9191-4386EF108829}" dt="2023-08-24T14:14:15.971" v="9795" actId="113"/>
        <pc:sldMkLst>
          <pc:docMk/>
          <pc:sldMk cId="2767841989" sldId="314"/>
        </pc:sldMkLst>
        <pc:spChg chg="mod">
          <ac:chgData name="Mohammad Salman" userId="cfd6754c-e613-4f6f-bb98-36aef69d8c31" providerId="ADAL" clId="{A303D8AE-F333-4F2D-9191-4386EF108829}" dt="2023-08-24T14:14:15.971" v="9795" actId="113"/>
          <ac:spMkLst>
            <pc:docMk/>
            <pc:sldMk cId="2767841989" sldId="314"/>
            <ac:spMk id="3" creationId="{EF1D3A84-FAC0-F7B0-1D25-42038B57D382}"/>
          </ac:spMkLst>
        </pc:spChg>
      </pc:sldChg>
      <pc:sldChg chg="addSp modSp add mod modAnim modNotesTx">
        <pc:chgData name="Mohammad Salman" userId="cfd6754c-e613-4f6f-bb98-36aef69d8c31" providerId="ADAL" clId="{A303D8AE-F333-4F2D-9191-4386EF108829}" dt="2023-08-21T09:25:36.865" v="4549"/>
        <pc:sldMkLst>
          <pc:docMk/>
          <pc:sldMk cId="4227977177" sldId="315"/>
        </pc:sldMkLst>
        <pc:spChg chg="mod">
          <ac:chgData name="Mohammad Salman" userId="cfd6754c-e613-4f6f-bb98-36aef69d8c31" providerId="ADAL" clId="{A303D8AE-F333-4F2D-9191-4386EF108829}" dt="2023-08-21T09:25:10.811" v="4547" actId="20577"/>
          <ac:spMkLst>
            <pc:docMk/>
            <pc:sldMk cId="4227977177" sldId="315"/>
            <ac:spMk id="3" creationId="{CEDAFCBA-E5C0-3B38-FBB9-19373687960D}"/>
          </ac:spMkLst>
        </pc:spChg>
        <pc:spChg chg="add mod">
          <ac:chgData name="Mohammad Salman" userId="cfd6754c-e613-4f6f-bb98-36aef69d8c31" providerId="ADAL" clId="{A303D8AE-F333-4F2D-9191-4386EF108829}" dt="2023-08-21T08:54:48.059" v="3307" actId="692"/>
          <ac:spMkLst>
            <pc:docMk/>
            <pc:sldMk cId="4227977177" sldId="315"/>
            <ac:spMk id="5" creationId="{31B420D5-1EFA-5C25-0475-24CB39B7BD6F}"/>
          </ac:spMkLst>
        </pc:spChg>
      </pc:sldChg>
      <pc:sldChg chg="addSp delSp modSp add mod modNotesTx">
        <pc:chgData name="Mohammad Salman" userId="cfd6754c-e613-4f6f-bb98-36aef69d8c31" providerId="ADAL" clId="{A303D8AE-F333-4F2D-9191-4386EF108829}" dt="2023-08-25T10:22:47.936" v="15250" actId="20577"/>
        <pc:sldMkLst>
          <pc:docMk/>
          <pc:sldMk cId="436797469" sldId="316"/>
        </pc:sldMkLst>
        <pc:spChg chg="del">
          <ac:chgData name="Mohammad Salman" userId="cfd6754c-e613-4f6f-bb98-36aef69d8c31" providerId="ADAL" clId="{A303D8AE-F333-4F2D-9191-4386EF108829}" dt="2023-08-21T09:14:16.539" v="3993" actId="478"/>
          <ac:spMkLst>
            <pc:docMk/>
            <pc:sldMk cId="436797469" sldId="316"/>
            <ac:spMk id="2" creationId="{5FDCA2BE-FE0D-036D-63C1-43B5F6F9E8B0}"/>
          </ac:spMkLst>
        </pc:spChg>
        <pc:spChg chg="del">
          <ac:chgData name="Mohammad Salman" userId="cfd6754c-e613-4f6f-bb98-36aef69d8c31" providerId="ADAL" clId="{A303D8AE-F333-4F2D-9191-4386EF108829}" dt="2023-08-21T08:57:31.426" v="3466" actId="478"/>
          <ac:spMkLst>
            <pc:docMk/>
            <pc:sldMk cId="436797469" sldId="316"/>
            <ac:spMk id="3" creationId="{CEDAFCBA-E5C0-3B38-FBB9-19373687960D}"/>
          </ac:spMkLst>
        </pc:spChg>
        <pc:spChg chg="del">
          <ac:chgData name="Mohammad Salman" userId="cfd6754c-e613-4f6f-bb98-36aef69d8c31" providerId="ADAL" clId="{A303D8AE-F333-4F2D-9191-4386EF108829}" dt="2023-08-21T08:57:29.009" v="3465" actId="478"/>
          <ac:spMkLst>
            <pc:docMk/>
            <pc:sldMk cId="436797469" sldId="316"/>
            <ac:spMk id="5" creationId="{31B420D5-1EFA-5C25-0475-24CB39B7BD6F}"/>
          </ac:spMkLst>
        </pc:spChg>
        <pc:spChg chg="add del mod">
          <ac:chgData name="Mohammad Salman" userId="cfd6754c-e613-4f6f-bb98-36aef69d8c31" providerId="ADAL" clId="{A303D8AE-F333-4F2D-9191-4386EF108829}" dt="2023-08-21T08:57:35.929" v="3467" actId="478"/>
          <ac:spMkLst>
            <pc:docMk/>
            <pc:sldMk cId="436797469" sldId="316"/>
            <ac:spMk id="6" creationId="{18AA0377-870D-6F5D-6C4A-B20DA28B3ACC}"/>
          </ac:spMkLst>
        </pc:spChg>
        <pc:spChg chg="add mod">
          <ac:chgData name="Mohammad Salman" userId="cfd6754c-e613-4f6f-bb98-36aef69d8c31" providerId="ADAL" clId="{A303D8AE-F333-4F2D-9191-4386EF108829}" dt="2023-08-25T10:22:47.936" v="15250" actId="20577"/>
          <ac:spMkLst>
            <pc:docMk/>
            <pc:sldMk cId="436797469" sldId="316"/>
            <ac:spMk id="9" creationId="{29C5737C-F32B-F98F-D2DE-731D7E1156C8}"/>
          </ac:spMkLst>
        </pc:spChg>
        <pc:spChg chg="add del mod">
          <ac:chgData name="Mohammad Salman" userId="cfd6754c-e613-4f6f-bb98-36aef69d8c31" providerId="ADAL" clId="{A303D8AE-F333-4F2D-9191-4386EF108829}" dt="2023-08-21T09:08:42.432" v="3829" actId="478"/>
          <ac:spMkLst>
            <pc:docMk/>
            <pc:sldMk cId="436797469" sldId="316"/>
            <ac:spMk id="10" creationId="{7EAAA9FF-4491-D125-4D23-8665F7D5BEF4}"/>
          </ac:spMkLst>
        </pc:spChg>
        <pc:spChg chg="add del mod">
          <ac:chgData name="Mohammad Salman" userId="cfd6754c-e613-4f6f-bb98-36aef69d8c31" providerId="ADAL" clId="{A303D8AE-F333-4F2D-9191-4386EF108829}" dt="2023-08-21T09:14:17.994" v="3994" actId="478"/>
          <ac:spMkLst>
            <pc:docMk/>
            <pc:sldMk cId="436797469" sldId="316"/>
            <ac:spMk id="12" creationId="{15335981-D6F1-C72D-32B4-833240F910C6}"/>
          </ac:spMkLst>
        </pc:spChg>
        <pc:picChg chg="add mod">
          <ac:chgData name="Mohammad Salman" userId="cfd6754c-e613-4f6f-bb98-36aef69d8c31" providerId="ADAL" clId="{A303D8AE-F333-4F2D-9191-4386EF108829}" dt="2023-08-21T09:14:25.100" v="3996" actId="1076"/>
          <ac:picMkLst>
            <pc:docMk/>
            <pc:sldMk cId="436797469" sldId="316"/>
            <ac:picMk id="8" creationId="{2F3A98C4-BEB0-83E2-9267-0F8AD0A9AE5B}"/>
          </ac:picMkLst>
        </pc:picChg>
      </pc:sldChg>
      <pc:sldChg chg="new del">
        <pc:chgData name="Mohammad Salman" userId="cfd6754c-e613-4f6f-bb98-36aef69d8c31" providerId="ADAL" clId="{A303D8AE-F333-4F2D-9191-4386EF108829}" dt="2023-08-21T08:57:24.280" v="3463" actId="680"/>
        <pc:sldMkLst>
          <pc:docMk/>
          <pc:sldMk cId="2615765927" sldId="316"/>
        </pc:sldMkLst>
      </pc:sldChg>
      <pc:sldChg chg="delSp modSp add mod modNotesTx">
        <pc:chgData name="Mohammad Salman" userId="cfd6754c-e613-4f6f-bb98-36aef69d8c31" providerId="ADAL" clId="{A303D8AE-F333-4F2D-9191-4386EF108829}" dt="2023-08-25T10:23:47.731" v="15278" actId="207"/>
        <pc:sldMkLst>
          <pc:docMk/>
          <pc:sldMk cId="2537014607" sldId="317"/>
        </pc:sldMkLst>
        <pc:spChg chg="mod">
          <ac:chgData name="Mohammad Salman" userId="cfd6754c-e613-4f6f-bb98-36aef69d8c31" providerId="ADAL" clId="{A303D8AE-F333-4F2D-9191-4386EF108829}" dt="2023-08-25T10:23:47.731" v="15278" actId="207"/>
          <ac:spMkLst>
            <pc:docMk/>
            <pc:sldMk cId="2537014607" sldId="317"/>
            <ac:spMk id="3" creationId="{CEDAFCBA-E5C0-3B38-FBB9-19373687960D}"/>
          </ac:spMkLst>
        </pc:spChg>
        <pc:spChg chg="del">
          <ac:chgData name="Mohammad Salman" userId="cfd6754c-e613-4f6f-bb98-36aef69d8c31" providerId="ADAL" clId="{A303D8AE-F333-4F2D-9191-4386EF108829}" dt="2023-08-21T09:15:11.746" v="3998" actId="478"/>
          <ac:spMkLst>
            <pc:docMk/>
            <pc:sldMk cId="2537014607" sldId="317"/>
            <ac:spMk id="5" creationId="{31B420D5-1EFA-5C25-0475-24CB39B7BD6F}"/>
          </ac:spMkLst>
        </pc:spChg>
      </pc:sldChg>
      <pc:sldChg chg="modSp add mod">
        <pc:chgData name="Mohammad Salman" userId="cfd6754c-e613-4f6f-bb98-36aef69d8c31" providerId="ADAL" clId="{A303D8AE-F333-4F2D-9191-4386EF108829}" dt="2023-08-25T13:41:19.163" v="15397" actId="20577"/>
        <pc:sldMkLst>
          <pc:docMk/>
          <pc:sldMk cId="3587682420" sldId="318"/>
        </pc:sldMkLst>
        <pc:spChg chg="mod">
          <ac:chgData name="Mohammad Salman" userId="cfd6754c-e613-4f6f-bb98-36aef69d8c31" providerId="ADAL" clId="{A303D8AE-F333-4F2D-9191-4386EF108829}" dt="2023-08-25T13:41:19.163" v="15397" actId="20577"/>
          <ac:spMkLst>
            <pc:docMk/>
            <pc:sldMk cId="3587682420" sldId="318"/>
            <ac:spMk id="2" creationId="{A02E96DA-9480-B1A0-DF25-CFA088D5B758}"/>
          </ac:spMkLst>
        </pc:spChg>
      </pc:sldChg>
      <pc:sldChg chg="modSp add mod ord">
        <pc:chgData name="Mohammad Salman" userId="cfd6754c-e613-4f6f-bb98-36aef69d8c31" providerId="ADAL" clId="{A303D8AE-F333-4F2D-9191-4386EF108829}" dt="2023-08-24T14:13:44.595" v="9787" actId="6549"/>
        <pc:sldMkLst>
          <pc:docMk/>
          <pc:sldMk cId="303241428" sldId="319"/>
        </pc:sldMkLst>
        <pc:spChg chg="mod">
          <ac:chgData name="Mohammad Salman" userId="cfd6754c-e613-4f6f-bb98-36aef69d8c31" providerId="ADAL" clId="{A303D8AE-F333-4F2D-9191-4386EF108829}" dt="2023-08-24T14:13:44.595" v="9787" actId="6549"/>
          <ac:spMkLst>
            <pc:docMk/>
            <pc:sldMk cId="303241428" sldId="319"/>
            <ac:spMk id="3" creationId="{FB2260F0-243F-42F7-11B0-94391F469E49}"/>
          </ac:spMkLst>
        </pc:spChg>
      </pc:sldChg>
      <pc:sldChg chg="new del">
        <pc:chgData name="Mohammad Salman" userId="cfd6754c-e613-4f6f-bb98-36aef69d8c31" providerId="ADAL" clId="{A303D8AE-F333-4F2D-9191-4386EF108829}" dt="2023-08-21T09:30:16.149" v="4553" actId="47"/>
        <pc:sldMkLst>
          <pc:docMk/>
          <pc:sldMk cId="431424661" sldId="319"/>
        </pc:sldMkLst>
      </pc:sldChg>
      <pc:sldChg chg="modSp add mod">
        <pc:chgData name="Mohammad Salman" userId="cfd6754c-e613-4f6f-bb98-36aef69d8c31" providerId="ADAL" clId="{A303D8AE-F333-4F2D-9191-4386EF108829}" dt="2023-08-21T09:31:15.946" v="4569" actId="20577"/>
        <pc:sldMkLst>
          <pc:docMk/>
          <pc:sldMk cId="2155542498" sldId="320"/>
        </pc:sldMkLst>
        <pc:spChg chg="mod">
          <ac:chgData name="Mohammad Salman" userId="cfd6754c-e613-4f6f-bb98-36aef69d8c31" providerId="ADAL" clId="{A303D8AE-F333-4F2D-9191-4386EF108829}" dt="2023-08-21T09:31:15.946" v="4569" actId="20577"/>
          <ac:spMkLst>
            <pc:docMk/>
            <pc:sldMk cId="2155542498" sldId="320"/>
            <ac:spMk id="3" creationId="{F9DF7924-D83A-0A86-FFC6-7C1309DEF129}"/>
          </ac:spMkLst>
        </pc:spChg>
      </pc:sldChg>
      <pc:sldChg chg="modSp new mod ord setBg">
        <pc:chgData name="Mohammad Salman" userId="cfd6754c-e613-4f6f-bb98-36aef69d8c31" providerId="ADAL" clId="{A303D8AE-F333-4F2D-9191-4386EF108829}" dt="2023-08-25T10:21:29.771" v="15223" actId="13926"/>
        <pc:sldMkLst>
          <pc:docMk/>
          <pc:sldMk cId="223130051" sldId="321"/>
        </pc:sldMkLst>
        <pc:spChg chg="mod">
          <ac:chgData name="Mohammad Salman" userId="cfd6754c-e613-4f6f-bb98-36aef69d8c31" providerId="ADAL" clId="{A303D8AE-F333-4F2D-9191-4386EF108829}" dt="2023-08-21T11:23:00.559" v="4656" actId="20577"/>
          <ac:spMkLst>
            <pc:docMk/>
            <pc:sldMk cId="223130051" sldId="321"/>
            <ac:spMk id="2" creationId="{79AF06DC-320E-CA8B-1BCA-4A51D4270A20}"/>
          </ac:spMkLst>
        </pc:spChg>
        <pc:spChg chg="mod">
          <ac:chgData name="Mohammad Salman" userId="cfd6754c-e613-4f6f-bb98-36aef69d8c31" providerId="ADAL" clId="{A303D8AE-F333-4F2D-9191-4386EF108829}" dt="2023-08-25T10:21:29.771" v="15223" actId="13926"/>
          <ac:spMkLst>
            <pc:docMk/>
            <pc:sldMk cId="223130051" sldId="321"/>
            <ac:spMk id="3" creationId="{83B6D722-D267-5FA0-7123-B19DAB5A48EA}"/>
          </ac:spMkLst>
        </pc:spChg>
      </pc:sldChg>
      <pc:sldChg chg="addSp modSp add mod ord">
        <pc:chgData name="Mohammad Salman" userId="cfd6754c-e613-4f6f-bb98-36aef69d8c31" providerId="ADAL" clId="{A303D8AE-F333-4F2D-9191-4386EF108829}" dt="2023-08-22T11:03:00.180" v="7087"/>
        <pc:sldMkLst>
          <pc:docMk/>
          <pc:sldMk cId="137074315" sldId="322"/>
        </pc:sldMkLst>
        <pc:spChg chg="mod">
          <ac:chgData name="Mohammad Salman" userId="cfd6754c-e613-4f6f-bb98-36aef69d8c31" providerId="ADAL" clId="{A303D8AE-F333-4F2D-9191-4386EF108829}" dt="2023-08-22T07:36:45.719" v="6145" actId="20577"/>
          <ac:spMkLst>
            <pc:docMk/>
            <pc:sldMk cId="137074315" sldId="322"/>
            <ac:spMk id="3" creationId="{3CD35989-8F47-5573-2766-189B0789C509}"/>
          </ac:spMkLst>
        </pc:spChg>
        <pc:picChg chg="add mod">
          <ac:chgData name="Mohammad Salman" userId="cfd6754c-e613-4f6f-bb98-36aef69d8c31" providerId="ADAL" clId="{A303D8AE-F333-4F2D-9191-4386EF108829}" dt="2023-08-22T07:37:25.143" v="6150" actId="14100"/>
          <ac:picMkLst>
            <pc:docMk/>
            <pc:sldMk cId="137074315" sldId="322"/>
            <ac:picMk id="6" creationId="{40F91183-F9E2-AB4C-B7D2-063E2BA18516}"/>
          </ac:picMkLst>
        </pc:picChg>
        <pc:picChg chg="add mod">
          <ac:chgData name="Mohammad Salman" userId="cfd6754c-e613-4f6f-bb98-36aef69d8c31" providerId="ADAL" clId="{A303D8AE-F333-4F2D-9191-4386EF108829}" dt="2023-08-22T07:37:31.524" v="6152" actId="14100"/>
          <ac:picMkLst>
            <pc:docMk/>
            <pc:sldMk cId="137074315" sldId="322"/>
            <ac:picMk id="8" creationId="{89315838-4B7F-9B8F-B398-CB5A1ED2803F}"/>
          </ac:picMkLst>
        </pc:picChg>
      </pc:sldChg>
      <pc:sldChg chg="new del">
        <pc:chgData name="Mohammad Salman" userId="cfd6754c-e613-4f6f-bb98-36aef69d8c31" providerId="ADAL" clId="{A303D8AE-F333-4F2D-9191-4386EF108829}" dt="2023-08-22T06:52:56.621" v="5658" actId="680"/>
        <pc:sldMkLst>
          <pc:docMk/>
          <pc:sldMk cId="1521008008" sldId="322"/>
        </pc:sldMkLst>
      </pc:sldChg>
      <pc:sldChg chg="modSp add mod">
        <pc:chgData name="Mohammad Salman" userId="cfd6754c-e613-4f6f-bb98-36aef69d8c31" providerId="ADAL" clId="{A303D8AE-F333-4F2D-9191-4386EF108829}" dt="2023-08-22T11:38:11.985" v="7323" actId="20577"/>
        <pc:sldMkLst>
          <pc:docMk/>
          <pc:sldMk cId="2120709809" sldId="323"/>
        </pc:sldMkLst>
        <pc:spChg chg="mod">
          <ac:chgData name="Mohammad Salman" userId="cfd6754c-e613-4f6f-bb98-36aef69d8c31" providerId="ADAL" clId="{A303D8AE-F333-4F2D-9191-4386EF108829}" dt="2023-08-22T11:38:11.985" v="7323" actId="20577"/>
          <ac:spMkLst>
            <pc:docMk/>
            <pc:sldMk cId="2120709809" sldId="323"/>
            <ac:spMk id="2" creationId="{36C1AEB2-241E-7ADF-0544-F1C65A22DD61}"/>
          </ac:spMkLst>
        </pc:spChg>
        <pc:spChg chg="mod">
          <ac:chgData name="Mohammad Salman" userId="cfd6754c-e613-4f6f-bb98-36aef69d8c31" providerId="ADAL" clId="{A303D8AE-F333-4F2D-9191-4386EF108829}" dt="2023-08-22T07:45:24.679" v="6255" actId="113"/>
          <ac:spMkLst>
            <pc:docMk/>
            <pc:sldMk cId="2120709809" sldId="323"/>
            <ac:spMk id="3" creationId="{C9E40AE8-F04C-8942-A2BD-F54151478F5A}"/>
          </ac:spMkLst>
        </pc:spChg>
      </pc:sldChg>
      <pc:sldChg chg="addSp modSp add mod">
        <pc:chgData name="Mohammad Salman" userId="cfd6754c-e613-4f6f-bb98-36aef69d8c31" providerId="ADAL" clId="{A303D8AE-F333-4F2D-9191-4386EF108829}" dt="2023-08-25T14:14:42.744" v="15595" actId="20577"/>
        <pc:sldMkLst>
          <pc:docMk/>
          <pc:sldMk cId="636871188" sldId="324"/>
        </pc:sldMkLst>
        <pc:spChg chg="mod">
          <ac:chgData name="Mohammad Salman" userId="cfd6754c-e613-4f6f-bb98-36aef69d8c31" providerId="ADAL" clId="{A303D8AE-F333-4F2D-9191-4386EF108829}" dt="2023-08-22T08:15:48.958" v="6477"/>
          <ac:spMkLst>
            <pc:docMk/>
            <pc:sldMk cId="636871188" sldId="324"/>
            <ac:spMk id="2" creationId="{B4FD5A5F-1225-052E-9FA6-DCD5E2B0DD9F}"/>
          </ac:spMkLst>
        </pc:spChg>
        <pc:spChg chg="mod">
          <ac:chgData name="Mohammad Salman" userId="cfd6754c-e613-4f6f-bb98-36aef69d8c31" providerId="ADAL" clId="{A303D8AE-F333-4F2D-9191-4386EF108829}" dt="2023-08-25T10:31:07.475" v="15375" actId="113"/>
          <ac:spMkLst>
            <pc:docMk/>
            <pc:sldMk cId="636871188" sldId="324"/>
            <ac:spMk id="3" creationId="{C1B468E6-6F05-D24A-4985-DE221C246B2E}"/>
          </ac:spMkLst>
        </pc:spChg>
        <pc:spChg chg="add mod">
          <ac:chgData name="Mohammad Salman" userId="cfd6754c-e613-4f6f-bb98-36aef69d8c31" providerId="ADAL" clId="{A303D8AE-F333-4F2D-9191-4386EF108829}" dt="2023-08-25T14:14:42.744" v="15595" actId="20577"/>
          <ac:spMkLst>
            <pc:docMk/>
            <pc:sldMk cId="636871188" sldId="324"/>
            <ac:spMk id="5" creationId="{0F3655D6-8E4F-2763-3938-EFA5E1FAFF89}"/>
          </ac:spMkLst>
        </pc:spChg>
      </pc:sldChg>
      <pc:sldChg chg="modSp add mod">
        <pc:chgData name="Mohammad Salman" userId="cfd6754c-e613-4f6f-bb98-36aef69d8c31" providerId="ADAL" clId="{A303D8AE-F333-4F2D-9191-4386EF108829}" dt="2023-08-25T14:14:54.253" v="15596" actId="2711"/>
        <pc:sldMkLst>
          <pc:docMk/>
          <pc:sldMk cId="4147861578" sldId="325"/>
        </pc:sldMkLst>
        <pc:spChg chg="mod">
          <ac:chgData name="Mohammad Salman" userId="cfd6754c-e613-4f6f-bb98-36aef69d8c31" providerId="ADAL" clId="{A303D8AE-F333-4F2D-9191-4386EF108829}" dt="2023-08-22T08:16:19.417" v="6494" actId="6549"/>
          <ac:spMkLst>
            <pc:docMk/>
            <pc:sldMk cId="4147861578" sldId="325"/>
            <ac:spMk id="2" creationId="{52117190-F780-8B59-E298-4BD350BB808B}"/>
          </ac:spMkLst>
        </pc:spChg>
        <pc:spChg chg="mod">
          <ac:chgData name="Mohammad Salman" userId="cfd6754c-e613-4f6f-bb98-36aef69d8c31" providerId="ADAL" clId="{A303D8AE-F333-4F2D-9191-4386EF108829}" dt="2023-08-25T14:14:54.253" v="15596" actId="2711"/>
          <ac:spMkLst>
            <pc:docMk/>
            <pc:sldMk cId="4147861578" sldId="325"/>
            <ac:spMk id="3" creationId="{37519785-B864-F316-4D45-98E099070B21}"/>
          </ac:spMkLst>
        </pc:spChg>
      </pc:sldChg>
      <pc:sldChg chg="modSp add mod">
        <pc:chgData name="Mohammad Salman" userId="cfd6754c-e613-4f6f-bb98-36aef69d8c31" providerId="ADAL" clId="{A303D8AE-F333-4F2D-9191-4386EF108829}" dt="2023-08-24T12:46:08.202" v="8106" actId="20577"/>
        <pc:sldMkLst>
          <pc:docMk/>
          <pc:sldMk cId="1099548037" sldId="326"/>
        </pc:sldMkLst>
        <pc:spChg chg="mod">
          <ac:chgData name="Mohammad Salman" userId="cfd6754c-e613-4f6f-bb98-36aef69d8c31" providerId="ADAL" clId="{A303D8AE-F333-4F2D-9191-4386EF108829}" dt="2023-08-22T08:16:28.744" v="6498" actId="20577"/>
          <ac:spMkLst>
            <pc:docMk/>
            <pc:sldMk cId="1099548037" sldId="326"/>
            <ac:spMk id="2" creationId="{0B3F80F2-AEEC-CCE9-B3B2-5FE8438ED11D}"/>
          </ac:spMkLst>
        </pc:spChg>
        <pc:spChg chg="mod">
          <ac:chgData name="Mohammad Salman" userId="cfd6754c-e613-4f6f-bb98-36aef69d8c31" providerId="ADAL" clId="{A303D8AE-F333-4F2D-9191-4386EF108829}" dt="2023-08-24T12:46:08.202" v="8106" actId="20577"/>
          <ac:spMkLst>
            <pc:docMk/>
            <pc:sldMk cId="1099548037" sldId="326"/>
            <ac:spMk id="3" creationId="{EE6628CD-5D72-2724-84F3-39DF34BA458E}"/>
          </ac:spMkLst>
        </pc:spChg>
      </pc:sldChg>
      <pc:sldChg chg="add">
        <pc:chgData name="Mohammad Salman" userId="cfd6754c-e613-4f6f-bb98-36aef69d8c31" providerId="ADAL" clId="{A303D8AE-F333-4F2D-9191-4386EF108829}" dt="2023-08-22T07:43:35.741" v="6242"/>
        <pc:sldMkLst>
          <pc:docMk/>
          <pc:sldMk cId="710163643" sldId="327"/>
        </pc:sldMkLst>
      </pc:sldChg>
      <pc:sldChg chg="modSp add mod">
        <pc:chgData name="Mohammad Salman" userId="cfd6754c-e613-4f6f-bb98-36aef69d8c31" providerId="ADAL" clId="{A303D8AE-F333-4F2D-9191-4386EF108829}" dt="2023-08-24T12:48:00.836" v="8113" actId="115"/>
        <pc:sldMkLst>
          <pc:docMk/>
          <pc:sldMk cId="86441448" sldId="328"/>
        </pc:sldMkLst>
        <pc:spChg chg="mod">
          <ac:chgData name="Mohammad Salman" userId="cfd6754c-e613-4f6f-bb98-36aef69d8c31" providerId="ADAL" clId="{A303D8AE-F333-4F2D-9191-4386EF108829}" dt="2023-08-24T12:48:00.836" v="8113" actId="115"/>
          <ac:spMkLst>
            <pc:docMk/>
            <pc:sldMk cId="86441448" sldId="328"/>
            <ac:spMk id="3" creationId="{2CFAF2EE-F89B-5C9C-AAFD-949573729C50}"/>
          </ac:spMkLst>
        </pc:spChg>
      </pc:sldChg>
      <pc:sldChg chg="addSp modSp add mod">
        <pc:chgData name="Mohammad Salman" userId="cfd6754c-e613-4f6f-bb98-36aef69d8c31" providerId="ADAL" clId="{A303D8AE-F333-4F2D-9191-4386EF108829}" dt="2023-08-24T12:52:08.855" v="8198" actId="113"/>
        <pc:sldMkLst>
          <pc:docMk/>
          <pc:sldMk cId="2301150565" sldId="329"/>
        </pc:sldMkLst>
        <pc:spChg chg="mod">
          <ac:chgData name="Mohammad Salman" userId="cfd6754c-e613-4f6f-bb98-36aef69d8c31" providerId="ADAL" clId="{A303D8AE-F333-4F2D-9191-4386EF108829}" dt="2023-08-24T12:52:08.855" v="8198" actId="113"/>
          <ac:spMkLst>
            <pc:docMk/>
            <pc:sldMk cId="2301150565" sldId="329"/>
            <ac:spMk id="3" creationId="{3A53FDE2-9F8B-85DF-2D9F-5C491DB426F7}"/>
          </ac:spMkLst>
        </pc:spChg>
        <pc:spChg chg="add mod">
          <ac:chgData name="Mohammad Salman" userId="cfd6754c-e613-4f6f-bb98-36aef69d8c31" providerId="ADAL" clId="{A303D8AE-F333-4F2D-9191-4386EF108829}" dt="2023-08-24T12:51:50.817" v="8193" actId="164"/>
          <ac:spMkLst>
            <pc:docMk/>
            <pc:sldMk cId="2301150565" sldId="329"/>
            <ac:spMk id="5" creationId="{18143CD8-E5B1-097C-D652-B5DD762AE418}"/>
          </ac:spMkLst>
        </pc:spChg>
        <pc:grpChg chg="add mod">
          <ac:chgData name="Mohammad Salman" userId="cfd6754c-e613-4f6f-bb98-36aef69d8c31" providerId="ADAL" clId="{A303D8AE-F333-4F2D-9191-4386EF108829}" dt="2023-08-24T12:51:52.780" v="8194" actId="1076"/>
          <ac:grpSpMkLst>
            <pc:docMk/>
            <pc:sldMk cId="2301150565" sldId="329"/>
            <ac:grpSpMk id="7" creationId="{3F9DFD32-A24A-A1F1-BFC3-862AF99C30AD}"/>
          </ac:grpSpMkLst>
        </pc:grpChg>
        <pc:picChg chg="mod">
          <ac:chgData name="Mohammad Salman" userId="cfd6754c-e613-4f6f-bb98-36aef69d8c31" providerId="ADAL" clId="{A303D8AE-F333-4F2D-9191-4386EF108829}" dt="2023-08-24T12:51:50.817" v="8193" actId="164"/>
          <ac:picMkLst>
            <pc:docMk/>
            <pc:sldMk cId="2301150565" sldId="329"/>
            <ac:picMk id="6" creationId="{E9F683C9-10CF-E06F-9C6C-88D8AB40188A}"/>
          </ac:picMkLst>
        </pc:picChg>
      </pc:sldChg>
      <pc:sldChg chg="modSp new mod ord">
        <pc:chgData name="Mohammad Salman" userId="cfd6754c-e613-4f6f-bb98-36aef69d8c31" providerId="ADAL" clId="{A303D8AE-F333-4F2D-9191-4386EF108829}" dt="2023-08-25T10:35:56.884" v="15383"/>
        <pc:sldMkLst>
          <pc:docMk/>
          <pc:sldMk cId="3768334557" sldId="330"/>
        </pc:sldMkLst>
        <pc:spChg chg="mod">
          <ac:chgData name="Mohammad Salman" userId="cfd6754c-e613-4f6f-bb98-36aef69d8c31" providerId="ADAL" clId="{A303D8AE-F333-4F2D-9191-4386EF108829}" dt="2023-08-22T08:29:14.578" v="6545" actId="20577"/>
          <ac:spMkLst>
            <pc:docMk/>
            <pc:sldMk cId="3768334557" sldId="330"/>
            <ac:spMk id="2" creationId="{D10CFE84-56A6-0762-9500-C9CE76B42508}"/>
          </ac:spMkLst>
        </pc:spChg>
      </pc:sldChg>
      <pc:sldChg chg="addSp delSp modSp new mod ord">
        <pc:chgData name="Mohammad Salman" userId="cfd6754c-e613-4f6f-bb98-36aef69d8c31" providerId="ADAL" clId="{A303D8AE-F333-4F2D-9191-4386EF108829}" dt="2023-08-24T12:32:19.557" v="8032" actId="6549"/>
        <pc:sldMkLst>
          <pc:docMk/>
          <pc:sldMk cId="3507128901" sldId="331"/>
        </pc:sldMkLst>
        <pc:spChg chg="del">
          <ac:chgData name="Mohammad Salman" userId="cfd6754c-e613-4f6f-bb98-36aef69d8c31" providerId="ADAL" clId="{A303D8AE-F333-4F2D-9191-4386EF108829}" dt="2023-08-22T10:21:51.039" v="6652" actId="478"/>
          <ac:spMkLst>
            <pc:docMk/>
            <pc:sldMk cId="3507128901" sldId="331"/>
            <ac:spMk id="2" creationId="{236CF414-0DFA-81D5-D7DE-290F8D8B9978}"/>
          </ac:spMkLst>
        </pc:spChg>
        <pc:spChg chg="del">
          <ac:chgData name="Mohammad Salman" userId="cfd6754c-e613-4f6f-bb98-36aef69d8c31" providerId="ADAL" clId="{A303D8AE-F333-4F2D-9191-4386EF108829}" dt="2023-08-22T10:21:51.039" v="6652" actId="478"/>
          <ac:spMkLst>
            <pc:docMk/>
            <pc:sldMk cId="3507128901" sldId="331"/>
            <ac:spMk id="3" creationId="{179206F3-16AF-7969-A03E-74133B6C6013}"/>
          </ac:spMkLst>
        </pc:spChg>
        <pc:spChg chg="add mod">
          <ac:chgData name="Mohammad Salman" userId="cfd6754c-e613-4f6f-bb98-36aef69d8c31" providerId="ADAL" clId="{A303D8AE-F333-4F2D-9191-4386EF108829}" dt="2023-08-24T12:32:19.557" v="8032" actId="6549"/>
          <ac:spMkLst>
            <pc:docMk/>
            <pc:sldMk cId="3507128901" sldId="331"/>
            <ac:spMk id="8" creationId="{52574740-C85F-4F93-C50A-F7C607F41D0C}"/>
          </ac:spMkLst>
        </pc:spChg>
        <pc:picChg chg="add del">
          <ac:chgData name="Mohammad Salman" userId="cfd6754c-e613-4f6f-bb98-36aef69d8c31" providerId="ADAL" clId="{A303D8AE-F333-4F2D-9191-4386EF108829}" dt="2023-08-22T10:21:50.100" v="6651" actId="22"/>
          <ac:picMkLst>
            <pc:docMk/>
            <pc:sldMk cId="3507128901" sldId="331"/>
            <ac:picMk id="5" creationId="{03C2D540-DF64-8D86-6457-44E074CD9928}"/>
          </ac:picMkLst>
        </pc:picChg>
        <pc:picChg chg="add mod">
          <ac:chgData name="Mohammad Salman" userId="cfd6754c-e613-4f6f-bb98-36aef69d8c31" providerId="ADAL" clId="{A303D8AE-F333-4F2D-9191-4386EF108829}" dt="2023-08-22T10:22:05.514" v="6661" actId="1076"/>
          <ac:picMkLst>
            <pc:docMk/>
            <pc:sldMk cId="3507128901" sldId="331"/>
            <ac:picMk id="7" creationId="{8F022C9F-1CD0-D298-8CE5-1F165AC6126F}"/>
          </ac:picMkLst>
        </pc:picChg>
      </pc:sldChg>
      <pc:sldChg chg="modSp new mod">
        <pc:chgData name="Mohammad Salman" userId="cfd6754c-e613-4f6f-bb98-36aef69d8c31" providerId="ADAL" clId="{A303D8AE-F333-4F2D-9191-4386EF108829}" dt="2023-08-25T14:15:31.586" v="15690" actId="20577"/>
        <pc:sldMkLst>
          <pc:docMk/>
          <pc:sldMk cId="3773155318" sldId="332"/>
        </pc:sldMkLst>
        <pc:spChg chg="mod">
          <ac:chgData name="Mohammad Salman" userId="cfd6754c-e613-4f6f-bb98-36aef69d8c31" providerId="ADAL" clId="{A303D8AE-F333-4F2D-9191-4386EF108829}" dt="2023-08-22T10:31:32.223" v="6730" actId="20577"/>
          <ac:spMkLst>
            <pc:docMk/>
            <pc:sldMk cId="3773155318" sldId="332"/>
            <ac:spMk id="2" creationId="{44901296-2C63-5A3C-4B62-F49F85693334}"/>
          </ac:spMkLst>
        </pc:spChg>
        <pc:spChg chg="mod">
          <ac:chgData name="Mohammad Salman" userId="cfd6754c-e613-4f6f-bb98-36aef69d8c31" providerId="ADAL" clId="{A303D8AE-F333-4F2D-9191-4386EF108829}" dt="2023-08-25T14:15:31.586" v="15690" actId="20577"/>
          <ac:spMkLst>
            <pc:docMk/>
            <pc:sldMk cId="3773155318" sldId="332"/>
            <ac:spMk id="3" creationId="{43B989D2-DCC7-02AD-DB5E-2F9BB86EED2A}"/>
          </ac:spMkLst>
        </pc:spChg>
      </pc:sldChg>
      <pc:sldChg chg="addSp delSp modSp add mod setBg">
        <pc:chgData name="Mohammad Salman" userId="cfd6754c-e613-4f6f-bb98-36aef69d8c31" providerId="ADAL" clId="{A303D8AE-F333-4F2D-9191-4386EF108829}" dt="2023-08-25T10:31:30.085" v="15376"/>
        <pc:sldMkLst>
          <pc:docMk/>
          <pc:sldMk cId="2670507699" sldId="333"/>
        </pc:sldMkLst>
        <pc:spChg chg="mod">
          <ac:chgData name="Mohammad Salman" userId="cfd6754c-e613-4f6f-bb98-36aef69d8c31" providerId="ADAL" clId="{A303D8AE-F333-4F2D-9191-4386EF108829}" dt="2023-08-24T12:45:35.302" v="8076" actId="20577"/>
          <ac:spMkLst>
            <pc:docMk/>
            <pc:sldMk cId="2670507699" sldId="333"/>
            <ac:spMk id="2" creationId="{44901296-2C63-5A3C-4B62-F49F85693334}"/>
          </ac:spMkLst>
        </pc:spChg>
        <pc:spChg chg="del mod">
          <ac:chgData name="Mohammad Salman" userId="cfd6754c-e613-4f6f-bb98-36aef69d8c31" providerId="ADAL" clId="{A303D8AE-F333-4F2D-9191-4386EF108829}" dt="2023-08-22T10:34:19.133" v="6915" actId="478"/>
          <ac:spMkLst>
            <pc:docMk/>
            <pc:sldMk cId="2670507699" sldId="333"/>
            <ac:spMk id="3" creationId="{43B989D2-DCC7-02AD-DB5E-2F9BB86EED2A}"/>
          </ac:spMkLst>
        </pc:spChg>
        <pc:spChg chg="add del">
          <ac:chgData name="Mohammad Salman" userId="cfd6754c-e613-4f6f-bb98-36aef69d8c31" providerId="ADAL" clId="{A303D8AE-F333-4F2D-9191-4386EF108829}" dt="2023-08-22T10:34:21.161" v="6917" actId="22"/>
          <ac:spMkLst>
            <pc:docMk/>
            <pc:sldMk cId="2670507699" sldId="333"/>
            <ac:spMk id="5" creationId="{94C3A2A9-6882-AF4C-8FF4-41AA3D0A5590}"/>
          </ac:spMkLst>
        </pc:spChg>
        <pc:picChg chg="add mod">
          <ac:chgData name="Mohammad Salman" userId="cfd6754c-e613-4f6f-bb98-36aef69d8c31" providerId="ADAL" clId="{A303D8AE-F333-4F2D-9191-4386EF108829}" dt="2023-08-22T10:34:49.472" v="6921" actId="1076"/>
          <ac:picMkLst>
            <pc:docMk/>
            <pc:sldMk cId="2670507699" sldId="333"/>
            <ac:picMk id="7" creationId="{A08C0CED-1039-8498-59FD-EF077DAE9A77}"/>
          </ac:picMkLst>
        </pc:picChg>
      </pc:sldChg>
      <pc:sldChg chg="addSp delSp modSp new mod">
        <pc:chgData name="Mohammad Salman" userId="cfd6754c-e613-4f6f-bb98-36aef69d8c31" providerId="ADAL" clId="{A303D8AE-F333-4F2D-9191-4386EF108829}" dt="2023-08-25T10:28:20.776" v="15355" actId="1036"/>
        <pc:sldMkLst>
          <pc:docMk/>
          <pc:sldMk cId="3067119940" sldId="334"/>
        </pc:sldMkLst>
        <pc:spChg chg="del">
          <ac:chgData name="Mohammad Salman" userId="cfd6754c-e613-4f6f-bb98-36aef69d8c31" providerId="ADAL" clId="{A303D8AE-F333-4F2D-9191-4386EF108829}" dt="2023-08-22T10:54:29.228" v="7027" actId="478"/>
          <ac:spMkLst>
            <pc:docMk/>
            <pc:sldMk cId="3067119940" sldId="334"/>
            <ac:spMk id="2" creationId="{D56FF23D-0371-00CC-FFAD-40ACAE5708E1}"/>
          </ac:spMkLst>
        </pc:spChg>
        <pc:spChg chg="del">
          <ac:chgData name="Mohammad Salman" userId="cfd6754c-e613-4f6f-bb98-36aef69d8c31" providerId="ADAL" clId="{A303D8AE-F333-4F2D-9191-4386EF108829}" dt="2023-08-22T10:54:29.228" v="7027" actId="478"/>
          <ac:spMkLst>
            <pc:docMk/>
            <pc:sldMk cId="3067119940" sldId="334"/>
            <ac:spMk id="3" creationId="{0F8836F1-1CFA-DE48-7B4F-B31ED0F656FC}"/>
          </ac:spMkLst>
        </pc:spChg>
        <pc:spChg chg="add mod">
          <ac:chgData name="Mohammad Salman" userId="cfd6754c-e613-4f6f-bb98-36aef69d8c31" providerId="ADAL" clId="{A303D8AE-F333-4F2D-9191-4386EF108829}" dt="2023-08-25T10:28:20.776" v="15355" actId="1036"/>
          <ac:spMkLst>
            <pc:docMk/>
            <pc:sldMk cId="3067119940" sldId="334"/>
            <ac:spMk id="8" creationId="{741692E7-3DA1-0A4E-76CB-DF244E23158A}"/>
          </ac:spMkLst>
        </pc:spChg>
        <pc:spChg chg="add mod">
          <ac:chgData name="Mohammad Salman" userId="cfd6754c-e613-4f6f-bb98-36aef69d8c31" providerId="ADAL" clId="{A303D8AE-F333-4F2D-9191-4386EF108829}" dt="2023-08-25T10:27:57.767" v="15350" actId="20577"/>
          <ac:spMkLst>
            <pc:docMk/>
            <pc:sldMk cId="3067119940" sldId="334"/>
            <ac:spMk id="10" creationId="{B9420742-96E6-144F-7D42-25569D8D14E1}"/>
          </ac:spMkLst>
        </pc:spChg>
        <pc:grpChg chg="add mod">
          <ac:chgData name="Mohammad Salman" userId="cfd6754c-e613-4f6f-bb98-36aef69d8c31" providerId="ADAL" clId="{A303D8AE-F333-4F2D-9191-4386EF108829}" dt="2023-08-24T12:26:58.522" v="7904" actId="1076"/>
          <ac:grpSpMkLst>
            <pc:docMk/>
            <pc:sldMk cId="3067119940" sldId="334"/>
            <ac:grpSpMk id="9" creationId="{3A828E07-FFCF-6F8E-8944-1BAA782CC6DE}"/>
          </ac:grpSpMkLst>
        </pc:grpChg>
        <pc:picChg chg="add del">
          <ac:chgData name="Mohammad Salman" userId="cfd6754c-e613-4f6f-bb98-36aef69d8c31" providerId="ADAL" clId="{A303D8AE-F333-4F2D-9191-4386EF108829}" dt="2023-08-22T10:54:28.391" v="7026" actId="22"/>
          <ac:picMkLst>
            <pc:docMk/>
            <pc:sldMk cId="3067119940" sldId="334"/>
            <ac:picMk id="5" creationId="{9BCC916F-7C7E-A4E7-7862-D3B91617F31F}"/>
          </ac:picMkLst>
        </pc:picChg>
        <pc:picChg chg="add mod">
          <ac:chgData name="Mohammad Salman" userId="cfd6754c-e613-4f6f-bb98-36aef69d8c31" providerId="ADAL" clId="{A303D8AE-F333-4F2D-9191-4386EF108829}" dt="2023-08-22T10:56:01.914" v="7048" actId="164"/>
          <ac:picMkLst>
            <pc:docMk/>
            <pc:sldMk cId="3067119940" sldId="334"/>
            <ac:picMk id="7" creationId="{1571B56B-4167-D36A-C4EF-18F56D87C505}"/>
          </ac:picMkLst>
        </pc:picChg>
      </pc:sldChg>
      <pc:sldChg chg="modSp new del mod">
        <pc:chgData name="Mohammad Salman" userId="cfd6754c-e613-4f6f-bb98-36aef69d8c31" providerId="ADAL" clId="{A303D8AE-F333-4F2D-9191-4386EF108829}" dt="2023-08-24T14:37:56.628" v="10828" actId="47"/>
        <pc:sldMkLst>
          <pc:docMk/>
          <pc:sldMk cId="1389132163" sldId="335"/>
        </pc:sldMkLst>
        <pc:spChg chg="mod">
          <ac:chgData name="Mohammad Salman" userId="cfd6754c-e613-4f6f-bb98-36aef69d8c31" providerId="ADAL" clId="{A303D8AE-F333-4F2D-9191-4386EF108829}" dt="2023-08-22T11:45:15.945" v="7374" actId="20577"/>
          <ac:spMkLst>
            <pc:docMk/>
            <pc:sldMk cId="1389132163" sldId="335"/>
            <ac:spMk id="2" creationId="{29D6AE9B-7D9A-B8A4-FE30-B985E5F7C256}"/>
          </ac:spMkLst>
        </pc:spChg>
      </pc:sldChg>
      <pc:sldChg chg="modSp new del mod">
        <pc:chgData name="Mohammad Salman" userId="cfd6754c-e613-4f6f-bb98-36aef69d8c31" providerId="ADAL" clId="{A303D8AE-F333-4F2D-9191-4386EF108829}" dt="2023-08-24T14:37:54.039" v="10827" actId="47"/>
        <pc:sldMkLst>
          <pc:docMk/>
          <pc:sldMk cId="291709488" sldId="336"/>
        </pc:sldMkLst>
        <pc:spChg chg="mod">
          <ac:chgData name="Mohammad Salman" userId="cfd6754c-e613-4f6f-bb98-36aef69d8c31" providerId="ADAL" clId="{A303D8AE-F333-4F2D-9191-4386EF108829}" dt="2023-08-22T11:45:24.484" v="7386" actId="20577"/>
          <ac:spMkLst>
            <pc:docMk/>
            <pc:sldMk cId="291709488" sldId="336"/>
            <ac:spMk id="2" creationId="{42990334-B643-9669-D89D-56F41598D031}"/>
          </ac:spMkLst>
        </pc:spChg>
        <pc:spChg chg="mod">
          <ac:chgData name="Mohammad Salman" userId="cfd6754c-e613-4f6f-bb98-36aef69d8c31" providerId="ADAL" clId="{A303D8AE-F333-4F2D-9191-4386EF108829}" dt="2023-08-22T12:19:26.163" v="7470" actId="20577"/>
          <ac:spMkLst>
            <pc:docMk/>
            <pc:sldMk cId="291709488" sldId="336"/>
            <ac:spMk id="3" creationId="{CC90A3EB-E68B-736A-8607-47D16C9AE121}"/>
          </ac:spMkLst>
        </pc:spChg>
      </pc:sldChg>
      <pc:sldChg chg="modSp new del mod">
        <pc:chgData name="Mohammad Salman" userId="cfd6754c-e613-4f6f-bb98-36aef69d8c31" providerId="ADAL" clId="{A303D8AE-F333-4F2D-9191-4386EF108829}" dt="2023-08-24T12:53:50.409" v="8200" actId="47"/>
        <pc:sldMkLst>
          <pc:docMk/>
          <pc:sldMk cId="2469993784" sldId="337"/>
        </pc:sldMkLst>
        <pc:spChg chg="mod">
          <ac:chgData name="Mohammad Salman" userId="cfd6754c-e613-4f6f-bb98-36aef69d8c31" providerId="ADAL" clId="{A303D8AE-F333-4F2D-9191-4386EF108829}" dt="2023-08-22T11:46:50.117" v="7412" actId="20577"/>
          <ac:spMkLst>
            <pc:docMk/>
            <pc:sldMk cId="2469993784" sldId="337"/>
            <ac:spMk id="2" creationId="{102C38CB-4E84-80F9-B029-8FB0F736E59A}"/>
          </ac:spMkLst>
        </pc:spChg>
      </pc:sldChg>
      <pc:sldChg chg="modSp new mod ord">
        <pc:chgData name="Mohammad Salman" userId="cfd6754c-e613-4f6f-bb98-36aef69d8c31" providerId="ADAL" clId="{A303D8AE-F333-4F2D-9191-4386EF108829}" dt="2023-08-25T08:21:02.841" v="14684" actId="20577"/>
        <pc:sldMkLst>
          <pc:docMk/>
          <pc:sldMk cId="3620566275" sldId="338"/>
        </pc:sldMkLst>
        <pc:spChg chg="mod">
          <ac:chgData name="Mohammad Salman" userId="cfd6754c-e613-4f6f-bb98-36aef69d8c31" providerId="ADAL" clId="{A303D8AE-F333-4F2D-9191-4386EF108829}" dt="2023-08-25T07:15:18.105" v="14662" actId="20577"/>
          <ac:spMkLst>
            <pc:docMk/>
            <pc:sldMk cId="3620566275" sldId="338"/>
            <ac:spMk id="2" creationId="{CE6B5692-1497-5C82-79DD-B8FCF4E4A674}"/>
          </ac:spMkLst>
        </pc:spChg>
        <pc:spChg chg="mod">
          <ac:chgData name="Mohammad Salman" userId="cfd6754c-e613-4f6f-bb98-36aef69d8c31" providerId="ADAL" clId="{A303D8AE-F333-4F2D-9191-4386EF108829}" dt="2023-08-25T08:21:02.841" v="14684" actId="20577"/>
          <ac:spMkLst>
            <pc:docMk/>
            <pc:sldMk cId="3620566275" sldId="338"/>
            <ac:spMk id="3" creationId="{2C0DFF7D-A010-BC21-EE0E-8C5A20913EB0}"/>
          </ac:spMkLst>
        </pc:spChg>
      </pc:sldChg>
      <pc:sldChg chg="addSp delSp modSp new mod">
        <pc:chgData name="Mohammad Salman" userId="cfd6754c-e613-4f6f-bb98-36aef69d8c31" providerId="ADAL" clId="{A303D8AE-F333-4F2D-9191-4386EF108829}" dt="2023-08-25T10:20:30.049" v="15220" actId="1076"/>
        <pc:sldMkLst>
          <pc:docMk/>
          <pc:sldMk cId="1939086173" sldId="339"/>
        </pc:sldMkLst>
        <pc:spChg chg="mod">
          <ac:chgData name="Mohammad Salman" userId="cfd6754c-e613-4f6f-bb98-36aef69d8c31" providerId="ADAL" clId="{A303D8AE-F333-4F2D-9191-4386EF108829}" dt="2023-08-22T13:20:45.163" v="7497" actId="20577"/>
          <ac:spMkLst>
            <pc:docMk/>
            <pc:sldMk cId="1939086173" sldId="339"/>
            <ac:spMk id="2" creationId="{0A61B8B3-843A-3A58-03DB-42DE25D0DA26}"/>
          </ac:spMkLst>
        </pc:spChg>
        <pc:spChg chg="del">
          <ac:chgData name="Mohammad Salman" userId="cfd6754c-e613-4f6f-bb98-36aef69d8c31" providerId="ADAL" clId="{A303D8AE-F333-4F2D-9191-4386EF108829}" dt="2023-08-25T10:20:27.378" v="15219" actId="478"/>
          <ac:spMkLst>
            <pc:docMk/>
            <pc:sldMk cId="1939086173" sldId="339"/>
            <ac:spMk id="3" creationId="{0812DDA9-C62F-1BF6-A5D8-4FE1C2F6B724}"/>
          </ac:spMkLst>
        </pc:spChg>
        <pc:picChg chg="add mod">
          <ac:chgData name="Mohammad Salman" userId="cfd6754c-e613-4f6f-bb98-36aef69d8c31" providerId="ADAL" clId="{A303D8AE-F333-4F2D-9191-4386EF108829}" dt="2023-08-25T10:20:30.049" v="15220" actId="1076"/>
          <ac:picMkLst>
            <pc:docMk/>
            <pc:sldMk cId="1939086173" sldId="339"/>
            <ac:picMk id="5" creationId="{F67E89B7-658E-564A-E4EE-2C1169A68E1D}"/>
          </ac:picMkLst>
        </pc:picChg>
      </pc:sldChg>
      <pc:sldChg chg="addSp modSp add mod">
        <pc:chgData name="Mohammad Salman" userId="cfd6754c-e613-4f6f-bb98-36aef69d8c31" providerId="ADAL" clId="{A303D8AE-F333-4F2D-9191-4386EF108829}" dt="2023-08-24T12:56:31.221" v="8320" actId="1076"/>
        <pc:sldMkLst>
          <pc:docMk/>
          <pc:sldMk cId="1216210537" sldId="340"/>
        </pc:sldMkLst>
        <pc:spChg chg="mod">
          <ac:chgData name="Mohammad Salman" userId="cfd6754c-e613-4f6f-bb98-36aef69d8c31" providerId="ADAL" clId="{A303D8AE-F333-4F2D-9191-4386EF108829}" dt="2023-08-24T12:54:22.663" v="8205" actId="113"/>
          <ac:spMkLst>
            <pc:docMk/>
            <pc:sldMk cId="1216210537" sldId="340"/>
            <ac:spMk id="3" creationId="{AD6E533E-9943-463B-10F8-6EA91754B99A}"/>
          </ac:spMkLst>
        </pc:spChg>
        <pc:spChg chg="add mod">
          <ac:chgData name="Mohammad Salman" userId="cfd6754c-e613-4f6f-bb98-36aef69d8c31" providerId="ADAL" clId="{A303D8AE-F333-4F2D-9191-4386EF108829}" dt="2023-08-24T12:56:31.221" v="8320" actId="1076"/>
          <ac:spMkLst>
            <pc:docMk/>
            <pc:sldMk cId="1216210537" sldId="340"/>
            <ac:spMk id="5" creationId="{4C2FF19C-C76F-A5E7-26E3-B5EC32C8A889}"/>
          </ac:spMkLst>
        </pc:spChg>
      </pc:sldChg>
      <pc:sldChg chg="add">
        <pc:chgData name="Mohammad Salman" userId="cfd6754c-e613-4f6f-bb98-36aef69d8c31" providerId="ADAL" clId="{A303D8AE-F333-4F2D-9191-4386EF108829}" dt="2023-08-24T12:53:46.743" v="8199"/>
        <pc:sldMkLst>
          <pc:docMk/>
          <pc:sldMk cId="4263365458" sldId="341"/>
        </pc:sldMkLst>
      </pc:sldChg>
      <pc:sldChg chg="modSp add mod">
        <pc:chgData name="Mohammad Salman" userId="cfd6754c-e613-4f6f-bb98-36aef69d8c31" providerId="ADAL" clId="{A303D8AE-F333-4F2D-9191-4386EF108829}" dt="2023-08-24T12:58:39.176" v="8404" actId="113"/>
        <pc:sldMkLst>
          <pc:docMk/>
          <pc:sldMk cId="1431339104" sldId="342"/>
        </pc:sldMkLst>
        <pc:spChg chg="mod">
          <ac:chgData name="Mohammad Salman" userId="cfd6754c-e613-4f6f-bb98-36aef69d8c31" providerId="ADAL" clId="{A303D8AE-F333-4F2D-9191-4386EF108829}" dt="2023-08-24T12:58:39.176" v="8404" actId="113"/>
          <ac:spMkLst>
            <pc:docMk/>
            <pc:sldMk cId="1431339104" sldId="342"/>
            <ac:spMk id="3" creationId="{ED097F0B-1C7E-AE14-705A-684342AF656B}"/>
          </ac:spMkLst>
        </pc:spChg>
      </pc:sldChg>
      <pc:sldChg chg="modSp add mod">
        <pc:chgData name="Mohammad Salman" userId="cfd6754c-e613-4f6f-bb98-36aef69d8c31" providerId="ADAL" clId="{A303D8AE-F333-4F2D-9191-4386EF108829}" dt="2023-08-24T13:09:49.977" v="8420" actId="2711"/>
        <pc:sldMkLst>
          <pc:docMk/>
          <pc:sldMk cId="1546319362" sldId="343"/>
        </pc:sldMkLst>
        <pc:spChg chg="mod">
          <ac:chgData name="Mohammad Salman" userId="cfd6754c-e613-4f6f-bb98-36aef69d8c31" providerId="ADAL" clId="{A303D8AE-F333-4F2D-9191-4386EF108829}" dt="2023-08-24T13:09:49.977" v="8420" actId="2711"/>
          <ac:spMkLst>
            <pc:docMk/>
            <pc:sldMk cId="1546319362" sldId="343"/>
            <ac:spMk id="3" creationId="{55DDEA34-493E-EEEE-F2A7-2331CAB455F4}"/>
          </ac:spMkLst>
        </pc:spChg>
      </pc:sldChg>
      <pc:sldChg chg="add">
        <pc:chgData name="Mohammad Salman" userId="cfd6754c-e613-4f6f-bb98-36aef69d8c31" providerId="ADAL" clId="{A303D8AE-F333-4F2D-9191-4386EF108829}" dt="2023-08-24T12:53:46.743" v="8199"/>
        <pc:sldMkLst>
          <pc:docMk/>
          <pc:sldMk cId="3140892041" sldId="344"/>
        </pc:sldMkLst>
      </pc:sldChg>
      <pc:sldChg chg="addSp delSp modSp add mod">
        <pc:chgData name="Mohammad Salman" userId="cfd6754c-e613-4f6f-bb98-36aef69d8c31" providerId="ADAL" clId="{A303D8AE-F333-4F2D-9191-4386EF108829}" dt="2023-08-24T13:11:29.600" v="8452" actId="1076"/>
        <pc:sldMkLst>
          <pc:docMk/>
          <pc:sldMk cId="3845627594" sldId="345"/>
        </pc:sldMkLst>
        <pc:spChg chg="add mod">
          <ac:chgData name="Mohammad Salman" userId="cfd6754c-e613-4f6f-bb98-36aef69d8c31" providerId="ADAL" clId="{A303D8AE-F333-4F2D-9191-4386EF108829}" dt="2023-08-24T13:11:29.600" v="8452" actId="1076"/>
          <ac:spMkLst>
            <pc:docMk/>
            <pc:sldMk cId="3845627594" sldId="345"/>
            <ac:spMk id="3" creationId="{7E04D2EC-32F3-9177-8814-B930C4CE2074}"/>
          </ac:spMkLst>
        </pc:spChg>
        <pc:spChg chg="add del mod">
          <ac:chgData name="Mohammad Salman" userId="cfd6754c-e613-4f6f-bb98-36aef69d8c31" providerId="ADAL" clId="{A303D8AE-F333-4F2D-9191-4386EF108829}" dt="2023-08-24T13:11:14.561" v="8423"/>
          <ac:spMkLst>
            <pc:docMk/>
            <pc:sldMk cId="3845627594" sldId="345"/>
            <ac:spMk id="5" creationId="{8F4A8AA3-9EBB-939A-3C43-D4E7EDC4FB4D}"/>
          </ac:spMkLst>
        </pc:spChg>
      </pc:sldChg>
      <pc:sldChg chg="add">
        <pc:chgData name="Mohammad Salman" userId="cfd6754c-e613-4f6f-bb98-36aef69d8c31" providerId="ADAL" clId="{A303D8AE-F333-4F2D-9191-4386EF108829}" dt="2023-08-24T12:53:46.743" v="8199"/>
        <pc:sldMkLst>
          <pc:docMk/>
          <pc:sldMk cId="1143109661" sldId="346"/>
        </pc:sldMkLst>
      </pc:sldChg>
      <pc:sldChg chg="addSp delSp modSp new mod setBg">
        <pc:chgData name="Mohammad Salman" userId="cfd6754c-e613-4f6f-bb98-36aef69d8c31" providerId="ADAL" clId="{A303D8AE-F333-4F2D-9191-4386EF108829}" dt="2023-08-25T10:33:06.831" v="15377"/>
        <pc:sldMkLst>
          <pc:docMk/>
          <pc:sldMk cId="2307753213" sldId="347"/>
        </pc:sldMkLst>
        <pc:spChg chg="del">
          <ac:chgData name="Mohammad Salman" userId="cfd6754c-e613-4f6f-bb98-36aef69d8c31" providerId="ADAL" clId="{A303D8AE-F333-4F2D-9191-4386EF108829}" dt="2023-08-24T13:08:23.455" v="8406" actId="478"/>
          <ac:spMkLst>
            <pc:docMk/>
            <pc:sldMk cId="2307753213" sldId="347"/>
            <ac:spMk id="2" creationId="{30CA6907-AEB6-9652-6614-D4CBD41AE541}"/>
          </ac:spMkLst>
        </pc:spChg>
        <pc:spChg chg="del">
          <ac:chgData name="Mohammad Salman" userId="cfd6754c-e613-4f6f-bb98-36aef69d8c31" providerId="ADAL" clId="{A303D8AE-F333-4F2D-9191-4386EF108829}" dt="2023-08-24T13:08:23.455" v="8406" actId="478"/>
          <ac:spMkLst>
            <pc:docMk/>
            <pc:sldMk cId="2307753213" sldId="347"/>
            <ac:spMk id="3" creationId="{D099236A-AFE3-F2C8-1998-AF48E28480AC}"/>
          </ac:spMkLst>
        </pc:spChg>
        <pc:spChg chg="add mod">
          <ac:chgData name="Mohammad Salman" userId="cfd6754c-e613-4f6f-bb98-36aef69d8c31" providerId="ADAL" clId="{A303D8AE-F333-4F2D-9191-4386EF108829}" dt="2023-08-24T13:09:00.887" v="8419" actId="1076"/>
          <ac:spMkLst>
            <pc:docMk/>
            <pc:sldMk cId="2307753213" sldId="347"/>
            <ac:spMk id="6" creationId="{58B3F720-EECC-54D7-C42E-BDDD39A27533}"/>
          </ac:spMkLst>
        </pc:spChg>
        <pc:picChg chg="add mod">
          <ac:chgData name="Mohammad Salman" userId="cfd6754c-e613-4f6f-bb98-36aef69d8c31" providerId="ADAL" clId="{A303D8AE-F333-4F2D-9191-4386EF108829}" dt="2023-08-24T13:08:35.343" v="8409" actId="1076"/>
          <ac:picMkLst>
            <pc:docMk/>
            <pc:sldMk cId="2307753213" sldId="347"/>
            <ac:picMk id="5" creationId="{E89CB6CE-6CCC-A476-B30A-09688B14CA31}"/>
          </ac:picMkLst>
        </pc:picChg>
      </pc:sldChg>
      <pc:sldChg chg="delSp new del mod ord setBg">
        <pc:chgData name="Mohammad Salman" userId="cfd6754c-e613-4f6f-bb98-36aef69d8c31" providerId="ADAL" clId="{A303D8AE-F333-4F2D-9191-4386EF108829}" dt="2023-08-25T10:35:29.826" v="15379" actId="47"/>
        <pc:sldMkLst>
          <pc:docMk/>
          <pc:sldMk cId="3326069366" sldId="348"/>
        </pc:sldMkLst>
        <pc:spChg chg="del">
          <ac:chgData name="Mohammad Salman" userId="cfd6754c-e613-4f6f-bb98-36aef69d8c31" providerId="ADAL" clId="{A303D8AE-F333-4F2D-9191-4386EF108829}" dt="2023-08-24T13:12:49.341" v="8455" actId="478"/>
          <ac:spMkLst>
            <pc:docMk/>
            <pc:sldMk cId="3326069366" sldId="348"/>
            <ac:spMk id="2" creationId="{BDF5CA38-118B-8D23-A600-5B0743F8E957}"/>
          </ac:spMkLst>
        </pc:spChg>
        <pc:spChg chg="del">
          <ac:chgData name="Mohammad Salman" userId="cfd6754c-e613-4f6f-bb98-36aef69d8c31" providerId="ADAL" clId="{A303D8AE-F333-4F2D-9191-4386EF108829}" dt="2023-08-24T13:12:49.341" v="8455" actId="478"/>
          <ac:spMkLst>
            <pc:docMk/>
            <pc:sldMk cId="3326069366" sldId="348"/>
            <ac:spMk id="3" creationId="{5E6B1FA7-AA45-DB3E-C7E1-15B0BF30ADBA}"/>
          </ac:spMkLst>
        </pc:spChg>
      </pc:sldChg>
      <pc:sldChg chg="add ord">
        <pc:chgData name="Mohammad Salman" userId="cfd6754c-e613-4f6f-bb98-36aef69d8c31" providerId="ADAL" clId="{A303D8AE-F333-4F2D-9191-4386EF108829}" dt="2023-08-24T13:14:40.671" v="8462"/>
        <pc:sldMkLst>
          <pc:docMk/>
          <pc:sldMk cId="273425837" sldId="349"/>
        </pc:sldMkLst>
      </pc:sldChg>
      <pc:sldChg chg="addSp delSp modSp add mod ord modAnim">
        <pc:chgData name="Mohammad Salman" userId="cfd6754c-e613-4f6f-bb98-36aef69d8c31" providerId="ADAL" clId="{A303D8AE-F333-4F2D-9191-4386EF108829}" dt="2023-08-24T13:35:11.321" v="8721" actId="207"/>
        <pc:sldMkLst>
          <pc:docMk/>
          <pc:sldMk cId="437750676" sldId="350"/>
        </pc:sldMkLst>
        <pc:spChg chg="mod">
          <ac:chgData name="Mohammad Salman" userId="cfd6754c-e613-4f6f-bb98-36aef69d8c31" providerId="ADAL" clId="{A303D8AE-F333-4F2D-9191-4386EF108829}" dt="2023-08-24T13:26:16.936" v="8538" actId="6549"/>
          <ac:spMkLst>
            <pc:docMk/>
            <pc:sldMk cId="437750676" sldId="350"/>
            <ac:spMk id="2" creationId="{586EC08B-A998-30BD-651C-30D8D378359C}"/>
          </ac:spMkLst>
        </pc:spChg>
        <pc:spChg chg="mod">
          <ac:chgData name="Mohammad Salman" userId="cfd6754c-e613-4f6f-bb98-36aef69d8c31" providerId="ADAL" clId="{A303D8AE-F333-4F2D-9191-4386EF108829}" dt="2023-08-24T13:25:23.777" v="8533" actId="27636"/>
          <ac:spMkLst>
            <pc:docMk/>
            <pc:sldMk cId="437750676" sldId="350"/>
            <ac:spMk id="3" creationId="{B9333F4D-C421-44C2-09C5-8503E81B29BF}"/>
          </ac:spMkLst>
        </pc:spChg>
        <pc:spChg chg="add mod">
          <ac:chgData name="Mohammad Salman" userId="cfd6754c-e613-4f6f-bb98-36aef69d8c31" providerId="ADAL" clId="{A303D8AE-F333-4F2D-9191-4386EF108829}" dt="2023-08-24T13:31:00.618" v="8566" actId="692"/>
          <ac:spMkLst>
            <pc:docMk/>
            <pc:sldMk cId="437750676" sldId="350"/>
            <ac:spMk id="5" creationId="{282362AE-A8F0-FA86-497C-D156AC87AD06}"/>
          </ac:spMkLst>
        </pc:spChg>
        <pc:spChg chg="add mod">
          <ac:chgData name="Mohammad Salman" userId="cfd6754c-e613-4f6f-bb98-36aef69d8c31" providerId="ADAL" clId="{A303D8AE-F333-4F2D-9191-4386EF108829}" dt="2023-08-24T13:31:31.912" v="8575" actId="692"/>
          <ac:spMkLst>
            <pc:docMk/>
            <pc:sldMk cId="437750676" sldId="350"/>
            <ac:spMk id="6" creationId="{1BC195AC-B702-7815-531C-643218334982}"/>
          </ac:spMkLst>
        </pc:spChg>
        <pc:spChg chg="add del mod">
          <ac:chgData name="Mohammad Salman" userId="cfd6754c-e613-4f6f-bb98-36aef69d8c31" providerId="ADAL" clId="{A303D8AE-F333-4F2D-9191-4386EF108829}" dt="2023-08-24T13:31:55.386" v="8581"/>
          <ac:spMkLst>
            <pc:docMk/>
            <pc:sldMk cId="437750676" sldId="350"/>
            <ac:spMk id="7" creationId="{F112AB66-41BF-0148-6F3C-202E4B2F864B}"/>
          </ac:spMkLst>
        </pc:spChg>
        <pc:spChg chg="add mod">
          <ac:chgData name="Mohammad Salman" userId="cfd6754c-e613-4f6f-bb98-36aef69d8c31" providerId="ADAL" clId="{A303D8AE-F333-4F2D-9191-4386EF108829}" dt="2023-08-24T13:35:11.321" v="8721" actId="207"/>
          <ac:spMkLst>
            <pc:docMk/>
            <pc:sldMk cId="437750676" sldId="350"/>
            <ac:spMk id="8" creationId="{2D40B978-DA3F-AF83-A6CF-6E4BFCFE1230}"/>
          </ac:spMkLst>
        </pc:spChg>
        <pc:spChg chg="add mod">
          <ac:chgData name="Mohammad Salman" userId="cfd6754c-e613-4f6f-bb98-36aef69d8c31" providerId="ADAL" clId="{A303D8AE-F333-4F2D-9191-4386EF108829}" dt="2023-08-24T13:33:48.656" v="8718" actId="571"/>
          <ac:spMkLst>
            <pc:docMk/>
            <pc:sldMk cId="437750676" sldId="350"/>
            <ac:spMk id="9" creationId="{DF8EF6A9-C3D1-CBD0-EB90-7A9D27923D58}"/>
          </ac:spMkLst>
        </pc:spChg>
        <pc:spChg chg="add mod">
          <ac:chgData name="Mohammad Salman" userId="cfd6754c-e613-4f6f-bb98-36aef69d8c31" providerId="ADAL" clId="{A303D8AE-F333-4F2D-9191-4386EF108829}" dt="2023-08-24T13:33:48.656" v="8718" actId="571"/>
          <ac:spMkLst>
            <pc:docMk/>
            <pc:sldMk cId="437750676" sldId="350"/>
            <ac:spMk id="10" creationId="{B96B357E-760C-5884-1208-8B1CC9D53995}"/>
          </ac:spMkLst>
        </pc:spChg>
      </pc:sldChg>
      <pc:sldChg chg="addSp modSp add mod ord modAnim">
        <pc:chgData name="Mohammad Salman" userId="cfd6754c-e613-4f6f-bb98-36aef69d8c31" providerId="ADAL" clId="{A303D8AE-F333-4F2D-9191-4386EF108829}" dt="2023-08-24T13:43:00.482" v="9269" actId="14100"/>
        <pc:sldMkLst>
          <pc:docMk/>
          <pc:sldMk cId="1527562116" sldId="351"/>
        </pc:sldMkLst>
        <pc:spChg chg="add mod">
          <ac:chgData name="Mohammad Salman" userId="cfd6754c-e613-4f6f-bb98-36aef69d8c31" providerId="ADAL" clId="{A303D8AE-F333-4F2D-9191-4386EF108829}" dt="2023-08-24T13:41:58.645" v="9241" actId="14100"/>
          <ac:spMkLst>
            <pc:docMk/>
            <pc:sldMk cId="1527562116" sldId="351"/>
            <ac:spMk id="3" creationId="{58780104-C331-1C05-AE59-CAF87EE1DFE1}"/>
          </ac:spMkLst>
        </pc:spChg>
        <pc:spChg chg="add mod">
          <ac:chgData name="Mohammad Salman" userId="cfd6754c-e613-4f6f-bb98-36aef69d8c31" providerId="ADAL" clId="{A303D8AE-F333-4F2D-9191-4386EF108829}" dt="2023-08-24T13:42:30.503" v="9248" actId="14100"/>
          <ac:spMkLst>
            <pc:docMk/>
            <pc:sldMk cId="1527562116" sldId="351"/>
            <ac:spMk id="5" creationId="{D9ED4650-CAEE-36C4-1EE4-1A806EFC316E}"/>
          </ac:spMkLst>
        </pc:spChg>
        <pc:spChg chg="add mod">
          <ac:chgData name="Mohammad Salman" userId="cfd6754c-e613-4f6f-bb98-36aef69d8c31" providerId="ADAL" clId="{A303D8AE-F333-4F2D-9191-4386EF108829}" dt="2023-08-24T13:42:45.507" v="9255" actId="14100"/>
          <ac:spMkLst>
            <pc:docMk/>
            <pc:sldMk cId="1527562116" sldId="351"/>
            <ac:spMk id="8" creationId="{8A5C9643-2F41-61F2-5B74-66567450CAC1}"/>
          </ac:spMkLst>
        </pc:spChg>
        <pc:spChg chg="add mod">
          <ac:chgData name="Mohammad Salman" userId="cfd6754c-e613-4f6f-bb98-36aef69d8c31" providerId="ADAL" clId="{A303D8AE-F333-4F2D-9191-4386EF108829}" dt="2023-08-24T13:43:00.482" v="9269" actId="14100"/>
          <ac:spMkLst>
            <pc:docMk/>
            <pc:sldMk cId="1527562116" sldId="351"/>
            <ac:spMk id="9" creationId="{25FDF8B8-516D-D8C3-E4E0-C89966AD8BDB}"/>
          </ac:spMkLst>
        </pc:spChg>
      </pc:sldChg>
      <pc:sldChg chg="modSp add mod ord">
        <pc:chgData name="Mohammad Salman" userId="cfd6754c-e613-4f6f-bb98-36aef69d8c31" providerId="ADAL" clId="{A303D8AE-F333-4F2D-9191-4386EF108829}" dt="2023-08-24T13:26:44.546" v="8554" actId="20577"/>
        <pc:sldMkLst>
          <pc:docMk/>
          <pc:sldMk cId="2176880769" sldId="352"/>
        </pc:sldMkLst>
        <pc:spChg chg="mod">
          <ac:chgData name="Mohammad Salman" userId="cfd6754c-e613-4f6f-bb98-36aef69d8c31" providerId="ADAL" clId="{A303D8AE-F333-4F2D-9191-4386EF108829}" dt="2023-08-24T13:26:44.546" v="8554" actId="20577"/>
          <ac:spMkLst>
            <pc:docMk/>
            <pc:sldMk cId="2176880769" sldId="352"/>
            <ac:spMk id="3" creationId="{22F49894-98EA-7071-D1E8-FD1EE3345E79}"/>
          </ac:spMkLst>
        </pc:spChg>
      </pc:sldChg>
      <pc:sldChg chg="modSp add mod ord">
        <pc:chgData name="Mohammad Salman" userId="cfd6754c-e613-4f6f-bb98-36aef69d8c31" providerId="ADAL" clId="{A303D8AE-F333-4F2D-9191-4386EF108829}" dt="2023-08-24T13:52:30.672" v="9394" actId="113"/>
        <pc:sldMkLst>
          <pc:docMk/>
          <pc:sldMk cId="668423436" sldId="353"/>
        </pc:sldMkLst>
        <pc:spChg chg="mod">
          <ac:chgData name="Mohammad Salman" userId="cfd6754c-e613-4f6f-bb98-36aef69d8c31" providerId="ADAL" clId="{A303D8AE-F333-4F2D-9191-4386EF108829}" dt="2023-08-24T13:52:30.672" v="9394" actId="113"/>
          <ac:spMkLst>
            <pc:docMk/>
            <pc:sldMk cId="668423436" sldId="353"/>
            <ac:spMk id="3" creationId="{CA63829D-4C94-AB68-CD79-9B42E5F02E7C}"/>
          </ac:spMkLst>
        </pc:spChg>
      </pc:sldChg>
      <pc:sldChg chg="addSp modSp add mod ord modAnim">
        <pc:chgData name="Mohammad Salman" userId="cfd6754c-e613-4f6f-bb98-36aef69d8c31" providerId="ADAL" clId="{A303D8AE-F333-4F2D-9191-4386EF108829}" dt="2023-08-24T13:59:55.874" v="9502"/>
        <pc:sldMkLst>
          <pc:docMk/>
          <pc:sldMk cId="915832431" sldId="354"/>
        </pc:sldMkLst>
        <pc:spChg chg="add mod">
          <ac:chgData name="Mohammad Salman" userId="cfd6754c-e613-4f6f-bb98-36aef69d8c31" providerId="ADAL" clId="{A303D8AE-F333-4F2D-9191-4386EF108829}" dt="2023-08-24T13:53:45.837" v="9401" actId="14100"/>
          <ac:spMkLst>
            <pc:docMk/>
            <pc:sldMk cId="915832431" sldId="354"/>
            <ac:spMk id="5" creationId="{A652264D-50DD-85F7-CAA5-E8F93037C826}"/>
          </ac:spMkLst>
        </pc:spChg>
        <pc:spChg chg="add mod">
          <ac:chgData name="Mohammad Salman" userId="cfd6754c-e613-4f6f-bb98-36aef69d8c31" providerId="ADAL" clId="{A303D8AE-F333-4F2D-9191-4386EF108829}" dt="2023-08-24T13:54:19.248" v="9442" actId="1076"/>
          <ac:spMkLst>
            <pc:docMk/>
            <pc:sldMk cId="915832431" sldId="354"/>
            <ac:spMk id="7" creationId="{1A8DC5BF-5F10-C9CF-2712-B4E0AFBED918}"/>
          </ac:spMkLst>
        </pc:spChg>
        <pc:spChg chg="mod">
          <ac:chgData name="Mohammad Salman" userId="cfd6754c-e613-4f6f-bb98-36aef69d8c31" providerId="ADAL" clId="{A303D8AE-F333-4F2D-9191-4386EF108829}" dt="2023-08-24T13:59:33.608" v="9500" actId="692"/>
          <ac:spMkLst>
            <pc:docMk/>
            <pc:sldMk cId="915832431" sldId="354"/>
            <ac:spMk id="9" creationId="{23116D8C-D14B-28F4-73D0-959156C41EE6}"/>
          </ac:spMkLst>
        </pc:spChg>
        <pc:spChg chg="add mod">
          <ac:chgData name="Mohammad Salman" userId="cfd6754c-e613-4f6f-bb98-36aef69d8c31" providerId="ADAL" clId="{A303D8AE-F333-4F2D-9191-4386EF108829}" dt="2023-08-24T13:58:55.464" v="9495" actId="14100"/>
          <ac:spMkLst>
            <pc:docMk/>
            <pc:sldMk cId="915832431" sldId="354"/>
            <ac:spMk id="13" creationId="{FC8169D4-9E3A-0E9B-6CE5-16E2F0561CCB}"/>
          </ac:spMkLst>
        </pc:spChg>
        <pc:spChg chg="add mod">
          <ac:chgData name="Mohammad Salman" userId="cfd6754c-e613-4f6f-bb98-36aef69d8c31" providerId="ADAL" clId="{A303D8AE-F333-4F2D-9191-4386EF108829}" dt="2023-08-24T13:59:16.346" v="9496" actId="1076"/>
          <ac:spMkLst>
            <pc:docMk/>
            <pc:sldMk cId="915832431" sldId="354"/>
            <ac:spMk id="14" creationId="{C6F7BA60-879B-739A-AEF2-0A7AB94B7D14}"/>
          </ac:spMkLst>
        </pc:spChg>
        <pc:cxnChg chg="add mod">
          <ac:chgData name="Mohammad Salman" userId="cfd6754c-e613-4f6f-bb98-36aef69d8c31" providerId="ADAL" clId="{A303D8AE-F333-4F2D-9191-4386EF108829}" dt="2023-08-24T13:57:58.593" v="9494" actId="14100"/>
          <ac:cxnSpMkLst>
            <pc:docMk/>
            <pc:sldMk cId="915832431" sldId="354"/>
            <ac:cxnSpMk id="11" creationId="{30AFC71A-1ED3-5B97-8E73-D6554122CBB7}"/>
          </ac:cxnSpMkLst>
        </pc:cxnChg>
        <pc:cxnChg chg="add mod">
          <ac:chgData name="Mohammad Salman" userId="cfd6754c-e613-4f6f-bb98-36aef69d8c31" providerId="ADAL" clId="{A303D8AE-F333-4F2D-9191-4386EF108829}" dt="2023-08-24T13:59:22.104" v="9497" actId="14100"/>
          <ac:cxnSpMkLst>
            <pc:docMk/>
            <pc:sldMk cId="915832431" sldId="354"/>
            <ac:cxnSpMk id="15" creationId="{07479061-288E-72B2-4454-D09FB1E52BBD}"/>
          </ac:cxnSpMkLst>
        </pc:cxnChg>
      </pc:sldChg>
      <pc:sldChg chg="modSp add mod ord">
        <pc:chgData name="Mohammad Salman" userId="cfd6754c-e613-4f6f-bb98-36aef69d8c31" providerId="ADAL" clId="{A303D8AE-F333-4F2D-9191-4386EF108829}" dt="2023-08-24T14:01:16.138" v="9516" actId="6549"/>
        <pc:sldMkLst>
          <pc:docMk/>
          <pc:sldMk cId="4254161032" sldId="355"/>
        </pc:sldMkLst>
        <pc:spChg chg="mod">
          <ac:chgData name="Mohammad Salman" userId="cfd6754c-e613-4f6f-bb98-36aef69d8c31" providerId="ADAL" clId="{A303D8AE-F333-4F2D-9191-4386EF108829}" dt="2023-08-24T14:01:16.138" v="9516" actId="6549"/>
          <ac:spMkLst>
            <pc:docMk/>
            <pc:sldMk cId="4254161032" sldId="355"/>
            <ac:spMk id="3" creationId="{0080E655-0531-E068-739A-60D93BA40A65}"/>
          </ac:spMkLst>
        </pc:spChg>
      </pc:sldChg>
      <pc:sldChg chg="add del">
        <pc:chgData name="Mohammad Salman" userId="cfd6754c-e613-4f6f-bb98-36aef69d8c31" providerId="ADAL" clId="{A303D8AE-F333-4F2D-9191-4386EF108829}" dt="2023-08-24T13:16:43.007" v="8473"/>
        <pc:sldMkLst>
          <pc:docMk/>
          <pc:sldMk cId="774193521" sldId="356"/>
        </pc:sldMkLst>
      </pc:sldChg>
      <pc:sldChg chg="modSp new mod">
        <pc:chgData name="Mohammad Salman" userId="cfd6754c-e613-4f6f-bb98-36aef69d8c31" providerId="ADAL" clId="{A303D8AE-F333-4F2D-9191-4386EF108829}" dt="2023-08-25T14:16:11.821" v="15704" actId="20577"/>
        <pc:sldMkLst>
          <pc:docMk/>
          <pc:sldMk cId="3196570521" sldId="356"/>
        </pc:sldMkLst>
        <pc:spChg chg="mod">
          <ac:chgData name="Mohammad Salman" userId="cfd6754c-e613-4f6f-bb98-36aef69d8c31" providerId="ADAL" clId="{A303D8AE-F333-4F2D-9191-4386EF108829}" dt="2023-08-24T13:35:57.124" v="8723"/>
          <ac:spMkLst>
            <pc:docMk/>
            <pc:sldMk cId="3196570521" sldId="356"/>
            <ac:spMk id="2" creationId="{C55B1678-C3AD-8477-759C-CAD825680A7F}"/>
          </ac:spMkLst>
        </pc:spChg>
        <pc:spChg chg="mod">
          <ac:chgData name="Mohammad Salman" userId="cfd6754c-e613-4f6f-bb98-36aef69d8c31" providerId="ADAL" clId="{A303D8AE-F333-4F2D-9191-4386EF108829}" dt="2023-08-25T14:16:11.821" v="15704" actId="20577"/>
          <ac:spMkLst>
            <pc:docMk/>
            <pc:sldMk cId="3196570521" sldId="356"/>
            <ac:spMk id="3" creationId="{7AF9D3A1-B55C-9C61-6E8A-2BCAAEFEC0F2}"/>
          </ac:spMkLst>
        </pc:spChg>
      </pc:sldChg>
      <pc:sldChg chg="delSp modSp add mod delAnim modAnim">
        <pc:chgData name="Mohammad Salman" userId="cfd6754c-e613-4f6f-bb98-36aef69d8c31" providerId="ADAL" clId="{A303D8AE-F333-4F2D-9191-4386EF108829}" dt="2023-08-24T14:06:54.947" v="9677" actId="1076"/>
        <pc:sldMkLst>
          <pc:docMk/>
          <pc:sldMk cId="556461988" sldId="357"/>
        </pc:sldMkLst>
        <pc:spChg chg="del">
          <ac:chgData name="Mohammad Salman" userId="cfd6754c-e613-4f6f-bb98-36aef69d8c31" providerId="ADAL" clId="{A303D8AE-F333-4F2D-9191-4386EF108829}" dt="2023-08-24T14:04:45.028" v="9518" actId="478"/>
          <ac:spMkLst>
            <pc:docMk/>
            <pc:sldMk cId="556461988" sldId="357"/>
            <ac:spMk id="5" creationId="{A652264D-50DD-85F7-CAA5-E8F93037C826}"/>
          </ac:spMkLst>
        </pc:spChg>
        <pc:spChg chg="mod">
          <ac:chgData name="Mohammad Salman" userId="cfd6754c-e613-4f6f-bb98-36aef69d8c31" providerId="ADAL" clId="{A303D8AE-F333-4F2D-9191-4386EF108829}" dt="2023-08-24T14:06:54.947" v="9677" actId="1076"/>
          <ac:spMkLst>
            <pc:docMk/>
            <pc:sldMk cId="556461988" sldId="357"/>
            <ac:spMk id="7" creationId="{1A8DC5BF-5F10-C9CF-2712-B4E0AFBED918}"/>
          </ac:spMkLst>
        </pc:spChg>
        <pc:spChg chg="del">
          <ac:chgData name="Mohammad Salman" userId="cfd6754c-e613-4f6f-bb98-36aef69d8c31" providerId="ADAL" clId="{A303D8AE-F333-4F2D-9191-4386EF108829}" dt="2023-08-24T14:04:45.028" v="9518" actId="478"/>
          <ac:spMkLst>
            <pc:docMk/>
            <pc:sldMk cId="556461988" sldId="357"/>
            <ac:spMk id="13" creationId="{FC8169D4-9E3A-0E9B-6CE5-16E2F0561CCB}"/>
          </ac:spMkLst>
        </pc:spChg>
        <pc:spChg chg="del">
          <ac:chgData name="Mohammad Salman" userId="cfd6754c-e613-4f6f-bb98-36aef69d8c31" providerId="ADAL" clId="{A303D8AE-F333-4F2D-9191-4386EF108829}" dt="2023-08-24T14:04:45.028" v="9518" actId="478"/>
          <ac:spMkLst>
            <pc:docMk/>
            <pc:sldMk cId="556461988" sldId="357"/>
            <ac:spMk id="14" creationId="{C6F7BA60-879B-739A-AEF2-0A7AB94B7D14}"/>
          </ac:spMkLst>
        </pc:spChg>
        <pc:cxnChg chg="del mod">
          <ac:chgData name="Mohammad Salman" userId="cfd6754c-e613-4f6f-bb98-36aef69d8c31" providerId="ADAL" clId="{A303D8AE-F333-4F2D-9191-4386EF108829}" dt="2023-08-24T14:04:47.119" v="9519" actId="478"/>
          <ac:cxnSpMkLst>
            <pc:docMk/>
            <pc:sldMk cId="556461988" sldId="357"/>
            <ac:cxnSpMk id="11" creationId="{30AFC71A-1ED3-5B97-8E73-D6554122CBB7}"/>
          </ac:cxnSpMkLst>
        </pc:cxnChg>
        <pc:cxnChg chg="del mod">
          <ac:chgData name="Mohammad Salman" userId="cfd6754c-e613-4f6f-bb98-36aef69d8c31" providerId="ADAL" clId="{A303D8AE-F333-4F2D-9191-4386EF108829}" dt="2023-08-24T14:04:45.028" v="9518" actId="478"/>
          <ac:cxnSpMkLst>
            <pc:docMk/>
            <pc:sldMk cId="556461988" sldId="357"/>
            <ac:cxnSpMk id="15" creationId="{07479061-288E-72B2-4454-D09FB1E52BBD}"/>
          </ac:cxnSpMkLst>
        </pc:cxnChg>
      </pc:sldChg>
      <pc:sldChg chg="modSp new del mod ord">
        <pc:chgData name="Mohammad Salman" userId="cfd6754c-e613-4f6f-bb98-36aef69d8c31" providerId="ADAL" clId="{A303D8AE-F333-4F2D-9191-4386EF108829}" dt="2023-08-25T10:35:44.596" v="15381" actId="47"/>
        <pc:sldMkLst>
          <pc:docMk/>
          <pc:sldMk cId="1779013894" sldId="358"/>
        </pc:sldMkLst>
        <pc:spChg chg="mod">
          <ac:chgData name="Mohammad Salman" userId="cfd6754c-e613-4f6f-bb98-36aef69d8c31" providerId="ADAL" clId="{A303D8AE-F333-4F2D-9191-4386EF108829}" dt="2023-08-25T06:34:16.130" v="14281" actId="20577"/>
          <ac:spMkLst>
            <pc:docMk/>
            <pc:sldMk cId="1779013894" sldId="358"/>
            <ac:spMk id="2" creationId="{35D332A7-EF83-495D-7E3D-1E66EF589EAB}"/>
          </ac:spMkLst>
        </pc:spChg>
      </pc:sldChg>
      <pc:sldChg chg="modSp add mod setBg">
        <pc:chgData name="Mohammad Salman" userId="cfd6754c-e613-4f6f-bb98-36aef69d8c31" providerId="ADAL" clId="{A303D8AE-F333-4F2D-9191-4386EF108829}" dt="2023-08-25T10:35:28.011" v="15378"/>
        <pc:sldMkLst>
          <pc:docMk/>
          <pc:sldMk cId="2130737706" sldId="359"/>
        </pc:sldMkLst>
        <pc:spChg chg="mod">
          <ac:chgData name="Mohammad Salman" userId="cfd6754c-e613-4f6f-bb98-36aef69d8c31" providerId="ADAL" clId="{A303D8AE-F333-4F2D-9191-4386EF108829}" dt="2023-08-24T14:32:05.825" v="10495" actId="20577"/>
          <ac:spMkLst>
            <pc:docMk/>
            <pc:sldMk cId="2130737706" sldId="359"/>
            <ac:spMk id="2" creationId="{37E42960-A23A-E325-8A57-1FC361B86E2D}"/>
          </ac:spMkLst>
        </pc:spChg>
        <pc:spChg chg="mod">
          <ac:chgData name="Mohammad Salman" userId="cfd6754c-e613-4f6f-bb98-36aef69d8c31" providerId="ADAL" clId="{A303D8AE-F333-4F2D-9191-4386EF108829}" dt="2023-08-24T14:31:59.737" v="10486" actId="27636"/>
          <ac:spMkLst>
            <pc:docMk/>
            <pc:sldMk cId="2130737706" sldId="359"/>
            <ac:spMk id="3" creationId="{36393DCA-0BA8-3049-DC28-34776773F8EB}"/>
          </ac:spMkLst>
        </pc:spChg>
      </pc:sldChg>
      <pc:sldChg chg="add del">
        <pc:chgData name="Mohammad Salman" userId="cfd6754c-e613-4f6f-bb98-36aef69d8c31" providerId="ADAL" clId="{A303D8AE-F333-4F2D-9191-4386EF108829}" dt="2023-08-25T06:21:54.126" v="13281" actId="47"/>
        <pc:sldMkLst>
          <pc:docMk/>
          <pc:sldMk cId="714469806" sldId="360"/>
        </pc:sldMkLst>
      </pc:sldChg>
      <pc:sldChg chg="modSp add del mod">
        <pc:chgData name="Mohammad Salman" userId="cfd6754c-e613-4f6f-bb98-36aef69d8c31" providerId="ADAL" clId="{A303D8AE-F333-4F2D-9191-4386EF108829}" dt="2023-08-24T14:36:40.756" v="10783" actId="47"/>
        <pc:sldMkLst>
          <pc:docMk/>
          <pc:sldMk cId="4234545649" sldId="360"/>
        </pc:sldMkLst>
        <pc:spChg chg="mod">
          <ac:chgData name="Mohammad Salman" userId="cfd6754c-e613-4f6f-bb98-36aef69d8c31" providerId="ADAL" clId="{A303D8AE-F333-4F2D-9191-4386EF108829}" dt="2023-08-24T14:36:21.102" v="10771" actId="21"/>
          <ac:spMkLst>
            <pc:docMk/>
            <pc:sldMk cId="4234545649" sldId="360"/>
            <ac:spMk id="3" creationId="{460DC91F-7B9A-6B74-6BFC-65511981240D}"/>
          </ac:spMkLst>
        </pc:spChg>
      </pc:sldChg>
      <pc:sldChg chg="add del">
        <pc:chgData name="Mohammad Salman" userId="cfd6754c-e613-4f6f-bb98-36aef69d8c31" providerId="ADAL" clId="{A303D8AE-F333-4F2D-9191-4386EF108829}" dt="2023-08-25T04:30:25.695" v="11567" actId="47"/>
        <pc:sldMkLst>
          <pc:docMk/>
          <pc:sldMk cId="928791513" sldId="361"/>
        </pc:sldMkLst>
      </pc:sldChg>
      <pc:sldChg chg="addSp delSp modSp add mod setBg modNotesTx">
        <pc:chgData name="Mohammad Salman" userId="cfd6754c-e613-4f6f-bb98-36aef69d8c31" providerId="ADAL" clId="{A303D8AE-F333-4F2D-9191-4386EF108829}" dt="2023-08-25T10:35:37.882" v="15380"/>
        <pc:sldMkLst>
          <pc:docMk/>
          <pc:sldMk cId="2573539482" sldId="361"/>
        </pc:sldMkLst>
        <pc:spChg chg="del">
          <ac:chgData name="Mohammad Salman" userId="cfd6754c-e613-4f6f-bb98-36aef69d8c31" providerId="ADAL" clId="{A303D8AE-F333-4F2D-9191-4386EF108829}" dt="2023-08-25T04:37:12.567" v="11625" actId="478"/>
          <ac:spMkLst>
            <pc:docMk/>
            <pc:sldMk cId="2573539482" sldId="361"/>
            <ac:spMk id="2" creationId="{955A6E4C-A996-10F1-A1B3-BBF86DA27353}"/>
          </ac:spMkLst>
        </pc:spChg>
        <pc:spChg chg="del">
          <ac:chgData name="Mohammad Salman" userId="cfd6754c-e613-4f6f-bb98-36aef69d8c31" providerId="ADAL" clId="{A303D8AE-F333-4F2D-9191-4386EF108829}" dt="2023-08-25T04:37:12.567" v="11625" actId="478"/>
          <ac:spMkLst>
            <pc:docMk/>
            <pc:sldMk cId="2573539482" sldId="361"/>
            <ac:spMk id="3" creationId="{97AF9C7F-7CD8-97DA-1BEB-5D161D3DD18B}"/>
          </ac:spMkLst>
        </pc:spChg>
        <pc:spChg chg="del">
          <ac:chgData name="Mohammad Salman" userId="cfd6754c-e613-4f6f-bb98-36aef69d8c31" providerId="ADAL" clId="{A303D8AE-F333-4F2D-9191-4386EF108829}" dt="2023-08-25T04:37:12.567" v="11625" actId="478"/>
          <ac:spMkLst>
            <pc:docMk/>
            <pc:sldMk cId="2573539482" sldId="361"/>
            <ac:spMk id="4" creationId="{07123513-FA8C-E6EC-72D5-B9EA15095350}"/>
          </ac:spMkLst>
        </pc:spChg>
        <pc:spChg chg="add del mod">
          <ac:chgData name="Mohammad Salman" userId="cfd6754c-e613-4f6f-bb98-36aef69d8c31" providerId="ADAL" clId="{A303D8AE-F333-4F2D-9191-4386EF108829}" dt="2023-08-25T04:37:15.270" v="11626" actId="478"/>
          <ac:spMkLst>
            <pc:docMk/>
            <pc:sldMk cId="2573539482" sldId="361"/>
            <ac:spMk id="6" creationId="{14BA8BC5-7DDD-526F-6D46-A9B79A520D22}"/>
          </ac:spMkLst>
        </pc:spChg>
        <pc:spChg chg="add del mod">
          <ac:chgData name="Mohammad Salman" userId="cfd6754c-e613-4f6f-bb98-36aef69d8c31" providerId="ADAL" clId="{A303D8AE-F333-4F2D-9191-4386EF108829}" dt="2023-08-25T04:37:15.270" v="11626" actId="478"/>
          <ac:spMkLst>
            <pc:docMk/>
            <pc:sldMk cId="2573539482" sldId="361"/>
            <ac:spMk id="8" creationId="{25EF4220-485F-C6CB-9EEC-03382EFE5339}"/>
          </ac:spMkLst>
        </pc:spChg>
        <pc:spChg chg="add del mod">
          <ac:chgData name="Mohammad Salman" userId="cfd6754c-e613-4f6f-bb98-36aef69d8c31" providerId="ADAL" clId="{A303D8AE-F333-4F2D-9191-4386EF108829}" dt="2023-08-25T04:53:33.354" v="11704" actId="478"/>
          <ac:spMkLst>
            <pc:docMk/>
            <pc:sldMk cId="2573539482" sldId="361"/>
            <ac:spMk id="9" creationId="{A4534D70-A0A6-F7B3-DE06-6AF450E5A2ED}"/>
          </ac:spMkLst>
        </pc:spChg>
        <pc:spChg chg="add mod">
          <ac:chgData name="Mohammad Salman" userId="cfd6754c-e613-4f6f-bb98-36aef69d8c31" providerId="ADAL" clId="{A303D8AE-F333-4F2D-9191-4386EF108829}" dt="2023-08-25T05:01:14.217" v="12017" actId="1076"/>
          <ac:spMkLst>
            <pc:docMk/>
            <pc:sldMk cId="2573539482" sldId="361"/>
            <ac:spMk id="14" creationId="{19720130-F03F-BC1B-CA33-EA65B74275F8}"/>
          </ac:spMkLst>
        </pc:spChg>
        <pc:picChg chg="add del mod">
          <ac:chgData name="Mohammad Salman" userId="cfd6754c-e613-4f6f-bb98-36aef69d8c31" providerId="ADAL" clId="{A303D8AE-F333-4F2D-9191-4386EF108829}" dt="2023-08-25T04:53:33.354" v="11704" actId="478"/>
          <ac:picMkLst>
            <pc:docMk/>
            <pc:sldMk cId="2573539482" sldId="361"/>
            <ac:picMk id="11" creationId="{660422DC-4BD6-43D4-7A71-AFB30F2BB73D}"/>
          </ac:picMkLst>
        </pc:picChg>
        <pc:picChg chg="add mod">
          <ac:chgData name="Mohammad Salman" userId="cfd6754c-e613-4f6f-bb98-36aef69d8c31" providerId="ADAL" clId="{A303D8AE-F333-4F2D-9191-4386EF108829}" dt="2023-08-25T04:53:39.964" v="11706" actId="1076"/>
          <ac:picMkLst>
            <pc:docMk/>
            <pc:sldMk cId="2573539482" sldId="361"/>
            <ac:picMk id="13" creationId="{0B97257C-F165-1244-5895-12FD1393C692}"/>
          </ac:picMkLst>
        </pc:picChg>
      </pc:sldChg>
      <pc:sldChg chg="modSp new mod setBg modNotesTx">
        <pc:chgData name="Mohammad Salman" userId="cfd6754c-e613-4f6f-bb98-36aef69d8c31" providerId="ADAL" clId="{A303D8AE-F333-4F2D-9191-4386EF108829}" dt="2023-08-25T14:23:52.981" v="15832" actId="20577"/>
        <pc:sldMkLst>
          <pc:docMk/>
          <pc:sldMk cId="3543505172" sldId="362"/>
        </pc:sldMkLst>
        <pc:spChg chg="mod">
          <ac:chgData name="Mohammad Salman" userId="cfd6754c-e613-4f6f-bb98-36aef69d8c31" providerId="ADAL" clId="{A303D8AE-F333-4F2D-9191-4386EF108829}" dt="2023-08-25T05:55:58.615" v="12281" actId="20577"/>
          <ac:spMkLst>
            <pc:docMk/>
            <pc:sldMk cId="3543505172" sldId="362"/>
            <ac:spMk id="2" creationId="{78364B27-52AA-7DFB-2C9B-B8F8D72A2862}"/>
          </ac:spMkLst>
        </pc:spChg>
        <pc:spChg chg="mod">
          <ac:chgData name="Mohammad Salman" userId="cfd6754c-e613-4f6f-bb98-36aef69d8c31" providerId="ADAL" clId="{A303D8AE-F333-4F2D-9191-4386EF108829}" dt="2023-08-25T14:23:52.981" v="15832" actId="20577"/>
          <ac:spMkLst>
            <pc:docMk/>
            <pc:sldMk cId="3543505172" sldId="362"/>
            <ac:spMk id="3" creationId="{0B91EF90-701B-D53B-1BA0-80F802D2D77E}"/>
          </ac:spMkLst>
        </pc:spChg>
      </pc:sldChg>
      <pc:sldChg chg="modSp add del mod setBg modNotesTx">
        <pc:chgData name="Mohammad Salman" userId="cfd6754c-e613-4f6f-bb98-36aef69d8c31" providerId="ADAL" clId="{A303D8AE-F333-4F2D-9191-4386EF108829}" dt="2023-08-25T14:23:56.151" v="15834" actId="47"/>
        <pc:sldMkLst>
          <pc:docMk/>
          <pc:sldMk cId="1828800962" sldId="363"/>
        </pc:sldMkLst>
        <pc:spChg chg="mod">
          <ac:chgData name="Mohammad Salman" userId="cfd6754c-e613-4f6f-bb98-36aef69d8c31" providerId="ADAL" clId="{A303D8AE-F333-4F2D-9191-4386EF108829}" dt="2023-08-25T09:38:19.959" v="15004" actId="20577"/>
          <ac:spMkLst>
            <pc:docMk/>
            <pc:sldMk cId="1828800962" sldId="363"/>
            <ac:spMk id="2" creationId="{955A6E4C-A996-10F1-A1B3-BBF86DA27353}"/>
          </ac:spMkLst>
        </pc:spChg>
        <pc:spChg chg="mod">
          <ac:chgData name="Mohammad Salman" userId="cfd6754c-e613-4f6f-bb98-36aef69d8c31" providerId="ADAL" clId="{A303D8AE-F333-4F2D-9191-4386EF108829}" dt="2023-08-25T06:27:04.646" v="13789" actId="2711"/>
          <ac:spMkLst>
            <pc:docMk/>
            <pc:sldMk cId="1828800962" sldId="363"/>
            <ac:spMk id="3" creationId="{97AF9C7F-7CD8-97DA-1BEB-5D161D3DD18B}"/>
          </ac:spMkLst>
        </pc:spChg>
      </pc:sldChg>
      <pc:sldChg chg="modSp new mod ord">
        <pc:chgData name="Mohammad Salman" userId="cfd6754c-e613-4f6f-bb98-36aef69d8c31" providerId="ADAL" clId="{A303D8AE-F333-4F2D-9191-4386EF108829}" dt="2023-08-25T10:21:05.865" v="15222"/>
        <pc:sldMkLst>
          <pc:docMk/>
          <pc:sldMk cId="481647185" sldId="364"/>
        </pc:sldMkLst>
        <pc:spChg chg="mod">
          <ac:chgData name="Mohammad Salman" userId="cfd6754c-e613-4f6f-bb98-36aef69d8c31" providerId="ADAL" clId="{A303D8AE-F333-4F2D-9191-4386EF108829}" dt="2023-08-25T06:28:05.789" v="13830" actId="20577"/>
          <ac:spMkLst>
            <pc:docMk/>
            <pc:sldMk cId="481647185" sldId="364"/>
            <ac:spMk id="2" creationId="{99850541-F79E-FC8F-2276-B3C5A8DB1CA1}"/>
          </ac:spMkLst>
        </pc:spChg>
        <pc:spChg chg="mod">
          <ac:chgData name="Mohammad Salman" userId="cfd6754c-e613-4f6f-bb98-36aef69d8c31" providerId="ADAL" clId="{A303D8AE-F333-4F2D-9191-4386EF108829}" dt="2023-08-25T06:31:18.974" v="14276" actId="27636"/>
          <ac:spMkLst>
            <pc:docMk/>
            <pc:sldMk cId="481647185" sldId="364"/>
            <ac:spMk id="3" creationId="{1EF2524A-EB9A-D6E0-0E85-A3FE9FA635A6}"/>
          </ac:spMkLst>
        </pc:spChg>
      </pc:sldChg>
      <pc:sldChg chg="modSp new mod">
        <pc:chgData name="Mohammad Salman" userId="cfd6754c-e613-4f6f-bb98-36aef69d8c31" providerId="ADAL" clId="{A303D8AE-F333-4F2D-9191-4386EF108829}" dt="2023-08-25T07:11:10.996" v="14613" actId="27636"/>
        <pc:sldMkLst>
          <pc:docMk/>
          <pc:sldMk cId="3900022758" sldId="365"/>
        </pc:sldMkLst>
        <pc:spChg chg="mod">
          <ac:chgData name="Mohammad Salman" userId="cfd6754c-e613-4f6f-bb98-36aef69d8c31" providerId="ADAL" clId="{A303D8AE-F333-4F2D-9191-4386EF108829}" dt="2023-08-25T07:09:34.101" v="14389" actId="20577"/>
          <ac:spMkLst>
            <pc:docMk/>
            <pc:sldMk cId="3900022758" sldId="365"/>
            <ac:spMk id="2" creationId="{AB4A051A-3DA9-10E0-2F70-C0F32B5107BC}"/>
          </ac:spMkLst>
        </pc:spChg>
        <pc:spChg chg="mod">
          <ac:chgData name="Mohammad Salman" userId="cfd6754c-e613-4f6f-bb98-36aef69d8c31" providerId="ADAL" clId="{A303D8AE-F333-4F2D-9191-4386EF108829}" dt="2023-08-25T07:11:10.996" v="14613" actId="27636"/>
          <ac:spMkLst>
            <pc:docMk/>
            <pc:sldMk cId="3900022758" sldId="365"/>
            <ac:spMk id="3" creationId="{7F7F987E-2324-6C1D-AC06-05B659A7794A}"/>
          </ac:spMkLst>
        </pc:spChg>
      </pc:sldChg>
      <pc:sldChg chg="addSp delSp modSp new mod ord setBg modAnim">
        <pc:chgData name="Mohammad Salman" userId="cfd6754c-e613-4f6f-bb98-36aef69d8c31" providerId="ADAL" clId="{A303D8AE-F333-4F2D-9191-4386EF108829}" dt="2023-08-25T14:25:13.761" v="15849" actId="478"/>
        <pc:sldMkLst>
          <pc:docMk/>
          <pc:sldMk cId="3241213194" sldId="366"/>
        </pc:sldMkLst>
        <pc:spChg chg="del">
          <ac:chgData name="Mohammad Salman" userId="cfd6754c-e613-4f6f-bb98-36aef69d8c31" providerId="ADAL" clId="{A303D8AE-F333-4F2D-9191-4386EF108829}" dt="2023-08-25T08:21:58.637" v="14686" actId="478"/>
          <ac:spMkLst>
            <pc:docMk/>
            <pc:sldMk cId="3241213194" sldId="366"/>
            <ac:spMk id="2" creationId="{5B12D006-7248-BBCC-F987-F7CD7DE5690F}"/>
          </ac:spMkLst>
        </pc:spChg>
        <pc:spChg chg="mod">
          <ac:chgData name="Mohammad Salman" userId="cfd6754c-e613-4f6f-bb98-36aef69d8c31" providerId="ADAL" clId="{A303D8AE-F333-4F2D-9191-4386EF108829}" dt="2023-08-25T08:31:59.066" v="14886" actId="1076"/>
          <ac:spMkLst>
            <pc:docMk/>
            <pc:sldMk cId="3241213194" sldId="366"/>
            <ac:spMk id="3" creationId="{A4B7D988-028A-6691-38A6-8839196F6197}"/>
          </ac:spMkLst>
        </pc:spChg>
        <pc:spChg chg="add mod">
          <ac:chgData name="Mohammad Salman" userId="cfd6754c-e613-4f6f-bb98-36aef69d8c31" providerId="ADAL" clId="{A303D8AE-F333-4F2D-9191-4386EF108829}" dt="2023-08-25T09:40:25.470" v="15095" actId="2711"/>
          <ac:spMkLst>
            <pc:docMk/>
            <pc:sldMk cId="3241213194" sldId="366"/>
            <ac:spMk id="4" creationId="{909F106C-417D-3C05-1CEE-7AB1F44C5C4B}"/>
          </ac:spMkLst>
        </pc:spChg>
        <pc:spChg chg="add del mod">
          <ac:chgData name="Mohammad Salman" userId="cfd6754c-e613-4f6f-bb98-36aef69d8c31" providerId="ADAL" clId="{A303D8AE-F333-4F2D-9191-4386EF108829}" dt="2023-08-25T14:25:13.761" v="15849" actId="478"/>
          <ac:spMkLst>
            <pc:docMk/>
            <pc:sldMk cId="3241213194" sldId="366"/>
            <ac:spMk id="5" creationId="{B21F9054-BA63-2F5F-5AD4-280E7D5F0E6B}"/>
          </ac:spMkLst>
        </pc:spChg>
      </pc:sldChg>
      <pc:sldChg chg="modSp new mod">
        <pc:chgData name="Mohammad Salman" userId="cfd6754c-e613-4f6f-bb98-36aef69d8c31" providerId="ADAL" clId="{A303D8AE-F333-4F2D-9191-4386EF108829}" dt="2023-08-25T14:25:24.074" v="15862" actId="20577"/>
        <pc:sldMkLst>
          <pc:docMk/>
          <pc:sldMk cId="1504884853" sldId="367"/>
        </pc:sldMkLst>
        <pc:spChg chg="mod">
          <ac:chgData name="Mohammad Salman" userId="cfd6754c-e613-4f6f-bb98-36aef69d8c31" providerId="ADAL" clId="{A303D8AE-F333-4F2D-9191-4386EF108829}" dt="2023-08-25T08:31:30.181" v="14883" actId="20577"/>
          <ac:spMkLst>
            <pc:docMk/>
            <pc:sldMk cId="1504884853" sldId="367"/>
            <ac:spMk id="2" creationId="{BB9C3FDB-22AD-E449-1B34-1DF2D230BE6D}"/>
          </ac:spMkLst>
        </pc:spChg>
        <pc:spChg chg="mod">
          <ac:chgData name="Mohammad Salman" userId="cfd6754c-e613-4f6f-bb98-36aef69d8c31" providerId="ADAL" clId="{A303D8AE-F333-4F2D-9191-4386EF108829}" dt="2023-08-25T14:25:24.074" v="15862" actId="20577"/>
          <ac:spMkLst>
            <pc:docMk/>
            <pc:sldMk cId="1504884853" sldId="367"/>
            <ac:spMk id="3" creationId="{D65AC31A-B5D2-0990-54FF-418679CDCFBD}"/>
          </ac:spMkLst>
        </pc:spChg>
      </pc:sldChg>
      <pc:sldChg chg="add del">
        <pc:chgData name="Mohammad Salman" userId="cfd6754c-e613-4f6f-bb98-36aef69d8c31" providerId="ADAL" clId="{A303D8AE-F333-4F2D-9191-4386EF108829}" dt="2023-08-25T09:39:23.906" v="15007" actId="47"/>
        <pc:sldMkLst>
          <pc:docMk/>
          <pc:sldMk cId="440226885" sldId="368"/>
        </pc:sldMkLst>
      </pc:sldChg>
    </pc:docChg>
  </pc:docChgLst>
  <pc:docChgLst>
    <pc:chgData name="Mohammad Salman" userId="cfd6754c-e613-4f6f-bb98-36aef69d8c31" providerId="ADAL" clId="{2F8F972B-D878-4EB8-85A3-2AA4903964CC}"/>
    <pc:docChg chg="delSld">
      <pc:chgData name="Mohammad Salman" userId="cfd6754c-e613-4f6f-bb98-36aef69d8c31" providerId="ADAL" clId="{2F8F972B-D878-4EB8-85A3-2AA4903964CC}" dt="2023-08-25T14:27:33.864" v="4" actId="47"/>
      <pc:docMkLst>
        <pc:docMk/>
      </pc:docMkLst>
      <pc:sldChg chg="del">
        <pc:chgData name="Mohammad Salman" userId="cfd6754c-e613-4f6f-bb98-36aef69d8c31" providerId="ADAL" clId="{2F8F972B-D878-4EB8-85A3-2AA4903964CC}" dt="2023-08-25T14:26:51.602" v="0" actId="47"/>
        <pc:sldMkLst>
          <pc:docMk/>
          <pc:sldMk cId="2528992903" sldId="297"/>
        </pc:sldMkLst>
      </pc:sldChg>
      <pc:sldChg chg="del">
        <pc:chgData name="Mohammad Salman" userId="cfd6754c-e613-4f6f-bb98-36aef69d8c31" providerId="ADAL" clId="{2F8F972B-D878-4EB8-85A3-2AA4903964CC}" dt="2023-08-25T14:26:55.446" v="2" actId="47"/>
        <pc:sldMkLst>
          <pc:docMk/>
          <pc:sldMk cId="1750427895" sldId="299"/>
        </pc:sldMkLst>
      </pc:sldChg>
      <pc:sldChg chg="del">
        <pc:chgData name="Mohammad Salman" userId="cfd6754c-e613-4f6f-bb98-36aef69d8c31" providerId="ADAL" clId="{2F8F972B-D878-4EB8-85A3-2AA4903964CC}" dt="2023-08-25T14:27:33.864" v="4" actId="47"/>
        <pc:sldMkLst>
          <pc:docMk/>
          <pc:sldMk cId="223130051" sldId="321"/>
        </pc:sldMkLst>
      </pc:sldChg>
      <pc:sldChg chg="del">
        <pc:chgData name="Mohammad Salman" userId="cfd6754c-e613-4f6f-bb98-36aef69d8c31" providerId="ADAL" clId="{2F8F972B-D878-4EB8-85A3-2AA4903964CC}" dt="2023-08-25T14:27:30.372" v="3" actId="47"/>
        <pc:sldMkLst>
          <pc:docMk/>
          <pc:sldMk cId="3768334557" sldId="330"/>
        </pc:sldMkLst>
      </pc:sldChg>
      <pc:sldChg chg="del">
        <pc:chgData name="Mohammad Salman" userId="cfd6754c-e613-4f6f-bb98-36aef69d8c31" providerId="ADAL" clId="{2F8F972B-D878-4EB8-85A3-2AA4903964CC}" dt="2023-08-25T14:26:53.563" v="1" actId="47"/>
        <pc:sldMkLst>
          <pc:docMk/>
          <pc:sldMk cId="2130737706" sldId="3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B94C7F-16E1-4324-B5FA-BDCC83A37BF2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7541C-A154-46B6-AFAB-80ACB2007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01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Hotel mgmt. system.</a:t>
            </a:r>
          </a:p>
          <a:p>
            <a:r>
              <a:rPr lang="en-US" dirty="0"/>
              <a:t>You think about various functions – </a:t>
            </a:r>
            <a:r>
              <a:rPr lang="en-US" dirty="0" err="1"/>
              <a:t>book_room</a:t>
            </a:r>
            <a:r>
              <a:rPr lang="en-US" dirty="0"/>
              <a:t>(), </a:t>
            </a:r>
            <a:r>
              <a:rPr lang="en-US" dirty="0" err="1"/>
              <a:t>vacate_room</a:t>
            </a:r>
            <a:r>
              <a:rPr lang="en-US" dirty="0"/>
              <a:t>(), </a:t>
            </a:r>
            <a:r>
              <a:rPr lang="en-US" dirty="0" err="1"/>
              <a:t>show_revenue</a:t>
            </a:r>
            <a:r>
              <a:rPr lang="en-US" dirty="0"/>
              <a:t>(), </a:t>
            </a:r>
            <a:r>
              <a:rPr lang="en-US" dirty="0" err="1"/>
              <a:t>all_room_statuses</a:t>
            </a:r>
            <a:r>
              <a:rPr lang="en-US" dirty="0"/>
              <a:t>(), </a:t>
            </a:r>
            <a:r>
              <a:rPr lang="en-US" dirty="0" err="1"/>
              <a:t>is_occupied</a:t>
            </a:r>
            <a:r>
              <a:rPr lang="en-US" dirty="0"/>
              <a:t>(), etc.</a:t>
            </a:r>
          </a:p>
          <a:p>
            <a:r>
              <a:rPr lang="en-US" dirty="0"/>
              <a:t>OOP tells you to identify models/physical objects/distinct concepts…</a:t>
            </a:r>
          </a:p>
          <a:p>
            <a:r>
              <a:rPr lang="en-US" dirty="0"/>
              <a:t>In our example, could be bedrooms, </a:t>
            </a:r>
            <a:r>
              <a:rPr lang="en-US" dirty="0" err="1"/>
              <a:t>hotel_admin</a:t>
            </a:r>
            <a:r>
              <a:rPr lang="en-US" dirty="0"/>
              <a:t>, customers,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7541C-A154-46B6-AFAB-80ACB2007B6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73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Hotel mgmt. system.</a:t>
            </a:r>
          </a:p>
          <a:p>
            <a:r>
              <a:rPr lang="en-US" dirty="0"/>
              <a:t>You think about various functions – </a:t>
            </a:r>
            <a:r>
              <a:rPr lang="en-US" dirty="0" err="1"/>
              <a:t>book_room</a:t>
            </a:r>
            <a:r>
              <a:rPr lang="en-US" dirty="0"/>
              <a:t>(), </a:t>
            </a:r>
            <a:r>
              <a:rPr lang="en-US" dirty="0" err="1"/>
              <a:t>vacate_room</a:t>
            </a:r>
            <a:r>
              <a:rPr lang="en-US" dirty="0"/>
              <a:t>(), </a:t>
            </a:r>
            <a:r>
              <a:rPr lang="en-US" dirty="0" err="1"/>
              <a:t>show_revenue</a:t>
            </a:r>
            <a:r>
              <a:rPr lang="en-US" dirty="0"/>
              <a:t>(), </a:t>
            </a:r>
            <a:r>
              <a:rPr lang="en-US" dirty="0" err="1"/>
              <a:t>all_room_statuses</a:t>
            </a:r>
            <a:r>
              <a:rPr lang="en-US" dirty="0"/>
              <a:t>(), </a:t>
            </a:r>
            <a:r>
              <a:rPr lang="en-US" dirty="0" err="1"/>
              <a:t>is_occupied</a:t>
            </a:r>
            <a:r>
              <a:rPr lang="en-US" dirty="0"/>
              <a:t>(), etc.</a:t>
            </a:r>
          </a:p>
          <a:p>
            <a:r>
              <a:rPr lang="en-US" dirty="0"/>
              <a:t>OOP tells you to identify models/physical objects/distinct concepts…</a:t>
            </a:r>
          </a:p>
          <a:p>
            <a:r>
              <a:rPr lang="en-US" dirty="0"/>
              <a:t>In our example, could be bedrooms, </a:t>
            </a:r>
            <a:r>
              <a:rPr lang="en-US" dirty="0" err="1"/>
              <a:t>hotel_admin</a:t>
            </a:r>
            <a:r>
              <a:rPr lang="en-US" dirty="0"/>
              <a:t>, customers,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7541C-A154-46B6-AFAB-80ACB2007B6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89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Hotel mgmt. system.</a:t>
            </a:r>
          </a:p>
          <a:p>
            <a:r>
              <a:rPr lang="en-US" dirty="0"/>
              <a:t>You think about various functions – </a:t>
            </a:r>
            <a:r>
              <a:rPr lang="en-US" dirty="0" err="1"/>
              <a:t>book_room</a:t>
            </a:r>
            <a:r>
              <a:rPr lang="en-US" dirty="0"/>
              <a:t>(), </a:t>
            </a:r>
            <a:r>
              <a:rPr lang="en-US" dirty="0" err="1"/>
              <a:t>vacate_room</a:t>
            </a:r>
            <a:r>
              <a:rPr lang="en-US" dirty="0"/>
              <a:t>(), </a:t>
            </a:r>
            <a:r>
              <a:rPr lang="en-US" dirty="0" err="1"/>
              <a:t>show_revenue</a:t>
            </a:r>
            <a:r>
              <a:rPr lang="en-US" dirty="0"/>
              <a:t>(), </a:t>
            </a:r>
            <a:r>
              <a:rPr lang="en-US" dirty="0" err="1"/>
              <a:t>all_room_statuses</a:t>
            </a:r>
            <a:r>
              <a:rPr lang="en-US" dirty="0"/>
              <a:t>(), </a:t>
            </a:r>
            <a:r>
              <a:rPr lang="en-US" dirty="0" err="1"/>
              <a:t>is_occupied</a:t>
            </a:r>
            <a:r>
              <a:rPr lang="en-US" dirty="0"/>
              <a:t>(), etc.</a:t>
            </a:r>
          </a:p>
          <a:p>
            <a:r>
              <a:rPr lang="en-US" dirty="0"/>
              <a:t>OOP tells you to identify models/physical objects/distinct concepts…</a:t>
            </a:r>
          </a:p>
          <a:p>
            <a:r>
              <a:rPr lang="en-US" dirty="0"/>
              <a:t>In our example, could be bedrooms, </a:t>
            </a:r>
            <a:r>
              <a:rPr lang="en-US" dirty="0" err="1"/>
              <a:t>hotel_admin</a:t>
            </a:r>
            <a:r>
              <a:rPr lang="en-US" dirty="0"/>
              <a:t>, customers,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7541C-A154-46B6-AFAB-80ACB2007B6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917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7541C-A154-46B6-AFAB-80ACB2007B6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4622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example if you forget to write the main() function, the integer 1 will be returned.</a:t>
            </a:r>
          </a:p>
          <a:p>
            <a:r>
              <a:rPr lang="en-US" dirty="0"/>
              <a:t>Try doing it, and see the output on the terminal.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7541C-A154-46B6-AFAB-80ACB2007B6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723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e.g. Templates also require the use of data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7541C-A154-46B6-AFAB-80ACB2007B6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28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Note:</a:t>
            </a:r>
            <a:r>
              <a:rPr lang="en-US" dirty="0"/>
              <a:t> char can be modified to have a bigger range (exceeding -128 to 127), so that it can account for other ASCII characters.</a:t>
            </a:r>
          </a:p>
          <a:p>
            <a:r>
              <a:rPr lang="en-US" dirty="0"/>
              <a:t>Check Appendix A in your text book (Robert </a:t>
            </a:r>
            <a:r>
              <a:rPr lang="en-US" dirty="0" err="1"/>
              <a:t>Lafore</a:t>
            </a:r>
            <a:r>
              <a:rPr lang="en-US" dirty="0"/>
              <a:t>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7541C-A154-46B6-AFAB-80ACB2007B6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646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46196-DC7D-4D53-BF80-13D0504720C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1526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7541C-A154-46B6-AFAB-80ACB2007B6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0205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7541C-A154-46B6-AFAB-80ACB2007B6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626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7541C-A154-46B6-AFAB-80ACB2007B69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247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Not OK.</a:t>
            </a:r>
          </a:p>
          <a:p>
            <a:r>
              <a:rPr lang="en-US" dirty="0">
                <a:latin typeface="Consolas" panose="020B0609020204030204" pitchFamily="49" charset="0"/>
              </a:rPr>
              <a:t>Use the header file, </a:t>
            </a:r>
            <a:r>
              <a:rPr lang="en-US" b="1" dirty="0" err="1">
                <a:latin typeface="Consolas" panose="020B0609020204030204" pitchFamily="49" charset="0"/>
              </a:rPr>
              <a:t>cmath</a:t>
            </a:r>
            <a:r>
              <a:rPr lang="en-US" dirty="0">
                <a:latin typeface="Consolas" panose="020B0609020204030204" pitchFamily="49" charset="0"/>
              </a:rPr>
              <a:t>, and use the function, </a:t>
            </a:r>
            <a:r>
              <a:rPr lang="en-US" b="1" dirty="0">
                <a:latin typeface="Consolas" panose="020B0609020204030204" pitchFamily="49" charset="0"/>
              </a:rPr>
              <a:t>std::pow()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46196-DC7D-4D53-BF80-13D0504720CD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452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onsolas" panose="020B0609020204030204" pitchFamily="49" charset="0"/>
              </a:rPr>
              <a:t>122-4 	// this is the output.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46196-DC7D-4D53-BF80-13D0504720CD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7083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stream is an abstraction that refers to a flow of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46196-DC7D-4D53-BF80-13D0504720CD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8724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course, using this statement won’t impact you much (maybe in the project you might feel the impact), but the idea is to not make writing this statement a part of your muscle memory. </a:t>
            </a:r>
          </a:p>
          <a:p>
            <a:r>
              <a:rPr lang="en-US" dirty="0"/>
              <a:t>Its usage should be very deliberate and intentional.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7541C-A154-46B6-AFAB-80ACB2007B69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64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scope: visible everywhere</a:t>
            </a:r>
          </a:p>
          <a:p>
            <a:r>
              <a:rPr lang="en-US" dirty="0"/>
              <a:t>Let’s say you import a library; that has a namespace; and that has a function.</a:t>
            </a:r>
          </a:p>
          <a:p>
            <a:r>
              <a:rPr lang="en-US" dirty="0"/>
              <a:t>Now you have another library; that has a namespace; but the function inside has the same name as the function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7541C-A154-46B6-AFAB-80ACB2007B69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8052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will be situations where </a:t>
            </a:r>
            <a:r>
              <a:rPr lang="en-US" b="1" dirty="0"/>
              <a:t>using namespace std</a:t>
            </a:r>
            <a:r>
              <a:rPr lang="en-US" dirty="0"/>
              <a:t> would be useful, but those situations are generally limited. You can later learn those situations and incorporate this in your coding, but for now, try to build a habit of not using this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7541C-A154-46B6-AFAB-80ACB2007B69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999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46196-DC7D-4D53-BF80-13D0504720CD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591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8F47C-4787-366E-14FE-7CCC5AAFC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60BFD5-7D23-BC5F-2F35-F9B2136379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58366-78E8-AE6A-7B7C-CBE3A68E7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5B7B-F9C2-4F0A-B84A-EB1654265EC8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B57DD-D6F6-C273-C8B2-DC78F1473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0A5D7-A5E8-30BE-5B84-628A62E81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06EA8-86AF-490A-A4D3-5DF70E401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634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602FD-6096-B476-62C3-481007D60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C7ADF-1FD8-7AFC-939E-628EA7FB2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72F9F-A40E-D781-2E2F-B617AF241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5B7B-F9C2-4F0A-B84A-EB1654265EC8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69B6B-C553-D2E7-4890-464C340CE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06D4D-669A-80DF-1593-87A14525B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06EA8-86AF-490A-A4D3-5DF70E401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46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FD285-4221-02B5-1312-B1A5C034A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2F471-9E8A-E235-E18B-0146EA55F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F12B-CEB2-80B1-43D6-3DB2BED73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5B7B-F9C2-4F0A-B84A-EB1654265EC8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C9AAA-FCD4-F261-7E04-00AAEC684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91B5D-DD3A-CC55-F216-77B6E4EDC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06EA8-86AF-490A-A4D3-5DF70E401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47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0B5B8-1881-CD12-111D-692BB58AE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A9DFA-C49B-D632-DF3F-CC4CC7BFE1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AC86E-55F0-D667-E61C-DEF879D73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458AD-1651-6541-EE83-4934ED013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5B7B-F9C2-4F0A-B84A-EB1654265EC8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877C0-A330-4393-A995-80E7A7A34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45189-EB35-AC6C-C93E-3032F04F1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06EA8-86AF-490A-A4D3-5DF70E401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323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2737-07FC-B01C-207B-0732BD62D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FB699-8FF3-320F-3DC9-D3D2D0BBB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3EF65C-47DD-399F-6902-E1D04C179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603513-0178-8978-8F4A-E8EBE3AD68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A3F75E-650B-5BB8-989C-41E9DD4C84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1A44B2-C111-F845-7AE1-CC9764724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5B7B-F9C2-4F0A-B84A-EB1654265EC8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681E36-49A4-1922-B34E-3CAAAAD5B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80F071-D898-C08E-5833-031A71D53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06EA8-86AF-490A-A4D3-5DF70E401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42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DF8CD-B5BF-6A92-860D-220D9D15F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9D3927-23B0-4821-E337-37E6633C0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5B7B-F9C2-4F0A-B84A-EB1654265EC8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5C603F-07CA-A684-7EB5-BEEDF2DE0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9CE041-EA31-C6BB-CAD0-BF71EA73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06EA8-86AF-490A-A4D3-5DF70E401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2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9A80DF-42C4-45A8-86C4-EFB584CAB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5B7B-F9C2-4F0A-B84A-EB1654265EC8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A69241-580A-333D-E56C-0315BF0D2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B62DD-BA92-D6E9-8470-C07807AF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06EA8-86AF-490A-A4D3-5DF70E401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95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1EE2B-C277-F21F-E552-81581E5DB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53AD8-7F9A-7827-565A-6C7A8DD0F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AEF899-DDFD-A902-7BB3-F11A40E58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831CC-BD0A-9437-FCFC-F9354B48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5B7B-F9C2-4F0A-B84A-EB1654265EC8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883B7-468E-65A0-631E-87D6FA2B3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CD250-6C6B-39B0-657C-8B06F1BB4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06EA8-86AF-490A-A4D3-5DF70E401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370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EBC84-FD7A-2E59-8BBD-B85DC077C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006946-939C-B068-C8BF-C93AED5C46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E1A3A-7171-1147-615C-79279DFA0F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1B739-72B8-3CEB-7A4D-84F1745E4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5B7B-F9C2-4F0A-B84A-EB1654265EC8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E679A-3752-B05F-2640-4087FB6B3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569F7-40E7-B07B-1266-DB3301D64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06EA8-86AF-490A-A4D3-5DF70E401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140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708AD-52A7-D2DA-7F1B-7410C9114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5E073F-AAAF-3870-5299-351999CA0C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FF67B-0A03-7230-6C16-D00513ED7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5B7B-F9C2-4F0A-B84A-EB1654265EC8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5D6DB-EB06-5289-8A04-A17E9FE27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80D15-7C2D-2510-9AC4-80FE115B5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06EA8-86AF-490A-A4D3-5DF70E401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4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1A192A-A5B8-8B40-48B4-2F4D8C813D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7A0BC9-9AB9-45FD-7CF0-1169EB3FD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ACEF7-746E-BF35-8C3B-115F3BE57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5B7B-F9C2-4F0A-B84A-EB1654265EC8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19A23-8879-A464-D011-EC9471AAE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E4BF0-CFEF-B4F7-E819-F6C80FF7E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06EA8-86AF-490A-A4D3-5DF70E401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811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A0DE86-BB95-60C2-E1AE-CB2D51B1C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314A7-AD27-9D3F-4708-97CB78A46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313A1-EED7-7812-1D5B-3EFD251372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35B7B-F9C2-4F0A-B84A-EB1654265EC8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38398-8FF2-E2E6-B120-B8BA2B6A6B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457B8-63FB-A325-4C19-FB80F8BD92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306EA8-86AF-490A-A4D3-5DF70E401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97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ulms.instructure.com/courses/3244/external_tools/185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arncpp.com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cplusplus.com/" TargetMode="External"/><Relationship Id="rId2" Type="http://schemas.openxmlformats.org/officeDocument/2006/relationships/hyperlink" Target="https://en.cppreference.com/w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learncpp.com/" TargetMode="External"/><Relationship Id="rId4" Type="http://schemas.openxmlformats.org/officeDocument/2006/relationships/hyperlink" Target="https://stackoverflow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E96DA-9480-B1A0-DF25-CFA088D5B7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Object-Oriented Programming and Design Methodologies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FAA754-AF55-4399-DA7F-AE573D801A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58738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Fall Semester 2022</a:t>
            </a:r>
          </a:p>
          <a:p>
            <a:endParaRPr lang="en-US" dirty="0"/>
          </a:p>
          <a:p>
            <a:pPr algn="r"/>
            <a:endParaRPr lang="en-US" sz="1800" i="1" dirty="0"/>
          </a:p>
          <a:p>
            <a:pPr algn="r"/>
            <a:endParaRPr lang="en-US" sz="1800" i="1" dirty="0"/>
          </a:p>
          <a:p>
            <a:pPr algn="l"/>
            <a:r>
              <a:rPr lang="en-US" sz="1800" b="1" i="1" dirty="0"/>
              <a:t>Instructor </a:t>
            </a:r>
            <a:endParaRPr lang="en-US" sz="1800" i="1" dirty="0"/>
          </a:p>
          <a:p>
            <a:pPr algn="l"/>
            <a:r>
              <a:rPr lang="en-US" sz="1800" i="1" dirty="0"/>
              <a:t>Mohammad Salman, Dean’s Fellow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587682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F3526-2017-DC86-4448-635559A02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AFABD-6986-1575-116C-3C7C6CEB1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location has changed from </a:t>
            </a:r>
            <a:r>
              <a:rPr lang="en-US" b="1" dirty="0"/>
              <a:t>Graphics Lab to </a:t>
            </a:r>
            <a:r>
              <a:rPr lang="en-US" b="1" u="sng" dirty="0"/>
              <a:t>Linux Lab</a:t>
            </a:r>
            <a:r>
              <a:rPr lang="en-US" dirty="0"/>
              <a:t>.</a:t>
            </a:r>
          </a:p>
          <a:p>
            <a:r>
              <a:rPr lang="en-US" dirty="0"/>
              <a:t>Some systems have gone for repair – any student who would like to work on their laptops can do so.</a:t>
            </a:r>
          </a:p>
          <a:p>
            <a:r>
              <a:rPr lang="en-US" b="1" dirty="0"/>
              <a:t>Office hours </a:t>
            </a:r>
            <a:r>
              <a:rPr lang="en-US" sz="2000" b="1" i="1" dirty="0">
                <a:solidFill>
                  <a:schemeClr val="accent1"/>
                </a:solidFill>
              </a:rPr>
              <a:t>(unchanged thus far)</a:t>
            </a:r>
            <a:endParaRPr lang="en-US" b="1" i="1" dirty="0">
              <a:solidFill>
                <a:schemeClr val="accent1"/>
              </a:solidFill>
            </a:endParaRPr>
          </a:p>
          <a:p>
            <a:pPr lvl="1"/>
            <a:r>
              <a:rPr lang="en-US" dirty="0"/>
              <a:t>Monday: 5pm to 6pm.</a:t>
            </a:r>
          </a:p>
          <a:p>
            <a:pPr lvl="1"/>
            <a:r>
              <a:rPr lang="en-US" dirty="0"/>
              <a:t>Wednesday: 4pm to 5pm.</a:t>
            </a:r>
          </a:p>
          <a:p>
            <a:r>
              <a:rPr lang="en-US" b="1" dirty="0"/>
              <a:t>Office Location </a:t>
            </a:r>
          </a:p>
          <a:p>
            <a:pPr lvl="1"/>
            <a:r>
              <a:rPr lang="en-US" dirty="0"/>
              <a:t>Faculty Pod E-105, Room 115</a:t>
            </a:r>
          </a:p>
          <a:p>
            <a:r>
              <a:rPr lang="en-US" dirty="0"/>
              <a:t>Attendance is </a:t>
            </a:r>
            <a:r>
              <a:rPr lang="en-US" b="1" dirty="0"/>
              <a:t>manual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6178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AE928EA-FFE0-A84E-E20D-433A8B7C2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 – Software Tools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AC1C088-6B60-E6CC-BA79-7DD5CD53B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 the Setup Guide on Canvas to install the C++ compiler and SDL.</a:t>
            </a:r>
          </a:p>
          <a:p>
            <a:endParaRPr lang="en-US" dirty="0"/>
          </a:p>
          <a:p>
            <a:r>
              <a:rPr lang="en-US" dirty="0"/>
              <a:t>Install VS Code (if not already) or any code editor or IDE.</a:t>
            </a:r>
          </a:p>
          <a:p>
            <a:endParaRPr lang="en-US" dirty="0"/>
          </a:p>
          <a:p>
            <a:r>
              <a:rPr lang="en-US" dirty="0"/>
              <a:t>Reach out in case of problems in installation </a:t>
            </a:r>
            <a:r>
              <a:rPr lang="en-US" b="1" u="sng" dirty="0"/>
              <a:t>within this week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HW1 will be out by the end of this week. </a:t>
            </a:r>
          </a:p>
          <a:p>
            <a:pPr lvl="1"/>
            <a:r>
              <a:rPr lang="en-US" dirty="0"/>
              <a:t>System issues will not be an excuse for late submission.</a:t>
            </a:r>
          </a:p>
          <a:p>
            <a:endParaRPr lang="en-US" dirty="0"/>
          </a:p>
          <a:p>
            <a:r>
              <a:rPr lang="en-US" dirty="0"/>
              <a:t>Ideally, please be done by </a:t>
            </a:r>
            <a:r>
              <a:rPr lang="en-US" u="sng" dirty="0"/>
              <a:t>Friday this week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33EB1-6DB0-8D9E-56F2-5EF341156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550D8-2392-464A-9AA7-C972E618000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466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18272-26AB-5E0D-B33C-C97D2B4AC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Syllabus – Canvas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40425-67A7-98F8-F965-7C75E291E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 takes you to “Course Syllabus” tab on Canvas.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>
                <a:hlinkClick r:id="rId2"/>
              </a:rPr>
              <a:t>https://hulms.instructure.com/courses/3244/external_tools/185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917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E8F61-5FE8-81E5-811E-7B98379C9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C++?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02A07-5683-2053-5E62-38C41E68A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Provides high performance and efficiency.</a:t>
            </a:r>
          </a:p>
          <a:p>
            <a:pPr lvl="1"/>
            <a:r>
              <a:rPr lang="en-US" dirty="0"/>
              <a:t>E.g. robotics applications.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It supports object-oriented programming (but not the only one).</a:t>
            </a:r>
          </a:p>
          <a:p>
            <a:pPr lvl="1"/>
            <a:r>
              <a:rPr lang="en-US" dirty="0"/>
              <a:t>C++ is hybrid language.</a:t>
            </a:r>
          </a:p>
          <a:p>
            <a:endParaRPr lang="en-US" dirty="0"/>
          </a:p>
          <a:p>
            <a:r>
              <a:rPr lang="en-US" dirty="0"/>
              <a:t>Offers a lot of freedom while writing programs.</a:t>
            </a:r>
          </a:p>
          <a:p>
            <a:pPr lvl="1"/>
            <a:r>
              <a:rPr lang="en-US" dirty="0"/>
              <a:t>But that also means that, </a:t>
            </a:r>
            <a:r>
              <a:rPr lang="en-US" i="1" dirty="0"/>
              <a:t>“With great power comes great responsibility”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Learning a second language or more is possibly not as difficult as learning the first one.</a:t>
            </a:r>
          </a:p>
          <a:p>
            <a:pPr lvl="1"/>
            <a:r>
              <a:rPr lang="en-US" dirty="0"/>
              <a:t>Concepts transfer over.</a:t>
            </a:r>
          </a:p>
          <a:p>
            <a:pPr lvl="1"/>
            <a:endParaRPr lang="en-US" dirty="0"/>
          </a:p>
          <a:p>
            <a:r>
              <a:rPr lang="en-US" dirty="0"/>
              <a:t>You’ll develop an appreciation for the nitty-gritty stuff in programming (like memory management).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2A7D0-687D-8117-069E-99AF99963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550D8-2392-464A-9AA7-C972E618000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5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CA2BE-FE0D-036D-63C1-43B5F6F9E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Learn OOP?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AFCBA-E5C0-3B38-FBB9-193736879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Up until now, what we have been doing is </a:t>
            </a:r>
            <a:r>
              <a:rPr lang="en-US" b="1" dirty="0"/>
              <a:t>procedural programming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We think about what </a:t>
            </a:r>
            <a:r>
              <a:rPr lang="en-US" u="sng" dirty="0"/>
              <a:t>procedures or functions will be required</a:t>
            </a:r>
            <a:r>
              <a:rPr lang="en-US" dirty="0"/>
              <a:t>, and what will be the </a:t>
            </a:r>
            <a:r>
              <a:rPr lang="en-US" u="sng" dirty="0"/>
              <a:t>required data</a:t>
            </a:r>
            <a:r>
              <a:rPr lang="en-US" dirty="0"/>
              <a:t> that these procedures will work with.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OOP requires you to think in a </a:t>
            </a:r>
            <a:r>
              <a:rPr lang="en-US" b="1" dirty="0"/>
              <a:t>brand new way</a:t>
            </a:r>
            <a:r>
              <a:rPr lang="en-US" dirty="0"/>
              <a:t>, which could, arguably, be quite intuitive.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173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CA2BE-FE0D-036D-63C1-43B5F6F9E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Learn OOP?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AFCBA-E5C0-3B38-FBB9-193736879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Usually with our programs, we are trying to </a:t>
            </a:r>
            <a:r>
              <a:rPr lang="en-US" b="1" dirty="0"/>
              <a:t>simulate</a:t>
            </a:r>
            <a:r>
              <a:rPr lang="en-US" dirty="0"/>
              <a:t> a real world problem or situation.</a:t>
            </a:r>
          </a:p>
          <a:p>
            <a:endParaRPr lang="en-US" dirty="0"/>
          </a:p>
          <a:p>
            <a:r>
              <a:rPr lang="en-US" dirty="0"/>
              <a:t>So, what if we try to identify the physical objects, models, distinct concepts, etc., and </a:t>
            </a:r>
            <a:r>
              <a:rPr lang="en-US" b="1" dirty="0"/>
              <a:t>represent them programmatically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Each object then will have its own </a:t>
            </a:r>
            <a:r>
              <a:rPr lang="en-US" b="1" dirty="0"/>
              <a:t>behaviors</a:t>
            </a:r>
            <a:r>
              <a:rPr lang="en-US" dirty="0"/>
              <a:t> that need to be modeled, and…</a:t>
            </a:r>
          </a:p>
          <a:p>
            <a:endParaRPr lang="en-US" dirty="0"/>
          </a:p>
          <a:p>
            <a:r>
              <a:rPr lang="en-US" dirty="0"/>
              <a:t>… will have some </a:t>
            </a:r>
            <a:r>
              <a:rPr lang="en-US" b="1" dirty="0"/>
              <a:t>information or data</a:t>
            </a:r>
            <a:r>
              <a:rPr lang="en-US" dirty="0"/>
              <a:t> about its own state.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B420D5-1EFA-5C25-0475-24CB39B7BD6F}"/>
              </a:ext>
            </a:extLst>
          </p:cNvPr>
          <p:cNvSpPr txBox="1"/>
          <p:nvPr/>
        </p:nvSpPr>
        <p:spPr>
          <a:xfrm>
            <a:off x="6753447" y="1157992"/>
            <a:ext cx="510185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i="1" dirty="0">
                <a:solidFill>
                  <a:schemeClr val="accent1"/>
                </a:solidFill>
              </a:rPr>
              <a:t>OOP requires you to think in a </a:t>
            </a:r>
            <a:r>
              <a:rPr lang="en-US" sz="2000" b="1" i="1" dirty="0">
                <a:solidFill>
                  <a:schemeClr val="accent1"/>
                </a:solidFill>
              </a:rPr>
              <a:t>brand new way</a:t>
            </a:r>
            <a:r>
              <a:rPr lang="en-US" sz="2000" i="1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7977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F3A98C4-BEB0-83E2-9267-0F8AD0A9A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83" y="1573659"/>
            <a:ext cx="6928335" cy="37106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C5737C-F32B-F98F-D2DE-731D7E1156C8}"/>
              </a:ext>
            </a:extLst>
          </p:cNvPr>
          <p:cNvSpPr txBox="1"/>
          <p:nvPr/>
        </p:nvSpPr>
        <p:spPr>
          <a:xfrm>
            <a:off x="435582" y="567283"/>
            <a:ext cx="4147051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1" i="1" u="sng" dirty="0"/>
              <a:t>Object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/>
              <a:t>You </a:t>
            </a:r>
            <a:r>
              <a:rPr lang="en-US" sz="2400" b="1" i="1" dirty="0"/>
              <a:t>encapsulate </a:t>
            </a:r>
            <a:r>
              <a:rPr lang="en-US" sz="2400" i="1" dirty="0"/>
              <a:t>data (attributes) and related methods (functions) together in a single entity.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/>
              <a:t>As such, they can be defined and maintained independently of one another (generally speaking).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/>
              <a:t>Generally, easy to reuse objects than functions/procedures.</a:t>
            </a:r>
          </a:p>
        </p:txBody>
      </p:sp>
    </p:spTree>
    <p:extLst>
      <p:ext uri="{BB962C8B-B14F-4D97-AF65-F5344CB8AC3E}">
        <p14:creationId xmlns:p14="http://schemas.microsoft.com/office/powerpoint/2010/main" val="436797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CA2BE-FE0D-036D-63C1-43B5F6F9E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Learn OOP?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AFCBA-E5C0-3B38-FBB9-193736879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OOP is awesome, but isn’t a cure for cancer. </a:t>
            </a:r>
          </a:p>
          <a:p>
            <a:endParaRPr lang="en-US" dirty="0"/>
          </a:p>
          <a:p>
            <a:r>
              <a:rPr lang="en-US" dirty="0"/>
              <a:t>There will be situations where using procedural programming might be suitable, or your only option.</a:t>
            </a:r>
          </a:p>
          <a:p>
            <a:pPr lvl="1"/>
            <a:r>
              <a:rPr lang="en-US" dirty="0"/>
              <a:t>E.g. when you work with a non-object-oriented programming language, e.g. C.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Key takeaway:</a:t>
            </a:r>
            <a:r>
              <a:rPr lang="en-US" dirty="0">
                <a:solidFill>
                  <a:schemeClr val="accent1"/>
                </a:solidFill>
              </a:rPr>
              <a:t> OOP is based on how we see the world around us – i.e. in terms of objects, entities, concepts, etc.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And then trying to represent them programmatically.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014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76B084-FC7C-A3ED-DEFE-D9D6D02FD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15763"/>
            <a:ext cx="9144000" cy="1026474"/>
          </a:xfrm>
        </p:spPr>
        <p:txBody>
          <a:bodyPr>
            <a:normAutofit/>
          </a:bodyPr>
          <a:lstStyle/>
          <a:p>
            <a:r>
              <a:rPr lang="en-US" sz="4800" dirty="0"/>
              <a:t>C++ Program Structure and Syntax</a:t>
            </a:r>
          </a:p>
        </p:txBody>
      </p:sp>
    </p:spTree>
    <p:extLst>
      <p:ext uri="{BB962C8B-B14F-4D97-AF65-F5344CB8AC3E}">
        <p14:creationId xmlns:p14="http://schemas.microsoft.com/office/powerpoint/2010/main" val="2882227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EA88A-400E-FD66-41D6-7642825C0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Basic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F7924-D83A-0A86-FFC6-7C1309DEF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lot of information can be derived from this simple program.</a:t>
            </a:r>
          </a:p>
          <a:p>
            <a:endParaRPr lang="en-US" b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#include &lt;iostream&gt;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int main() 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effectLst/>
                <a:latin typeface="Consolas" panose="020B0609020204030204" pitchFamily="49" charset="0"/>
              </a:rPr>
              <a:t> &lt;&lt; "Hello world!!!" &lt;&lt; std::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return 0;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7FCC9-D725-0DA5-4CDA-B85AB5E84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42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5DE8C-31E6-5764-D18A-7744A47D0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“main”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6C702-550B-4FE6-9D9F-CAFBB486A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Every</a:t>
            </a:r>
            <a:r>
              <a:rPr lang="en-US" dirty="0"/>
              <a:t> C++ program will have a main function.</a:t>
            </a:r>
          </a:p>
          <a:p>
            <a:r>
              <a:rPr lang="en-US" dirty="0"/>
              <a:t>This is the function that is executed first – this is your “main” function.</a:t>
            </a:r>
            <a:endParaRPr lang="en-US" b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#include &lt;iostream&gt;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int main() 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&lt;&lt; "Hello world!!!" &lt;&lt; std::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    return 0;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469D3-F6A8-ECB8-FEA9-EF628B08C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356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637D4-BF38-54CB-0782-A565C5412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“main” Function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F3EE7-7A88-C6D0-6A6A-89A29BFB9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Instead of indents, braces, i.e. { and }, mark the start and end of a function.</a:t>
            </a:r>
          </a:p>
          <a:p>
            <a:r>
              <a:rPr lang="en-US" dirty="0"/>
              <a:t>Data type of the return value of the function is specified. </a:t>
            </a:r>
          </a:p>
          <a:p>
            <a:pPr lvl="1"/>
            <a:r>
              <a:rPr lang="en-US" dirty="0"/>
              <a:t>For </a:t>
            </a:r>
            <a:r>
              <a:rPr lang="en-US" dirty="0">
                <a:latin typeface="Consolas" panose="020B0609020204030204" pitchFamily="49" charset="0"/>
              </a:rPr>
              <a:t>main()</a:t>
            </a:r>
            <a:r>
              <a:rPr lang="en-US" dirty="0"/>
              <a:t>, it will always be </a:t>
            </a:r>
            <a:r>
              <a:rPr lang="en-US" b="0" dirty="0">
                <a:effectLst/>
                <a:latin typeface="Consolas" panose="020B0609020204030204" pitchFamily="49" charset="0"/>
              </a:rPr>
              <a:t>int</a:t>
            </a:r>
            <a:r>
              <a:rPr lang="en-US" dirty="0"/>
              <a:t>.</a:t>
            </a:r>
          </a:p>
          <a:p>
            <a:r>
              <a:rPr lang="en-US" dirty="0"/>
              <a:t>More details on functions in a later lecture.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#include &lt;iostream&gt;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int main() 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&lt;&lt; "Hello world!!!" &lt;&lt; std::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    return 0;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7308C-DF41-C552-45B1-78E6AEDD6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056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A7DC9-CE88-A8C3-8FFF-3367A5A43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“main” Function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BA0B-E8C8-B815-4EFB-897917567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000" b="0" dirty="0">
                <a:effectLst/>
                <a:latin typeface="Consolas" panose="020B0609020204030204" pitchFamily="49" charset="0"/>
              </a:rPr>
              <a:t>return</a:t>
            </a:r>
            <a:r>
              <a:rPr lang="en-US" sz="3000" dirty="0"/>
              <a:t> is part of the function syntax. </a:t>
            </a:r>
          </a:p>
          <a:p>
            <a:pPr lvl="1"/>
            <a:r>
              <a:rPr lang="en-US" sz="2600" dirty="0"/>
              <a:t>The function (</a:t>
            </a:r>
            <a:r>
              <a:rPr lang="en-US" sz="2600" b="0" dirty="0">
                <a:effectLst/>
                <a:latin typeface="Consolas" panose="020B0609020204030204" pitchFamily="49" charset="0"/>
              </a:rPr>
              <a:t>main(),</a:t>
            </a:r>
            <a:r>
              <a:rPr lang="en-US" sz="2600" dirty="0"/>
              <a:t> in this case) returns the value </a:t>
            </a:r>
            <a:r>
              <a:rPr lang="en-US" sz="2600" b="0" dirty="0">
                <a:effectLst/>
                <a:latin typeface="Consolas" panose="020B0609020204030204" pitchFamily="49" charset="0"/>
              </a:rPr>
              <a:t>0</a:t>
            </a:r>
            <a:r>
              <a:rPr lang="en-US" sz="2600" dirty="0"/>
              <a:t> (an </a:t>
            </a:r>
            <a:r>
              <a:rPr lang="en-US" sz="2600" b="0" dirty="0">
                <a:effectLst/>
                <a:latin typeface="Consolas" panose="020B0609020204030204" pitchFamily="49" charset="0"/>
              </a:rPr>
              <a:t>int</a:t>
            </a:r>
            <a:r>
              <a:rPr lang="en-US" sz="2600" dirty="0"/>
              <a:t>) to the function caller (compiler or OS in this case) in case of </a:t>
            </a:r>
            <a:r>
              <a:rPr lang="en-US" sz="2600" u="sng" dirty="0"/>
              <a:t>successful completion</a:t>
            </a:r>
            <a:r>
              <a:rPr lang="en-US" sz="2600" dirty="0"/>
              <a:t>.</a:t>
            </a:r>
          </a:p>
          <a:p>
            <a:pPr lvl="1"/>
            <a:r>
              <a:rPr lang="en-US" sz="2600" dirty="0"/>
              <a:t>If an error is encountered, some other value will be returned.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sz="2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#include &lt;iostream&gt;</a:t>
            </a:r>
            <a:endParaRPr lang="en-US" sz="22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2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2200" b="0" dirty="0">
                <a:effectLst/>
                <a:latin typeface="Consolas" panose="020B0609020204030204" pitchFamily="49" charset="0"/>
              </a:rPr>
              <a:t>int main() </a:t>
            </a:r>
          </a:p>
          <a:p>
            <a:pPr marL="0" indent="0">
              <a:buNone/>
            </a:pPr>
            <a:r>
              <a:rPr lang="en-US" sz="2200" b="0" dirty="0"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22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&lt;&lt; "Hello world!!!" &lt;&lt; </a:t>
            </a:r>
            <a:r>
              <a:rPr lang="en-US" sz="2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22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2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200" b="0" dirty="0">
                <a:effectLst/>
                <a:latin typeface="Consolas" panose="020B0609020204030204" pitchFamily="49" charset="0"/>
              </a:rPr>
              <a:t>    return 0;</a:t>
            </a:r>
          </a:p>
          <a:p>
            <a:pPr marL="0" indent="0">
              <a:buNone/>
            </a:pPr>
            <a:r>
              <a:rPr lang="en-US" sz="2200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24A07-1595-0FF0-A2DA-159D1EDA6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29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D1629-9DAA-7274-F98B-8EB2AED72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“main” Function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E9815-B444-DB25-0BE7-C8CE8E8DF0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As you write bigger programs, </a:t>
            </a:r>
            <a:r>
              <a:rPr lang="en-US" b="0" dirty="0">
                <a:effectLst/>
                <a:latin typeface="Consolas" panose="020B0609020204030204" pitchFamily="49" charset="0"/>
              </a:rPr>
              <a:t>main</a:t>
            </a:r>
            <a:r>
              <a:rPr lang="en-US" dirty="0"/>
              <a:t>’s job is to coordinate the different functions in your program.</a:t>
            </a:r>
          </a:p>
          <a:p>
            <a:endParaRPr lang="en-US" dirty="0"/>
          </a:p>
          <a:p>
            <a:r>
              <a:rPr lang="en-US" dirty="0"/>
              <a:t>Your major tasks will end up getting delegated to functions in objects, or other standalone functions.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3B19C11-4FDD-894B-56CC-3F069F334F9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9800" y="1495217"/>
            <a:ext cx="6078060" cy="458149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40EEC-67C3-7196-FFF0-FF317DCD8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15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866921-6289-65C6-05AA-69DE9EB88A21}"/>
              </a:ext>
            </a:extLst>
          </p:cNvPr>
          <p:cNvSpPr txBox="1"/>
          <p:nvPr/>
        </p:nvSpPr>
        <p:spPr>
          <a:xfrm>
            <a:off x="6756400" y="6176962"/>
            <a:ext cx="436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2.1 from OOP in C++ by Robert </a:t>
            </a:r>
            <a:r>
              <a:rPr lang="en-US" dirty="0" err="1"/>
              <a:t>Lafore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888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36C3B-9C52-813B-5508-161A768A1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6D565-C646-51E1-BBA8-DBDFB1595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Add a semicolon (;) at the end of statements.</a:t>
            </a:r>
          </a:p>
          <a:p>
            <a:r>
              <a:rPr lang="en-US" b="1" u="sng" dirty="0">
                <a:effectLst/>
              </a:rPr>
              <a:t>Note:</a:t>
            </a:r>
            <a:r>
              <a:rPr lang="en-US" b="0" dirty="0">
                <a:effectLst/>
              </a:rPr>
              <a:t> </a:t>
            </a:r>
            <a:r>
              <a:rPr lang="en-US" b="0" dirty="0"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cout</a:t>
            </a:r>
            <a:r>
              <a:rPr lang="en-US" dirty="0"/>
              <a:t> in conjunction with the insertion operator (&lt;&lt;) is used to print content on the screen.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#include &lt;iostream&gt;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int main() </a:t>
            </a:r>
          </a:p>
          <a:p>
            <a:pPr marL="0" indent="0"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effectLst/>
                <a:latin typeface="Consolas" panose="020B0609020204030204" pitchFamily="49" charset="0"/>
              </a:rPr>
              <a:t> &lt;&lt; "Hello world!!!" &lt;&lt; std::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return 0;</a:t>
            </a:r>
          </a:p>
          <a:p>
            <a:pPr marL="0" indent="0"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9ACB6-EB53-DDE1-D331-D8CD14BEE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9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7B3D-1229-91C6-A6D7-9DFD0F44C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Statements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DC53C-713D-6AC9-6C77-9D5C4F1E6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Unlike in Python, you generally don’t have to worry about whitespaces.</a:t>
            </a:r>
          </a:p>
          <a:p>
            <a:endParaRPr lang="en-US" dirty="0"/>
          </a:p>
          <a:p>
            <a:r>
              <a:rPr lang="en-US" dirty="0"/>
              <a:t>But don’t compromise the readability of your code.</a:t>
            </a:r>
          </a:p>
          <a:p>
            <a:endParaRPr lang="en-US" dirty="0"/>
          </a:p>
          <a:p>
            <a:r>
              <a:rPr lang="en-US" dirty="0"/>
              <a:t>There are exceptions to this rule though, for e.g.,</a:t>
            </a:r>
          </a:p>
          <a:p>
            <a:pPr lvl="1"/>
            <a:r>
              <a:rPr lang="en-US" b="0" dirty="0">
                <a:effectLst/>
                <a:latin typeface="Consolas" panose="020B0609020204030204" pitchFamily="49" charset="0"/>
              </a:rPr>
              <a:t>#include &lt;iostream&gt; </a:t>
            </a:r>
            <a:r>
              <a:rPr lang="en-US" dirty="0"/>
              <a:t>should be on </a:t>
            </a:r>
            <a:r>
              <a:rPr lang="en-US" u="sng" dirty="0"/>
              <a:t>one</a:t>
            </a:r>
            <a:r>
              <a:rPr lang="en-US" dirty="0"/>
              <a:t> line.</a:t>
            </a:r>
          </a:p>
          <a:p>
            <a:pPr lvl="1"/>
            <a:r>
              <a:rPr lang="en-US" dirty="0"/>
              <a:t>Etc.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465D5-2EA4-CB9F-395B-EFC2FB33C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511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F5664-18DD-AE05-01C4-D02F8EDD7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5D47E-D817-DE6C-B8E7-2E6ED4033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76467" cy="4351338"/>
          </a:xfrm>
        </p:spPr>
        <p:txBody>
          <a:bodyPr>
            <a:normAutofit/>
          </a:bodyPr>
          <a:lstStyle/>
          <a:p>
            <a:r>
              <a:rPr lang="en-US" dirty="0"/>
              <a:t>A variable is a </a:t>
            </a:r>
            <a:r>
              <a:rPr lang="en-US" b="1" dirty="0"/>
              <a:t>memory address </a:t>
            </a:r>
            <a:r>
              <a:rPr lang="en-US" dirty="0"/>
              <a:t>where data can be stored and changed. </a:t>
            </a:r>
          </a:p>
          <a:p>
            <a:endParaRPr lang="en-US" dirty="0"/>
          </a:p>
          <a:p>
            <a:r>
              <a:rPr lang="en-US" dirty="0"/>
              <a:t>While creating a variable, you </a:t>
            </a:r>
            <a:r>
              <a:rPr lang="en-US" b="1" dirty="0"/>
              <a:t>have </a:t>
            </a:r>
            <a:r>
              <a:rPr lang="en-US" dirty="0"/>
              <a:t>to specify both its </a:t>
            </a:r>
            <a:r>
              <a:rPr lang="en-US" u="sng" dirty="0"/>
              <a:t>name</a:t>
            </a:r>
            <a:r>
              <a:rPr lang="en-US" dirty="0"/>
              <a:t> and its </a:t>
            </a:r>
            <a:r>
              <a:rPr lang="en-US" b="1" u="sng" dirty="0"/>
              <a:t>data type</a:t>
            </a:r>
            <a:r>
              <a:rPr lang="en-US" dirty="0"/>
              <a:t> (</a:t>
            </a:r>
            <a:r>
              <a:rPr lang="en-US" b="1" dirty="0"/>
              <a:t>different from Python</a:t>
            </a:r>
            <a:r>
              <a:rPr lang="en-US" dirty="0"/>
              <a:t>).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int </a:t>
            </a:r>
            <a:r>
              <a:rPr lang="en-US" dirty="0" err="1">
                <a:latin typeface="Consolas" panose="020B0609020204030204" pitchFamily="49" charset="0"/>
              </a:rPr>
              <a:t>var_name</a:t>
            </a:r>
            <a:r>
              <a:rPr lang="en-US" dirty="0">
                <a:latin typeface="Consolas" panose="020B0609020204030204" pitchFamily="49" charset="0"/>
              </a:rPr>
              <a:t>;		// Declaration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(discouraged)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int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var_name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= 3;	// Definition/Initialization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int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var_name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{3};	// Another syntax for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intialization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DE008-3CBD-DEA9-1E52-1293EFC46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7888DD-F7F0-16DC-803F-6B2CE6A0366F}"/>
              </a:ext>
            </a:extLst>
          </p:cNvPr>
          <p:cNvSpPr txBox="1"/>
          <p:nvPr/>
        </p:nvSpPr>
        <p:spPr>
          <a:xfrm>
            <a:off x="7902222" y="520074"/>
            <a:ext cx="3894667" cy="1015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rgbClr val="FF0000"/>
                </a:solidFill>
              </a:rPr>
              <a:t>Discouraged because you don’t know what the value of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var_name</a:t>
            </a:r>
            <a:r>
              <a:rPr lang="en-US" sz="2000" i="1" dirty="0">
                <a:solidFill>
                  <a:srgbClr val="FF0000"/>
                </a:solidFill>
              </a:rPr>
              <a:t>. – may lead to </a:t>
            </a:r>
            <a:r>
              <a:rPr lang="en-US" sz="2000" b="1" i="1" u="sng" dirty="0">
                <a:solidFill>
                  <a:srgbClr val="FF0000"/>
                </a:solidFill>
              </a:rPr>
              <a:t>undefined behavior</a:t>
            </a:r>
            <a:r>
              <a:rPr lang="en-US" sz="2000" i="1" dirty="0">
                <a:solidFill>
                  <a:srgbClr val="FF0000"/>
                </a:solidFill>
              </a:rPr>
              <a:t>.</a:t>
            </a: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3F55954E-CB83-8E0A-65B5-720DA35063EE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10137424" y="1027906"/>
            <a:ext cx="1659465" cy="3803738"/>
          </a:xfrm>
          <a:prstGeom prst="curvedConnector4">
            <a:avLst>
              <a:gd name="adj1" fmla="val -13776"/>
              <a:gd name="adj2" fmla="val 99115"/>
            </a:avLst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764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CF525-02DF-08BA-109C-F5C8F131D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Names (Self Study)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DA566-E499-D084-1CD8-25455B60E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Identifiers</a:t>
            </a:r>
            <a:r>
              <a:rPr lang="en-US" dirty="0"/>
              <a:t> -&gt; Names given to variables and other program features.</a:t>
            </a:r>
          </a:p>
          <a:p>
            <a:pPr lvl="1"/>
            <a:r>
              <a:rPr lang="en-US" dirty="0"/>
              <a:t>Upper-case and lower-case letters,</a:t>
            </a:r>
          </a:p>
          <a:p>
            <a:pPr lvl="1"/>
            <a:r>
              <a:rPr lang="en-US" dirty="0"/>
              <a:t>Numbers,</a:t>
            </a:r>
          </a:p>
          <a:p>
            <a:pPr lvl="1"/>
            <a:r>
              <a:rPr lang="en-US" dirty="0"/>
              <a:t>Underscores, hyphens</a:t>
            </a:r>
          </a:p>
          <a:p>
            <a:pPr lvl="1"/>
            <a:r>
              <a:rPr lang="en-US" dirty="0"/>
              <a:t>First character must be a letter or an underscore</a:t>
            </a:r>
          </a:p>
          <a:p>
            <a:pPr lvl="1"/>
            <a:r>
              <a:rPr lang="en-US" dirty="0"/>
              <a:t>Case-sensitive</a:t>
            </a:r>
          </a:p>
          <a:p>
            <a:r>
              <a:rPr lang="en-US" dirty="0"/>
              <a:t>Cannot use a C++ keyword as an identifier.</a:t>
            </a:r>
          </a:p>
          <a:p>
            <a:pPr lvl="1"/>
            <a:r>
              <a:rPr lang="en-US" dirty="0"/>
              <a:t>if, else, class, int, while, for, …</a:t>
            </a:r>
          </a:p>
          <a:p>
            <a:r>
              <a:rPr lang="en-US" dirty="0"/>
              <a:t>Identifiers should provide some meaning (</a:t>
            </a:r>
            <a:r>
              <a:rPr lang="en-US" dirty="0" err="1">
                <a:latin typeface="Consolas" panose="020B0609020204030204" pitchFamily="49" charset="0"/>
              </a:rPr>
              <a:t>num_students</a:t>
            </a:r>
            <a:r>
              <a:rPr lang="en-US" dirty="0"/>
              <a:t>, instead of </a:t>
            </a:r>
            <a:r>
              <a:rPr lang="en-US" dirty="0">
                <a:latin typeface="Consolas" panose="020B0609020204030204" pitchFamily="49" charset="0"/>
              </a:rPr>
              <a:t>ns</a:t>
            </a:r>
            <a:r>
              <a:rPr lang="en-US" dirty="0"/>
              <a:t>).</a:t>
            </a:r>
          </a:p>
          <a:p>
            <a:r>
              <a:rPr lang="en-US" dirty="0"/>
              <a:t>Be consistent in style (e.g. </a:t>
            </a:r>
            <a:r>
              <a:rPr lang="en-US" dirty="0" err="1"/>
              <a:t>num_</a:t>
            </a:r>
            <a:r>
              <a:rPr lang="en-US" dirty="0" err="1">
                <a:latin typeface="Consolas" panose="020B0609020204030204" pitchFamily="49" charset="0"/>
              </a:rPr>
              <a:t>students</a:t>
            </a:r>
            <a:r>
              <a:rPr lang="en-US" dirty="0"/>
              <a:t>, or </a:t>
            </a:r>
            <a:r>
              <a:rPr lang="en-US" dirty="0" err="1">
                <a:latin typeface="Consolas" panose="020B0609020204030204" pitchFamily="49" charset="0"/>
              </a:rPr>
              <a:t>numStudents</a:t>
            </a:r>
            <a:r>
              <a:rPr lang="en-US" dirty="0"/>
              <a:t>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B8229-C2DA-F28E-1325-1BE44B260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737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80927-19FB-E2B4-A005-FCE1BD3FD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Names (Self Study)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8C3FC-BA2B-6E3A-B2DA-A16B82380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is not important to define variables at the start of your main function.</a:t>
            </a:r>
          </a:p>
          <a:p>
            <a:pPr lvl="1"/>
            <a:r>
              <a:rPr lang="en-US" dirty="0"/>
              <a:t>You can define it somewhere in the middle of the program whenever the need for that variable arises.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However, variables that are used in many places should preferably be at the start.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88A58-936D-E8DB-ABE0-6F2AE7C33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5493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5CAFC-0F88-6BF5-CAA5-2548862D4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78EA9-784C-19C7-DE5A-B3DA803FC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compiler wants you to specify (for the most part) data types wherever this information is required, e.g. initializing variables.</a:t>
            </a:r>
          </a:p>
          <a:p>
            <a:endParaRPr lang="en-US" dirty="0"/>
          </a:p>
          <a:p>
            <a:r>
              <a:rPr lang="en-US" dirty="0"/>
              <a:t>Specifying the data type tells the compiler to </a:t>
            </a:r>
            <a:r>
              <a:rPr lang="en-US" u="sng" dirty="0"/>
              <a:t>allocate enough memory</a:t>
            </a:r>
            <a:r>
              <a:rPr lang="en-US" dirty="0"/>
              <a:t> to hold a value of this data type.</a:t>
            </a:r>
          </a:p>
          <a:p>
            <a:endParaRPr lang="en-US" dirty="0"/>
          </a:p>
          <a:p>
            <a:r>
              <a:rPr lang="en-US" dirty="0"/>
              <a:t>There are actually a lot of data types, but there are </a:t>
            </a:r>
            <a:r>
              <a:rPr lang="en-US" b="1" dirty="0"/>
              <a:t>three basic ones</a:t>
            </a:r>
            <a:r>
              <a:rPr lang="en-US" dirty="0"/>
              <a:t>.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int </a:t>
            </a:r>
            <a:r>
              <a:rPr lang="en-US" sz="2200" i="1" dirty="0"/>
              <a:t>(for integers)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char </a:t>
            </a:r>
            <a:r>
              <a:rPr lang="en-US" sz="2200" i="1" dirty="0"/>
              <a:t>(for single characters and escape sequences, but not strings)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float</a:t>
            </a:r>
            <a:r>
              <a:rPr lang="en-US" dirty="0"/>
              <a:t> and </a:t>
            </a:r>
            <a:r>
              <a:rPr lang="en-US" b="1" dirty="0">
                <a:latin typeface="Consolas" panose="020B0609020204030204" pitchFamily="49" charset="0"/>
              </a:rPr>
              <a:t>double </a:t>
            </a:r>
            <a:r>
              <a:rPr lang="en-US" sz="2200" i="1" dirty="0"/>
              <a:t>(for floating point values)</a:t>
            </a:r>
          </a:p>
          <a:p>
            <a:pPr lvl="1"/>
            <a:r>
              <a:rPr lang="en-US" dirty="0"/>
              <a:t>Others are variations of these three.</a:t>
            </a:r>
          </a:p>
        </p:txBody>
      </p:sp>
    </p:spTree>
    <p:extLst>
      <p:ext uri="{BB962C8B-B14F-4D97-AF65-F5344CB8AC3E}">
        <p14:creationId xmlns:p14="http://schemas.microsoft.com/office/powerpoint/2010/main" val="1747396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78E95-69BB-5EF2-17BC-D426DA9E9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int</a:t>
            </a:r>
            <a:r>
              <a:rPr lang="en-US" dirty="0"/>
              <a:t> Type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ABA911-DFE5-D528-26BF-6232D40484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int</a:t>
                </a:r>
                <a:r>
                  <a:rPr lang="en-US" dirty="0"/>
                  <a:t> </a:t>
                </a:r>
                <a:r>
                  <a:rPr lang="en-US" b="1" dirty="0"/>
                  <a:t>generally</a:t>
                </a:r>
                <a:r>
                  <a:rPr lang="en-US" dirty="0"/>
                  <a:t> occupies 4 bytes (32 bits) of memory.</a:t>
                </a:r>
              </a:p>
              <a:p>
                <a:pPr lvl="1"/>
                <a:r>
                  <a:rPr lang="en-US" dirty="0"/>
                  <a:t>Dependent on your system architecture.</a:t>
                </a:r>
              </a:p>
              <a:p>
                <a:endParaRPr lang="en-US" dirty="0"/>
              </a:p>
              <a:p>
                <a:r>
                  <a:rPr lang="en-US" dirty="0"/>
                  <a:t>You can also use the </a:t>
                </a:r>
                <a:r>
                  <a:rPr lang="en-US" b="1" dirty="0" err="1">
                    <a:latin typeface="Consolas" panose="020B0609020204030204" pitchFamily="49" charset="0"/>
                  </a:rPr>
                  <a:t>sizeof</a:t>
                </a:r>
                <a:r>
                  <a:rPr lang="en-US" b="1" dirty="0">
                    <a:latin typeface="Consolas" panose="020B0609020204030204" pitchFamily="49" charset="0"/>
                  </a:rPr>
                  <a:t>(</a:t>
                </a:r>
                <a:r>
                  <a:rPr lang="en-US" b="1" dirty="0" err="1">
                    <a:latin typeface="Consolas" panose="020B0609020204030204" pitchFamily="49" charset="0"/>
                  </a:rPr>
                  <a:t>variable_name</a:t>
                </a:r>
                <a:r>
                  <a:rPr lang="en-US" b="1" dirty="0">
                    <a:latin typeface="Consolas" panose="020B0609020204030204" pitchFamily="49" charset="0"/>
                  </a:rPr>
                  <a:t> </a:t>
                </a:r>
                <a:r>
                  <a:rPr lang="en-US" dirty="0">
                    <a:latin typeface="Consolas" panose="020B0609020204030204" pitchFamily="49" charset="0"/>
                  </a:rPr>
                  <a:t>or </a:t>
                </a:r>
                <a:r>
                  <a:rPr lang="en-US" b="1" dirty="0" err="1">
                    <a:latin typeface="Consolas" panose="020B0609020204030204" pitchFamily="49" charset="0"/>
                  </a:rPr>
                  <a:t>data_type</a:t>
                </a:r>
                <a:r>
                  <a:rPr lang="en-US" b="1" dirty="0">
                    <a:latin typeface="Consolas" panose="020B0609020204030204" pitchFamily="49" charset="0"/>
                  </a:rPr>
                  <a:t>)</a:t>
                </a:r>
                <a:r>
                  <a:rPr lang="en-US" dirty="0"/>
                  <a:t> function to get the bytes of a data type on your system.</a:t>
                </a:r>
              </a:p>
              <a:p>
                <a:pPr lvl="1"/>
                <a:r>
                  <a:rPr lang="en-US" dirty="0"/>
                  <a:t>Question in the lab as well.</a:t>
                </a:r>
              </a:p>
              <a:p>
                <a:endParaRPr lang="en-US" dirty="0"/>
              </a:p>
              <a:p>
                <a:r>
                  <a:rPr lang="en-US" dirty="0"/>
                  <a:t>Range of values (approx.) supported by </a:t>
                </a:r>
                <a:r>
                  <a:rPr lang="en-US" dirty="0">
                    <a:latin typeface="Consolas" panose="020B0609020204030204" pitchFamily="49" charset="0"/>
                  </a:rPr>
                  <a:t>int</a:t>
                </a:r>
                <a:r>
                  <a:rPr lang="en-US" dirty="0"/>
                  <a:t>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u="sng" smtClean="0">
                        <a:latin typeface="Cambria Math" panose="02040503050406030204" pitchFamily="18" charset="0"/>
                      </a:rPr>
                      <m:t>−2.1×</m:t>
                    </m:r>
                    <m:sSup>
                      <m:sSupPr>
                        <m:ctrlPr>
                          <a:rPr lang="en-US" b="0" i="1" u="sng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sng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u="sng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2.1×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Exact values in the table ahead.</a:t>
                </a:r>
              </a:p>
              <a:p>
                <a:pPr lvl="1"/>
                <a:endParaRPr lang="en-US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ABA911-DFE5-D528-26BF-6232D40484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0097A-A692-885C-8D12-8ADDE25B6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818433-8905-70C6-F5B0-514CB8A436E8}"/>
              </a:ext>
            </a:extLst>
          </p:cNvPr>
          <p:cNvSpPr txBox="1"/>
          <p:nvPr/>
        </p:nvSpPr>
        <p:spPr>
          <a:xfrm>
            <a:off x="7357731" y="612407"/>
            <a:ext cx="3996069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num_students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 = 50;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num_students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 {50};</a:t>
            </a:r>
          </a:p>
        </p:txBody>
      </p:sp>
    </p:spTree>
    <p:extLst>
      <p:ext uri="{BB962C8B-B14F-4D97-AF65-F5344CB8AC3E}">
        <p14:creationId xmlns:p14="http://schemas.microsoft.com/office/powerpoint/2010/main" val="4099388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C68BB-8F48-4952-2926-FF402C34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Integer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95922-C309-E07B-7C1F-1C1A501A2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char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b="1" dirty="0">
                <a:latin typeface="Consolas" panose="020B0609020204030204" pitchFamily="49" charset="0"/>
              </a:rPr>
              <a:t>long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b="1" dirty="0">
                <a:latin typeface="Consolas" panose="020B0609020204030204" pitchFamily="49" charset="0"/>
              </a:rPr>
              <a:t>short</a:t>
            </a:r>
            <a:endParaRPr lang="en-US" dirty="0"/>
          </a:p>
          <a:p>
            <a:endParaRPr lang="en-US" dirty="0"/>
          </a:p>
          <a:p>
            <a:r>
              <a:rPr lang="en-US" dirty="0"/>
              <a:t>Size of </a:t>
            </a:r>
            <a:r>
              <a:rPr lang="en-US" dirty="0">
                <a:latin typeface="Consolas" panose="020B0609020204030204" pitchFamily="49" charset="0"/>
              </a:rPr>
              <a:t>int</a:t>
            </a:r>
            <a:r>
              <a:rPr lang="en-US" dirty="0"/>
              <a:t> is </a:t>
            </a:r>
            <a:r>
              <a:rPr lang="en-US" u="sng" dirty="0"/>
              <a:t>system-dependent</a:t>
            </a:r>
            <a:r>
              <a:rPr lang="en-US" dirty="0"/>
              <a:t>.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long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short</a:t>
            </a:r>
            <a:r>
              <a:rPr lang="en-US" dirty="0"/>
              <a:t> have </a:t>
            </a:r>
            <a:r>
              <a:rPr lang="en-US" u="sng" dirty="0"/>
              <a:t>fixed sizes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>
                <a:latin typeface="Consolas" panose="020B0609020204030204" pitchFamily="49" charset="0"/>
              </a:rPr>
              <a:t>long</a:t>
            </a:r>
            <a:r>
              <a:rPr lang="en-US" dirty="0"/>
              <a:t> occupies 4 bytes; range is same as a 4 byte </a:t>
            </a:r>
            <a:r>
              <a:rPr lang="en-US" dirty="0">
                <a:latin typeface="Consolas" panose="020B0609020204030204" pitchFamily="49" charset="0"/>
              </a:rPr>
              <a:t>int</a:t>
            </a:r>
            <a:r>
              <a:rPr lang="en-US" dirty="0"/>
              <a:t>.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short</a:t>
            </a:r>
            <a:r>
              <a:rPr lang="en-US" dirty="0"/>
              <a:t> occupies 2 bytes; range: </a:t>
            </a:r>
            <a:r>
              <a:rPr lang="en-US" u="sng" dirty="0"/>
              <a:t>–32,768</a:t>
            </a:r>
            <a:r>
              <a:rPr lang="en-US" dirty="0"/>
              <a:t> to </a:t>
            </a:r>
            <a:r>
              <a:rPr lang="en-US" u="sng" dirty="0"/>
              <a:t>32,767</a:t>
            </a:r>
          </a:p>
          <a:p>
            <a:endParaRPr lang="en-US" dirty="0"/>
          </a:p>
          <a:p>
            <a:r>
              <a:rPr lang="en-US" u="sng" dirty="0"/>
              <a:t>Note: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int</a:t>
            </a:r>
            <a:r>
              <a:rPr lang="en-US" dirty="0"/>
              <a:t> accessed faster than </a:t>
            </a:r>
            <a:r>
              <a:rPr lang="en-US" dirty="0">
                <a:latin typeface="Consolas" panose="020B0609020204030204" pitchFamily="49" charset="0"/>
              </a:rPr>
              <a:t>short</a:t>
            </a:r>
            <a:r>
              <a:rPr lang="en-US" dirty="0"/>
              <a:t>. So use </a:t>
            </a:r>
            <a:r>
              <a:rPr lang="en-US" dirty="0">
                <a:latin typeface="Consolas" panose="020B0609020204030204" pitchFamily="49" charset="0"/>
              </a:rPr>
              <a:t>short</a:t>
            </a:r>
            <a:r>
              <a:rPr lang="en-US" dirty="0"/>
              <a:t> if you’re low on space.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48D36-4296-FF7B-1BD5-9016D9933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013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A828E07-FFCF-6F8E-8944-1BAA782CC6DE}"/>
              </a:ext>
            </a:extLst>
          </p:cNvPr>
          <p:cNvGrpSpPr/>
          <p:nvPr/>
        </p:nvGrpSpPr>
        <p:grpSpPr>
          <a:xfrm>
            <a:off x="987778" y="1919035"/>
            <a:ext cx="10216444" cy="4261708"/>
            <a:chOff x="970845" y="716693"/>
            <a:chExt cx="10216444" cy="426170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71B56B-4167-D36A-C4EF-18F56D87C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1579" y="716693"/>
              <a:ext cx="9588842" cy="4261708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1692E7-3DA1-0A4E-76CB-DF244E23158A}"/>
                </a:ext>
              </a:extLst>
            </p:cNvPr>
            <p:cNvSpPr/>
            <p:nvPr/>
          </p:nvSpPr>
          <p:spPr>
            <a:xfrm>
              <a:off x="970845" y="3678004"/>
              <a:ext cx="10216444" cy="552706"/>
            </a:xfrm>
            <a:prstGeom prst="rect">
              <a:avLst/>
            </a:prstGeom>
            <a:noFill/>
            <a:ln w="412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9420742-96E6-144F-7D42-25569D8D14E1}"/>
              </a:ext>
            </a:extLst>
          </p:cNvPr>
          <p:cNvSpPr txBox="1"/>
          <p:nvPr/>
        </p:nvSpPr>
        <p:spPr>
          <a:xfrm>
            <a:off x="7315200" y="292854"/>
            <a:ext cx="38890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In case you want super big integers, go for </a:t>
            </a:r>
            <a:r>
              <a:rPr lang="en-US" sz="2400" b="1" dirty="0">
                <a:solidFill>
                  <a:schemeClr val="accent1"/>
                </a:solidFill>
                <a:latin typeface="Consolas" panose="020B0609020204030204" pitchFamily="49" charset="0"/>
              </a:rPr>
              <a:t>long </a:t>
            </a:r>
            <a:r>
              <a:rPr lang="en-US" sz="2400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long</a:t>
            </a:r>
            <a:r>
              <a:rPr lang="en-US" sz="2400" i="1" dirty="0"/>
              <a:t>. Using </a:t>
            </a:r>
            <a:r>
              <a:rPr lang="en-US" sz="2400" b="1" dirty="0">
                <a:solidFill>
                  <a:schemeClr val="accent1"/>
                </a:solidFill>
                <a:latin typeface="Consolas" panose="020B0609020204030204" pitchFamily="49" charset="0"/>
              </a:rPr>
              <a:t>long </a:t>
            </a:r>
            <a:r>
              <a:rPr lang="en-US" sz="2400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long</a:t>
            </a:r>
            <a:r>
              <a:rPr lang="en-US" sz="2400" b="1" dirty="0">
                <a:solidFill>
                  <a:schemeClr val="accent1"/>
                </a:solidFill>
                <a:latin typeface="Consolas" panose="020B0609020204030204" pitchFamily="49" charset="0"/>
              </a:rPr>
              <a:t> int</a:t>
            </a:r>
            <a:r>
              <a:rPr lang="en-US" sz="2400" b="1" i="1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sz="2400" i="1" dirty="0"/>
              <a:t>also seems to work fine.</a:t>
            </a:r>
          </a:p>
        </p:txBody>
      </p:sp>
    </p:spTree>
    <p:extLst>
      <p:ext uri="{BB962C8B-B14F-4D97-AF65-F5344CB8AC3E}">
        <p14:creationId xmlns:p14="http://schemas.microsoft.com/office/powerpoint/2010/main" val="3067119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07953-83B4-B420-F35F-F8A4DBAC5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char</a:t>
            </a:r>
            <a:r>
              <a:rPr lang="en-US" dirty="0"/>
              <a:t> type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6632A-4787-2D29-B0C3-5DA91A8F7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Stores values in range </a:t>
            </a:r>
            <a:r>
              <a:rPr lang="en-US" u="sng" dirty="0"/>
              <a:t>-128</a:t>
            </a:r>
            <a:r>
              <a:rPr lang="en-US" dirty="0"/>
              <a:t> to </a:t>
            </a:r>
            <a:r>
              <a:rPr lang="en-US" u="sng" dirty="0"/>
              <a:t>127</a:t>
            </a:r>
            <a:r>
              <a:rPr lang="en-US" dirty="0"/>
              <a:t>, generally as </a:t>
            </a:r>
            <a:r>
              <a:rPr lang="en-US" b="1" dirty="0"/>
              <a:t>ASCII characters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Occupies 1 byte (8 bits).</a:t>
            </a:r>
          </a:p>
          <a:p>
            <a:endParaRPr lang="en-US" dirty="0"/>
          </a:p>
          <a:p>
            <a:r>
              <a:rPr lang="en-US" dirty="0"/>
              <a:t>What do you think is the output of the following program?</a:t>
            </a:r>
            <a:endParaRPr lang="en-US" i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b="0" dirty="0">
                <a:effectLst/>
                <a:latin typeface="Consolas" panose="020B0609020204030204" pitchFamily="49" charset="0"/>
              </a:rPr>
              <a:t>#include&lt;iostream&gt;</a:t>
            </a:r>
          </a:p>
          <a:p>
            <a:pPr marL="0" indent="0">
              <a:buNone/>
            </a:pPr>
            <a:r>
              <a:rPr lang="en-US" sz="2400" b="0" dirty="0">
                <a:effectLst/>
                <a:latin typeface="Consolas" panose="020B0609020204030204" pitchFamily="49" charset="0"/>
              </a:rPr>
              <a:t>int main() {</a:t>
            </a:r>
          </a:p>
          <a:p>
            <a:pPr marL="0" indent="0">
              <a:buNone/>
            </a:pPr>
            <a:r>
              <a:rPr lang="en-US" sz="2400" b="0" dirty="0">
                <a:effectLst/>
                <a:latin typeface="Consolas" panose="020B0609020204030204" pitchFamily="49" charset="0"/>
              </a:rPr>
              <a:t>    char f_00 = 123;</a:t>
            </a:r>
          </a:p>
          <a:p>
            <a:pPr marL="0" indent="0">
              <a:buNone/>
            </a:pPr>
            <a:r>
              <a:rPr lang="en-US" sz="2400" b="0" dirty="0">
                <a:effectLst/>
                <a:latin typeface="Consolas" panose="020B0609020204030204" pitchFamily="49" charset="0"/>
              </a:rPr>
              <a:t>    std::</a:t>
            </a:r>
            <a:r>
              <a:rPr lang="en-US" sz="2400" b="0" dirty="0" err="1">
                <a:effectLst/>
                <a:latin typeface="Consolas" panose="020B0609020204030204" pitchFamily="49" charset="0"/>
              </a:rPr>
              <a:t>cout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 &lt;&lt; f_00 &lt;&lt; std::</a:t>
            </a:r>
            <a:r>
              <a:rPr lang="en-US" sz="2400" b="0" dirty="0" err="1">
                <a:effectLst/>
                <a:latin typeface="Consolas" panose="020B0609020204030204" pitchFamily="49" charset="0"/>
              </a:rPr>
              <a:t>endl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; </a:t>
            </a:r>
            <a:r>
              <a:rPr lang="en-US" sz="24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// ASCII equivalent character for 123</a:t>
            </a:r>
          </a:p>
          <a:p>
            <a:pPr marL="0" indent="0">
              <a:buNone/>
            </a:pPr>
            <a:r>
              <a:rPr lang="en-US" sz="2400" b="0" dirty="0">
                <a:effectLst/>
                <a:latin typeface="Consolas" panose="020B0609020204030204" pitchFamily="49" charset="0"/>
              </a:rPr>
              <a:t>    return 0;</a:t>
            </a:r>
          </a:p>
          <a:p>
            <a:pPr marL="0" indent="0">
              <a:buNone/>
            </a:pPr>
            <a:r>
              <a:rPr lang="en-US" sz="2400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A6A8C-482F-187C-EFCA-F8CBC4A0D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71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7983B-5EAD-750A-2969-D8F903052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char</a:t>
            </a:r>
            <a:r>
              <a:rPr lang="en-US" dirty="0"/>
              <a:t> type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84460-2414-4B3F-E5BF-BDB90383B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order to initialize a </a:t>
            </a:r>
            <a:r>
              <a:rPr lang="en-US" dirty="0">
                <a:latin typeface="Consolas" panose="020B0609020204030204" pitchFamily="49" charset="0"/>
              </a:rPr>
              <a:t>char</a:t>
            </a:r>
            <a:r>
              <a:rPr lang="en-US" dirty="0"/>
              <a:t> variable, 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char </a:t>
            </a:r>
            <a:r>
              <a:rPr lang="en-US" dirty="0" err="1">
                <a:latin typeface="Consolas" panose="020B0609020204030204" pitchFamily="49" charset="0"/>
              </a:rPr>
              <a:t>first_alphabet</a:t>
            </a:r>
            <a:r>
              <a:rPr lang="en-US" dirty="0">
                <a:latin typeface="Consolas" panose="020B0609020204030204" pitchFamily="49" charset="0"/>
              </a:rPr>
              <a:t> = ‘a’;</a:t>
            </a:r>
          </a:p>
          <a:p>
            <a:pPr lvl="1"/>
            <a:r>
              <a:rPr lang="en-US" dirty="0"/>
              <a:t>Note the use of </a:t>
            </a:r>
            <a:r>
              <a:rPr lang="en-US" b="1" dirty="0"/>
              <a:t>single quotes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Double quotes are used for writing strings.</a:t>
            </a:r>
          </a:p>
          <a:p>
            <a:endParaRPr lang="en-US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69D59-EEE0-FEB3-F2F2-8E207B5D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D29799-D7F8-B2CC-A246-9D7D893D7DE8}"/>
              </a:ext>
            </a:extLst>
          </p:cNvPr>
          <p:cNvSpPr txBox="1"/>
          <p:nvPr/>
        </p:nvSpPr>
        <p:spPr>
          <a:xfrm>
            <a:off x="7155712" y="2814545"/>
            <a:ext cx="3512288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chemeClr val="accent1"/>
                </a:solidFill>
              </a:rPr>
              <a:t>Please make a note of this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DE2CAA54-1F09-3DEA-51E5-59792306CA9C}"/>
              </a:ext>
            </a:extLst>
          </p:cNvPr>
          <p:cNvSpPr/>
          <p:nvPr/>
        </p:nvSpPr>
        <p:spPr>
          <a:xfrm flipH="1">
            <a:off x="1063255" y="2723743"/>
            <a:ext cx="265814" cy="643270"/>
          </a:xfrm>
          <a:prstGeom prst="rightBrace">
            <a:avLst>
              <a:gd name="adj1" fmla="val 8333"/>
              <a:gd name="adj2" fmla="val 51653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4394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E37C-A87F-01F9-0541-0386BF7D4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Escape 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35989-8F47-5573-2766-189B0789C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‘\n’</a:t>
            </a:r>
            <a:r>
              <a:rPr lang="en-US" dirty="0"/>
              <a:t> , </a:t>
            </a:r>
            <a:r>
              <a:rPr lang="en-US" dirty="0">
                <a:latin typeface="Consolas" panose="020B0609020204030204" pitchFamily="49" charset="0"/>
              </a:rPr>
              <a:t>‘\t’</a:t>
            </a:r>
          </a:p>
          <a:p>
            <a:r>
              <a:rPr lang="en-US" dirty="0"/>
              <a:t>Although these appear to contain two characters, they represent a </a:t>
            </a:r>
            <a:r>
              <a:rPr lang="en-US" b="1" dirty="0"/>
              <a:t>single </a:t>
            </a:r>
            <a:r>
              <a:rPr lang="en-US" b="1" dirty="0">
                <a:latin typeface="Consolas" panose="020B0609020204030204" pitchFamily="49" charset="0"/>
              </a:rPr>
              <a:t>char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backslash causes the succeeding character to be interpreted in a different way.</a:t>
            </a:r>
          </a:p>
          <a:p>
            <a:endParaRPr lang="en-US" dirty="0"/>
          </a:p>
          <a:p>
            <a:r>
              <a:rPr lang="en-US" dirty="0">
                <a:latin typeface="Consolas" panose="020B0609020204030204" pitchFamily="49" charset="0"/>
              </a:rPr>
              <a:t>\n</a:t>
            </a:r>
            <a:r>
              <a:rPr lang="en-US" dirty="0"/>
              <a:t> -&gt; new line.</a:t>
            </a:r>
          </a:p>
          <a:p>
            <a:r>
              <a:rPr lang="en-US" dirty="0">
                <a:latin typeface="Consolas" panose="020B0609020204030204" pitchFamily="49" charset="0"/>
              </a:rPr>
              <a:t>\t</a:t>
            </a:r>
            <a:r>
              <a:rPr lang="en-US" dirty="0"/>
              <a:t> -&gt; tab</a:t>
            </a:r>
          </a:p>
          <a:p>
            <a:r>
              <a:rPr lang="en-US" dirty="0">
                <a:latin typeface="Consolas" panose="020B0609020204030204" pitchFamily="49" charset="0"/>
              </a:rPr>
              <a:t>\\</a:t>
            </a:r>
            <a:r>
              <a:rPr lang="en-US" dirty="0"/>
              <a:t> -&gt; backslash</a:t>
            </a:r>
          </a:p>
          <a:p>
            <a:r>
              <a:rPr lang="en-US" dirty="0">
                <a:latin typeface="Consolas" panose="020B0609020204030204" pitchFamily="49" charset="0"/>
              </a:rPr>
              <a:t>\</a:t>
            </a:r>
            <a:r>
              <a:rPr lang="en-US" dirty="0">
                <a:latin typeface="Consolas" panose="020B06090202040302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”</a:t>
            </a:r>
            <a:r>
              <a:rPr lang="en-US" dirty="0"/>
              <a:t> -&gt; double quotes</a:t>
            </a:r>
          </a:p>
          <a:p>
            <a:r>
              <a:rPr lang="en-US" dirty="0"/>
              <a:t>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1C4E8-BB2D-84ED-B12B-1BA1B603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24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7E270-EE41-7018-2B3A-AC3EDD2EC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on Escape Sequences…</a:t>
            </a:r>
            <a:br>
              <a:rPr lang="en-US" dirty="0"/>
            </a:br>
            <a:r>
              <a:rPr lang="en-US" dirty="0"/>
              <a:t>S</a:t>
            </a:r>
            <a:r>
              <a:rPr lang="en-US" i="1" dirty="0"/>
              <a:t>elf Study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425640A-277E-F435-2253-639F72692E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8428" y="2471235"/>
            <a:ext cx="7695144" cy="191553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E2F8B-4BDD-4B9D-2F9E-D5E8FE2EA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28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0F180A-526E-23EA-34B6-7B4246CEE920}"/>
              </a:ext>
            </a:extLst>
          </p:cNvPr>
          <p:cNvSpPr/>
          <p:nvPr/>
        </p:nvSpPr>
        <p:spPr>
          <a:xfrm>
            <a:off x="2248428" y="3732028"/>
            <a:ext cx="7695144" cy="8293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516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7E270-EE41-7018-2B3A-AC3EDD2EC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on Escape Sequences…</a:t>
            </a:r>
            <a:br>
              <a:rPr lang="en-US" dirty="0"/>
            </a:br>
            <a:r>
              <a:rPr lang="en-US" i="1" dirty="0"/>
              <a:t>Self Study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425640A-277E-F435-2253-639F72692E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8428" y="3151719"/>
            <a:ext cx="7695144" cy="191553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E2F8B-4BDD-4B9D-2F9E-D5E8FE2EA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29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0F180A-526E-23EA-34B6-7B4246CEE920}"/>
              </a:ext>
            </a:extLst>
          </p:cNvPr>
          <p:cNvSpPr/>
          <p:nvPr/>
        </p:nvSpPr>
        <p:spPr>
          <a:xfrm>
            <a:off x="2248428" y="5067249"/>
            <a:ext cx="7695144" cy="1746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CEDECE-3B75-00B5-1264-3EC7B7E019D2}"/>
              </a:ext>
            </a:extLst>
          </p:cNvPr>
          <p:cNvSpPr txBox="1"/>
          <p:nvPr/>
        </p:nvSpPr>
        <p:spPr>
          <a:xfrm>
            <a:off x="684389" y="2146120"/>
            <a:ext cx="10823222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You want to distinguish between the double quote that starts/ends the string, and the double quote that you want to output on the screen.</a:t>
            </a:r>
          </a:p>
        </p:txBody>
      </p:sp>
    </p:spTree>
    <p:extLst>
      <p:ext uri="{BB962C8B-B14F-4D97-AF65-F5344CB8AC3E}">
        <p14:creationId xmlns:p14="http://schemas.microsoft.com/office/powerpoint/2010/main" val="1956753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E37C-A87F-01F9-0541-0386BF7D4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Escape 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35989-8F47-5573-2766-189B0789C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 2.1 in your textbook (Robert </a:t>
            </a:r>
            <a:r>
              <a:rPr lang="en-US" dirty="0" err="1"/>
              <a:t>Lafore</a:t>
            </a:r>
            <a:r>
              <a:rPr lang="en-US" dirty="0"/>
              <a:t>) for more examples.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1C4E8-BB2D-84ED-B12B-1BA1B603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30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F91183-F9E2-AB4C-B7D2-063E2BA18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418" y="2701227"/>
            <a:ext cx="3911523" cy="17578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315838-4B7F-9B8F-B398-CB5A1ED28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289" y="2701227"/>
            <a:ext cx="4557293" cy="297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743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1AEB2-241E-7ADF-0544-F1C65A22D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Storing Floating Point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40AE8-F04C-8942-A2BD-F54151478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Types </a:t>
            </a:r>
            <a:r>
              <a:rPr lang="en-US" dirty="0">
                <a:latin typeface="Consolas" panose="020B0609020204030204" pitchFamily="49" charset="0"/>
              </a:rPr>
              <a:t>int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long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short</a:t>
            </a:r>
            <a:r>
              <a:rPr lang="en-US" dirty="0"/>
              <a:t>, and even </a:t>
            </a:r>
            <a:r>
              <a:rPr lang="en-US" dirty="0">
                <a:latin typeface="Consolas" panose="020B0609020204030204" pitchFamily="49" charset="0"/>
              </a:rPr>
              <a:t>char</a:t>
            </a:r>
            <a:r>
              <a:rPr lang="en-US" dirty="0"/>
              <a:t>, were all representations of integers.</a:t>
            </a:r>
          </a:p>
          <a:p>
            <a:endParaRPr lang="en-US" dirty="0"/>
          </a:p>
          <a:p>
            <a:r>
              <a:rPr lang="en-US" dirty="0"/>
              <a:t>Floating point numbers are decimal values –  e.g. 3.142.</a:t>
            </a:r>
          </a:p>
          <a:p>
            <a:endParaRPr lang="en-US" dirty="0"/>
          </a:p>
          <a:p>
            <a:r>
              <a:rPr lang="en-US" dirty="0"/>
              <a:t>Three data types for </a:t>
            </a:r>
            <a:r>
              <a:rPr lang="en-US" b="1" dirty="0"/>
              <a:t>real numbers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float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double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long double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95731-95D2-0BE3-ECB3-E4779DDAC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7098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D5A5F-1225-052E-9FA6-DCD5E2B0D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float</a:t>
            </a:r>
            <a:r>
              <a:rPr lang="en-US" dirty="0"/>
              <a:t> type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468E6-6F05-D24A-4985-DE221C246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Also takes up </a:t>
            </a:r>
            <a:r>
              <a:rPr lang="en-US" b="1" dirty="0"/>
              <a:t>4 bytes</a:t>
            </a:r>
            <a:r>
              <a:rPr lang="en-US" dirty="0"/>
              <a:t> like </a:t>
            </a:r>
            <a:r>
              <a:rPr lang="en-US" b="1" dirty="0">
                <a:latin typeface="Consolas" panose="020B0609020204030204" pitchFamily="49" charset="0"/>
              </a:rPr>
              <a:t>int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Range is roughly between </a:t>
            </a:r>
            <a:r>
              <a:rPr lang="en-US" u="sng" dirty="0"/>
              <a:t>3.4E–38</a:t>
            </a:r>
            <a:r>
              <a:rPr lang="en-US" dirty="0"/>
              <a:t> to </a:t>
            </a:r>
            <a:r>
              <a:rPr lang="en-US" u="sng" dirty="0"/>
              <a:t>3.4E38</a:t>
            </a:r>
            <a:r>
              <a:rPr lang="en-US" dirty="0"/>
              <a:t>. </a:t>
            </a:r>
          </a:p>
          <a:p>
            <a:r>
              <a:rPr lang="en-US" dirty="0"/>
              <a:t>Precision is 7 digits.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float </a:t>
            </a:r>
            <a:r>
              <a:rPr lang="en-US" dirty="0" err="1">
                <a:latin typeface="Consolas" panose="020B0609020204030204" pitchFamily="49" charset="0"/>
              </a:rPr>
              <a:t>pi_value</a:t>
            </a:r>
            <a:r>
              <a:rPr lang="en-US" dirty="0">
                <a:latin typeface="Consolas" panose="020B0609020204030204" pitchFamily="49" charset="0"/>
              </a:rPr>
              <a:t> {3.14159</a:t>
            </a:r>
            <a:r>
              <a:rPr lang="en-US" b="1" dirty="0">
                <a:latin typeface="Consolas" panose="020B0609020204030204" pitchFamily="49" charset="0"/>
              </a:rPr>
              <a:t>f</a:t>
            </a:r>
            <a:r>
              <a:rPr lang="en-US" dirty="0">
                <a:latin typeface="Consolas" panose="020B0609020204030204" pitchFamily="49" charset="0"/>
              </a:rPr>
              <a:t>};		// OK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float </a:t>
            </a:r>
            <a:r>
              <a:rPr lang="en-US" dirty="0" err="1">
                <a:latin typeface="Consolas" panose="020B0609020204030204" pitchFamily="49" charset="0"/>
              </a:rPr>
              <a:t>light_speed</a:t>
            </a:r>
            <a:r>
              <a:rPr lang="en-US" dirty="0">
                <a:latin typeface="Consolas" panose="020B0609020204030204" pitchFamily="49" charset="0"/>
              </a:rPr>
              <a:t> = 2.99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E</a:t>
            </a:r>
            <a:r>
              <a:rPr lang="en-US" dirty="0">
                <a:latin typeface="Consolas" panose="020B0609020204030204" pitchFamily="49" charset="0"/>
              </a:rPr>
              <a:t>8</a:t>
            </a:r>
            <a:r>
              <a:rPr lang="en-US" b="1" dirty="0">
                <a:latin typeface="Consolas" panose="020B0609020204030204" pitchFamily="49" charset="0"/>
              </a:rPr>
              <a:t>f</a:t>
            </a:r>
            <a:r>
              <a:rPr lang="en-US" dirty="0">
                <a:latin typeface="Consolas" panose="020B0609020204030204" pitchFamily="49" charset="0"/>
              </a:rPr>
              <a:t>;	//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Exponentials</a:t>
            </a:r>
            <a:r>
              <a:rPr lang="en-US" dirty="0">
                <a:latin typeface="Consolas" panose="020B0609020204030204" pitchFamily="49" charset="0"/>
              </a:rPr>
              <a:t> - OK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float </a:t>
            </a:r>
            <a:r>
              <a:rPr lang="en-US" dirty="0" err="1">
                <a:latin typeface="Consolas" panose="020B0609020204030204" pitchFamily="49" charset="0"/>
              </a:rPr>
              <a:t>absolute_zero</a:t>
            </a:r>
            <a:r>
              <a:rPr lang="en-US" dirty="0">
                <a:latin typeface="Consolas" panose="020B0609020204030204" pitchFamily="49" charset="0"/>
              </a:rPr>
              <a:t> = -273.15</a:t>
            </a:r>
            <a:r>
              <a:rPr lang="en-US" b="1" dirty="0">
                <a:latin typeface="Consolas" panose="020B0609020204030204" pitchFamily="49" charset="0"/>
              </a:rPr>
              <a:t>f</a:t>
            </a:r>
            <a:r>
              <a:rPr lang="en-US" dirty="0">
                <a:latin typeface="Consolas" panose="020B0609020204030204" pitchFamily="49" charset="0"/>
              </a:rPr>
              <a:t>	// OK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float </a:t>
            </a:r>
            <a:r>
              <a:rPr lang="en-US" dirty="0" err="1">
                <a:latin typeface="Consolas" panose="020B0609020204030204" pitchFamily="49" charset="0"/>
              </a:rPr>
              <a:t>some_num</a:t>
            </a:r>
            <a:r>
              <a:rPr lang="en-US" dirty="0">
                <a:latin typeface="Consolas" panose="020B0609020204030204" pitchFamily="49" charset="0"/>
              </a:rPr>
              <a:t> = -34f;		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// NOT OK</a:t>
            </a:r>
          </a:p>
          <a:p>
            <a:pPr lvl="1"/>
            <a:r>
              <a:rPr lang="en-US" dirty="0"/>
              <a:t>For this example, you need to specify </a:t>
            </a:r>
            <a:r>
              <a:rPr lang="en-US" b="1" dirty="0"/>
              <a:t>-34.0F </a:t>
            </a:r>
            <a:r>
              <a:rPr lang="en-US" dirty="0"/>
              <a:t>in order for it to count as a float value.</a:t>
            </a:r>
          </a:p>
          <a:p>
            <a:pPr lvl="1"/>
            <a:r>
              <a:rPr lang="en-US" dirty="0"/>
              <a:t>Also check in your systems</a:t>
            </a:r>
            <a:r>
              <a:rPr lang="en-US" dirty="0">
                <a:latin typeface="Consolas" panose="020B0609020204030204" pitchFamily="49" charset="0"/>
              </a:rPr>
              <a:t>.</a:t>
            </a:r>
          </a:p>
          <a:p>
            <a:pPr lvl="1"/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CA6B1-6D32-EE55-F6AB-445C1FC13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32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3655D6-8E4F-2763-3938-EFA5E1FAFF89}"/>
              </a:ext>
            </a:extLst>
          </p:cNvPr>
          <p:cNvSpPr txBox="1"/>
          <p:nvPr/>
        </p:nvSpPr>
        <p:spPr>
          <a:xfrm>
            <a:off x="7811912" y="2890083"/>
            <a:ext cx="409786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accent1"/>
                </a:solidFill>
              </a:rPr>
              <a:t>Both capital </a:t>
            </a:r>
            <a:r>
              <a:rPr lang="en-US" sz="2000" b="1" i="1" dirty="0">
                <a:solidFill>
                  <a:schemeClr val="accent1"/>
                </a:solidFill>
              </a:rPr>
              <a:t>F</a:t>
            </a:r>
            <a:r>
              <a:rPr lang="en-US" sz="2000" i="1" dirty="0">
                <a:solidFill>
                  <a:schemeClr val="accent1"/>
                </a:solidFill>
              </a:rPr>
              <a:t>, and lowercase </a:t>
            </a:r>
            <a:r>
              <a:rPr lang="en-US" sz="2000" b="1" i="1" dirty="0">
                <a:solidFill>
                  <a:schemeClr val="accent1"/>
                </a:solidFill>
              </a:rPr>
              <a:t>f</a:t>
            </a:r>
            <a:r>
              <a:rPr lang="en-US" sz="2000" i="1" dirty="0">
                <a:solidFill>
                  <a:schemeClr val="accent1"/>
                </a:solidFill>
              </a:rPr>
              <a:t> work.</a:t>
            </a:r>
          </a:p>
        </p:txBody>
      </p:sp>
    </p:spTree>
    <p:extLst>
      <p:ext uri="{BB962C8B-B14F-4D97-AF65-F5344CB8AC3E}">
        <p14:creationId xmlns:p14="http://schemas.microsoft.com/office/powerpoint/2010/main" val="6368711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17190-F780-8B59-E298-4BD350BB8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double 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and</a:t>
            </a:r>
            <a:r>
              <a:rPr lang="en-US" dirty="0">
                <a:latin typeface="Consolas" panose="020B0609020204030204" pitchFamily="49" charset="0"/>
              </a:rPr>
              <a:t> long double </a:t>
            </a:r>
            <a:r>
              <a:rPr lang="en-US" dirty="0"/>
              <a:t>types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19785-B864-F316-4D45-98E099070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Similar to </a:t>
            </a:r>
            <a:r>
              <a:rPr lang="en-US" dirty="0">
                <a:latin typeface="Consolas" panose="020B0609020204030204" pitchFamily="49" charset="0"/>
              </a:rPr>
              <a:t>float</a:t>
            </a:r>
            <a:r>
              <a:rPr lang="en-US" dirty="0"/>
              <a:t>, except the storage, range and precision is higher.</a:t>
            </a:r>
          </a:p>
          <a:p>
            <a:endParaRPr lang="en-US" dirty="0"/>
          </a:p>
          <a:p>
            <a:r>
              <a:rPr lang="en-US" dirty="0"/>
              <a:t>Type </a:t>
            </a:r>
            <a:r>
              <a:rPr lang="en-US" dirty="0">
                <a:latin typeface="Consolas" panose="020B0609020204030204" pitchFamily="49" charset="0"/>
              </a:rPr>
              <a:t>double</a:t>
            </a:r>
          </a:p>
          <a:p>
            <a:pPr lvl="1"/>
            <a:r>
              <a:rPr lang="en-US" dirty="0"/>
              <a:t>Size: 8 bytes</a:t>
            </a:r>
          </a:p>
          <a:p>
            <a:pPr lvl="1"/>
            <a:r>
              <a:rPr lang="en-US" dirty="0"/>
              <a:t>Range: 1.7E–308 to 1.7E308</a:t>
            </a:r>
          </a:p>
          <a:p>
            <a:pPr lvl="1"/>
            <a:r>
              <a:rPr lang="en-US" dirty="0"/>
              <a:t>Precision: 15 digits</a:t>
            </a:r>
          </a:p>
          <a:p>
            <a:pPr lvl="1"/>
            <a:endParaRPr lang="en-US" dirty="0"/>
          </a:p>
          <a:p>
            <a:r>
              <a:rPr lang="en-US" dirty="0"/>
              <a:t>Type </a:t>
            </a:r>
            <a:r>
              <a:rPr lang="en-US" dirty="0">
                <a:latin typeface="Consolas" panose="020B0609020204030204" pitchFamily="49" charset="0"/>
              </a:rPr>
              <a:t>long double</a:t>
            </a:r>
          </a:p>
          <a:p>
            <a:pPr lvl="1"/>
            <a:r>
              <a:rPr lang="en-US" dirty="0"/>
              <a:t>Generally it is the same as double, but is compiler-dependent.</a:t>
            </a:r>
          </a:p>
          <a:p>
            <a:pPr lvl="1"/>
            <a:r>
              <a:rPr lang="en-US" dirty="0"/>
              <a:t>On my system, they are different.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101AE-8E87-F774-5B92-77C73289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8615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F022C9F-1CD0-D298-8CE5-1F165AC61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22" y="1985247"/>
            <a:ext cx="10752355" cy="11304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574740-C85F-4F93-C50A-F7C607F41D0C}"/>
              </a:ext>
            </a:extLst>
          </p:cNvPr>
          <p:cNvSpPr txBox="1"/>
          <p:nvPr/>
        </p:nvSpPr>
        <p:spPr>
          <a:xfrm>
            <a:off x="6841067" y="3429000"/>
            <a:ext cx="4097866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accent1"/>
                </a:solidFill>
              </a:rPr>
              <a:t>Used from one of the lectures on </a:t>
            </a:r>
            <a:r>
              <a:rPr lang="en-US" sz="2000" i="1" dirty="0">
                <a:solidFill>
                  <a:schemeClr val="accent1"/>
                </a:solidFill>
                <a:hlinkClick r:id="rId3"/>
              </a:rPr>
              <a:t>https://www.learncpp.com/</a:t>
            </a:r>
            <a:endParaRPr lang="en-US" sz="2000" i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1289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01296-2C63-5A3C-4B62-F49F85693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for floating point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989D2-DCC7-02AD-DB5E-2F9BB86EE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general,</a:t>
            </a:r>
            <a:r>
              <a:rPr lang="en-US" b="1" dirty="0"/>
              <a:t> avoid doing a comparison </a:t>
            </a:r>
            <a:r>
              <a:rPr lang="en-US" dirty="0"/>
              <a:t>between two floating point numbers/variables if you can.</a:t>
            </a:r>
          </a:p>
          <a:p>
            <a:pPr lvl="1"/>
            <a:r>
              <a:rPr lang="en-US" dirty="0"/>
              <a:t>Especially if the values are very close together.</a:t>
            </a:r>
          </a:p>
          <a:p>
            <a:pPr lvl="1"/>
            <a:r>
              <a:rPr lang="en-US" dirty="0"/>
              <a:t>Example on the next slide. </a:t>
            </a:r>
          </a:p>
          <a:p>
            <a:endParaRPr lang="en-US" dirty="0"/>
          </a:p>
          <a:p>
            <a:r>
              <a:rPr lang="en-US" dirty="0"/>
              <a:t>At times there are rounding and/or precision errors that may result in unexpected outputs.</a:t>
            </a:r>
          </a:p>
        </p:txBody>
      </p:sp>
    </p:spTree>
    <p:extLst>
      <p:ext uri="{BB962C8B-B14F-4D97-AF65-F5344CB8AC3E}">
        <p14:creationId xmlns:p14="http://schemas.microsoft.com/office/powerpoint/2010/main" val="37731553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01296-2C63-5A3C-4B62-F49F85693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to Complement the Previous Note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8C0CED-1039-8498-59FD-EF077DAE9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965" y="1574337"/>
            <a:ext cx="7326070" cy="462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5076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F80F2-AEEC-CCE9-B3B2-5FE8438ED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bool</a:t>
            </a:r>
            <a:r>
              <a:rPr lang="en-US" dirty="0"/>
              <a:t> type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628CD-5D72-2724-84F3-39DF34BA4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byte of storage.</a:t>
            </a:r>
          </a:p>
          <a:p>
            <a:endParaRPr lang="en-US" dirty="0"/>
          </a:p>
          <a:p>
            <a:r>
              <a:rPr lang="en-US" dirty="0"/>
              <a:t>Only two possible values – </a:t>
            </a:r>
            <a:r>
              <a:rPr lang="en-US" dirty="0">
                <a:latin typeface="Consolas" panose="020B0609020204030204" pitchFamily="49" charset="0"/>
              </a:rPr>
              <a:t>true</a:t>
            </a:r>
            <a:r>
              <a:rPr lang="en-US" dirty="0"/>
              <a:t> or </a:t>
            </a:r>
            <a:r>
              <a:rPr lang="en-US" dirty="0">
                <a:latin typeface="Consolas" panose="020B0609020204030204" pitchFamily="49" charset="0"/>
              </a:rPr>
              <a:t>false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Note the syntax for these values.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104E-DC5D-F900-2344-DA0EC574F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5480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1B0BE-48F3-48C3-EA32-C64FD2532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Data Types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2BC5B6A-0579-96E4-1498-4D00A84C5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4239" y="1717760"/>
            <a:ext cx="9327063" cy="221167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27454-1EC6-DF87-03B3-8A318F4A3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38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5D6237-D1E9-05B5-4FB2-A10D09A67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39" y="3956507"/>
            <a:ext cx="8187977" cy="234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1636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2395D-8CD4-64A7-6F80-75A6C1BB5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unsigned </a:t>
            </a:r>
            <a:r>
              <a:rPr lang="en-US" dirty="0"/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AF2EE-F89B-5C9C-AAFD-949573729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b="1" dirty="0"/>
              <a:t>integer types</a:t>
            </a:r>
            <a:r>
              <a:rPr lang="en-US" dirty="0"/>
              <a:t>, you can </a:t>
            </a:r>
            <a:r>
              <a:rPr lang="en-US" u="sng" dirty="0"/>
              <a:t>increase the positive range</a:t>
            </a:r>
            <a:r>
              <a:rPr lang="en-US" dirty="0"/>
              <a:t> of those types by ignoring the negative values.</a:t>
            </a:r>
          </a:p>
          <a:p>
            <a:r>
              <a:rPr lang="en-US" dirty="0"/>
              <a:t>Useful when working with </a:t>
            </a:r>
            <a:r>
              <a:rPr lang="en-US" b="1" dirty="0"/>
              <a:t>positive-only data </a:t>
            </a:r>
            <a:r>
              <a:rPr lang="en-US" dirty="0"/>
              <a:t>(distance, mass, volume, speed, etc.).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4D67A-398F-6820-8276-91059E68B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39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3D319E-BA9A-7B93-5EEA-5C5D51A00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520" y="3897689"/>
            <a:ext cx="8376959" cy="236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414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F8637-3459-60C6-DECE-46A83D40D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unsigned </a:t>
            </a:r>
            <a:r>
              <a:rPr lang="en-US" dirty="0"/>
              <a:t>Data Types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3FDE2-9F8B-85DF-2D9F-5C491DB42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>
                <a:latin typeface="Consolas" panose="020B0609020204030204" pitchFamily="49" charset="0"/>
              </a:rPr>
              <a:t>unsigned</a:t>
            </a:r>
            <a:r>
              <a:rPr lang="en-US" dirty="0"/>
              <a:t> versions when you suspect that you will deal with large numbers.</a:t>
            </a:r>
          </a:p>
          <a:p>
            <a:pPr lvl="1"/>
            <a:r>
              <a:rPr lang="en-US" dirty="0"/>
              <a:t>You could also consider using </a:t>
            </a:r>
            <a:r>
              <a:rPr lang="en-US" b="1" dirty="0">
                <a:latin typeface="Consolas" panose="020B0609020204030204" pitchFamily="49" charset="0"/>
              </a:rPr>
              <a:t>long </a:t>
            </a:r>
            <a:r>
              <a:rPr lang="en-US" b="1" dirty="0" err="1">
                <a:latin typeface="Consolas" panose="020B0609020204030204" pitchFamily="49" charset="0"/>
              </a:rPr>
              <a:t>long</a:t>
            </a:r>
            <a:r>
              <a:rPr lang="en-US" dirty="0"/>
              <a:t> instead of just </a:t>
            </a:r>
            <a:r>
              <a:rPr lang="en-US" b="1" dirty="0">
                <a:latin typeface="Consolas" panose="020B0609020204030204" pitchFamily="49" charset="0"/>
              </a:rPr>
              <a:t>int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C8C08-C681-E432-87CF-E3359D48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40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7C6C19-3B3C-A077-79BD-3C97062DB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488" y="5555756"/>
            <a:ext cx="3714579" cy="64974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F9DFD32-A24A-A1F1-BFC3-862AF99C30AD}"/>
              </a:ext>
            </a:extLst>
          </p:cNvPr>
          <p:cNvGrpSpPr/>
          <p:nvPr/>
        </p:nvGrpSpPr>
        <p:grpSpPr>
          <a:xfrm>
            <a:off x="838200" y="3217655"/>
            <a:ext cx="7113755" cy="2959308"/>
            <a:chOff x="838200" y="2921037"/>
            <a:chExt cx="7113755" cy="295930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9F683C9-10CF-E06F-9C6C-88D8AB401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921037"/>
              <a:ext cx="6964177" cy="2959308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8143CD8-E5B1-097C-D652-B5DD762AE418}"/>
                </a:ext>
              </a:extLst>
            </p:cNvPr>
            <p:cNvSpPr/>
            <p:nvPr/>
          </p:nvSpPr>
          <p:spPr>
            <a:xfrm>
              <a:off x="987778" y="4001294"/>
              <a:ext cx="6964177" cy="807773"/>
            </a:xfrm>
            <a:prstGeom prst="rect">
              <a:avLst/>
            </a:prstGeom>
            <a:noFill/>
            <a:ln w="412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011505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B1678-C3AD-8477-759C-CAD825680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Conversions – Automatic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9D3A1-B55C-9C61-6E8A-2BCAAEFEC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saw in the lab that if you have two </a:t>
            </a:r>
            <a:r>
              <a:rPr lang="en-US" b="1" dirty="0">
                <a:latin typeface="Consolas" panose="020B0609020204030204" pitchFamily="49" charset="0"/>
              </a:rPr>
              <a:t>int</a:t>
            </a:r>
            <a:r>
              <a:rPr lang="en-US" dirty="0"/>
              <a:t> variables (or literals), and you perform an arithmetic operation (e.g. division), the result will be another </a:t>
            </a:r>
            <a:r>
              <a:rPr lang="en-US" b="1" dirty="0">
                <a:latin typeface="Consolas" panose="020B0609020204030204" pitchFamily="49" charset="0"/>
              </a:rPr>
              <a:t>int</a:t>
            </a:r>
            <a:r>
              <a:rPr lang="en-US" dirty="0"/>
              <a:t>.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14 / 5 = 2 		// Instead of 2.8</a:t>
            </a:r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r>
              <a:rPr lang="en-US" dirty="0"/>
              <a:t>But what if the data types are </a:t>
            </a:r>
            <a:r>
              <a:rPr lang="en-US" b="1" dirty="0"/>
              <a:t>different</a:t>
            </a:r>
            <a:r>
              <a:rPr lang="en-US" dirty="0"/>
              <a:t>?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14 / 5.0 = ?		// int / double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14.0 / 5 = ?		// double / int</a:t>
            </a:r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r>
              <a:rPr lang="en-US" dirty="0"/>
              <a:t>Automatic (or implicit) type conversion!!!</a:t>
            </a:r>
          </a:p>
          <a:p>
            <a:pPr marL="457200" lvl="1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5705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EC08B-A998-30BD-651C-30D8D3783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Conversions – Automatic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33F4D-C421-44C2-09C5-8503E81B2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#include&lt;iostream&gt;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main () 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	</a:t>
            </a:r>
            <a:r>
              <a:rPr lang="en-US" sz="2000" b="1" dirty="0">
                <a:latin typeface="Consolas" panose="020B0609020204030204" pitchFamily="49" charset="0"/>
              </a:rPr>
              <a:t>int </a:t>
            </a:r>
            <a:r>
              <a:rPr lang="en-US" sz="2000" dirty="0">
                <a:latin typeface="Consolas" panose="020B0609020204030204" pitchFamily="49" charset="0"/>
              </a:rPr>
              <a:t>count = 10;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	</a:t>
            </a:r>
            <a:r>
              <a:rPr lang="en-US" sz="2000" b="1" dirty="0">
                <a:latin typeface="Consolas" panose="020B0609020204030204" pitchFamily="49" charset="0"/>
              </a:rPr>
              <a:t>float </a:t>
            </a:r>
            <a:r>
              <a:rPr lang="en-US" sz="2000" dirty="0" err="1">
                <a:latin typeface="Consolas" panose="020B0609020204030204" pitchFamily="49" charset="0"/>
              </a:rPr>
              <a:t>avgWeight</a:t>
            </a:r>
            <a:r>
              <a:rPr lang="en-US" sz="2000" dirty="0">
                <a:latin typeface="Consolas" panose="020B0609020204030204" pitchFamily="49" charset="0"/>
              </a:rPr>
              <a:t> = 15.6F;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	</a:t>
            </a:r>
            <a:r>
              <a:rPr lang="en-US" sz="2000" b="1" dirty="0">
                <a:latin typeface="Consolas" panose="020B0609020204030204" pitchFamily="49" charset="0"/>
              </a:rPr>
              <a:t>double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totalWeight</a:t>
            </a:r>
            <a:r>
              <a:rPr lang="en-US" sz="2000" dirty="0">
                <a:latin typeface="Consolas" panose="020B0609020204030204" pitchFamily="49" charset="0"/>
              </a:rPr>
              <a:t> = count * </a:t>
            </a:r>
            <a:r>
              <a:rPr lang="en-US" sz="2000" dirty="0" err="1">
                <a:latin typeface="Consolas" panose="020B0609020204030204" pitchFamily="49" charset="0"/>
              </a:rPr>
              <a:t>avgWeight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	</a:t>
            </a:r>
            <a:r>
              <a:rPr lang="en-US" sz="2000" b="1" dirty="0">
                <a:latin typeface="Consolas" panose="020B0609020204030204" pitchFamily="49" charset="0"/>
              </a:rPr>
              <a:t>std::</a:t>
            </a:r>
            <a:r>
              <a:rPr lang="en-US" sz="2000" b="1" dirty="0" err="1">
                <a:latin typeface="Consolas" panose="020B0609020204030204" pitchFamily="49" charset="0"/>
              </a:rPr>
              <a:t>cout</a:t>
            </a:r>
            <a:r>
              <a:rPr lang="en-US" sz="2000" b="1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&lt;&lt; "Total Weight = " &lt;&lt; </a:t>
            </a:r>
            <a:r>
              <a:rPr lang="en-US" sz="2000" dirty="0" err="1">
                <a:latin typeface="Consolas" panose="020B0609020204030204" pitchFamily="49" charset="0"/>
              </a:rPr>
              <a:t>totalWeight</a:t>
            </a:r>
            <a:r>
              <a:rPr lang="en-US" sz="2000" dirty="0">
                <a:latin typeface="Consolas" panose="020B0609020204030204" pitchFamily="49" charset="0"/>
              </a:rPr>
              <a:t> &lt;&lt; </a:t>
            </a:r>
            <a:r>
              <a:rPr lang="en-US" sz="2000" b="1" dirty="0">
                <a:latin typeface="Consolas" panose="020B0609020204030204" pitchFamily="49" charset="0"/>
              </a:rPr>
              <a:t>std::</a:t>
            </a:r>
            <a:r>
              <a:rPr lang="en-US" sz="2000" b="1" dirty="0" err="1">
                <a:latin typeface="Consolas" panose="020B0609020204030204" pitchFamily="49" charset="0"/>
              </a:rPr>
              <a:t>endl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	</a:t>
            </a:r>
            <a:r>
              <a:rPr lang="en-US" sz="2000" b="1" dirty="0">
                <a:latin typeface="Consolas" panose="020B0609020204030204" pitchFamily="49" charset="0"/>
              </a:rPr>
              <a:t>return </a:t>
            </a:r>
            <a:r>
              <a:rPr lang="en-US" sz="2000" dirty="0">
                <a:latin typeface="Consolas" panose="020B0609020204030204" pitchFamily="49" charset="0"/>
              </a:rPr>
              <a:t>0;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329C7-8836-A5AE-7815-97482D9B6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42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2362AE-A8F0-FA86-497C-D156AC87AD06}"/>
              </a:ext>
            </a:extLst>
          </p:cNvPr>
          <p:cNvSpPr/>
          <p:nvPr/>
        </p:nvSpPr>
        <p:spPr>
          <a:xfrm>
            <a:off x="4720856" y="3646967"/>
            <a:ext cx="808074" cy="350875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C195AC-B702-7815-531C-643218334982}"/>
              </a:ext>
            </a:extLst>
          </p:cNvPr>
          <p:cNvSpPr/>
          <p:nvPr/>
        </p:nvSpPr>
        <p:spPr>
          <a:xfrm>
            <a:off x="5865627" y="3646967"/>
            <a:ext cx="1279452" cy="3508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40B978-DA3F-AF83-A6CF-6E4BFCFE1230}"/>
              </a:ext>
            </a:extLst>
          </p:cNvPr>
          <p:cNvSpPr txBox="1"/>
          <p:nvPr/>
        </p:nvSpPr>
        <p:spPr>
          <a:xfrm>
            <a:off x="6737496" y="2413337"/>
            <a:ext cx="4107713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</a:rPr>
              <a:t>Note that 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count</a:t>
            </a:r>
            <a:r>
              <a:rPr lang="en-US" sz="2000" i="1" dirty="0">
                <a:solidFill>
                  <a:schemeClr val="accent1"/>
                </a:solidFill>
              </a:rPr>
              <a:t> is an 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int</a:t>
            </a:r>
            <a:r>
              <a:rPr lang="en-US" sz="2000" i="1" dirty="0">
                <a:solidFill>
                  <a:schemeClr val="accent1"/>
                </a:solidFill>
              </a:rPr>
              <a:t> and </a:t>
            </a:r>
            <a:r>
              <a:rPr lang="en-US" sz="20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avgWeight</a:t>
            </a:r>
            <a:r>
              <a:rPr lang="en-US" sz="2000" i="1" dirty="0">
                <a:solidFill>
                  <a:schemeClr val="accent1"/>
                </a:solidFill>
              </a:rPr>
              <a:t> is a </a:t>
            </a:r>
            <a:r>
              <a:rPr lang="en-US" sz="2000" b="1" dirty="0">
                <a:solidFill>
                  <a:schemeClr val="accent2"/>
                </a:solidFill>
                <a:latin typeface="Consolas" panose="020B0609020204030204" pitchFamily="49" charset="0"/>
              </a:rPr>
              <a:t>float</a:t>
            </a:r>
            <a:r>
              <a:rPr lang="en-US" sz="2000" i="1" dirty="0">
                <a:solidFill>
                  <a:schemeClr val="accent1"/>
                </a:solidFill>
              </a:rPr>
              <a:t>, and together, the result is being stored in a </a:t>
            </a:r>
            <a:r>
              <a:rPr lang="en-US" sz="2000" b="1" dirty="0">
                <a:latin typeface="Consolas" panose="020B0609020204030204" pitchFamily="49" charset="0"/>
              </a:rPr>
              <a:t>double</a:t>
            </a:r>
            <a:r>
              <a:rPr lang="en-US" sz="2000" i="1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7750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7E276-D4C6-517B-4721-1B3DFFA37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Conversions – Automatic (contd.)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3BC6D0C-86DB-3F6C-B92F-40BB40A56B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431" y="1274992"/>
            <a:ext cx="7729138" cy="508135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8507B-553E-3234-C66C-F6DC6048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43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E4D314-3098-1D71-27BD-382C98B852A7}"/>
              </a:ext>
            </a:extLst>
          </p:cNvPr>
          <p:cNvSpPr txBox="1"/>
          <p:nvPr/>
        </p:nvSpPr>
        <p:spPr>
          <a:xfrm>
            <a:off x="4233332" y="6352143"/>
            <a:ext cx="4842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2.9 from OOP in C++, by Robert </a:t>
            </a:r>
            <a:r>
              <a:rPr lang="en-US" dirty="0" err="1"/>
              <a:t>Lafore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780104-C331-1C05-AE59-CAF87EE1DFE1}"/>
              </a:ext>
            </a:extLst>
          </p:cNvPr>
          <p:cNvSpPr/>
          <p:nvPr/>
        </p:nvSpPr>
        <p:spPr>
          <a:xfrm>
            <a:off x="4082903" y="3078125"/>
            <a:ext cx="1541720" cy="749596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ED4650-CAEE-36C4-1EE4-1A806EFC316E}"/>
              </a:ext>
            </a:extLst>
          </p:cNvPr>
          <p:cNvSpPr/>
          <p:nvPr/>
        </p:nvSpPr>
        <p:spPr>
          <a:xfrm>
            <a:off x="8418849" y="3113568"/>
            <a:ext cx="1448165" cy="749596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5C9643-2F41-61F2-5B74-66567450CAC1}"/>
              </a:ext>
            </a:extLst>
          </p:cNvPr>
          <p:cNvSpPr/>
          <p:nvPr/>
        </p:nvSpPr>
        <p:spPr>
          <a:xfrm>
            <a:off x="7637355" y="4504549"/>
            <a:ext cx="1942579" cy="369332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FDF8B8-516D-D8C3-E4E0-C89966AD8BDB}"/>
              </a:ext>
            </a:extLst>
          </p:cNvPr>
          <p:cNvSpPr/>
          <p:nvPr/>
        </p:nvSpPr>
        <p:spPr>
          <a:xfrm>
            <a:off x="5769568" y="5689197"/>
            <a:ext cx="1447802" cy="662945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562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  <p:bldP spid="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7CF56-FB8E-C44F-F1E9-91E50CFAD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Conversions – Automatic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49894-98EA-7071-D1E8-FD1EE3345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table shows </a:t>
            </a:r>
            <a:r>
              <a:rPr lang="en-US" u="sng" dirty="0"/>
              <a:t>which data types get upgraded</a:t>
            </a:r>
            <a:r>
              <a:rPr lang="en-US" dirty="0"/>
              <a:t> when an operator deals with </a:t>
            </a:r>
            <a:r>
              <a:rPr lang="en-US" u="sng" dirty="0"/>
              <a:t>two different data types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Lower gets converted to higher.</a:t>
            </a:r>
          </a:p>
          <a:p>
            <a:endParaRPr lang="en-US" dirty="0"/>
          </a:p>
          <a:p>
            <a:r>
              <a:rPr lang="en-US" dirty="0"/>
              <a:t>Automatically done for us by the compiler.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87703-7A99-E1E2-CE73-6EF14D342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44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AAFE41-7F20-98F2-BC99-740F6C6AB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624" y="3013453"/>
            <a:ext cx="3063505" cy="268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8807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66B75-C9A4-5B71-5075-A4DE53A0A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Conversions - 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3829D-4C94-AB68-CD79-9B42E5F02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When compiler doesn’t do it for us, we use </a:t>
            </a:r>
            <a:r>
              <a:rPr lang="en-US" b="1" dirty="0"/>
              <a:t>casting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We’ll talk about </a:t>
            </a:r>
            <a:r>
              <a:rPr lang="en-US" b="1" dirty="0"/>
              <a:t>static casts </a:t>
            </a:r>
            <a:r>
              <a:rPr lang="en-US" dirty="0"/>
              <a:t>right now. </a:t>
            </a:r>
          </a:p>
          <a:p>
            <a:pPr lvl="1"/>
            <a:r>
              <a:rPr lang="en-US" dirty="0"/>
              <a:t>Other types do exist.</a:t>
            </a:r>
          </a:p>
          <a:p>
            <a:endParaRPr lang="en-US" sz="2600" dirty="0"/>
          </a:p>
          <a:p>
            <a:pPr marL="0" indent="0">
              <a:buNone/>
            </a:pPr>
            <a:r>
              <a:rPr lang="en-US" sz="2600" dirty="0" err="1">
                <a:solidFill>
                  <a:srgbClr val="00B050"/>
                </a:solidFill>
                <a:latin typeface="Consolas" panose="020B0609020204030204" pitchFamily="49" charset="0"/>
              </a:rPr>
              <a:t>charVar</a:t>
            </a:r>
            <a:r>
              <a:rPr lang="en-US" sz="2600" dirty="0">
                <a:latin typeface="Consolas" panose="020B0609020204030204" pitchFamily="49" charset="0"/>
              </a:rPr>
              <a:t> = </a:t>
            </a:r>
            <a:r>
              <a:rPr lang="en-US" sz="2600" dirty="0" err="1">
                <a:latin typeface="Consolas" panose="020B0609020204030204" pitchFamily="49" charset="0"/>
              </a:rPr>
              <a:t>static_cast</a:t>
            </a:r>
            <a:r>
              <a:rPr lang="en-US" sz="2600" dirty="0">
                <a:latin typeface="Consolas" panose="020B0609020204030204" pitchFamily="49" charset="0"/>
              </a:rPr>
              <a:t>&lt;</a:t>
            </a:r>
            <a:r>
              <a:rPr lang="en-US" sz="2600" dirty="0">
                <a:solidFill>
                  <a:srgbClr val="00B050"/>
                </a:solidFill>
                <a:latin typeface="Consolas" panose="020B0609020204030204" pitchFamily="49" charset="0"/>
              </a:rPr>
              <a:t>char</a:t>
            </a:r>
            <a:r>
              <a:rPr lang="en-US" sz="2600" dirty="0">
                <a:latin typeface="Consolas" panose="020B0609020204030204" pitchFamily="49" charset="0"/>
              </a:rPr>
              <a:t>&gt;(</a:t>
            </a:r>
            <a:r>
              <a:rPr lang="en-US" sz="2600" dirty="0" err="1">
                <a:solidFill>
                  <a:srgbClr val="0070C0"/>
                </a:solidFill>
                <a:latin typeface="Consolas" panose="020B0609020204030204" pitchFamily="49" charset="0"/>
              </a:rPr>
              <a:t>intVar</a:t>
            </a:r>
            <a:r>
              <a:rPr lang="en-US" sz="26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600" dirty="0">
                <a:latin typeface="Consolas" panose="020B0609020204030204" pitchFamily="49" charset="0"/>
              </a:rPr>
              <a:t>// </a:t>
            </a:r>
            <a:r>
              <a:rPr lang="en-US" sz="2600" dirty="0" err="1">
                <a:solidFill>
                  <a:srgbClr val="00B050"/>
                </a:solidFill>
                <a:latin typeface="Consolas" panose="020B0609020204030204" pitchFamily="49" charset="0"/>
              </a:rPr>
              <a:t>typeYouWantVar</a:t>
            </a:r>
            <a:r>
              <a:rPr lang="en-US" sz="2600" dirty="0">
                <a:latin typeface="Consolas" panose="020B0609020204030204" pitchFamily="49" charset="0"/>
              </a:rPr>
              <a:t> = </a:t>
            </a:r>
            <a:r>
              <a:rPr lang="en-US" sz="2600" dirty="0" err="1">
                <a:latin typeface="Consolas" panose="020B0609020204030204" pitchFamily="49" charset="0"/>
              </a:rPr>
              <a:t>static_cast</a:t>
            </a:r>
            <a:r>
              <a:rPr lang="en-US" sz="2600" dirty="0">
                <a:latin typeface="Consolas" panose="020B0609020204030204" pitchFamily="49" charset="0"/>
              </a:rPr>
              <a:t>&lt;</a:t>
            </a:r>
            <a:r>
              <a:rPr lang="en-US" sz="2600" dirty="0" err="1">
                <a:solidFill>
                  <a:srgbClr val="00B050"/>
                </a:solidFill>
                <a:latin typeface="Consolas" panose="020B0609020204030204" pitchFamily="49" charset="0"/>
              </a:rPr>
              <a:t>typeYouWant</a:t>
            </a:r>
            <a:r>
              <a:rPr lang="en-US" sz="2600" dirty="0">
                <a:latin typeface="Consolas" panose="020B0609020204030204" pitchFamily="49" charset="0"/>
              </a:rPr>
              <a:t>&gt;(</a:t>
            </a:r>
            <a:r>
              <a:rPr lang="en-US" sz="2600" dirty="0" err="1">
                <a:solidFill>
                  <a:srgbClr val="0070C0"/>
                </a:solidFill>
                <a:latin typeface="Consolas" panose="020B0609020204030204" pitchFamily="49" charset="0"/>
              </a:rPr>
              <a:t>varToConvert</a:t>
            </a:r>
            <a:r>
              <a:rPr lang="en-US" sz="2600" dirty="0">
                <a:latin typeface="Consolas" panose="020B0609020204030204" pitchFamily="49" charset="0"/>
              </a:rPr>
              <a:t>)</a:t>
            </a:r>
          </a:p>
          <a:p>
            <a:endParaRPr lang="en-US" dirty="0"/>
          </a:p>
          <a:p>
            <a:r>
              <a:rPr lang="en-US" dirty="0"/>
              <a:t>You can also just </a:t>
            </a:r>
            <a:r>
              <a:rPr lang="en-US" b="1" dirty="0">
                <a:latin typeface="Consolas" panose="020B0609020204030204" pitchFamily="49" charset="0"/>
              </a:rPr>
              <a:t>std::</a:t>
            </a:r>
            <a:r>
              <a:rPr lang="en-US" b="1" dirty="0" err="1">
                <a:latin typeface="Consolas" panose="020B0609020204030204" pitchFamily="49" charset="0"/>
              </a:rPr>
              <a:t>cout</a:t>
            </a:r>
            <a:r>
              <a:rPr lang="en-US" dirty="0"/>
              <a:t> the casted variable instead of assigning to a new variable.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C89A6-2F7C-B50D-768A-7F032B6D5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234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371E6-5491-CC54-3801-015A0CBA4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Conversions – Casting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A3930-2566-E767-14DA-B833FE064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Taking the previous example again.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79430-C754-F04F-5C51-C8BB83CDC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46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A5186E-DA9F-69AC-F213-84C6055B1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48247"/>
            <a:ext cx="7579719" cy="31060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7BC9CF-7FDA-3E1B-C3C2-C1FDA9B92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711" y="5745306"/>
            <a:ext cx="3066434" cy="7429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116D8C-D14B-28F4-73D0-959156C41EE6}"/>
              </a:ext>
            </a:extLst>
          </p:cNvPr>
          <p:cNvSpPr txBox="1"/>
          <p:nvPr/>
        </p:nvSpPr>
        <p:spPr>
          <a:xfrm>
            <a:off x="4537747" y="5745306"/>
            <a:ext cx="3340979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</a:rPr>
              <a:t>First output is without casting.</a:t>
            </a:r>
          </a:p>
          <a:p>
            <a:r>
              <a:rPr lang="en-US" sz="2000" i="1" dirty="0">
                <a:solidFill>
                  <a:schemeClr val="accent1"/>
                </a:solidFill>
              </a:rPr>
              <a:t>Second is with casting.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52264D-50DD-85F7-CAA5-E8F93037C826}"/>
              </a:ext>
            </a:extLst>
          </p:cNvPr>
          <p:cNvSpPr/>
          <p:nvPr/>
        </p:nvSpPr>
        <p:spPr>
          <a:xfrm>
            <a:off x="2296632" y="3232296"/>
            <a:ext cx="1658679" cy="350875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8DC5BF-5F10-C9CF-2712-B4E0AFBED918}"/>
              </a:ext>
            </a:extLst>
          </p:cNvPr>
          <p:cNvSpPr txBox="1"/>
          <p:nvPr/>
        </p:nvSpPr>
        <p:spPr>
          <a:xfrm>
            <a:off x="6546111" y="2313310"/>
            <a:ext cx="4128978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</a:rPr>
              <a:t>Even 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unsigned int</a:t>
            </a:r>
            <a:r>
              <a:rPr lang="en-US" sz="2000" i="1" dirty="0">
                <a:solidFill>
                  <a:schemeClr val="accent1"/>
                </a:solidFill>
              </a:rPr>
              <a:t> won’t help here.</a:t>
            </a: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30AFC71A-1ED3-5B97-8E73-D6554122CBB7}"/>
              </a:ext>
            </a:extLst>
          </p:cNvPr>
          <p:cNvCxnSpPr>
            <a:endCxn id="5" idx="3"/>
          </p:cNvCxnSpPr>
          <p:nvPr/>
        </p:nvCxnSpPr>
        <p:spPr>
          <a:xfrm rot="10800000" flipV="1">
            <a:off x="3955312" y="2448246"/>
            <a:ext cx="2519917" cy="959487"/>
          </a:xfrm>
          <a:prstGeom prst="curvedConnector3">
            <a:avLst>
              <a:gd name="adj1" fmla="val 90506"/>
            </a:avLst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C8169D4-9E3A-0E9B-6CE5-16E2F0561CCB}"/>
              </a:ext>
            </a:extLst>
          </p:cNvPr>
          <p:cNvSpPr/>
          <p:nvPr/>
        </p:nvSpPr>
        <p:spPr>
          <a:xfrm>
            <a:off x="2456120" y="4347986"/>
            <a:ext cx="3296093" cy="350875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F7BA60-879B-739A-AEF2-0A7AB94B7D14}"/>
              </a:ext>
            </a:extLst>
          </p:cNvPr>
          <p:cNvSpPr txBox="1"/>
          <p:nvPr/>
        </p:nvSpPr>
        <p:spPr>
          <a:xfrm>
            <a:off x="8332381" y="5031700"/>
            <a:ext cx="2342708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</a:rPr>
              <a:t>Upgrade to 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</a:rPr>
              <a:t>double</a:t>
            </a:r>
            <a:r>
              <a:rPr lang="en-US" sz="2000" i="1" dirty="0">
                <a:solidFill>
                  <a:schemeClr val="accent1"/>
                </a:solidFill>
              </a:rPr>
              <a:t>.</a:t>
            </a:r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07479061-288E-72B2-4454-D09FB1E52BBD}"/>
              </a:ext>
            </a:extLst>
          </p:cNvPr>
          <p:cNvCxnSpPr>
            <a:cxnSpLocks/>
            <a:stCxn id="14" idx="1"/>
            <a:endCxn id="13" idx="3"/>
          </p:cNvCxnSpPr>
          <p:nvPr/>
        </p:nvCxnSpPr>
        <p:spPr>
          <a:xfrm rot="10800000">
            <a:off x="5752213" y="4523425"/>
            <a:ext cx="2580168" cy="708331"/>
          </a:xfrm>
          <a:prstGeom prst="curvedConnector3">
            <a:avLst>
              <a:gd name="adj1" fmla="val 88324"/>
            </a:avLst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5832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3" grpId="0" animBg="1"/>
      <p:bldP spid="1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371E6-5491-CC54-3801-015A0CBA4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Conversions – Casting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A3930-2566-E767-14DA-B833FE064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Taking the previous example again.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79430-C754-F04F-5C51-C8BB83CDC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47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A5186E-DA9F-69AC-F213-84C6055B1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48247"/>
            <a:ext cx="7579719" cy="31060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7BC9CF-7FDA-3E1B-C3C2-C1FDA9B92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711" y="5745306"/>
            <a:ext cx="3066434" cy="7429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116D8C-D14B-28F4-73D0-959156C41EE6}"/>
              </a:ext>
            </a:extLst>
          </p:cNvPr>
          <p:cNvSpPr txBox="1"/>
          <p:nvPr/>
        </p:nvSpPr>
        <p:spPr>
          <a:xfrm>
            <a:off x="4537747" y="5745306"/>
            <a:ext cx="3340979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</a:rPr>
              <a:t>First output is without casting.</a:t>
            </a:r>
          </a:p>
          <a:p>
            <a:r>
              <a:rPr lang="en-US" sz="2000" i="1" dirty="0">
                <a:solidFill>
                  <a:schemeClr val="accent1"/>
                </a:solidFill>
              </a:rPr>
              <a:t>Second is with casting.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8DC5BF-5F10-C9CF-2712-B4E0AFBED918}"/>
              </a:ext>
            </a:extLst>
          </p:cNvPr>
          <p:cNvSpPr txBox="1"/>
          <p:nvPr/>
        </p:nvSpPr>
        <p:spPr>
          <a:xfrm>
            <a:off x="8009859" y="1850722"/>
            <a:ext cx="3260653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</a:rPr>
              <a:t>You could have also initialized your variable to be a </a:t>
            </a:r>
            <a:r>
              <a:rPr lang="en-US" sz="2000" i="1" u="sng" dirty="0">
                <a:solidFill>
                  <a:schemeClr val="accent1"/>
                </a:solidFill>
              </a:rPr>
              <a:t>bigger data type</a:t>
            </a:r>
            <a:r>
              <a:rPr lang="en-US" sz="2000" i="1" dirty="0">
                <a:solidFill>
                  <a:schemeClr val="accent1"/>
                </a:solidFill>
              </a:rPr>
              <a:t> from the get go.</a:t>
            </a:r>
          </a:p>
        </p:txBody>
      </p:sp>
    </p:spTree>
    <p:extLst>
      <p:ext uri="{BB962C8B-B14F-4D97-AF65-F5344CB8AC3E}">
        <p14:creationId xmlns:p14="http://schemas.microsoft.com/office/powerpoint/2010/main" val="5564619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3A605-ABA4-259B-BD8D-72EFFFB9F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Conversions – Casting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0E655-0531-E068-739A-60D93BA40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of how C++ provides flexibility while developing code.</a:t>
            </a:r>
          </a:p>
          <a:p>
            <a:endParaRPr lang="en-US" dirty="0"/>
          </a:p>
          <a:p>
            <a:r>
              <a:rPr lang="en-US" dirty="0"/>
              <a:t>Normally, casts should not be used. </a:t>
            </a:r>
          </a:p>
          <a:p>
            <a:endParaRPr lang="en-US" dirty="0"/>
          </a:p>
          <a:p>
            <a:r>
              <a:rPr lang="en-US" dirty="0"/>
              <a:t>However, when it is unavoidable, you have an option available.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B2036-429C-D7DF-5695-A0C39FDA9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1610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A7239-F656-A9AA-924A-5F6A13862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E533E-9943-463B-10F8-6EA91754B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Add (+)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Subtract (-)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Divide (/)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Multiply (*)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Remainder (%)	// also referred to as the modulus operator</a:t>
            </a:r>
          </a:p>
          <a:p>
            <a:pPr lvl="1"/>
            <a:r>
              <a:rPr lang="en-US" sz="2000" dirty="0"/>
              <a:t>Remainder only works with integers </a:t>
            </a:r>
            <a:r>
              <a:rPr lang="en-US" sz="2000" b="1" dirty="0"/>
              <a:t>(</a:t>
            </a:r>
            <a:r>
              <a:rPr lang="en-US" sz="2000" b="1" dirty="0">
                <a:latin typeface="Consolas" panose="020B0609020204030204" pitchFamily="49" charset="0"/>
              </a:rPr>
              <a:t>char, short, int, long</a:t>
            </a:r>
            <a:r>
              <a:rPr lang="en-US" sz="2000" b="1" dirty="0"/>
              <a:t>)</a:t>
            </a:r>
            <a:r>
              <a:rPr lang="en-US" sz="2000" dirty="0"/>
              <a:t>.</a:t>
            </a:r>
          </a:p>
          <a:p>
            <a:pPr lvl="1"/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F423A-2733-4E0C-FAE0-5E758918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49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A0818D-04D4-106F-B96E-3EF4DE69F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609687"/>
            <a:ext cx="4642144" cy="16569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8EB535-EE7B-479D-0B57-C630AF35E169}"/>
              </a:ext>
            </a:extLst>
          </p:cNvPr>
          <p:cNvSpPr txBox="1"/>
          <p:nvPr/>
        </p:nvSpPr>
        <p:spPr>
          <a:xfrm>
            <a:off x="6852356" y="4680684"/>
            <a:ext cx="4267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Note here that the remainder operator has a </a:t>
            </a:r>
            <a:r>
              <a:rPr lang="en-US" sz="2000" i="1" u="sng" dirty="0"/>
              <a:t>higher precedence</a:t>
            </a:r>
            <a:r>
              <a:rPr lang="en-US" sz="2000" i="1" dirty="0"/>
              <a:t> than the insertion operator (&lt;&lt;).</a:t>
            </a:r>
          </a:p>
          <a:p>
            <a:endParaRPr lang="en-US" sz="2000" i="1" dirty="0"/>
          </a:p>
          <a:p>
            <a:r>
              <a:rPr lang="en-US" sz="2000" i="1" dirty="0"/>
              <a:t>If this were not the case, we would have used parentheses.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2FF19C-C76F-A5E7-26E3-B5EC32C8A889}"/>
              </a:ext>
            </a:extLst>
          </p:cNvPr>
          <p:cNvSpPr txBox="1"/>
          <p:nvPr/>
        </p:nvSpPr>
        <p:spPr>
          <a:xfrm>
            <a:off x="7744177" y="1690688"/>
            <a:ext cx="3375379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</a:rPr>
              <a:t>When doubtful on precedence, consider using parentheses.</a:t>
            </a:r>
          </a:p>
        </p:txBody>
      </p:sp>
    </p:spTree>
    <p:extLst>
      <p:ext uri="{BB962C8B-B14F-4D97-AF65-F5344CB8AC3E}">
        <p14:creationId xmlns:p14="http://schemas.microsoft.com/office/powerpoint/2010/main" val="12162105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93FB1-8B1D-00AF-0C74-8C97A146E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Assignment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8A000-71D3-F02E-9016-5A4C9F4E2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You can simplify your code using the following syntax.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Total = Total + item;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Total += item;	// equivalent to the first statement</a:t>
            </a: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/>
              <a:t>Other operators also exist.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-=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*=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/=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%=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87CBA-C056-A07E-4632-9784DA050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3654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39317-54F5-60DB-9D38-1A484A2B3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97F0B-1C7E-AE14-705A-684342AF6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Check this out.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Total++;		// </a:t>
            </a:r>
            <a:r>
              <a:rPr lang="en-US" b="1" dirty="0">
                <a:latin typeface="Consolas" panose="020B0609020204030204" pitchFamily="49" charset="0"/>
              </a:rPr>
              <a:t>postfix</a:t>
            </a:r>
            <a:r>
              <a:rPr lang="en-US" dirty="0">
                <a:latin typeface="Consolas" panose="020B0609020204030204" pitchFamily="49" charset="0"/>
              </a:rPr>
              <a:t> variant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++Total;		// </a:t>
            </a:r>
            <a:r>
              <a:rPr lang="en-US" b="1" dirty="0">
                <a:latin typeface="Consolas" panose="020B0609020204030204" pitchFamily="49" charset="0"/>
              </a:rPr>
              <a:t>prefix</a:t>
            </a:r>
            <a:r>
              <a:rPr lang="en-US" dirty="0">
                <a:latin typeface="Consolas" panose="020B0609020204030204" pitchFamily="49" charset="0"/>
              </a:rPr>
              <a:t> variant</a:t>
            </a:r>
          </a:p>
          <a:p>
            <a:endParaRPr lang="en-US" dirty="0"/>
          </a:p>
          <a:p>
            <a:r>
              <a:rPr lang="en-US" dirty="0"/>
              <a:t>We can only add 1 using the increment operator.</a:t>
            </a:r>
          </a:p>
          <a:p>
            <a:r>
              <a:rPr lang="en-US" dirty="0"/>
              <a:t>Also, both variants work </a:t>
            </a:r>
            <a:r>
              <a:rPr lang="en-US" b="1" dirty="0"/>
              <a:t>differently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07408-2F2B-A57C-5436-57FD7CD42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3391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1661C-A4EC-CD19-AB7C-072D3073E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 Operators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DEA34-493E-EEEE-F2A7-2331CAB45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the following situation, depending on postfix or prefix version, we get different answers.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totalWeight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avgWeight</a:t>
            </a:r>
            <a:r>
              <a:rPr lang="en-US" dirty="0">
                <a:latin typeface="Consolas" panose="020B0609020204030204" pitchFamily="49" charset="0"/>
              </a:rPr>
              <a:t> * ++count; 	// prefix</a:t>
            </a:r>
          </a:p>
          <a:p>
            <a:endParaRPr lang="en-US" dirty="0"/>
          </a:p>
          <a:p>
            <a:r>
              <a:rPr lang="en-US" dirty="0"/>
              <a:t>In this case (prefix), </a:t>
            </a:r>
            <a:r>
              <a:rPr lang="en-US" b="1" u="sng" dirty="0"/>
              <a:t>count is incremented first</a:t>
            </a:r>
            <a:r>
              <a:rPr lang="en-US" dirty="0"/>
              <a:t>, and then the multiplication is performed.</a:t>
            </a:r>
          </a:p>
          <a:p>
            <a:endParaRPr lang="en-US" dirty="0"/>
          </a:p>
          <a:p>
            <a:r>
              <a:rPr lang="en-US" dirty="0"/>
              <a:t>In the case of postfix (</a:t>
            </a:r>
            <a:r>
              <a:rPr lang="en-US" dirty="0">
                <a:latin typeface="Consolas" panose="020B0609020204030204" pitchFamily="49" charset="0"/>
              </a:rPr>
              <a:t>count++</a:t>
            </a:r>
            <a:r>
              <a:rPr lang="en-US" dirty="0"/>
              <a:t>), </a:t>
            </a:r>
            <a:r>
              <a:rPr lang="en-US" b="1" u="sng" dirty="0"/>
              <a:t>multiplication would have been performed first</a:t>
            </a:r>
            <a:r>
              <a:rPr lang="en-US" dirty="0"/>
              <a:t>, and then the increment.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2FD24-0A05-ADCE-DCB6-5194D6D1E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193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9CB6CE-6CCC-A476-B30A-09688B14C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272" y="1168905"/>
            <a:ext cx="7293455" cy="54341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B3F720-EECC-54D7-C42E-BDDD39A27533}"/>
              </a:ext>
            </a:extLst>
          </p:cNvPr>
          <p:cNvSpPr txBox="1"/>
          <p:nvPr/>
        </p:nvSpPr>
        <p:spPr>
          <a:xfrm>
            <a:off x="9322423" y="559731"/>
            <a:ext cx="840607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chemeClr val="accent1"/>
                </a:solidFill>
              </a:rPr>
              <a:t>DIY</a:t>
            </a:r>
          </a:p>
        </p:txBody>
      </p:sp>
    </p:spTree>
    <p:extLst>
      <p:ext uri="{BB962C8B-B14F-4D97-AF65-F5344CB8AC3E}">
        <p14:creationId xmlns:p14="http://schemas.microsoft.com/office/powerpoint/2010/main" val="23077532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CED9F-D30B-7323-F187-40B417B0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 Operators (contd.)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3A89E62-D930-0DA1-D552-DD281DCF4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0981" y="1494763"/>
            <a:ext cx="6590037" cy="499811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7DC0B-9E39-6B6C-23F2-CEB045496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54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2288EA-DDDE-9BD2-4321-3D92032F9AC8}"/>
              </a:ext>
            </a:extLst>
          </p:cNvPr>
          <p:cNvSpPr txBox="1"/>
          <p:nvPr/>
        </p:nvSpPr>
        <p:spPr>
          <a:xfrm>
            <a:off x="304800" y="3285067"/>
            <a:ext cx="20432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2.11 from OOP in C++ by Robert </a:t>
            </a:r>
            <a:r>
              <a:rPr lang="en-US" dirty="0" err="1"/>
              <a:t>Lafore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8920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33E93-F492-8728-2E07-DC240442D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 Operators (contd.)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A161BAB-0B61-7106-DCC6-76D847AEA5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5247" y="1690688"/>
            <a:ext cx="9521506" cy="374700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CCE99-9D6A-050A-21AE-608F1FF1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55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04D2EC-32F3-9177-8814-B930C4CE2074}"/>
              </a:ext>
            </a:extLst>
          </p:cNvPr>
          <p:cNvSpPr txBox="1"/>
          <p:nvPr/>
        </p:nvSpPr>
        <p:spPr>
          <a:xfrm>
            <a:off x="9002513" y="1778345"/>
            <a:ext cx="2102763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accent1"/>
                </a:solidFill>
              </a:rPr>
              <a:t>Another good example.</a:t>
            </a:r>
          </a:p>
        </p:txBody>
      </p:sp>
    </p:spTree>
    <p:extLst>
      <p:ext uri="{BB962C8B-B14F-4D97-AF65-F5344CB8AC3E}">
        <p14:creationId xmlns:p14="http://schemas.microsoft.com/office/powerpoint/2010/main" val="38456275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E2FE9-58A5-2707-CACD-368044D4C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Decrement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70376-264F-2AB8-1DE7-3661245EE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Decrement operator works in the same way as the increment operator.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Total--;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--Total;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88710-BC51-9E84-A126-C57C49A05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1096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82AF6-6F5B-89C4-6362-14B523A49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Precedence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EC7E6-EE60-23FE-B820-61BDFF44E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Similar to precedence in arithmetic operators in math.</a:t>
            </a:r>
          </a:p>
          <a:p>
            <a:endParaRPr lang="en-US" dirty="0"/>
          </a:p>
          <a:p>
            <a:r>
              <a:rPr lang="en-US" dirty="0">
                <a:latin typeface="Consolas" panose="020B0609020204030204" pitchFamily="49" charset="0"/>
              </a:rPr>
              <a:t>(num1 – num2) / 2;</a:t>
            </a:r>
          </a:p>
          <a:p>
            <a:r>
              <a:rPr lang="en-US" dirty="0">
                <a:latin typeface="Consolas" panose="020B0609020204030204" pitchFamily="49" charset="0"/>
              </a:rPr>
              <a:t>num1 – num2 / 2;</a:t>
            </a:r>
          </a:p>
          <a:p>
            <a:endParaRPr lang="en-US" dirty="0"/>
          </a:p>
          <a:p>
            <a:r>
              <a:rPr lang="en-US" dirty="0"/>
              <a:t>Parentheses cause the operations within it to be performed first.</a:t>
            </a:r>
          </a:p>
          <a:p>
            <a:endParaRPr lang="en-US" dirty="0"/>
          </a:p>
          <a:p>
            <a:r>
              <a:rPr lang="en-US" dirty="0"/>
              <a:t>When two arithmetic operators have the same precedence, the one on the left gets executed first.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DE212-9C12-1AAB-1129-254436664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258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3DD9-859E-99AC-BE9F-C3878E0A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94C25-5BDE-EBCA-E87E-71524EEB6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Any arrangement of variables, constants, and operators that specifies a computation is called an expression.</a:t>
            </a:r>
          </a:p>
          <a:p>
            <a:endParaRPr lang="en-US" dirty="0"/>
          </a:p>
          <a:p>
            <a:r>
              <a:rPr lang="en-US" dirty="0"/>
              <a:t>Note: all program statements below are taken from different programs.</a:t>
            </a:r>
          </a:p>
          <a:p>
            <a:endParaRPr lang="en-US" dirty="0"/>
          </a:p>
          <a:p>
            <a:r>
              <a:rPr lang="en-US" dirty="0">
                <a:latin typeface="Consolas" panose="020B0609020204030204" pitchFamily="49" charset="0"/>
              </a:rPr>
              <a:t>sum = num1 + num2;				// OK</a:t>
            </a:r>
          </a:p>
          <a:p>
            <a:r>
              <a:rPr lang="en-US" dirty="0">
                <a:latin typeface="Consolas" panose="020B0609020204030204" pitchFamily="49" charset="0"/>
              </a:rPr>
              <a:t>area = 3.14 * radius * radius;		// OK</a:t>
            </a:r>
          </a:p>
          <a:p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volume = -3.142 * (radius**3);		// ???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E7823-441A-F538-5351-76BA5981B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458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02E9D-47F2-0BB1-4A26-11FA072CE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Aside… Multiple Declarations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260F0-243F-42F7-11B0-94391F469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#include&lt;iostream&gt;</a:t>
            </a:r>
          </a:p>
          <a:p>
            <a:pPr marL="0" indent="0">
              <a:buNone/>
            </a:pPr>
            <a:endParaRPr lang="en-US" sz="2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1" dirty="0">
                <a:latin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</a:t>
            </a:r>
            <a:r>
              <a:rPr lang="en-US" sz="2400" b="1" dirty="0">
                <a:latin typeface="Consolas" panose="020B0609020204030204" pitchFamily="49" charset="0"/>
              </a:rPr>
              <a:t>int </a:t>
            </a:r>
            <a:r>
              <a:rPr lang="en-US" sz="2400" dirty="0">
                <a:latin typeface="Consolas" panose="020B0609020204030204" pitchFamily="49" charset="0"/>
              </a:rPr>
              <a:t>num1{12}, num2{2}, num3{-4};	 	// this is legal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</a:t>
            </a:r>
            <a:r>
              <a:rPr lang="en-US" sz="2400" b="1" dirty="0">
                <a:latin typeface="Consolas" panose="020B0609020204030204" pitchFamily="49" charset="0"/>
              </a:rPr>
              <a:t>std::</a:t>
            </a:r>
            <a:r>
              <a:rPr lang="en-US" sz="2400" b="1" dirty="0" err="1">
                <a:latin typeface="Consolas" panose="020B0609020204030204" pitchFamily="49" charset="0"/>
              </a:rPr>
              <a:t>cout</a:t>
            </a:r>
            <a:r>
              <a:rPr lang="en-US" sz="2400" b="1" dirty="0">
                <a:latin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&lt;&lt; num1 &lt;&lt; num2 &lt;&lt; num3 &lt;&lt; </a:t>
            </a:r>
            <a:r>
              <a:rPr lang="en-US" sz="2400" b="1" dirty="0">
                <a:latin typeface="Consolas" panose="020B0609020204030204" pitchFamily="49" charset="0"/>
              </a:rPr>
              <a:t>std::</a:t>
            </a:r>
            <a:r>
              <a:rPr lang="en-US" sz="2400" b="1" dirty="0" err="1">
                <a:latin typeface="Consolas" panose="020B0609020204030204" pitchFamily="49" charset="0"/>
              </a:rPr>
              <a:t>endl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</a:t>
            </a:r>
            <a:r>
              <a:rPr lang="en-US" sz="2400" b="1" dirty="0">
                <a:latin typeface="Consolas" panose="020B0609020204030204" pitchFamily="49" charset="0"/>
              </a:rPr>
              <a:t>return </a:t>
            </a:r>
            <a:r>
              <a:rPr lang="en-US" sz="2400" dirty="0">
                <a:latin typeface="Consolas" panose="020B0609020204030204" pitchFamily="49" charset="0"/>
              </a:rPr>
              <a:t>0;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b="1" i="1" dirty="0">
                <a:solidFill>
                  <a:schemeClr val="accent1"/>
                </a:solidFill>
              </a:rPr>
              <a:t>Output on the terminal: ???</a:t>
            </a:r>
            <a:endParaRPr lang="en-US" sz="2400" b="1" i="1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F0029-5FC7-5919-2436-DE4919C13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4142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400BA-02A5-96AE-B509-1384F3D40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latin typeface="Consolas" panose="020B0609020204030204" pitchFamily="49" charset="0"/>
              </a:rPr>
              <a:t>const</a:t>
            </a:r>
            <a:r>
              <a:rPr lang="en-US" dirty="0"/>
              <a:t>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D3A84-FAC0-F7B0-1D25-42038B57D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want to keep a value constant, use </a:t>
            </a:r>
            <a:r>
              <a:rPr lang="en-US" b="1" dirty="0">
                <a:latin typeface="Consolas" panose="020B0609020204030204" pitchFamily="49" charset="0"/>
              </a:rPr>
              <a:t>const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latin typeface="Consolas" panose="020B0609020204030204" pitchFamily="49" charset="0"/>
              </a:rPr>
              <a:t> double PI {3.14159};</a:t>
            </a:r>
          </a:p>
          <a:p>
            <a:endParaRPr lang="en-US" dirty="0"/>
          </a:p>
          <a:p>
            <a:r>
              <a:rPr lang="en-US" dirty="0"/>
              <a:t>Better readability	</a:t>
            </a:r>
          </a:p>
          <a:p>
            <a:pPr lvl="1"/>
            <a:r>
              <a:rPr lang="en-US" dirty="0"/>
              <a:t>Shows the writer and the reader that a certain variable is constant.</a:t>
            </a:r>
          </a:p>
          <a:p>
            <a:pPr lvl="1"/>
            <a:endParaRPr lang="en-US" dirty="0"/>
          </a:p>
          <a:p>
            <a:r>
              <a:rPr lang="en-US" dirty="0"/>
              <a:t>Prevents inadvertent change by your code.</a:t>
            </a:r>
          </a:p>
          <a:p>
            <a:pPr lvl="1"/>
            <a:r>
              <a:rPr lang="en-US" dirty="0"/>
              <a:t>Compiler will </a:t>
            </a:r>
            <a:r>
              <a:rPr lang="en-US" b="1" u="sng" dirty="0"/>
              <a:t>throw an error</a:t>
            </a:r>
            <a:r>
              <a:rPr lang="en-US" dirty="0"/>
              <a:t> if such a value is changed.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E2A74-DA06-33A4-284A-056EEC5AA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8419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DCA4D-50E1-1AC0-074C-3CBADE73E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dirty="0">
                <a:effectLst/>
                <a:latin typeface="Consolas" panose="020B0609020204030204" pitchFamily="49" charset="0"/>
              </a:rPr>
              <a:t>std::</a:t>
            </a:r>
            <a:r>
              <a:rPr lang="en-US" sz="4400" b="0" dirty="0" err="1">
                <a:effectLst/>
                <a:latin typeface="Consolas" panose="020B0609020204030204" pitchFamily="49" charset="0"/>
              </a:rPr>
              <a:t>cout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A2D97-33AC-DF2F-201E-3F4BDA626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0" dirty="0">
                <a:effectLst/>
                <a:latin typeface="Consolas" panose="020B0609020204030204" pitchFamily="49" charset="0"/>
              </a:rPr>
              <a:t>std::</a:t>
            </a:r>
            <a:r>
              <a:rPr lang="en-US" sz="2800" b="0" dirty="0" err="1">
                <a:effectLst/>
                <a:latin typeface="Consolas" panose="020B0609020204030204" pitchFamily="49" charset="0"/>
              </a:rPr>
              <a:t>cout</a:t>
            </a:r>
            <a:r>
              <a:rPr lang="en-US" sz="2800" b="0" dirty="0">
                <a:effectLst/>
              </a:rPr>
              <a:t> is used to print content on the screen.</a:t>
            </a:r>
          </a:p>
          <a:p>
            <a:endParaRPr lang="en-US" dirty="0"/>
          </a:p>
          <a:p>
            <a:r>
              <a:rPr lang="en-US" dirty="0"/>
              <a:t>An object of class </a:t>
            </a:r>
            <a:r>
              <a:rPr lang="en-US" dirty="0" err="1">
                <a:latin typeface="Consolas" panose="020B0609020204030204" pitchFamily="49" charset="0"/>
              </a:rPr>
              <a:t>ostream</a:t>
            </a:r>
            <a:r>
              <a:rPr lang="en-US" dirty="0"/>
              <a:t>. </a:t>
            </a:r>
          </a:p>
          <a:p>
            <a:pPr lvl="1"/>
            <a:r>
              <a:rPr lang="en-US" sz="2400" b="0" dirty="0">
                <a:effectLst/>
                <a:latin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/>
              <a:t> corresponds to standard output stream (‘stream’ refers to flow of data).</a:t>
            </a:r>
          </a:p>
          <a:p>
            <a:pPr lvl="1"/>
            <a:r>
              <a:rPr lang="en-US" dirty="0"/>
              <a:t>Standard output stream flows to screen display.</a:t>
            </a:r>
          </a:p>
          <a:p>
            <a:endParaRPr lang="en-US" dirty="0"/>
          </a:p>
          <a:p>
            <a:r>
              <a:rPr lang="en-US" dirty="0"/>
              <a:t>Used alongside an </a:t>
            </a:r>
            <a:r>
              <a:rPr lang="en-US" b="1" dirty="0"/>
              <a:t>insertion operator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</a:rPr>
              <a:t>&lt;&lt;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It inserts the data on its right, to the object on its left.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5AC11-C35B-7729-7C83-6E74A0F27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6383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0F7E7-EAE6-BD76-D108-B3A045C68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dirty="0">
                <a:effectLst/>
                <a:latin typeface="Consolas" panose="020B0609020204030204" pitchFamily="49" charset="0"/>
              </a:rPr>
              <a:t>std::</a:t>
            </a:r>
            <a:r>
              <a:rPr lang="en-US" sz="4400" b="0" dirty="0" err="1">
                <a:effectLst/>
                <a:latin typeface="Consolas" panose="020B0609020204030204" pitchFamily="49" charset="0"/>
              </a:rPr>
              <a:t>cout</a:t>
            </a:r>
            <a:r>
              <a:rPr lang="en-US" sz="4400" b="0" dirty="0">
                <a:effectLst/>
                <a:latin typeface="+mn-lt"/>
              </a:rPr>
              <a:t> (contd.)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BD9D400-76B5-D133-A04F-F2C2FD0F29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8001" y="2507706"/>
            <a:ext cx="8175997" cy="240627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5337F-D25E-0253-6314-4A1997133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62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D87D7B-593A-9650-848D-4234ADF3B7FF}"/>
              </a:ext>
            </a:extLst>
          </p:cNvPr>
          <p:cNvSpPr txBox="1"/>
          <p:nvPr/>
        </p:nvSpPr>
        <p:spPr>
          <a:xfrm>
            <a:off x="3896809" y="5265831"/>
            <a:ext cx="4398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2.2 from OOP in C++ by Robert </a:t>
            </a:r>
            <a:r>
              <a:rPr lang="en-US" dirty="0" err="1"/>
              <a:t>Lafore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01084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C013D-6F8D-1AC7-9BE2-5D49848FD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dirty="0">
                <a:effectLst/>
                <a:latin typeface="Consolas" panose="020B0609020204030204" pitchFamily="49" charset="0"/>
              </a:rPr>
              <a:t>std::</a:t>
            </a:r>
            <a:r>
              <a:rPr lang="en-US" sz="4400" b="0" dirty="0" err="1">
                <a:effectLst/>
                <a:latin typeface="Consolas" panose="020B0609020204030204" pitchFamily="49" charset="0"/>
              </a:rPr>
              <a:t>cin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7A122-AE40-11C8-2CAE-F4040B300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0" dirty="0">
                <a:effectLst/>
                <a:latin typeface="Consolas" panose="020B0609020204030204" pitchFamily="49" charset="0"/>
              </a:rPr>
              <a:t>std::</a:t>
            </a:r>
            <a:r>
              <a:rPr lang="en-US" sz="2800" b="0" dirty="0" err="1">
                <a:effectLst/>
                <a:latin typeface="Consolas" panose="020B0609020204030204" pitchFamily="49" charset="0"/>
              </a:rPr>
              <a:t>cin</a:t>
            </a:r>
            <a:r>
              <a:rPr lang="en-US" sz="2800" b="0" dirty="0">
                <a:effectLst/>
              </a:rPr>
              <a:t> is used to take input from the user.</a:t>
            </a:r>
          </a:p>
          <a:p>
            <a:endParaRPr lang="en-US" dirty="0">
              <a:highlight>
                <a:srgbClr val="00FFFF"/>
              </a:highlight>
            </a:endParaRPr>
          </a:p>
          <a:p>
            <a:r>
              <a:rPr lang="en-US" dirty="0"/>
              <a:t>An object of class </a:t>
            </a:r>
            <a:r>
              <a:rPr lang="en-US" dirty="0" err="1">
                <a:latin typeface="Consolas" panose="020B0609020204030204" pitchFamily="49" charset="0"/>
              </a:rPr>
              <a:t>istream</a:t>
            </a:r>
            <a:r>
              <a:rPr lang="en-US" dirty="0"/>
              <a:t>. </a:t>
            </a:r>
          </a:p>
          <a:p>
            <a:pPr lvl="1"/>
            <a:r>
              <a:rPr lang="en-US" sz="2400" b="0" dirty="0">
                <a:effectLst/>
                <a:latin typeface="Consolas" panose="020B0609020204030204" pitchFamily="49" charset="0"/>
              </a:rPr>
              <a:t>std::</a:t>
            </a:r>
            <a:r>
              <a:rPr lang="en-US" sz="2400" b="0" dirty="0" err="1">
                <a:effectLst/>
                <a:latin typeface="Consolas" panose="020B0609020204030204" pitchFamily="49" charset="0"/>
              </a:rPr>
              <a:t>cin</a:t>
            </a:r>
            <a:r>
              <a:rPr lang="en-US" dirty="0"/>
              <a:t> corresponds to standard input stream.</a:t>
            </a:r>
          </a:p>
          <a:p>
            <a:pPr lvl="1"/>
            <a:r>
              <a:rPr lang="en-US" dirty="0"/>
              <a:t>Standard input stream is user input taken generally from the keyboard.</a:t>
            </a:r>
          </a:p>
          <a:p>
            <a:endParaRPr lang="en-US" dirty="0"/>
          </a:p>
          <a:p>
            <a:r>
              <a:rPr lang="en-US" dirty="0"/>
              <a:t>Used alongside an </a:t>
            </a:r>
            <a:r>
              <a:rPr lang="en-US" b="1" dirty="0"/>
              <a:t>extraction operator</a:t>
            </a:r>
            <a:r>
              <a:rPr lang="en-US" dirty="0"/>
              <a:t>, </a:t>
            </a:r>
            <a:r>
              <a:rPr lang="en-US" b="1" dirty="0">
                <a:latin typeface="Consolas" panose="020B0609020204030204" pitchFamily="49" charset="0"/>
              </a:rPr>
              <a:t>&gt;&gt;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It ‘extracts’ the value from the object on its left, and puts it into a variable to its right.</a:t>
            </a:r>
          </a:p>
          <a:p>
            <a:pPr lvl="1"/>
            <a:r>
              <a:rPr lang="en-US" sz="2400" b="0" dirty="0">
                <a:effectLst/>
                <a:latin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</a:rPr>
              <a:t>cin</a:t>
            </a:r>
            <a:r>
              <a:rPr lang="en-US" dirty="0">
                <a:latin typeface="Consolas" panose="020B0609020204030204" pitchFamily="49" charset="0"/>
              </a:rPr>
              <a:t> &gt;&gt; </a:t>
            </a:r>
            <a:r>
              <a:rPr lang="en-US" dirty="0" err="1">
                <a:latin typeface="Consolas" panose="020B0609020204030204" pitchFamily="49" charset="0"/>
              </a:rPr>
              <a:t>some_num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BD471-764E-096C-62DA-8DB0CC1A8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5625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F76B6-710A-DA31-0352-1BB7BA1A6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dirty="0">
                <a:effectLst/>
                <a:latin typeface="Consolas" panose="020B0609020204030204" pitchFamily="49" charset="0"/>
              </a:rPr>
              <a:t>std::</a:t>
            </a:r>
            <a:r>
              <a:rPr lang="en-US" sz="4400" b="0" dirty="0" err="1">
                <a:effectLst/>
                <a:latin typeface="Consolas" panose="020B0609020204030204" pitchFamily="49" charset="0"/>
              </a:rPr>
              <a:t>cin</a:t>
            </a:r>
            <a:r>
              <a:rPr lang="en-US" sz="4400" b="0" dirty="0">
                <a:effectLst/>
                <a:latin typeface="+mn-lt"/>
              </a:rPr>
              <a:t> (contd.)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35668AD-353E-E2BB-1496-25F6F1923E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3733" y="2366973"/>
            <a:ext cx="8524533" cy="212405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87DD3-F1D0-35B1-49CB-6297D85F2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64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FB651F-F1D7-9F43-0484-C031F7C5BF07}"/>
              </a:ext>
            </a:extLst>
          </p:cNvPr>
          <p:cNvSpPr txBox="1"/>
          <p:nvPr/>
        </p:nvSpPr>
        <p:spPr>
          <a:xfrm>
            <a:off x="3896809" y="4797979"/>
            <a:ext cx="4398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2.5 from OOP in C++ by Robert </a:t>
            </a:r>
            <a:r>
              <a:rPr lang="en-US" dirty="0" err="1"/>
              <a:t>Lafore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870575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94FBB-965C-6C0E-68A3-DC57B9D14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Cascading &lt;&lt; and &gt;&gt;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33EB5-325C-7FA5-22FE-DC9216309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Note that the extraction and insertion operators can be </a:t>
            </a:r>
            <a:r>
              <a:rPr lang="en-US" b="1" dirty="0"/>
              <a:t>cascaded</a:t>
            </a:r>
            <a:r>
              <a:rPr lang="en-US" dirty="0"/>
              <a:t> for added functionality.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#include &lt;iostream&gt;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…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	std::</a:t>
            </a:r>
            <a:r>
              <a:rPr lang="en-US" sz="2200" dirty="0" err="1">
                <a:latin typeface="Consolas" panose="020B0609020204030204" pitchFamily="49" charset="0"/>
              </a:rPr>
              <a:t>cin</a:t>
            </a:r>
            <a:r>
              <a:rPr lang="en-US" sz="2200" dirty="0"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&gt;&gt;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sz="2200" dirty="0">
                <a:latin typeface="Consolas" panose="020B0609020204030204" pitchFamily="49" charset="0"/>
              </a:rPr>
              <a:t>num1 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&gt;&gt;</a:t>
            </a:r>
            <a:r>
              <a:rPr lang="en-US" sz="2200" b="1" dirty="0">
                <a:latin typeface="Consolas" panose="020B0609020204030204" pitchFamily="49" charset="0"/>
              </a:rPr>
              <a:t> </a:t>
            </a:r>
            <a:r>
              <a:rPr lang="en-US" sz="2200" dirty="0">
                <a:latin typeface="Consolas" panose="020B0609020204030204" pitchFamily="49" charset="0"/>
              </a:rPr>
              <a:t>num2;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…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	std::</a:t>
            </a:r>
            <a:r>
              <a:rPr lang="en-US" sz="2200" dirty="0" err="1">
                <a:latin typeface="Consolas" panose="020B0609020204030204" pitchFamily="49" charset="0"/>
              </a:rPr>
              <a:t>cout</a:t>
            </a:r>
            <a:r>
              <a:rPr lang="en-US" sz="2200" dirty="0"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latin typeface="Consolas" panose="020B0609020204030204" pitchFamily="49" charset="0"/>
              </a:rPr>
              <a:t> “This is the sum: “ 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&lt;&lt;</a:t>
            </a:r>
            <a:r>
              <a:rPr lang="en-US" sz="2200" b="1" dirty="0">
                <a:latin typeface="Consolas" panose="020B0609020204030204" pitchFamily="49" charset="0"/>
              </a:rPr>
              <a:t> </a:t>
            </a:r>
            <a:r>
              <a:rPr lang="en-US" sz="2200" dirty="0">
                <a:latin typeface="Consolas" panose="020B0609020204030204" pitchFamily="49" charset="0"/>
              </a:rPr>
              <a:t>sum 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&lt;&lt;</a:t>
            </a:r>
            <a:r>
              <a:rPr lang="en-US" sz="2200" b="1" dirty="0">
                <a:latin typeface="Consolas" panose="020B0609020204030204" pitchFamily="49" charset="0"/>
              </a:rPr>
              <a:t> </a:t>
            </a:r>
            <a:r>
              <a:rPr lang="en-US" sz="2200" dirty="0">
                <a:latin typeface="Consolas" panose="020B0609020204030204" pitchFamily="49" charset="0"/>
              </a:rPr>
              <a:t>std::</a:t>
            </a:r>
            <a:r>
              <a:rPr lang="en-US" sz="2200" dirty="0" err="1">
                <a:latin typeface="Consolas" panose="020B0609020204030204" pitchFamily="49" charset="0"/>
              </a:rPr>
              <a:t>endl</a:t>
            </a:r>
            <a:r>
              <a:rPr lang="en-US" sz="22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…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A6A69-B26D-DA24-9C89-3112D7F19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55844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A6E4C-A996-10F1-A1B3-BBF86DA27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using namespace std; </a:t>
            </a:r>
            <a:r>
              <a:rPr lang="en-US" sz="3200" dirty="0">
                <a:solidFill>
                  <a:srgbClr val="FF0000"/>
                </a:solidFill>
              </a:rPr>
              <a:t>// </a:t>
            </a:r>
            <a:r>
              <a:rPr lang="en-US" sz="3200" i="1" dirty="0">
                <a:solidFill>
                  <a:srgbClr val="FF0000"/>
                </a:solidFill>
              </a:rPr>
              <a:t>Please don’t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F9C7F-7CD8-97DA-1BEB-5D161D3DD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Can be mentioned at the top of your file (global scope), or within local scopes (e.g. within the </a:t>
            </a:r>
            <a:r>
              <a:rPr lang="en-US" b="1" dirty="0">
                <a:latin typeface="Consolas" panose="020B0609020204030204" pitchFamily="49" charset="0"/>
              </a:rPr>
              <a:t>main()</a:t>
            </a:r>
            <a:r>
              <a:rPr lang="en-US" dirty="0"/>
              <a:t> function, within an </a:t>
            </a:r>
            <a:r>
              <a:rPr lang="en-US" b="1" dirty="0">
                <a:latin typeface="Consolas" panose="020B0609020204030204" pitchFamily="49" charset="0"/>
              </a:rPr>
              <a:t>if()</a:t>
            </a:r>
            <a:r>
              <a:rPr lang="en-US" dirty="0"/>
              <a:t> block, etc.).</a:t>
            </a:r>
          </a:p>
          <a:p>
            <a:endParaRPr lang="en-US" dirty="0"/>
          </a:p>
          <a:p>
            <a:r>
              <a:rPr lang="en-US" dirty="0"/>
              <a:t>Rule of thumb: learn to avoid using it. </a:t>
            </a:r>
          </a:p>
          <a:p>
            <a:pPr lvl="1"/>
            <a:r>
              <a:rPr lang="en-US" dirty="0"/>
              <a:t>Get in the habit of specifying the namespace whenever you need it.</a:t>
            </a:r>
          </a:p>
          <a:p>
            <a:pPr lvl="1"/>
            <a:r>
              <a:rPr lang="en-US" dirty="0"/>
              <a:t>E.g. </a:t>
            </a:r>
            <a:r>
              <a:rPr lang="en-US" b="1" dirty="0">
                <a:latin typeface="Consolas" panose="020B0609020204030204" pitchFamily="49" charset="0"/>
              </a:rPr>
              <a:t>std::</a:t>
            </a:r>
            <a:r>
              <a:rPr lang="en-US" b="1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b="1" dirty="0">
                <a:latin typeface="Consolas" panose="020B0609020204030204" pitchFamily="49" charset="0"/>
              </a:rPr>
              <a:t>std::</a:t>
            </a:r>
            <a:r>
              <a:rPr lang="en-US" b="1" dirty="0" err="1">
                <a:latin typeface="Consolas" panose="020B0609020204030204" pitchFamily="49" charset="0"/>
              </a:rPr>
              <a:t>cin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b="1" dirty="0">
                <a:latin typeface="Consolas" panose="020B0609020204030204" pitchFamily="49" charset="0"/>
              </a:rPr>
              <a:t>std::</a:t>
            </a:r>
            <a:r>
              <a:rPr lang="en-US" b="1" dirty="0" err="1">
                <a:latin typeface="Consolas" panose="020B0609020204030204" pitchFamily="49" charset="0"/>
              </a:rPr>
              <a:t>endl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b="1" dirty="0">
                <a:latin typeface="Consolas" panose="020B0609020204030204" pitchFamily="49" charset="0"/>
              </a:rPr>
              <a:t>std::vector</a:t>
            </a:r>
            <a:r>
              <a:rPr lang="en-US" dirty="0"/>
              <a:t>, etc.</a:t>
            </a:r>
          </a:p>
          <a:p>
            <a:endParaRPr lang="en-US" dirty="0"/>
          </a:p>
          <a:p>
            <a:r>
              <a:rPr lang="en-US" dirty="0"/>
              <a:t>Better readability if you specify the namespace.</a:t>
            </a:r>
          </a:p>
          <a:p>
            <a:pPr lvl="1"/>
            <a:r>
              <a:rPr lang="en-US" dirty="0"/>
              <a:t>You know exactly where every function, object, etc. is coming from.</a:t>
            </a:r>
          </a:p>
          <a:p>
            <a:pPr lvl="1"/>
            <a:endParaRPr lang="en-US" dirty="0"/>
          </a:p>
          <a:p>
            <a:r>
              <a:rPr lang="en-US" dirty="0"/>
              <a:t>Reduced chances of unexpected behaviors if you specify the namespace.</a:t>
            </a:r>
          </a:p>
          <a:p>
            <a:pPr lvl="1"/>
            <a:r>
              <a:rPr lang="en-US" dirty="0"/>
              <a:t>An example is explained in the following slide.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23513-FA8C-E6EC-72D5-B9EA15095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5894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B97257C-F165-1244-5895-12FD1393C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094" y="338822"/>
            <a:ext cx="5928874" cy="61803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9720130-F03F-BC1B-CA33-EA65B74275F8}"/>
              </a:ext>
            </a:extLst>
          </p:cNvPr>
          <p:cNvSpPr txBox="1"/>
          <p:nvPr/>
        </p:nvSpPr>
        <p:spPr>
          <a:xfrm>
            <a:off x="1073889" y="1720840"/>
            <a:ext cx="3795824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i="1" u="sng" dirty="0">
                <a:solidFill>
                  <a:schemeClr val="accent1"/>
                </a:solidFill>
              </a:rPr>
              <a:t>Example</a:t>
            </a:r>
          </a:p>
          <a:p>
            <a:r>
              <a:rPr lang="en-US" sz="2400" i="1" dirty="0">
                <a:solidFill>
                  <a:schemeClr val="accent1"/>
                </a:solidFill>
              </a:rPr>
              <a:t>You can find this code in the following source file:</a:t>
            </a:r>
          </a:p>
          <a:p>
            <a:r>
              <a:rPr lang="en-US" sz="2400" b="1" dirty="0">
                <a:solidFill>
                  <a:schemeClr val="accent1"/>
                </a:solidFill>
                <a:latin typeface="Consolas" panose="020B0609020204030204" pitchFamily="49" charset="0"/>
              </a:rPr>
              <a:t>namespaces.cpp</a:t>
            </a:r>
          </a:p>
          <a:p>
            <a:endParaRPr lang="en-US" sz="2400" i="1" dirty="0">
              <a:solidFill>
                <a:schemeClr val="accent1"/>
              </a:solidFill>
            </a:endParaRPr>
          </a:p>
          <a:p>
            <a:r>
              <a:rPr lang="en-US" sz="2400" i="1" u="sng" dirty="0">
                <a:solidFill>
                  <a:schemeClr val="accent1"/>
                </a:solidFill>
              </a:rPr>
              <a:t>Discussion 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accent1"/>
                </a:solidFill>
              </a:rPr>
              <a:t>Global scope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accent1"/>
                </a:solidFill>
              </a:rPr>
              <a:t>First namespace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accent1"/>
                </a:solidFill>
              </a:rPr>
              <a:t>Second namespace</a:t>
            </a:r>
          </a:p>
        </p:txBody>
      </p:sp>
    </p:spTree>
    <p:extLst>
      <p:ext uri="{BB962C8B-B14F-4D97-AF65-F5344CB8AC3E}">
        <p14:creationId xmlns:p14="http://schemas.microsoft.com/office/powerpoint/2010/main" val="25735394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64B27-52AA-7DFB-2C9B-B8F8D72A2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1EF90-701B-D53B-1BA0-80F802D2D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Blocks used to logically organize code.</a:t>
            </a:r>
          </a:p>
          <a:p>
            <a:endParaRPr lang="en-US" dirty="0"/>
          </a:p>
          <a:p>
            <a:r>
              <a:rPr lang="en-US" dirty="0"/>
              <a:t>Primarily, they are very helpful in preventing </a:t>
            </a:r>
            <a:r>
              <a:rPr lang="en-US" b="1" dirty="0"/>
              <a:t>naming conflicts </a:t>
            </a:r>
            <a:r>
              <a:rPr lang="en-US" dirty="0"/>
              <a:t>from occurring.</a:t>
            </a:r>
          </a:p>
          <a:p>
            <a:pPr lvl="1"/>
            <a:r>
              <a:rPr lang="en-US" dirty="0"/>
              <a:t>Like we just saw in the last example, </a:t>
            </a:r>
            <a:r>
              <a:rPr lang="en-US" b="1" dirty="0" err="1">
                <a:latin typeface="Consolas" panose="020B0609020204030204" pitchFamily="49" charset="0"/>
              </a:rPr>
              <a:t>math_hello</a:t>
            </a:r>
            <a:r>
              <a:rPr lang="en-US" b="1" dirty="0">
                <a:latin typeface="Consolas" panose="020B0609020204030204" pitchFamily="49" charset="0"/>
              </a:rPr>
              <a:t>::print() </a:t>
            </a:r>
            <a:r>
              <a:rPr lang="en-US" dirty="0"/>
              <a:t>and </a:t>
            </a:r>
            <a:r>
              <a:rPr lang="en-US" b="1" dirty="0" err="1">
                <a:latin typeface="Consolas" panose="020B0609020204030204" pitchFamily="49" charset="0"/>
              </a:rPr>
              <a:t>math_world</a:t>
            </a:r>
            <a:r>
              <a:rPr lang="en-US" b="1" dirty="0">
                <a:latin typeface="Consolas" panose="020B0609020204030204" pitchFamily="49" charset="0"/>
              </a:rPr>
              <a:t>::print()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unique namespaces helped to differentiate between the </a:t>
            </a:r>
            <a:r>
              <a:rPr lang="en-US" b="1" dirty="0">
                <a:latin typeface="Consolas" panose="020B0609020204030204" pitchFamily="49" charset="0"/>
              </a:rPr>
              <a:t>print()</a:t>
            </a:r>
            <a:r>
              <a:rPr lang="en-US" dirty="0"/>
              <a:t> functions.</a:t>
            </a:r>
          </a:p>
          <a:p>
            <a:pPr lvl="1"/>
            <a:endParaRPr lang="en-US" dirty="0"/>
          </a:p>
          <a:p>
            <a:r>
              <a:rPr lang="en-US" dirty="0"/>
              <a:t>But when you write, </a:t>
            </a:r>
            <a:r>
              <a:rPr lang="en-US" b="1" dirty="0">
                <a:latin typeface="Consolas" panose="020B0609020204030204" pitchFamily="49" charset="0"/>
              </a:rPr>
              <a:t>using namespace std; </a:t>
            </a:r>
            <a:r>
              <a:rPr lang="en-US" dirty="0"/>
              <a:t>, you, in some sense, are reintroducing the problem of naming conflicts, the very problem namespaces are trying to solve.</a:t>
            </a:r>
          </a:p>
          <a:p>
            <a:endParaRPr lang="en-US" dirty="0"/>
          </a:p>
          <a:p>
            <a:r>
              <a:rPr lang="en-US" dirty="0"/>
              <a:t>You can have </a:t>
            </a:r>
            <a:r>
              <a:rPr lang="en-US" b="1" dirty="0"/>
              <a:t>nested namespaces</a:t>
            </a:r>
            <a:r>
              <a:rPr lang="en-US" dirty="0"/>
              <a:t> as well.</a:t>
            </a:r>
          </a:p>
        </p:txBody>
      </p:sp>
    </p:spTree>
    <p:extLst>
      <p:ext uri="{BB962C8B-B14F-4D97-AF65-F5344CB8AC3E}">
        <p14:creationId xmlns:p14="http://schemas.microsoft.com/office/powerpoint/2010/main" val="354350517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B5311-D4A3-070A-196A-02364EE52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DC91F-7B9A-6B74-6BFC-655119812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Help the programmer, and people reading your program, understand the program.</a:t>
            </a:r>
          </a:p>
          <a:p>
            <a:endParaRPr lang="en-US" dirty="0"/>
          </a:p>
          <a:p>
            <a:r>
              <a:rPr lang="en-US" dirty="0"/>
              <a:t>Generally should focus on the big picture; the details are in your code.</a:t>
            </a:r>
          </a:p>
          <a:p>
            <a:endParaRPr lang="en-US" dirty="0"/>
          </a:p>
          <a:p>
            <a:r>
              <a:rPr lang="en-US" dirty="0"/>
              <a:t>Are ignored by the compiler. </a:t>
            </a:r>
          </a:p>
          <a:p>
            <a:endParaRPr lang="en-US" dirty="0"/>
          </a:p>
          <a:p>
            <a:r>
              <a:rPr lang="en-US" dirty="0"/>
              <a:t>Two syntaxes (a shortcut on most editors/IDEs -&gt; </a:t>
            </a:r>
            <a:r>
              <a:rPr lang="en-US" u="sng" dirty="0"/>
              <a:t>Ctrl+/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// single line comment.</a:t>
            </a:r>
          </a:p>
          <a:p>
            <a:pPr lvl="1"/>
            <a:r>
              <a:rPr lang="en-US" dirty="0"/>
              <a:t>/* multi-line</a:t>
            </a:r>
          </a:p>
          <a:p>
            <a:pPr marL="457200" lvl="1" indent="0">
              <a:buNone/>
            </a:pPr>
            <a:r>
              <a:rPr lang="en-US" dirty="0"/>
              <a:t>	comment */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/>
                </a:solidFill>
              </a:rPr>
              <a:t>Comments should not serve as a cover-up for </a:t>
            </a:r>
            <a:r>
              <a:rPr lang="en-US" b="1" dirty="0">
                <a:solidFill>
                  <a:schemeClr val="accent1"/>
                </a:solidFill>
              </a:rPr>
              <a:t>bad code readability </a:t>
            </a:r>
            <a:r>
              <a:rPr lang="en-US" dirty="0">
                <a:solidFill>
                  <a:schemeClr val="accent1"/>
                </a:solidFill>
              </a:rPr>
              <a:t>however.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E65C3-49F2-22F3-5D33-0A349F975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92120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A051A-3DA9-10E0-2F70-C0F32B510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Operators </a:t>
            </a:r>
            <a:br>
              <a:rPr lang="en-US" dirty="0"/>
            </a:br>
            <a:r>
              <a:rPr lang="en-US" dirty="0"/>
              <a:t>True/False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F987E-2324-6C1D-AC06-05B659A77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Refer to the following source file.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1- relational_operators.cpp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Relational operators are pretty similar as in Python.</a:t>
            </a:r>
          </a:p>
          <a:p>
            <a:r>
              <a:rPr lang="en-US" b="1" dirty="0">
                <a:latin typeface="Consolas" panose="020B0609020204030204" pitchFamily="49" charset="0"/>
              </a:rPr>
              <a:t>false</a:t>
            </a:r>
            <a:r>
              <a:rPr lang="en-US" dirty="0"/>
              <a:t> is represented as zero.</a:t>
            </a:r>
          </a:p>
          <a:p>
            <a:r>
              <a:rPr lang="en-US" b="1" dirty="0">
                <a:latin typeface="Consolas" panose="020B0609020204030204" pitchFamily="49" charset="0"/>
              </a:rPr>
              <a:t>true</a:t>
            </a:r>
            <a:r>
              <a:rPr lang="en-US" dirty="0"/>
              <a:t> is represented by non-zero numbers (which means negative numbers as well).</a:t>
            </a:r>
          </a:p>
        </p:txBody>
      </p:sp>
    </p:spTree>
    <p:extLst>
      <p:ext uri="{BB962C8B-B14F-4D97-AF65-F5344CB8AC3E}">
        <p14:creationId xmlns:p14="http://schemas.microsoft.com/office/powerpoint/2010/main" val="39000227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5692-1497-5C82-79DD-B8FCF4E4A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switch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if() / else if() / 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DFF7D-A010-BC21-EE0E-8C5A20913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Refer to the following source file.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2- switch.cpp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56627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7D988-028A-6691-38A6-8839196F6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920" y="698664"/>
            <a:ext cx="10515600" cy="545450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Roboto Mono" panose="00000009000000000000" pitchFamily="49" charset="0"/>
              </a:rPr>
              <a:t>#include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iostream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()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outside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11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In main()</a:t>
            </a:r>
            <a:r>
              <a:rPr lang="en-US" b="0" dirty="0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\</a:t>
            </a:r>
            <a:r>
              <a:rPr lang="en-US" b="0" dirty="0" err="1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n</a:t>
            </a:r>
            <a:r>
              <a:rPr lang="en-US" b="0" dirty="0" err="1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outside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outside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(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outside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12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Roboto Mono" panose="00000009000000000000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inside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{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24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In if()</a:t>
            </a:r>
            <a:r>
              <a:rPr lang="en-US" b="0" dirty="0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\</a:t>
            </a:r>
            <a:r>
              <a:rPr lang="en-US" b="0" dirty="0" err="1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n</a:t>
            </a:r>
            <a:r>
              <a:rPr lang="en-US" b="0" dirty="0" err="1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inside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Roboto Mono" panose="00000009000000000000" pitchFamily="49" charset="0"/>
              </a:rPr>
              <a:t>inside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In main()</a:t>
            </a:r>
            <a:r>
              <a:rPr lang="en-US" b="0" dirty="0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\</a:t>
            </a:r>
            <a:r>
              <a:rPr lang="en-US" b="0" dirty="0" err="1">
                <a:solidFill>
                  <a:srgbClr val="B776FB"/>
                </a:solidFill>
                <a:effectLst/>
                <a:latin typeface="Roboto Mono" panose="00000009000000000000" pitchFamily="49" charset="0"/>
              </a:rPr>
              <a:t>n</a:t>
            </a:r>
            <a:r>
              <a:rPr lang="en-US" b="0" dirty="0" err="1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inside</a:t>
            </a:r>
            <a:r>
              <a:rPr lang="en-US" b="0" dirty="0">
                <a:solidFill>
                  <a:srgbClr val="A31515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lang="en-US" b="0" dirty="0">
                <a:solidFill>
                  <a:srgbClr val="E21F1F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&lt;&lt; inside &lt;&lt;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Roboto Mono" panose="00000009000000000000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    </a:t>
            </a:r>
          </a:p>
          <a:p>
            <a:pPr marL="0" indent="0">
              <a:buNone/>
            </a:pPr>
            <a:r>
              <a:rPr lang="en-US" b="0" dirty="0">
                <a:solidFill>
                  <a:srgbClr val="8F08C4"/>
                </a:solidFill>
                <a:effectLst/>
                <a:latin typeface="Roboto Mono" panose="00000009000000000000" pitchFamily="49" charset="0"/>
              </a:rPr>
              <a:t>    return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Roboto Mono" panose="00000009000000000000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Roboto Mono" panose="00000009000000000000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9F106C-417D-3C05-1CEE-7AB1F44C5C4B}"/>
              </a:ext>
            </a:extLst>
          </p:cNvPr>
          <p:cNvSpPr txBox="1"/>
          <p:nvPr/>
        </p:nvSpPr>
        <p:spPr>
          <a:xfrm>
            <a:off x="6974960" y="502816"/>
            <a:ext cx="474212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What will be the output of this code?</a:t>
            </a:r>
          </a:p>
          <a:p>
            <a:r>
              <a:rPr lang="en-US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inside</a:t>
            </a:r>
            <a:r>
              <a:rPr lang="en-US" sz="2400" i="1" dirty="0">
                <a:solidFill>
                  <a:srgbClr val="00B050"/>
                </a:solidFill>
              </a:rPr>
              <a:t> has limited scope; it is only visible within the </a:t>
            </a:r>
            <a:r>
              <a:rPr lang="en-US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if() </a:t>
            </a:r>
            <a:r>
              <a:rPr lang="en-US" sz="2400" i="1" dirty="0">
                <a:solidFill>
                  <a:srgbClr val="00B050"/>
                </a:solidFill>
              </a:rPr>
              <a:t>block.</a:t>
            </a:r>
          </a:p>
        </p:txBody>
      </p:sp>
    </p:spTree>
    <p:extLst>
      <p:ext uri="{BB962C8B-B14F-4D97-AF65-F5344CB8AC3E}">
        <p14:creationId xmlns:p14="http://schemas.microsoft.com/office/powerpoint/2010/main" val="3241213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C3FDB-22AD-E449-1B34-1DF2D230B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AC31A-B5D2-0990-54FF-418679CDC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 to the following source file.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3- for_loop.cpp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4- while_loop.cpp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5- do_while.cpp</a:t>
            </a:r>
          </a:p>
          <a:p>
            <a:pPr marL="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r>
              <a:rPr lang="en-US" b="1" dirty="0">
                <a:latin typeface="Consolas" panose="020B0609020204030204" pitchFamily="49" charset="0"/>
              </a:rPr>
              <a:t>continue</a:t>
            </a:r>
            <a:r>
              <a:rPr lang="en-US" dirty="0"/>
              <a:t> and </a:t>
            </a:r>
            <a:r>
              <a:rPr lang="en-US" b="1" dirty="0">
                <a:latin typeface="Consolas" panose="020B0609020204030204" pitchFamily="49" charset="0"/>
              </a:rPr>
              <a:t>break</a:t>
            </a:r>
            <a:r>
              <a:rPr lang="en-US" dirty="0"/>
              <a:t> work in the same way as in Python.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88485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1B8B3-843A-3A58-03DB-42DE25D0D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7E89B7-658E-564A-E4EE-2C1169A68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326" y="2248746"/>
            <a:ext cx="5393348" cy="189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08617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50541-F79E-FC8F-2276-B3C5A8DB1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Documentation /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2524A-EB9A-D6E0-0E85-A3FE9FA63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These supplement whatever textbook you’re using very well.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https://en.cppreference.com/w/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3"/>
              </a:rPr>
              <a:t>https://cplusplus.com/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4"/>
              </a:rPr>
              <a:t>https://stackoverflow.com/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5"/>
              </a:rPr>
              <a:t>https://www.learncpp.com/</a:t>
            </a:r>
            <a:endParaRPr lang="en-US" dirty="0"/>
          </a:p>
          <a:p>
            <a:r>
              <a:rPr lang="en-US" dirty="0"/>
              <a:t>This last resource is more of an online text book with various chapters and articles.</a:t>
            </a:r>
          </a:p>
          <a:p>
            <a:pPr lvl="1"/>
            <a:r>
              <a:rPr lang="en-US" dirty="0"/>
              <a:t>Free to use.</a:t>
            </a:r>
          </a:p>
          <a:p>
            <a:pPr lvl="1"/>
            <a:r>
              <a:rPr lang="en-US" dirty="0"/>
              <a:t>At the end of each article, there are comments/questions.</a:t>
            </a:r>
          </a:p>
          <a:p>
            <a:pPr lvl="1"/>
            <a:r>
              <a:rPr lang="en-US" dirty="0"/>
              <a:t>You can also send in a question yourself.</a:t>
            </a:r>
          </a:p>
        </p:txBody>
      </p:sp>
    </p:spTree>
    <p:extLst>
      <p:ext uri="{BB962C8B-B14F-4D97-AF65-F5344CB8AC3E}">
        <p14:creationId xmlns:p14="http://schemas.microsoft.com/office/powerpoint/2010/main" val="481647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7550</TotalTime>
  <Words>4473</Words>
  <Application>Microsoft Office PowerPoint</Application>
  <PresentationFormat>Widescreen</PresentationFormat>
  <Paragraphs>661</Paragraphs>
  <Slides>75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2" baseType="lpstr">
      <vt:lpstr>Arial</vt:lpstr>
      <vt:lpstr>Calibri</vt:lpstr>
      <vt:lpstr>Calibri Light</vt:lpstr>
      <vt:lpstr>Cambria Math</vt:lpstr>
      <vt:lpstr>Consolas</vt:lpstr>
      <vt:lpstr>Roboto Mono</vt:lpstr>
      <vt:lpstr>Office Theme</vt:lpstr>
      <vt:lpstr>Object-Oriented Programming and Design Methodologies</vt:lpstr>
      <vt:lpstr>Logistics</vt:lpstr>
      <vt:lpstr>Logistics – Software Tools</vt:lpstr>
      <vt:lpstr>Course Syllabus – Canvas</vt:lpstr>
      <vt:lpstr>Why C++?</vt:lpstr>
      <vt:lpstr>Why Learn OOP?</vt:lpstr>
      <vt:lpstr>Why Learn OOP?</vt:lpstr>
      <vt:lpstr>PowerPoint Presentation</vt:lpstr>
      <vt:lpstr>Why Learn OOP?</vt:lpstr>
      <vt:lpstr>C++ Program Structure and Syntax</vt:lpstr>
      <vt:lpstr>A Basic Program</vt:lpstr>
      <vt:lpstr>The “main” Function</vt:lpstr>
      <vt:lpstr>The “main” Function (contd.)</vt:lpstr>
      <vt:lpstr>The “main” Function (contd.)</vt:lpstr>
      <vt:lpstr>The “main” Function (contd.)</vt:lpstr>
      <vt:lpstr>Program Statements</vt:lpstr>
      <vt:lpstr>Program Statements (contd.)</vt:lpstr>
      <vt:lpstr>Variables </vt:lpstr>
      <vt:lpstr>Variable Names (Self Study)</vt:lpstr>
      <vt:lpstr>Variable Names (Self Study)</vt:lpstr>
      <vt:lpstr>Data Types</vt:lpstr>
      <vt:lpstr>int Type</vt:lpstr>
      <vt:lpstr>Other Integer Types</vt:lpstr>
      <vt:lpstr>PowerPoint Presentation</vt:lpstr>
      <vt:lpstr>char type</vt:lpstr>
      <vt:lpstr>char type (contd.)</vt:lpstr>
      <vt:lpstr>Escape Sequences</vt:lpstr>
      <vt:lpstr>An example on Escape Sequences… Self Study</vt:lpstr>
      <vt:lpstr>An example on Escape Sequences… Self Study</vt:lpstr>
      <vt:lpstr>Escape Sequences</vt:lpstr>
      <vt:lpstr>Storing Floating Point Numbers</vt:lpstr>
      <vt:lpstr>float type</vt:lpstr>
      <vt:lpstr>double and long double types</vt:lpstr>
      <vt:lpstr>PowerPoint Presentation</vt:lpstr>
      <vt:lpstr>Note for floating point numbers</vt:lpstr>
      <vt:lpstr>Example to Complement the Previous Note</vt:lpstr>
      <vt:lpstr>bool type</vt:lpstr>
      <vt:lpstr>Summary of Data Types</vt:lpstr>
      <vt:lpstr>unsigned Data Types</vt:lpstr>
      <vt:lpstr>unsigned Data Types (contd.)</vt:lpstr>
      <vt:lpstr>Type Conversions – Automatic</vt:lpstr>
      <vt:lpstr>Type Conversions – Automatic</vt:lpstr>
      <vt:lpstr>Type Conversions – Automatic (contd.)</vt:lpstr>
      <vt:lpstr>Type Conversions – Automatic (contd.)</vt:lpstr>
      <vt:lpstr>Type Conversions - Casting</vt:lpstr>
      <vt:lpstr>Type Conversions – Casting (contd.)</vt:lpstr>
      <vt:lpstr>Type Conversions – Casting (contd.)</vt:lpstr>
      <vt:lpstr>Type Conversions – Casting (contd.)</vt:lpstr>
      <vt:lpstr>Arithmetic Operators</vt:lpstr>
      <vt:lpstr>Arithmetic Assignment Operators</vt:lpstr>
      <vt:lpstr>Increment Operators</vt:lpstr>
      <vt:lpstr>Increment Operators (contd.)</vt:lpstr>
      <vt:lpstr>PowerPoint Presentation</vt:lpstr>
      <vt:lpstr>Increment Operators (contd.)</vt:lpstr>
      <vt:lpstr>Increment Operators (contd.)</vt:lpstr>
      <vt:lpstr>Decrement Operator</vt:lpstr>
      <vt:lpstr>Precedence </vt:lpstr>
      <vt:lpstr>Expressions </vt:lpstr>
      <vt:lpstr>An Aside… Multiple Declarations</vt:lpstr>
      <vt:lpstr>The const Keyword</vt:lpstr>
      <vt:lpstr>std::cout</vt:lpstr>
      <vt:lpstr>std::cout (contd.)</vt:lpstr>
      <vt:lpstr>std::cin</vt:lpstr>
      <vt:lpstr>std::cin (contd.)</vt:lpstr>
      <vt:lpstr>Cascading &lt;&lt; and &gt;&gt; Operators</vt:lpstr>
      <vt:lpstr>using namespace std; // Please don’t</vt:lpstr>
      <vt:lpstr>PowerPoint Presentation</vt:lpstr>
      <vt:lpstr>Namespaces</vt:lpstr>
      <vt:lpstr>Comments</vt:lpstr>
      <vt:lpstr>Relational Operators  True/False Representation</vt:lpstr>
      <vt:lpstr>switch  if() / else if() / else</vt:lpstr>
      <vt:lpstr>PowerPoint Presentation</vt:lpstr>
      <vt:lpstr>Loops</vt:lpstr>
      <vt:lpstr>Logical operators</vt:lpstr>
      <vt:lpstr>Online Documentation /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CS224 Object-Oriented Programming and Design Methodologies</dc:title>
  <dc:creator>Mohammad Salman</dc:creator>
  <cp:lastModifiedBy>Mohammad Salman</cp:lastModifiedBy>
  <cp:revision>1</cp:revision>
  <dcterms:created xsi:type="dcterms:W3CDTF">2023-08-20T08:26:37Z</dcterms:created>
  <dcterms:modified xsi:type="dcterms:W3CDTF">2023-08-25T14:27:34Z</dcterms:modified>
</cp:coreProperties>
</file>